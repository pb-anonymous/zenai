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Generated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on December 27,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D4FF"/>
                </a:solidFill>
              </a:defRPr>
            </a:pPr>
            <a:r>
              <a:t>Slide 1</a:t>
            </a:r>
          </a:p>
        </p:txBody>
      </p:sp>
      <p:pic>
        <p:nvPicPr>
          <p:cNvPr id="3" name="Picture 2" descr="temp_img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71600"/>
            <a:ext cx="4572000" cy="304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0E0E0"/>
                </a:solidFill>
              </a:defRPr>
            </a:pPr>
            <a:r>
              <a:t>Give me a PPT of the Mughal Empire of five slides.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