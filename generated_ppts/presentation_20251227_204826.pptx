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Generated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December 27,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Slide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E0E0E0"/>
                </a:solidFill>
              </a:defRPr>
            </a:pPr>
            <a:r>
              <a:t>Create a slide about Barber.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Slide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E0E0E0"/>
                </a:solidFill>
              </a:defRPr>
            </a:pPr>
            <a:r>
              <a:t>Create a second slide about Barber cutting beard.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4FF"/>
                </a:solidFill>
              </a:defRPr>
            </a:pPr>
            <a:r>
              <a:t>Slide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02920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000">
                <a:solidFill>
                  <a:srgbClr val="E0E0E0"/>
                </a:solidFill>
              </a:defRPr>
            </a:pPr>
            <a:r>
              <a:t>Slide Barber using a razor.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