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Login Page with Dashboards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Login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 your credentials to access the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Dashboard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dashboard showing important metrics.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Dashboard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Another important dashboard for tracking progress.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Dashboard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final dashboard with more insights.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