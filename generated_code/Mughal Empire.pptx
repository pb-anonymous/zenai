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Mughal Empire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Mughal Empire was a vast and powerful empire that existed in the Indian subcontinent from the early 16th century to the mid-18th century. It was founded by Babur, a Central Asian ruler who was descended from Timur and Genghis Khan.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Akbar's Reign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Akbar, one of the most famous Mughal emperors, ruled from 1556 to 1605. He is known for his military conquests, administrative reforms, and cultural achievements. He also built the Taj Mahal.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Shah Jahan's Reign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Shah Jahan, another famous Mughal emperor, ruled from 1628 to 1658. He is known for his architectural achievements, including the construction of the Taj Mahal, and his military conquests.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Maratha Conquest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the late 17th century, the Marathas, a powerful Hindu kingdom from western India, conquered much of the Mughal Empire. This led to a decline in Mughal power and influence.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Mughal Empire left a lasting legacy in Indian culture, architecture, and cuisine. It also contributed to the development of Hindi and Urdu languages.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