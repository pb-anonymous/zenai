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12"/>
  </p:notesMasterIdLst>
  <p:sldIdLst>
    <p:sldId id="256" r:id="rId2"/>
    <p:sldId id="265" r:id="rId3"/>
    <p:sldId id="264" r:id="rId4"/>
    <p:sldId id="267" r:id="rId5"/>
    <p:sldId id="268" r:id="rId6"/>
    <p:sldId id="269" r:id="rId7"/>
    <p:sldId id="271" r:id="rId8"/>
    <p:sldId id="270" r:id="rId9"/>
    <p:sldId id="273" r:id="rId10"/>
    <p:sldId id="272" r:id="rId1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C61B"/>
    <a:srgbClr val="FFD6B5"/>
    <a:srgbClr val="E9B083"/>
    <a:srgbClr val="E8999B"/>
    <a:srgbClr val="F4A1A4"/>
    <a:srgbClr val="F1605C"/>
    <a:srgbClr val="9F8ED6"/>
    <a:srgbClr val="C6E9F7"/>
    <a:srgbClr val="27316F"/>
    <a:srgbClr val="00A1A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24048"/>
    <p:restoredTop sz="94719"/>
  </p:normalViewPr>
  <p:slideViewPr>
    <p:cSldViewPr snapToGrid="0" snapToObjects="1">
      <p:cViewPr varScale="1">
        <p:scale>
          <a:sx n="76" d="100"/>
          <a:sy n="76" d="100"/>
        </p:scale>
        <p:origin x="456" y="53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presProps" Target="presProp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notesMaster" Target="notesMasters/notesMaster1.xml"/><Relationship Id="rId2" Type="http://schemas.openxmlformats.org/officeDocument/2006/relationships/slide" Target="slides/slide1.xml"/><Relationship Id="rId16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theme" Target="theme/theme1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ID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2F871CC-55F5-426B-AEA5-8C07BC86EF42}" type="datetimeFigureOut">
              <a:rPr lang="en-ID" smtClean="0"/>
              <a:t>28/12/2025</a:t>
            </a:fld>
            <a:endParaRPr lang="en-ID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ID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ID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6FFE581-0DB2-4A41-8C86-DA8B8EE156C0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399845875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619515C-98EC-264C-BCE2-838FB99B2A7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9C4A911-BC77-5647-8048-3BD6175DE07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4164A7C-8D11-E743-811F-A34311AD5A8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87375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273FA83-B9E6-6D48-ADE3-C23FA611DD05}" type="datetimeFigureOut">
              <a:rPr lang="en-US" smtClean="0"/>
              <a:t>12/28/2025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EE517D-C717-8346-85B1-4579E93DE2A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1AAC8A7-1A4A-CE48-8DD4-6490B1BB3F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D80FF4-4960-0343-9DD2-035364F8E03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2447171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ACCACAAA-D530-034B-B480-CD5E6C3849D8}"/>
              </a:ext>
            </a:extLst>
          </p:cNvPr>
          <p:cNvSpPr/>
          <p:nvPr userDrawn="1"/>
        </p:nvSpPr>
        <p:spPr>
          <a:xfrm>
            <a:off x="0" y="-17737"/>
            <a:ext cx="12192000" cy="6987365"/>
          </a:xfrm>
          <a:prstGeom prst="rect">
            <a:avLst/>
          </a:prstGeom>
          <a:gradFill flip="none" rotWithShape="1">
            <a:gsLst>
              <a:gs pos="41000">
                <a:schemeClr val="accent1">
                  <a:lumMod val="45000"/>
                  <a:lumOff val="55000"/>
                </a:schemeClr>
              </a:gs>
              <a:gs pos="0">
                <a:schemeClr val="accent1"/>
              </a:gs>
              <a:gs pos="100000">
                <a:schemeClr val="accent4">
                  <a:lumMod val="40000"/>
                  <a:lumOff val="6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Freeform 579">
            <a:extLst>
              <a:ext uri="{FF2B5EF4-FFF2-40B4-BE49-F238E27FC236}">
                <a16:creationId xmlns:a16="http://schemas.microsoft.com/office/drawing/2014/main" id="{7B71EE8C-7523-384B-87CC-9FA7E1CA766E}"/>
              </a:ext>
            </a:extLst>
          </p:cNvPr>
          <p:cNvSpPr>
            <a:spLocks/>
          </p:cNvSpPr>
          <p:nvPr userDrawn="1"/>
        </p:nvSpPr>
        <p:spPr bwMode="auto">
          <a:xfrm>
            <a:off x="6438763" y="1660590"/>
            <a:ext cx="5753237" cy="5274782"/>
          </a:xfrm>
          <a:custGeom>
            <a:avLst/>
            <a:gdLst>
              <a:gd name="T0" fmla="*/ 3290 w 3332"/>
              <a:gd name="T1" fmla="*/ 2991 h 2992"/>
              <a:gd name="T2" fmla="*/ 3316 w 3332"/>
              <a:gd name="T3" fmla="*/ 2976 h 2992"/>
              <a:gd name="T4" fmla="*/ 3331 w 3332"/>
              <a:gd name="T5" fmla="*/ 2950 h 2992"/>
              <a:gd name="T6" fmla="*/ 3332 w 3332"/>
              <a:gd name="T7" fmla="*/ 0 h 2992"/>
              <a:gd name="T8" fmla="*/ 3313 w 3332"/>
              <a:gd name="T9" fmla="*/ 97 h 2992"/>
              <a:gd name="T10" fmla="*/ 3288 w 3332"/>
              <a:gd name="T11" fmla="*/ 183 h 2992"/>
              <a:gd name="T12" fmla="*/ 3259 w 3332"/>
              <a:gd name="T13" fmla="*/ 258 h 2992"/>
              <a:gd name="T14" fmla="*/ 3226 w 3332"/>
              <a:gd name="T15" fmla="*/ 323 h 2992"/>
              <a:gd name="T16" fmla="*/ 3188 w 3332"/>
              <a:gd name="T17" fmla="*/ 379 h 2992"/>
              <a:gd name="T18" fmla="*/ 3148 w 3332"/>
              <a:gd name="T19" fmla="*/ 427 h 2992"/>
              <a:gd name="T20" fmla="*/ 3103 w 3332"/>
              <a:gd name="T21" fmla="*/ 468 h 2992"/>
              <a:gd name="T22" fmla="*/ 3056 w 3332"/>
              <a:gd name="T23" fmla="*/ 504 h 2992"/>
              <a:gd name="T24" fmla="*/ 2953 w 3332"/>
              <a:gd name="T25" fmla="*/ 556 h 2992"/>
              <a:gd name="T26" fmla="*/ 2843 w 3332"/>
              <a:gd name="T27" fmla="*/ 591 h 2992"/>
              <a:gd name="T28" fmla="*/ 2686 w 3332"/>
              <a:gd name="T29" fmla="*/ 623 h 2992"/>
              <a:gd name="T30" fmla="*/ 2485 w 3332"/>
              <a:gd name="T31" fmla="*/ 661 h 2992"/>
              <a:gd name="T32" fmla="*/ 2367 w 3332"/>
              <a:gd name="T33" fmla="*/ 693 h 2992"/>
              <a:gd name="T34" fmla="*/ 2290 w 3332"/>
              <a:gd name="T35" fmla="*/ 722 h 2992"/>
              <a:gd name="T36" fmla="*/ 2182 w 3332"/>
              <a:gd name="T37" fmla="*/ 776 h 2992"/>
              <a:gd name="T38" fmla="*/ 2081 w 3332"/>
              <a:gd name="T39" fmla="*/ 836 h 2992"/>
              <a:gd name="T40" fmla="*/ 1990 w 3332"/>
              <a:gd name="T41" fmla="*/ 907 h 2992"/>
              <a:gd name="T42" fmla="*/ 1904 w 3332"/>
              <a:gd name="T43" fmla="*/ 988 h 2992"/>
              <a:gd name="T44" fmla="*/ 1821 w 3332"/>
              <a:gd name="T45" fmla="*/ 1083 h 2992"/>
              <a:gd name="T46" fmla="*/ 1743 w 3332"/>
              <a:gd name="T47" fmla="*/ 1192 h 2992"/>
              <a:gd name="T48" fmla="*/ 1667 w 3332"/>
              <a:gd name="T49" fmla="*/ 1316 h 2992"/>
              <a:gd name="T50" fmla="*/ 1589 w 3332"/>
              <a:gd name="T51" fmla="*/ 1459 h 2992"/>
              <a:gd name="T52" fmla="*/ 1483 w 3332"/>
              <a:gd name="T53" fmla="*/ 1679 h 2992"/>
              <a:gd name="T54" fmla="*/ 1370 w 3332"/>
              <a:gd name="T55" fmla="*/ 1936 h 2992"/>
              <a:gd name="T56" fmla="*/ 1327 w 3332"/>
              <a:gd name="T57" fmla="*/ 2024 h 2992"/>
              <a:gd name="T58" fmla="*/ 1293 w 3332"/>
              <a:gd name="T59" fmla="*/ 2076 h 2992"/>
              <a:gd name="T60" fmla="*/ 1258 w 3332"/>
              <a:gd name="T61" fmla="*/ 2119 h 2992"/>
              <a:gd name="T62" fmla="*/ 1220 w 3332"/>
              <a:gd name="T63" fmla="*/ 2154 h 2992"/>
              <a:gd name="T64" fmla="*/ 1183 w 3332"/>
              <a:gd name="T65" fmla="*/ 2181 h 2992"/>
              <a:gd name="T66" fmla="*/ 1130 w 3332"/>
              <a:gd name="T67" fmla="*/ 2205 h 2992"/>
              <a:gd name="T68" fmla="*/ 1046 w 3332"/>
              <a:gd name="T69" fmla="*/ 2224 h 2992"/>
              <a:gd name="T70" fmla="*/ 959 w 3332"/>
              <a:gd name="T71" fmla="*/ 2225 h 2992"/>
              <a:gd name="T72" fmla="*/ 839 w 3332"/>
              <a:gd name="T73" fmla="*/ 2213 h 2992"/>
              <a:gd name="T74" fmla="*/ 716 w 3332"/>
              <a:gd name="T75" fmla="*/ 2201 h 2992"/>
              <a:gd name="T76" fmla="*/ 624 w 3332"/>
              <a:gd name="T77" fmla="*/ 2201 h 2992"/>
              <a:gd name="T78" fmla="*/ 531 w 3332"/>
              <a:gd name="T79" fmla="*/ 2218 h 2992"/>
              <a:gd name="T80" fmla="*/ 471 w 3332"/>
              <a:gd name="T81" fmla="*/ 2240 h 2992"/>
              <a:gd name="T82" fmla="*/ 373 w 3332"/>
              <a:gd name="T83" fmla="*/ 2294 h 2992"/>
              <a:gd name="T84" fmla="*/ 289 w 3332"/>
              <a:gd name="T85" fmla="*/ 2355 h 2992"/>
              <a:gd name="T86" fmla="*/ 218 w 3332"/>
              <a:gd name="T87" fmla="*/ 2421 h 2992"/>
              <a:gd name="T88" fmla="*/ 160 w 3332"/>
              <a:gd name="T89" fmla="*/ 2491 h 2992"/>
              <a:gd name="T90" fmla="*/ 111 w 3332"/>
              <a:gd name="T91" fmla="*/ 2566 h 2992"/>
              <a:gd name="T92" fmla="*/ 74 w 3332"/>
              <a:gd name="T93" fmla="*/ 2643 h 2992"/>
              <a:gd name="T94" fmla="*/ 46 w 3332"/>
              <a:gd name="T95" fmla="*/ 2720 h 2992"/>
              <a:gd name="T96" fmla="*/ 24 w 3332"/>
              <a:gd name="T97" fmla="*/ 2797 h 2992"/>
              <a:gd name="T98" fmla="*/ 4 w 3332"/>
              <a:gd name="T99" fmla="*/ 2945 h 29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332" h="2992">
                <a:moveTo>
                  <a:pt x="3279" y="2992"/>
                </a:moveTo>
                <a:lnTo>
                  <a:pt x="3279" y="2992"/>
                </a:lnTo>
                <a:lnTo>
                  <a:pt x="3290" y="2991"/>
                </a:lnTo>
                <a:lnTo>
                  <a:pt x="3299" y="2987"/>
                </a:lnTo>
                <a:lnTo>
                  <a:pt x="3309" y="2982"/>
                </a:lnTo>
                <a:lnTo>
                  <a:pt x="3316" y="2976"/>
                </a:lnTo>
                <a:lnTo>
                  <a:pt x="3324" y="2969"/>
                </a:lnTo>
                <a:lnTo>
                  <a:pt x="3328" y="2959"/>
                </a:lnTo>
                <a:lnTo>
                  <a:pt x="3331" y="2950"/>
                </a:lnTo>
                <a:lnTo>
                  <a:pt x="3332" y="2939"/>
                </a:lnTo>
                <a:lnTo>
                  <a:pt x="3332" y="0"/>
                </a:lnTo>
                <a:lnTo>
                  <a:pt x="3332" y="0"/>
                </a:lnTo>
                <a:lnTo>
                  <a:pt x="3326" y="34"/>
                </a:lnTo>
                <a:lnTo>
                  <a:pt x="3320" y="66"/>
                </a:lnTo>
                <a:lnTo>
                  <a:pt x="3313" y="97"/>
                </a:lnTo>
                <a:lnTo>
                  <a:pt x="3305" y="126"/>
                </a:lnTo>
                <a:lnTo>
                  <a:pt x="3297" y="155"/>
                </a:lnTo>
                <a:lnTo>
                  <a:pt x="3288" y="183"/>
                </a:lnTo>
                <a:lnTo>
                  <a:pt x="3279" y="208"/>
                </a:lnTo>
                <a:lnTo>
                  <a:pt x="3269" y="234"/>
                </a:lnTo>
                <a:lnTo>
                  <a:pt x="3259" y="258"/>
                </a:lnTo>
                <a:lnTo>
                  <a:pt x="3249" y="281"/>
                </a:lnTo>
                <a:lnTo>
                  <a:pt x="3238" y="303"/>
                </a:lnTo>
                <a:lnTo>
                  <a:pt x="3226" y="323"/>
                </a:lnTo>
                <a:lnTo>
                  <a:pt x="3213" y="343"/>
                </a:lnTo>
                <a:lnTo>
                  <a:pt x="3201" y="362"/>
                </a:lnTo>
                <a:lnTo>
                  <a:pt x="3188" y="379"/>
                </a:lnTo>
                <a:lnTo>
                  <a:pt x="3176" y="396"/>
                </a:lnTo>
                <a:lnTo>
                  <a:pt x="3161" y="413"/>
                </a:lnTo>
                <a:lnTo>
                  <a:pt x="3148" y="427"/>
                </a:lnTo>
                <a:lnTo>
                  <a:pt x="3134" y="442"/>
                </a:lnTo>
                <a:lnTo>
                  <a:pt x="3118" y="456"/>
                </a:lnTo>
                <a:lnTo>
                  <a:pt x="3103" y="468"/>
                </a:lnTo>
                <a:lnTo>
                  <a:pt x="3088" y="481"/>
                </a:lnTo>
                <a:lnTo>
                  <a:pt x="3072" y="493"/>
                </a:lnTo>
                <a:lnTo>
                  <a:pt x="3056" y="504"/>
                </a:lnTo>
                <a:lnTo>
                  <a:pt x="3024" y="523"/>
                </a:lnTo>
                <a:lnTo>
                  <a:pt x="2989" y="540"/>
                </a:lnTo>
                <a:lnTo>
                  <a:pt x="2953" y="556"/>
                </a:lnTo>
                <a:lnTo>
                  <a:pt x="2917" y="569"/>
                </a:lnTo>
                <a:lnTo>
                  <a:pt x="2881" y="581"/>
                </a:lnTo>
                <a:lnTo>
                  <a:pt x="2843" y="591"/>
                </a:lnTo>
                <a:lnTo>
                  <a:pt x="2805" y="600"/>
                </a:lnTo>
                <a:lnTo>
                  <a:pt x="2766" y="609"/>
                </a:lnTo>
                <a:lnTo>
                  <a:pt x="2686" y="623"/>
                </a:lnTo>
                <a:lnTo>
                  <a:pt x="2606" y="638"/>
                </a:lnTo>
                <a:lnTo>
                  <a:pt x="2525" y="652"/>
                </a:lnTo>
                <a:lnTo>
                  <a:pt x="2485" y="661"/>
                </a:lnTo>
                <a:lnTo>
                  <a:pt x="2446" y="670"/>
                </a:lnTo>
                <a:lnTo>
                  <a:pt x="2406" y="681"/>
                </a:lnTo>
                <a:lnTo>
                  <a:pt x="2367" y="693"/>
                </a:lnTo>
                <a:lnTo>
                  <a:pt x="2328" y="707"/>
                </a:lnTo>
                <a:lnTo>
                  <a:pt x="2290" y="722"/>
                </a:lnTo>
                <a:lnTo>
                  <a:pt x="2290" y="722"/>
                </a:lnTo>
                <a:lnTo>
                  <a:pt x="2253" y="739"/>
                </a:lnTo>
                <a:lnTo>
                  <a:pt x="2217" y="756"/>
                </a:lnTo>
                <a:lnTo>
                  <a:pt x="2182" y="776"/>
                </a:lnTo>
                <a:lnTo>
                  <a:pt x="2147" y="795"/>
                </a:lnTo>
                <a:lnTo>
                  <a:pt x="2114" y="815"/>
                </a:lnTo>
                <a:lnTo>
                  <a:pt x="2081" y="836"/>
                </a:lnTo>
                <a:lnTo>
                  <a:pt x="2050" y="859"/>
                </a:lnTo>
                <a:lnTo>
                  <a:pt x="2020" y="882"/>
                </a:lnTo>
                <a:lnTo>
                  <a:pt x="1990" y="907"/>
                </a:lnTo>
                <a:lnTo>
                  <a:pt x="1961" y="933"/>
                </a:lnTo>
                <a:lnTo>
                  <a:pt x="1932" y="961"/>
                </a:lnTo>
                <a:lnTo>
                  <a:pt x="1904" y="988"/>
                </a:lnTo>
                <a:lnTo>
                  <a:pt x="1876" y="1019"/>
                </a:lnTo>
                <a:lnTo>
                  <a:pt x="1849" y="1050"/>
                </a:lnTo>
                <a:lnTo>
                  <a:pt x="1821" y="1083"/>
                </a:lnTo>
                <a:lnTo>
                  <a:pt x="1796" y="1118"/>
                </a:lnTo>
                <a:lnTo>
                  <a:pt x="1769" y="1154"/>
                </a:lnTo>
                <a:lnTo>
                  <a:pt x="1743" y="1192"/>
                </a:lnTo>
                <a:lnTo>
                  <a:pt x="1717" y="1231"/>
                </a:lnTo>
                <a:lnTo>
                  <a:pt x="1692" y="1273"/>
                </a:lnTo>
                <a:lnTo>
                  <a:pt x="1667" y="1316"/>
                </a:lnTo>
                <a:lnTo>
                  <a:pt x="1640" y="1362"/>
                </a:lnTo>
                <a:lnTo>
                  <a:pt x="1615" y="1409"/>
                </a:lnTo>
                <a:lnTo>
                  <a:pt x="1589" y="1459"/>
                </a:lnTo>
                <a:lnTo>
                  <a:pt x="1563" y="1511"/>
                </a:lnTo>
                <a:lnTo>
                  <a:pt x="1536" y="1564"/>
                </a:lnTo>
                <a:lnTo>
                  <a:pt x="1483" y="1679"/>
                </a:lnTo>
                <a:lnTo>
                  <a:pt x="1427" y="1802"/>
                </a:lnTo>
                <a:lnTo>
                  <a:pt x="1370" y="1936"/>
                </a:lnTo>
                <a:lnTo>
                  <a:pt x="1370" y="1936"/>
                </a:lnTo>
                <a:lnTo>
                  <a:pt x="1349" y="1982"/>
                </a:lnTo>
                <a:lnTo>
                  <a:pt x="1338" y="2003"/>
                </a:lnTo>
                <a:lnTo>
                  <a:pt x="1327" y="2024"/>
                </a:lnTo>
                <a:lnTo>
                  <a:pt x="1316" y="2042"/>
                </a:lnTo>
                <a:lnTo>
                  <a:pt x="1305" y="2060"/>
                </a:lnTo>
                <a:lnTo>
                  <a:pt x="1293" y="2076"/>
                </a:lnTo>
                <a:lnTo>
                  <a:pt x="1282" y="2091"/>
                </a:lnTo>
                <a:lnTo>
                  <a:pt x="1270" y="2106"/>
                </a:lnTo>
                <a:lnTo>
                  <a:pt x="1258" y="2119"/>
                </a:lnTo>
                <a:lnTo>
                  <a:pt x="1246" y="2132"/>
                </a:lnTo>
                <a:lnTo>
                  <a:pt x="1234" y="2143"/>
                </a:lnTo>
                <a:lnTo>
                  <a:pt x="1220" y="2154"/>
                </a:lnTo>
                <a:lnTo>
                  <a:pt x="1208" y="2164"/>
                </a:lnTo>
                <a:lnTo>
                  <a:pt x="1195" y="2172"/>
                </a:lnTo>
                <a:lnTo>
                  <a:pt x="1183" y="2181"/>
                </a:lnTo>
                <a:lnTo>
                  <a:pt x="1170" y="2188"/>
                </a:lnTo>
                <a:lnTo>
                  <a:pt x="1156" y="2194"/>
                </a:lnTo>
                <a:lnTo>
                  <a:pt x="1130" y="2205"/>
                </a:lnTo>
                <a:lnTo>
                  <a:pt x="1102" y="2213"/>
                </a:lnTo>
                <a:lnTo>
                  <a:pt x="1074" y="2219"/>
                </a:lnTo>
                <a:lnTo>
                  <a:pt x="1046" y="2224"/>
                </a:lnTo>
                <a:lnTo>
                  <a:pt x="1017" y="2225"/>
                </a:lnTo>
                <a:lnTo>
                  <a:pt x="988" y="2227"/>
                </a:lnTo>
                <a:lnTo>
                  <a:pt x="959" y="2225"/>
                </a:lnTo>
                <a:lnTo>
                  <a:pt x="930" y="2223"/>
                </a:lnTo>
                <a:lnTo>
                  <a:pt x="900" y="2221"/>
                </a:lnTo>
                <a:lnTo>
                  <a:pt x="839" y="2213"/>
                </a:lnTo>
                <a:lnTo>
                  <a:pt x="778" y="2207"/>
                </a:lnTo>
                <a:lnTo>
                  <a:pt x="748" y="2204"/>
                </a:lnTo>
                <a:lnTo>
                  <a:pt x="716" y="2201"/>
                </a:lnTo>
                <a:lnTo>
                  <a:pt x="686" y="2200"/>
                </a:lnTo>
                <a:lnTo>
                  <a:pt x="654" y="2200"/>
                </a:lnTo>
                <a:lnTo>
                  <a:pt x="624" y="2201"/>
                </a:lnTo>
                <a:lnTo>
                  <a:pt x="593" y="2205"/>
                </a:lnTo>
                <a:lnTo>
                  <a:pt x="563" y="2210"/>
                </a:lnTo>
                <a:lnTo>
                  <a:pt x="531" y="2218"/>
                </a:lnTo>
                <a:lnTo>
                  <a:pt x="501" y="2228"/>
                </a:lnTo>
                <a:lnTo>
                  <a:pt x="471" y="2240"/>
                </a:lnTo>
                <a:lnTo>
                  <a:pt x="471" y="2240"/>
                </a:lnTo>
                <a:lnTo>
                  <a:pt x="437" y="2257"/>
                </a:lnTo>
                <a:lnTo>
                  <a:pt x="404" y="2275"/>
                </a:lnTo>
                <a:lnTo>
                  <a:pt x="373" y="2294"/>
                </a:lnTo>
                <a:lnTo>
                  <a:pt x="344" y="2314"/>
                </a:lnTo>
                <a:lnTo>
                  <a:pt x="316" y="2333"/>
                </a:lnTo>
                <a:lnTo>
                  <a:pt x="289" y="2355"/>
                </a:lnTo>
                <a:lnTo>
                  <a:pt x="264" y="2377"/>
                </a:lnTo>
                <a:lnTo>
                  <a:pt x="241" y="2398"/>
                </a:lnTo>
                <a:lnTo>
                  <a:pt x="218" y="2421"/>
                </a:lnTo>
                <a:lnTo>
                  <a:pt x="197" y="2444"/>
                </a:lnTo>
                <a:lnTo>
                  <a:pt x="178" y="2467"/>
                </a:lnTo>
                <a:lnTo>
                  <a:pt x="160" y="2491"/>
                </a:lnTo>
                <a:lnTo>
                  <a:pt x="143" y="2517"/>
                </a:lnTo>
                <a:lnTo>
                  <a:pt x="126" y="2541"/>
                </a:lnTo>
                <a:lnTo>
                  <a:pt x="111" y="2566"/>
                </a:lnTo>
                <a:lnTo>
                  <a:pt x="98" y="2592"/>
                </a:lnTo>
                <a:lnTo>
                  <a:pt x="86" y="2617"/>
                </a:lnTo>
                <a:lnTo>
                  <a:pt x="74" y="2643"/>
                </a:lnTo>
                <a:lnTo>
                  <a:pt x="64" y="2668"/>
                </a:lnTo>
                <a:lnTo>
                  <a:pt x="55" y="2695"/>
                </a:lnTo>
                <a:lnTo>
                  <a:pt x="46" y="2720"/>
                </a:lnTo>
                <a:lnTo>
                  <a:pt x="38" y="2745"/>
                </a:lnTo>
                <a:lnTo>
                  <a:pt x="32" y="2772"/>
                </a:lnTo>
                <a:lnTo>
                  <a:pt x="24" y="2797"/>
                </a:lnTo>
                <a:lnTo>
                  <a:pt x="15" y="2848"/>
                </a:lnTo>
                <a:lnTo>
                  <a:pt x="7" y="2898"/>
                </a:lnTo>
                <a:lnTo>
                  <a:pt x="4" y="2945"/>
                </a:lnTo>
                <a:lnTo>
                  <a:pt x="0" y="2992"/>
                </a:lnTo>
                <a:lnTo>
                  <a:pt x="3279" y="29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619515C-98EC-264C-BCE2-838FB99B2A7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9C4A911-BC77-5647-8048-3BD6175DE07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4164A7C-8D11-E743-811F-A34311AD5A8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87375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273FA83-B9E6-6D48-ADE3-C23FA611DD05}" type="datetimeFigureOut">
              <a:rPr lang="en-US" smtClean="0"/>
              <a:t>12/28/2025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EE517D-C717-8346-85B1-4579E93DE2A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1AAC8A7-1A4A-CE48-8DD4-6490B1BB3F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D80FF4-4960-0343-9DD2-035364F8E03E}" type="slidenum">
              <a:rPr lang="en-US" smtClean="0"/>
              <a:t>‹#›</a:t>
            </a:fld>
            <a:endParaRPr lang="en-US"/>
          </a:p>
        </p:txBody>
      </p:sp>
      <p:sp>
        <p:nvSpPr>
          <p:cNvPr id="9" name="Freeform 579">
            <a:extLst>
              <a:ext uri="{FF2B5EF4-FFF2-40B4-BE49-F238E27FC236}">
                <a16:creationId xmlns:a16="http://schemas.microsoft.com/office/drawing/2014/main" id="{E2A1AEBA-BC97-624D-9ADB-AAB346FF55C0}"/>
              </a:ext>
            </a:extLst>
          </p:cNvPr>
          <p:cNvSpPr>
            <a:spLocks/>
          </p:cNvSpPr>
          <p:nvPr userDrawn="1"/>
        </p:nvSpPr>
        <p:spPr bwMode="auto">
          <a:xfrm flipH="1" flipV="1">
            <a:off x="-28136" y="-28136"/>
            <a:ext cx="4224548" cy="3873223"/>
          </a:xfrm>
          <a:custGeom>
            <a:avLst/>
            <a:gdLst>
              <a:gd name="T0" fmla="*/ 3290 w 3332"/>
              <a:gd name="T1" fmla="*/ 2991 h 2992"/>
              <a:gd name="T2" fmla="*/ 3316 w 3332"/>
              <a:gd name="T3" fmla="*/ 2976 h 2992"/>
              <a:gd name="T4" fmla="*/ 3331 w 3332"/>
              <a:gd name="T5" fmla="*/ 2950 h 2992"/>
              <a:gd name="T6" fmla="*/ 3332 w 3332"/>
              <a:gd name="T7" fmla="*/ 0 h 2992"/>
              <a:gd name="T8" fmla="*/ 3313 w 3332"/>
              <a:gd name="T9" fmla="*/ 97 h 2992"/>
              <a:gd name="T10" fmla="*/ 3288 w 3332"/>
              <a:gd name="T11" fmla="*/ 183 h 2992"/>
              <a:gd name="T12" fmla="*/ 3259 w 3332"/>
              <a:gd name="T13" fmla="*/ 258 h 2992"/>
              <a:gd name="T14" fmla="*/ 3226 w 3332"/>
              <a:gd name="T15" fmla="*/ 323 h 2992"/>
              <a:gd name="T16" fmla="*/ 3188 w 3332"/>
              <a:gd name="T17" fmla="*/ 379 h 2992"/>
              <a:gd name="T18" fmla="*/ 3148 w 3332"/>
              <a:gd name="T19" fmla="*/ 427 h 2992"/>
              <a:gd name="T20" fmla="*/ 3103 w 3332"/>
              <a:gd name="T21" fmla="*/ 468 h 2992"/>
              <a:gd name="T22" fmla="*/ 3056 w 3332"/>
              <a:gd name="T23" fmla="*/ 504 h 2992"/>
              <a:gd name="T24" fmla="*/ 2953 w 3332"/>
              <a:gd name="T25" fmla="*/ 556 h 2992"/>
              <a:gd name="T26" fmla="*/ 2843 w 3332"/>
              <a:gd name="T27" fmla="*/ 591 h 2992"/>
              <a:gd name="T28" fmla="*/ 2686 w 3332"/>
              <a:gd name="T29" fmla="*/ 623 h 2992"/>
              <a:gd name="T30" fmla="*/ 2485 w 3332"/>
              <a:gd name="T31" fmla="*/ 661 h 2992"/>
              <a:gd name="T32" fmla="*/ 2367 w 3332"/>
              <a:gd name="T33" fmla="*/ 693 h 2992"/>
              <a:gd name="T34" fmla="*/ 2290 w 3332"/>
              <a:gd name="T35" fmla="*/ 722 h 2992"/>
              <a:gd name="T36" fmla="*/ 2182 w 3332"/>
              <a:gd name="T37" fmla="*/ 776 h 2992"/>
              <a:gd name="T38" fmla="*/ 2081 w 3332"/>
              <a:gd name="T39" fmla="*/ 836 h 2992"/>
              <a:gd name="T40" fmla="*/ 1990 w 3332"/>
              <a:gd name="T41" fmla="*/ 907 h 2992"/>
              <a:gd name="T42" fmla="*/ 1904 w 3332"/>
              <a:gd name="T43" fmla="*/ 988 h 2992"/>
              <a:gd name="T44" fmla="*/ 1821 w 3332"/>
              <a:gd name="T45" fmla="*/ 1083 h 2992"/>
              <a:gd name="T46" fmla="*/ 1743 w 3332"/>
              <a:gd name="T47" fmla="*/ 1192 h 2992"/>
              <a:gd name="T48" fmla="*/ 1667 w 3332"/>
              <a:gd name="T49" fmla="*/ 1316 h 2992"/>
              <a:gd name="T50" fmla="*/ 1589 w 3332"/>
              <a:gd name="T51" fmla="*/ 1459 h 2992"/>
              <a:gd name="T52" fmla="*/ 1483 w 3332"/>
              <a:gd name="T53" fmla="*/ 1679 h 2992"/>
              <a:gd name="T54" fmla="*/ 1370 w 3332"/>
              <a:gd name="T55" fmla="*/ 1936 h 2992"/>
              <a:gd name="T56" fmla="*/ 1327 w 3332"/>
              <a:gd name="T57" fmla="*/ 2024 h 2992"/>
              <a:gd name="T58" fmla="*/ 1293 w 3332"/>
              <a:gd name="T59" fmla="*/ 2076 h 2992"/>
              <a:gd name="T60" fmla="*/ 1258 w 3332"/>
              <a:gd name="T61" fmla="*/ 2119 h 2992"/>
              <a:gd name="T62" fmla="*/ 1220 w 3332"/>
              <a:gd name="T63" fmla="*/ 2154 h 2992"/>
              <a:gd name="T64" fmla="*/ 1183 w 3332"/>
              <a:gd name="T65" fmla="*/ 2181 h 2992"/>
              <a:gd name="T66" fmla="*/ 1130 w 3332"/>
              <a:gd name="T67" fmla="*/ 2205 h 2992"/>
              <a:gd name="T68" fmla="*/ 1046 w 3332"/>
              <a:gd name="T69" fmla="*/ 2224 h 2992"/>
              <a:gd name="T70" fmla="*/ 959 w 3332"/>
              <a:gd name="T71" fmla="*/ 2225 h 2992"/>
              <a:gd name="T72" fmla="*/ 839 w 3332"/>
              <a:gd name="T73" fmla="*/ 2213 h 2992"/>
              <a:gd name="T74" fmla="*/ 716 w 3332"/>
              <a:gd name="T75" fmla="*/ 2201 h 2992"/>
              <a:gd name="T76" fmla="*/ 624 w 3332"/>
              <a:gd name="T77" fmla="*/ 2201 h 2992"/>
              <a:gd name="T78" fmla="*/ 531 w 3332"/>
              <a:gd name="T79" fmla="*/ 2218 h 2992"/>
              <a:gd name="T80" fmla="*/ 471 w 3332"/>
              <a:gd name="T81" fmla="*/ 2240 h 2992"/>
              <a:gd name="T82" fmla="*/ 373 w 3332"/>
              <a:gd name="T83" fmla="*/ 2294 h 2992"/>
              <a:gd name="T84" fmla="*/ 289 w 3332"/>
              <a:gd name="T85" fmla="*/ 2355 h 2992"/>
              <a:gd name="T86" fmla="*/ 218 w 3332"/>
              <a:gd name="T87" fmla="*/ 2421 h 2992"/>
              <a:gd name="T88" fmla="*/ 160 w 3332"/>
              <a:gd name="T89" fmla="*/ 2491 h 2992"/>
              <a:gd name="T90" fmla="*/ 111 w 3332"/>
              <a:gd name="T91" fmla="*/ 2566 h 2992"/>
              <a:gd name="T92" fmla="*/ 74 w 3332"/>
              <a:gd name="T93" fmla="*/ 2643 h 2992"/>
              <a:gd name="T94" fmla="*/ 46 w 3332"/>
              <a:gd name="T95" fmla="*/ 2720 h 2992"/>
              <a:gd name="T96" fmla="*/ 24 w 3332"/>
              <a:gd name="T97" fmla="*/ 2797 h 2992"/>
              <a:gd name="T98" fmla="*/ 4 w 3332"/>
              <a:gd name="T99" fmla="*/ 2945 h 29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332" h="2992">
                <a:moveTo>
                  <a:pt x="3279" y="2992"/>
                </a:moveTo>
                <a:lnTo>
                  <a:pt x="3279" y="2992"/>
                </a:lnTo>
                <a:lnTo>
                  <a:pt x="3290" y="2991"/>
                </a:lnTo>
                <a:lnTo>
                  <a:pt x="3299" y="2987"/>
                </a:lnTo>
                <a:lnTo>
                  <a:pt x="3309" y="2982"/>
                </a:lnTo>
                <a:lnTo>
                  <a:pt x="3316" y="2976"/>
                </a:lnTo>
                <a:lnTo>
                  <a:pt x="3324" y="2969"/>
                </a:lnTo>
                <a:lnTo>
                  <a:pt x="3328" y="2959"/>
                </a:lnTo>
                <a:lnTo>
                  <a:pt x="3331" y="2950"/>
                </a:lnTo>
                <a:lnTo>
                  <a:pt x="3332" y="2939"/>
                </a:lnTo>
                <a:lnTo>
                  <a:pt x="3332" y="0"/>
                </a:lnTo>
                <a:lnTo>
                  <a:pt x="3332" y="0"/>
                </a:lnTo>
                <a:lnTo>
                  <a:pt x="3326" y="34"/>
                </a:lnTo>
                <a:lnTo>
                  <a:pt x="3320" y="66"/>
                </a:lnTo>
                <a:lnTo>
                  <a:pt x="3313" y="97"/>
                </a:lnTo>
                <a:lnTo>
                  <a:pt x="3305" y="126"/>
                </a:lnTo>
                <a:lnTo>
                  <a:pt x="3297" y="155"/>
                </a:lnTo>
                <a:lnTo>
                  <a:pt x="3288" y="183"/>
                </a:lnTo>
                <a:lnTo>
                  <a:pt x="3279" y="208"/>
                </a:lnTo>
                <a:lnTo>
                  <a:pt x="3269" y="234"/>
                </a:lnTo>
                <a:lnTo>
                  <a:pt x="3259" y="258"/>
                </a:lnTo>
                <a:lnTo>
                  <a:pt x="3249" y="281"/>
                </a:lnTo>
                <a:lnTo>
                  <a:pt x="3238" y="303"/>
                </a:lnTo>
                <a:lnTo>
                  <a:pt x="3226" y="323"/>
                </a:lnTo>
                <a:lnTo>
                  <a:pt x="3213" y="343"/>
                </a:lnTo>
                <a:lnTo>
                  <a:pt x="3201" y="362"/>
                </a:lnTo>
                <a:lnTo>
                  <a:pt x="3188" y="379"/>
                </a:lnTo>
                <a:lnTo>
                  <a:pt x="3176" y="396"/>
                </a:lnTo>
                <a:lnTo>
                  <a:pt x="3161" y="413"/>
                </a:lnTo>
                <a:lnTo>
                  <a:pt x="3148" y="427"/>
                </a:lnTo>
                <a:lnTo>
                  <a:pt x="3134" y="442"/>
                </a:lnTo>
                <a:lnTo>
                  <a:pt x="3118" y="456"/>
                </a:lnTo>
                <a:lnTo>
                  <a:pt x="3103" y="468"/>
                </a:lnTo>
                <a:lnTo>
                  <a:pt x="3088" y="481"/>
                </a:lnTo>
                <a:lnTo>
                  <a:pt x="3072" y="493"/>
                </a:lnTo>
                <a:lnTo>
                  <a:pt x="3056" y="504"/>
                </a:lnTo>
                <a:lnTo>
                  <a:pt x="3024" y="523"/>
                </a:lnTo>
                <a:lnTo>
                  <a:pt x="2989" y="540"/>
                </a:lnTo>
                <a:lnTo>
                  <a:pt x="2953" y="556"/>
                </a:lnTo>
                <a:lnTo>
                  <a:pt x="2917" y="569"/>
                </a:lnTo>
                <a:lnTo>
                  <a:pt x="2881" y="581"/>
                </a:lnTo>
                <a:lnTo>
                  <a:pt x="2843" y="591"/>
                </a:lnTo>
                <a:lnTo>
                  <a:pt x="2805" y="600"/>
                </a:lnTo>
                <a:lnTo>
                  <a:pt x="2766" y="609"/>
                </a:lnTo>
                <a:lnTo>
                  <a:pt x="2686" y="623"/>
                </a:lnTo>
                <a:lnTo>
                  <a:pt x="2606" y="638"/>
                </a:lnTo>
                <a:lnTo>
                  <a:pt x="2525" y="652"/>
                </a:lnTo>
                <a:lnTo>
                  <a:pt x="2485" y="661"/>
                </a:lnTo>
                <a:lnTo>
                  <a:pt x="2446" y="670"/>
                </a:lnTo>
                <a:lnTo>
                  <a:pt x="2406" y="681"/>
                </a:lnTo>
                <a:lnTo>
                  <a:pt x="2367" y="693"/>
                </a:lnTo>
                <a:lnTo>
                  <a:pt x="2328" y="707"/>
                </a:lnTo>
                <a:lnTo>
                  <a:pt x="2290" y="722"/>
                </a:lnTo>
                <a:lnTo>
                  <a:pt x="2290" y="722"/>
                </a:lnTo>
                <a:lnTo>
                  <a:pt x="2253" y="739"/>
                </a:lnTo>
                <a:lnTo>
                  <a:pt x="2217" y="756"/>
                </a:lnTo>
                <a:lnTo>
                  <a:pt x="2182" y="776"/>
                </a:lnTo>
                <a:lnTo>
                  <a:pt x="2147" y="795"/>
                </a:lnTo>
                <a:lnTo>
                  <a:pt x="2114" y="815"/>
                </a:lnTo>
                <a:lnTo>
                  <a:pt x="2081" y="836"/>
                </a:lnTo>
                <a:lnTo>
                  <a:pt x="2050" y="859"/>
                </a:lnTo>
                <a:lnTo>
                  <a:pt x="2020" y="882"/>
                </a:lnTo>
                <a:lnTo>
                  <a:pt x="1990" y="907"/>
                </a:lnTo>
                <a:lnTo>
                  <a:pt x="1961" y="933"/>
                </a:lnTo>
                <a:lnTo>
                  <a:pt x="1932" y="961"/>
                </a:lnTo>
                <a:lnTo>
                  <a:pt x="1904" y="988"/>
                </a:lnTo>
                <a:lnTo>
                  <a:pt x="1876" y="1019"/>
                </a:lnTo>
                <a:lnTo>
                  <a:pt x="1849" y="1050"/>
                </a:lnTo>
                <a:lnTo>
                  <a:pt x="1821" y="1083"/>
                </a:lnTo>
                <a:lnTo>
                  <a:pt x="1796" y="1118"/>
                </a:lnTo>
                <a:lnTo>
                  <a:pt x="1769" y="1154"/>
                </a:lnTo>
                <a:lnTo>
                  <a:pt x="1743" y="1192"/>
                </a:lnTo>
                <a:lnTo>
                  <a:pt x="1717" y="1231"/>
                </a:lnTo>
                <a:lnTo>
                  <a:pt x="1692" y="1273"/>
                </a:lnTo>
                <a:lnTo>
                  <a:pt x="1667" y="1316"/>
                </a:lnTo>
                <a:lnTo>
                  <a:pt x="1640" y="1362"/>
                </a:lnTo>
                <a:lnTo>
                  <a:pt x="1615" y="1409"/>
                </a:lnTo>
                <a:lnTo>
                  <a:pt x="1589" y="1459"/>
                </a:lnTo>
                <a:lnTo>
                  <a:pt x="1563" y="1511"/>
                </a:lnTo>
                <a:lnTo>
                  <a:pt x="1536" y="1564"/>
                </a:lnTo>
                <a:lnTo>
                  <a:pt x="1483" y="1679"/>
                </a:lnTo>
                <a:lnTo>
                  <a:pt x="1427" y="1802"/>
                </a:lnTo>
                <a:lnTo>
                  <a:pt x="1370" y="1936"/>
                </a:lnTo>
                <a:lnTo>
                  <a:pt x="1370" y="1936"/>
                </a:lnTo>
                <a:lnTo>
                  <a:pt x="1349" y="1982"/>
                </a:lnTo>
                <a:lnTo>
                  <a:pt x="1338" y="2003"/>
                </a:lnTo>
                <a:lnTo>
                  <a:pt x="1327" y="2024"/>
                </a:lnTo>
                <a:lnTo>
                  <a:pt x="1316" y="2042"/>
                </a:lnTo>
                <a:lnTo>
                  <a:pt x="1305" y="2060"/>
                </a:lnTo>
                <a:lnTo>
                  <a:pt x="1293" y="2076"/>
                </a:lnTo>
                <a:lnTo>
                  <a:pt x="1282" y="2091"/>
                </a:lnTo>
                <a:lnTo>
                  <a:pt x="1270" y="2106"/>
                </a:lnTo>
                <a:lnTo>
                  <a:pt x="1258" y="2119"/>
                </a:lnTo>
                <a:lnTo>
                  <a:pt x="1246" y="2132"/>
                </a:lnTo>
                <a:lnTo>
                  <a:pt x="1234" y="2143"/>
                </a:lnTo>
                <a:lnTo>
                  <a:pt x="1220" y="2154"/>
                </a:lnTo>
                <a:lnTo>
                  <a:pt x="1208" y="2164"/>
                </a:lnTo>
                <a:lnTo>
                  <a:pt x="1195" y="2172"/>
                </a:lnTo>
                <a:lnTo>
                  <a:pt x="1183" y="2181"/>
                </a:lnTo>
                <a:lnTo>
                  <a:pt x="1170" y="2188"/>
                </a:lnTo>
                <a:lnTo>
                  <a:pt x="1156" y="2194"/>
                </a:lnTo>
                <a:lnTo>
                  <a:pt x="1130" y="2205"/>
                </a:lnTo>
                <a:lnTo>
                  <a:pt x="1102" y="2213"/>
                </a:lnTo>
                <a:lnTo>
                  <a:pt x="1074" y="2219"/>
                </a:lnTo>
                <a:lnTo>
                  <a:pt x="1046" y="2224"/>
                </a:lnTo>
                <a:lnTo>
                  <a:pt x="1017" y="2225"/>
                </a:lnTo>
                <a:lnTo>
                  <a:pt x="988" y="2227"/>
                </a:lnTo>
                <a:lnTo>
                  <a:pt x="959" y="2225"/>
                </a:lnTo>
                <a:lnTo>
                  <a:pt x="930" y="2223"/>
                </a:lnTo>
                <a:lnTo>
                  <a:pt x="900" y="2221"/>
                </a:lnTo>
                <a:lnTo>
                  <a:pt x="839" y="2213"/>
                </a:lnTo>
                <a:lnTo>
                  <a:pt x="778" y="2207"/>
                </a:lnTo>
                <a:lnTo>
                  <a:pt x="748" y="2204"/>
                </a:lnTo>
                <a:lnTo>
                  <a:pt x="716" y="2201"/>
                </a:lnTo>
                <a:lnTo>
                  <a:pt x="686" y="2200"/>
                </a:lnTo>
                <a:lnTo>
                  <a:pt x="654" y="2200"/>
                </a:lnTo>
                <a:lnTo>
                  <a:pt x="624" y="2201"/>
                </a:lnTo>
                <a:lnTo>
                  <a:pt x="593" y="2205"/>
                </a:lnTo>
                <a:lnTo>
                  <a:pt x="563" y="2210"/>
                </a:lnTo>
                <a:lnTo>
                  <a:pt x="531" y="2218"/>
                </a:lnTo>
                <a:lnTo>
                  <a:pt x="501" y="2228"/>
                </a:lnTo>
                <a:lnTo>
                  <a:pt x="471" y="2240"/>
                </a:lnTo>
                <a:lnTo>
                  <a:pt x="471" y="2240"/>
                </a:lnTo>
                <a:lnTo>
                  <a:pt x="437" y="2257"/>
                </a:lnTo>
                <a:lnTo>
                  <a:pt x="404" y="2275"/>
                </a:lnTo>
                <a:lnTo>
                  <a:pt x="373" y="2294"/>
                </a:lnTo>
                <a:lnTo>
                  <a:pt x="344" y="2314"/>
                </a:lnTo>
                <a:lnTo>
                  <a:pt x="316" y="2333"/>
                </a:lnTo>
                <a:lnTo>
                  <a:pt x="289" y="2355"/>
                </a:lnTo>
                <a:lnTo>
                  <a:pt x="264" y="2377"/>
                </a:lnTo>
                <a:lnTo>
                  <a:pt x="241" y="2398"/>
                </a:lnTo>
                <a:lnTo>
                  <a:pt x="218" y="2421"/>
                </a:lnTo>
                <a:lnTo>
                  <a:pt x="197" y="2444"/>
                </a:lnTo>
                <a:lnTo>
                  <a:pt x="178" y="2467"/>
                </a:lnTo>
                <a:lnTo>
                  <a:pt x="160" y="2491"/>
                </a:lnTo>
                <a:lnTo>
                  <a:pt x="143" y="2517"/>
                </a:lnTo>
                <a:lnTo>
                  <a:pt x="126" y="2541"/>
                </a:lnTo>
                <a:lnTo>
                  <a:pt x="111" y="2566"/>
                </a:lnTo>
                <a:lnTo>
                  <a:pt x="98" y="2592"/>
                </a:lnTo>
                <a:lnTo>
                  <a:pt x="86" y="2617"/>
                </a:lnTo>
                <a:lnTo>
                  <a:pt x="74" y="2643"/>
                </a:lnTo>
                <a:lnTo>
                  <a:pt x="64" y="2668"/>
                </a:lnTo>
                <a:lnTo>
                  <a:pt x="55" y="2695"/>
                </a:lnTo>
                <a:lnTo>
                  <a:pt x="46" y="2720"/>
                </a:lnTo>
                <a:lnTo>
                  <a:pt x="38" y="2745"/>
                </a:lnTo>
                <a:lnTo>
                  <a:pt x="32" y="2772"/>
                </a:lnTo>
                <a:lnTo>
                  <a:pt x="24" y="2797"/>
                </a:lnTo>
                <a:lnTo>
                  <a:pt x="15" y="2848"/>
                </a:lnTo>
                <a:lnTo>
                  <a:pt x="7" y="2898"/>
                </a:lnTo>
                <a:lnTo>
                  <a:pt x="4" y="2945"/>
                </a:lnTo>
                <a:lnTo>
                  <a:pt x="0" y="2992"/>
                </a:lnTo>
                <a:lnTo>
                  <a:pt x="3279" y="29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5406927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07FD199-2DD5-A34E-86A9-A3BFC95CC4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BD3D69B-7E57-9344-970F-1F7BF7CA204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49539A7-1712-1746-B0C3-07CE2F7421F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87375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273FA83-B9E6-6D48-ADE3-C23FA611DD05}" type="datetimeFigureOut">
              <a:rPr lang="en-US" smtClean="0"/>
              <a:t>12/28/2025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3C76B80-6A7B-5C47-AD67-8A266CB078F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37B495A-F12C-D343-BC64-7781EA8117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D80FF4-4960-0343-9DD2-035364F8E03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8124316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07FD199-2DD5-A34E-86A9-A3BFC95CC4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3C76B80-6A7B-5C47-AD67-8A266CB078F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37B495A-F12C-D343-BC64-7781EA8117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D80FF4-4960-0343-9DD2-035364F8E03E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662B1C9-79A0-E740-BBC3-75CE2D357687}"/>
              </a:ext>
            </a:extLst>
          </p:cNvPr>
          <p:cNvSpPr/>
          <p:nvPr userDrawn="1"/>
        </p:nvSpPr>
        <p:spPr>
          <a:xfrm>
            <a:off x="0" y="10399"/>
            <a:ext cx="12191999" cy="6847601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7562A6F7-9061-4E4C-88C1-52D6BF458036}"/>
              </a:ext>
            </a:extLst>
          </p:cNvPr>
          <p:cNvSpPr/>
          <p:nvPr userDrawn="1"/>
        </p:nvSpPr>
        <p:spPr>
          <a:xfrm>
            <a:off x="449179" y="593366"/>
            <a:ext cx="11377078" cy="5829219"/>
          </a:xfrm>
          <a:prstGeom prst="roundRect">
            <a:avLst>
              <a:gd name="adj" fmla="val 6493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 8">
            <a:extLst>
              <a:ext uri="{FF2B5EF4-FFF2-40B4-BE49-F238E27FC236}">
                <a16:creationId xmlns:a16="http://schemas.microsoft.com/office/drawing/2014/main" id="{48DA41C6-255E-5944-99E5-0DF340F4543B}"/>
              </a:ext>
            </a:extLst>
          </p:cNvPr>
          <p:cNvSpPr/>
          <p:nvPr userDrawn="1"/>
        </p:nvSpPr>
        <p:spPr>
          <a:xfrm rot="10800000">
            <a:off x="4989323" y="593365"/>
            <a:ext cx="2213355" cy="401960"/>
          </a:xfrm>
          <a:custGeom>
            <a:avLst/>
            <a:gdLst>
              <a:gd name="connsiteX0" fmla="*/ 984819 w 2213355"/>
              <a:gd name="connsiteY0" fmla="*/ 744 h 564389"/>
              <a:gd name="connsiteX1" fmla="*/ 2188184 w 2213355"/>
              <a:gd name="connsiteY1" fmla="*/ 553689 h 564389"/>
              <a:gd name="connsiteX2" fmla="*/ 2213355 w 2213355"/>
              <a:gd name="connsiteY2" fmla="*/ 564389 h 564389"/>
              <a:gd name="connsiteX3" fmla="*/ 0 w 2213355"/>
              <a:gd name="connsiteY3" fmla="*/ 564389 h 564389"/>
              <a:gd name="connsiteX4" fmla="*/ 46383 w 2213355"/>
              <a:gd name="connsiteY4" fmla="*/ 532667 h 564389"/>
              <a:gd name="connsiteX5" fmla="*/ 984819 w 2213355"/>
              <a:gd name="connsiteY5" fmla="*/ 744 h 564389"/>
              <a:gd name="connsiteX0" fmla="*/ 1121979 w 2213355"/>
              <a:gd name="connsiteY0" fmla="*/ 787 h 549192"/>
              <a:gd name="connsiteX1" fmla="*/ 2188184 w 2213355"/>
              <a:gd name="connsiteY1" fmla="*/ 538492 h 549192"/>
              <a:gd name="connsiteX2" fmla="*/ 2213355 w 2213355"/>
              <a:gd name="connsiteY2" fmla="*/ 549192 h 549192"/>
              <a:gd name="connsiteX3" fmla="*/ 0 w 2213355"/>
              <a:gd name="connsiteY3" fmla="*/ 549192 h 549192"/>
              <a:gd name="connsiteX4" fmla="*/ 46383 w 2213355"/>
              <a:gd name="connsiteY4" fmla="*/ 517470 h 549192"/>
              <a:gd name="connsiteX5" fmla="*/ 1121979 w 2213355"/>
              <a:gd name="connsiteY5" fmla="*/ 787 h 549192"/>
              <a:gd name="connsiteX0" fmla="*/ 1121979 w 2213355"/>
              <a:gd name="connsiteY0" fmla="*/ 787 h 549192"/>
              <a:gd name="connsiteX1" fmla="*/ 2188184 w 2213355"/>
              <a:gd name="connsiteY1" fmla="*/ 538492 h 549192"/>
              <a:gd name="connsiteX2" fmla="*/ 2213355 w 2213355"/>
              <a:gd name="connsiteY2" fmla="*/ 549192 h 549192"/>
              <a:gd name="connsiteX3" fmla="*/ 0 w 2213355"/>
              <a:gd name="connsiteY3" fmla="*/ 549192 h 549192"/>
              <a:gd name="connsiteX4" fmla="*/ 46383 w 2213355"/>
              <a:gd name="connsiteY4" fmla="*/ 517470 h 549192"/>
              <a:gd name="connsiteX5" fmla="*/ 1121979 w 2213355"/>
              <a:gd name="connsiteY5" fmla="*/ 787 h 549192"/>
              <a:gd name="connsiteX0" fmla="*/ 1121979 w 2213355"/>
              <a:gd name="connsiteY0" fmla="*/ 787 h 549192"/>
              <a:gd name="connsiteX1" fmla="*/ 2188184 w 2213355"/>
              <a:gd name="connsiteY1" fmla="*/ 538492 h 549192"/>
              <a:gd name="connsiteX2" fmla="*/ 2213355 w 2213355"/>
              <a:gd name="connsiteY2" fmla="*/ 549192 h 549192"/>
              <a:gd name="connsiteX3" fmla="*/ 0 w 2213355"/>
              <a:gd name="connsiteY3" fmla="*/ 549192 h 549192"/>
              <a:gd name="connsiteX4" fmla="*/ 318231 w 2213355"/>
              <a:gd name="connsiteY4" fmla="*/ 435092 h 549192"/>
              <a:gd name="connsiteX5" fmla="*/ 1121979 w 2213355"/>
              <a:gd name="connsiteY5" fmla="*/ 787 h 549192"/>
              <a:gd name="connsiteX0" fmla="*/ 1121979 w 2213355"/>
              <a:gd name="connsiteY0" fmla="*/ 787 h 549192"/>
              <a:gd name="connsiteX1" fmla="*/ 2188184 w 2213355"/>
              <a:gd name="connsiteY1" fmla="*/ 538492 h 549192"/>
              <a:gd name="connsiteX2" fmla="*/ 2213355 w 2213355"/>
              <a:gd name="connsiteY2" fmla="*/ 549192 h 549192"/>
              <a:gd name="connsiteX3" fmla="*/ 0 w 2213355"/>
              <a:gd name="connsiteY3" fmla="*/ 549192 h 549192"/>
              <a:gd name="connsiteX4" fmla="*/ 1121979 w 2213355"/>
              <a:gd name="connsiteY4" fmla="*/ 787 h 549192"/>
              <a:gd name="connsiteX0" fmla="*/ 1121979 w 2213355"/>
              <a:gd name="connsiteY0" fmla="*/ 787 h 549192"/>
              <a:gd name="connsiteX1" fmla="*/ 2188184 w 2213355"/>
              <a:gd name="connsiteY1" fmla="*/ 538492 h 549192"/>
              <a:gd name="connsiteX2" fmla="*/ 2213355 w 2213355"/>
              <a:gd name="connsiteY2" fmla="*/ 549192 h 549192"/>
              <a:gd name="connsiteX3" fmla="*/ 0 w 2213355"/>
              <a:gd name="connsiteY3" fmla="*/ 549192 h 549192"/>
              <a:gd name="connsiteX4" fmla="*/ 1121979 w 2213355"/>
              <a:gd name="connsiteY4" fmla="*/ 787 h 549192"/>
              <a:gd name="connsiteX0" fmla="*/ 1121979 w 2213355"/>
              <a:gd name="connsiteY0" fmla="*/ 89 h 548494"/>
              <a:gd name="connsiteX1" fmla="*/ 2188184 w 2213355"/>
              <a:gd name="connsiteY1" fmla="*/ 537794 h 548494"/>
              <a:gd name="connsiteX2" fmla="*/ 2213355 w 2213355"/>
              <a:gd name="connsiteY2" fmla="*/ 548494 h 548494"/>
              <a:gd name="connsiteX3" fmla="*/ 0 w 2213355"/>
              <a:gd name="connsiteY3" fmla="*/ 548494 h 548494"/>
              <a:gd name="connsiteX4" fmla="*/ 1121979 w 2213355"/>
              <a:gd name="connsiteY4" fmla="*/ 89 h 548494"/>
              <a:gd name="connsiteX0" fmla="*/ 1121979 w 2213355"/>
              <a:gd name="connsiteY0" fmla="*/ 0 h 548405"/>
              <a:gd name="connsiteX1" fmla="*/ 2188184 w 2213355"/>
              <a:gd name="connsiteY1" fmla="*/ 537705 h 548405"/>
              <a:gd name="connsiteX2" fmla="*/ 2213355 w 2213355"/>
              <a:gd name="connsiteY2" fmla="*/ 548405 h 548405"/>
              <a:gd name="connsiteX3" fmla="*/ 0 w 2213355"/>
              <a:gd name="connsiteY3" fmla="*/ 548405 h 548405"/>
              <a:gd name="connsiteX4" fmla="*/ 1121979 w 2213355"/>
              <a:gd name="connsiteY4" fmla="*/ 0 h 548405"/>
              <a:gd name="connsiteX0" fmla="*/ 1121979 w 2213355"/>
              <a:gd name="connsiteY0" fmla="*/ 0 h 548405"/>
              <a:gd name="connsiteX1" fmla="*/ 2188184 w 2213355"/>
              <a:gd name="connsiteY1" fmla="*/ 537705 h 548405"/>
              <a:gd name="connsiteX2" fmla="*/ 2213355 w 2213355"/>
              <a:gd name="connsiteY2" fmla="*/ 548405 h 548405"/>
              <a:gd name="connsiteX3" fmla="*/ 0 w 2213355"/>
              <a:gd name="connsiteY3" fmla="*/ 548405 h 548405"/>
              <a:gd name="connsiteX4" fmla="*/ 1121979 w 2213355"/>
              <a:gd name="connsiteY4" fmla="*/ 0 h 548405"/>
              <a:gd name="connsiteX0" fmla="*/ 1121979 w 2295276"/>
              <a:gd name="connsiteY0" fmla="*/ 0 h 548405"/>
              <a:gd name="connsiteX1" fmla="*/ 2295276 w 2295276"/>
              <a:gd name="connsiteY1" fmla="*/ 422375 h 548405"/>
              <a:gd name="connsiteX2" fmla="*/ 2213355 w 2295276"/>
              <a:gd name="connsiteY2" fmla="*/ 548405 h 548405"/>
              <a:gd name="connsiteX3" fmla="*/ 0 w 2295276"/>
              <a:gd name="connsiteY3" fmla="*/ 548405 h 548405"/>
              <a:gd name="connsiteX4" fmla="*/ 1121979 w 2295276"/>
              <a:gd name="connsiteY4" fmla="*/ 0 h 548405"/>
              <a:gd name="connsiteX0" fmla="*/ 1121979 w 2238399"/>
              <a:gd name="connsiteY0" fmla="*/ 0 h 548405"/>
              <a:gd name="connsiteX1" fmla="*/ 2213355 w 2238399"/>
              <a:gd name="connsiteY1" fmla="*/ 548405 h 548405"/>
              <a:gd name="connsiteX2" fmla="*/ 0 w 2238399"/>
              <a:gd name="connsiteY2" fmla="*/ 548405 h 548405"/>
              <a:gd name="connsiteX3" fmla="*/ 1121979 w 2238399"/>
              <a:gd name="connsiteY3" fmla="*/ 0 h 548405"/>
              <a:gd name="connsiteX0" fmla="*/ 1121979 w 2213355"/>
              <a:gd name="connsiteY0" fmla="*/ 0 h 548405"/>
              <a:gd name="connsiteX1" fmla="*/ 2213355 w 2213355"/>
              <a:gd name="connsiteY1" fmla="*/ 548405 h 548405"/>
              <a:gd name="connsiteX2" fmla="*/ 0 w 2213355"/>
              <a:gd name="connsiteY2" fmla="*/ 548405 h 548405"/>
              <a:gd name="connsiteX3" fmla="*/ 1121979 w 2213355"/>
              <a:gd name="connsiteY3" fmla="*/ 0 h 548405"/>
              <a:gd name="connsiteX0" fmla="*/ 1121979 w 2213355"/>
              <a:gd name="connsiteY0" fmla="*/ 0 h 548405"/>
              <a:gd name="connsiteX1" fmla="*/ 2213355 w 2213355"/>
              <a:gd name="connsiteY1" fmla="*/ 548405 h 548405"/>
              <a:gd name="connsiteX2" fmla="*/ 0 w 2213355"/>
              <a:gd name="connsiteY2" fmla="*/ 548405 h 548405"/>
              <a:gd name="connsiteX3" fmla="*/ 1121979 w 2213355"/>
              <a:gd name="connsiteY3" fmla="*/ 0 h 548405"/>
              <a:gd name="connsiteX0" fmla="*/ 1097265 w 2213355"/>
              <a:gd name="connsiteY0" fmla="*/ 0 h 540167"/>
              <a:gd name="connsiteX1" fmla="*/ 2213355 w 2213355"/>
              <a:gd name="connsiteY1" fmla="*/ 540167 h 540167"/>
              <a:gd name="connsiteX2" fmla="*/ 0 w 2213355"/>
              <a:gd name="connsiteY2" fmla="*/ 540167 h 540167"/>
              <a:gd name="connsiteX3" fmla="*/ 1097265 w 2213355"/>
              <a:gd name="connsiteY3" fmla="*/ 0 h 540167"/>
              <a:gd name="connsiteX0" fmla="*/ 1097265 w 2213355"/>
              <a:gd name="connsiteY0" fmla="*/ 0 h 540167"/>
              <a:gd name="connsiteX1" fmla="*/ 2213355 w 2213355"/>
              <a:gd name="connsiteY1" fmla="*/ 540167 h 540167"/>
              <a:gd name="connsiteX2" fmla="*/ 0 w 2213355"/>
              <a:gd name="connsiteY2" fmla="*/ 540167 h 540167"/>
              <a:gd name="connsiteX3" fmla="*/ 1097265 w 2213355"/>
              <a:gd name="connsiteY3" fmla="*/ 0 h 540167"/>
              <a:gd name="connsiteX0" fmla="*/ 1097265 w 2213355"/>
              <a:gd name="connsiteY0" fmla="*/ 0 h 540167"/>
              <a:gd name="connsiteX1" fmla="*/ 2213355 w 2213355"/>
              <a:gd name="connsiteY1" fmla="*/ 540167 h 540167"/>
              <a:gd name="connsiteX2" fmla="*/ 0 w 2213355"/>
              <a:gd name="connsiteY2" fmla="*/ 540167 h 540167"/>
              <a:gd name="connsiteX3" fmla="*/ 1097265 w 2213355"/>
              <a:gd name="connsiteY3" fmla="*/ 0 h 540167"/>
              <a:gd name="connsiteX0" fmla="*/ 1097265 w 2213355"/>
              <a:gd name="connsiteY0" fmla="*/ 0 h 540167"/>
              <a:gd name="connsiteX1" fmla="*/ 2213355 w 2213355"/>
              <a:gd name="connsiteY1" fmla="*/ 540167 h 540167"/>
              <a:gd name="connsiteX2" fmla="*/ 0 w 2213355"/>
              <a:gd name="connsiteY2" fmla="*/ 540167 h 540167"/>
              <a:gd name="connsiteX3" fmla="*/ 1097265 w 2213355"/>
              <a:gd name="connsiteY3" fmla="*/ 0 h 540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13355" h="540167">
                <a:moveTo>
                  <a:pt x="1097265" y="0"/>
                </a:moveTo>
                <a:cubicBezTo>
                  <a:pt x="1507346" y="8238"/>
                  <a:pt x="1461238" y="316961"/>
                  <a:pt x="2213355" y="540167"/>
                </a:cubicBezTo>
                <a:lnTo>
                  <a:pt x="0" y="540167"/>
                </a:lnTo>
                <a:cubicBezTo>
                  <a:pt x="810598" y="324413"/>
                  <a:pt x="690321" y="9808"/>
                  <a:pt x="1097265" y="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723539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01DD641-8A22-7743-BB93-BB98694AB2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502EBD4-917E-2549-9342-EABDA2D62B7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0EE43BA-7780-2E48-AE7C-D59B6FFB7853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87375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273FA83-B9E6-6D48-ADE3-C23FA611DD05}" type="datetimeFigureOut">
              <a:rPr lang="en-US" smtClean="0"/>
              <a:t>12/28/2025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0E1F0A5-CAB0-0848-87EA-96302D2DBA6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922A2BC-CD82-724A-943D-E4686E67AAD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D80FF4-4960-0343-9DD2-035364F8E03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3015678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33EC975-A063-6E40-9273-0283DABAAE5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B6CC3A3-14F9-2740-B154-D02DD22720DE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C21CC93-584B-6B40-A600-1458D93A303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D1D8A01-4B7E-C641-86FE-104886B7FEA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87375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273FA83-B9E6-6D48-ADE3-C23FA611DD05}" type="datetimeFigureOut">
              <a:rPr lang="en-US" smtClean="0"/>
              <a:t>12/28/2025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CD9D342-DD37-9D4E-BE16-1115CA3F00F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C4959DF-D7EC-744D-B51D-8F91E6649C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D80FF4-4960-0343-9DD2-035364F8E03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119823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9353B6B-C751-FD41-819F-D2AACCB387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3D72484-08E7-DE46-AE54-740F1965613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6D8F021-77EA-FF40-BBBB-E2D0FDB88AA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0742E83-1882-5D46-A885-7993EA3A63E8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6CB9FC29-C5E2-C441-95D9-B4429CC17EE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7730BC8-85A5-2740-A89E-0F869D1AE76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87375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273FA83-B9E6-6D48-ADE3-C23FA611DD05}" type="datetimeFigureOut">
              <a:rPr lang="en-US" smtClean="0"/>
              <a:t>12/28/2025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77A6D9D0-38C5-5E4A-99F3-6F952DBB2B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922D9F28-EFED-A94B-A251-2957F3DE19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D80FF4-4960-0343-9DD2-035364F8E03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095451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F2BE327-ACB6-1847-B487-75E5FBED2C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DF86AA2-A30F-C349-A229-DD0E24EA279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87375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273FA83-B9E6-6D48-ADE3-C23FA611DD05}" type="datetimeFigureOut">
              <a:rPr lang="en-US" smtClean="0"/>
              <a:t>12/28/2025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536DF2A-49C2-F947-8735-3343A58C5E6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B0E5113-63AE-0144-965E-6E39B779CB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D80FF4-4960-0343-9DD2-035364F8E03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8631616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A6350CE-1761-1F49-8090-AADFDDB0761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87375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273FA83-B9E6-6D48-ADE3-C23FA611DD05}" type="datetimeFigureOut">
              <a:rPr lang="en-US" smtClean="0"/>
              <a:t>12/28/2025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B441070-0DCA-114B-AAF9-3EA993F27E0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00992F1-CE64-8C42-8390-95B3B2570E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D80FF4-4960-0343-9DD2-035364F8E03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830002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190FFF9-AF13-E84C-8A3C-D2B121B4C0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6176500-0B49-EC41-B37F-C46392BFDB5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8706161C-31E0-A744-99BE-ED5074F581D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2C30F55-47C1-C045-B654-1A18E69E668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87375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273FA83-B9E6-6D48-ADE3-C23FA611DD05}" type="datetimeFigureOut">
              <a:rPr lang="en-US" smtClean="0"/>
              <a:t>12/28/2025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C323714-D3E2-CD43-AB90-DEC0A6B3A61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31A257F-1F7E-6240-B358-439AFF890F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D80FF4-4960-0343-9DD2-035364F8E03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1736571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F1A4FAE-E1EB-884D-BF5A-22DEC84DDD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AA6CBF63-CBF9-6A4E-8271-AB7D32E20F8B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31D38BC-07D3-A343-91FE-765074DF415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1B2FB6D-47AC-904A-80C8-E09A8251E03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87375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273FA83-B9E6-6D48-ADE3-C23FA611DD05}" type="datetimeFigureOut">
              <a:rPr lang="en-US" smtClean="0"/>
              <a:t>12/28/2025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D4A4927-0D65-BA43-8869-9989303B857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C89DAFC-8CF5-024E-B961-851AB5F52E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D80FF4-4960-0343-9DD2-035364F8E03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7270311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0A078E-793F-3946-92DB-9AD351683D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FEE63718-8802-3844-AA24-733E0D8B89F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FF8A433-A4A4-0541-AA79-E41A2075DD1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87375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273FA83-B9E6-6D48-ADE3-C23FA611DD05}" type="datetimeFigureOut">
              <a:rPr lang="en-US" smtClean="0"/>
              <a:t>12/28/2025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DD595D5-3213-C640-BD32-A8C19D09FD8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87E52C1-D4CF-6A47-8917-2E2F09C53A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D80FF4-4960-0343-9DD2-035364F8E03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9807520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C253AED3-43BE-6044-A5CA-3BF480B1682D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767D67C2-C59E-7244-BB99-16275573AC9E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DE04706-F358-004E-A56E-4FBBD5F839E0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87375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273FA83-B9E6-6D48-ADE3-C23FA611DD05}" type="datetimeFigureOut">
              <a:rPr lang="en-US" smtClean="0"/>
              <a:t>12/28/2025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88BF5C3-863A-FC48-B7B6-5906F01807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A3100C8-CFE1-7945-BCC2-49B4E78B0A6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D80FF4-4960-0343-9DD2-035364F8E03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4529621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6A878FA1-FF49-E249-81B4-2FE9801FE5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7375" y="593367"/>
            <a:ext cx="11017250" cy="443198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3D2B155-AE16-E94F-A3ED-8E49C809621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87375" y="1834358"/>
            <a:ext cx="11017250" cy="128137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42C8E81-46CA-F347-BA01-72FA12A0147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87374" y="6051550"/>
            <a:ext cx="4552661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EDFC5C0-89FC-1F43-9B9D-2ADD8A4E939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861425" y="60515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D80FF4-4960-0343-9DD2-035364F8E03E}" type="slidenum">
              <a:rPr lang="en-US" smtClean="0"/>
              <a:t>‹#›</a:t>
            </a:fld>
            <a:endParaRPr lang="en-US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8FC7DF88-92A2-734A-A413-ECFE3B451A41}"/>
              </a:ext>
            </a:extLst>
          </p:cNvPr>
          <p:cNvSpPr/>
          <p:nvPr userDrawn="1"/>
        </p:nvSpPr>
        <p:spPr>
          <a:xfrm>
            <a:off x="-775855" y="593293"/>
            <a:ext cx="443346" cy="443346"/>
          </a:xfrm>
          <a:prstGeom prst="ellipse">
            <a:avLst/>
          </a:prstGeom>
          <a:solidFill>
            <a:srgbClr val="F4A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3E34DC7F-DCB4-D64A-A636-3DD8C2A6B5D5}"/>
              </a:ext>
            </a:extLst>
          </p:cNvPr>
          <p:cNvSpPr/>
          <p:nvPr userDrawn="1"/>
        </p:nvSpPr>
        <p:spPr>
          <a:xfrm>
            <a:off x="-775855" y="1189039"/>
            <a:ext cx="443346" cy="443346"/>
          </a:xfrm>
          <a:prstGeom prst="ellipse">
            <a:avLst/>
          </a:prstGeom>
          <a:solidFill>
            <a:srgbClr val="00A1A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0F1A3681-E094-3E4B-B7B0-3D17730C3B38}"/>
              </a:ext>
            </a:extLst>
          </p:cNvPr>
          <p:cNvSpPr/>
          <p:nvPr userDrawn="1"/>
        </p:nvSpPr>
        <p:spPr>
          <a:xfrm>
            <a:off x="-775855" y="-2453"/>
            <a:ext cx="443346" cy="443346"/>
          </a:xfrm>
          <a:prstGeom prst="ellipse">
            <a:avLst/>
          </a:prstGeom>
          <a:solidFill>
            <a:srgbClr val="27316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4AD1A785-A31C-EB4E-A791-0F85B5D47D59}"/>
              </a:ext>
            </a:extLst>
          </p:cNvPr>
          <p:cNvSpPr/>
          <p:nvPr userDrawn="1"/>
        </p:nvSpPr>
        <p:spPr>
          <a:xfrm>
            <a:off x="-775855" y="2549095"/>
            <a:ext cx="443346" cy="443346"/>
          </a:xfrm>
          <a:prstGeom prst="ellipse">
            <a:avLst/>
          </a:prstGeom>
          <a:solidFill>
            <a:srgbClr val="FFC61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E5D53C85-7AE3-C74B-80A6-988F5642AB44}"/>
              </a:ext>
            </a:extLst>
          </p:cNvPr>
          <p:cNvSpPr/>
          <p:nvPr userDrawn="1"/>
        </p:nvSpPr>
        <p:spPr>
          <a:xfrm>
            <a:off x="-775855" y="3149602"/>
            <a:ext cx="443346" cy="443346"/>
          </a:xfrm>
          <a:prstGeom prst="ellipse">
            <a:avLst/>
          </a:prstGeom>
          <a:solidFill>
            <a:srgbClr val="C6E9F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CA00565B-7BB1-9746-9B16-05147FA58B94}"/>
              </a:ext>
            </a:extLst>
          </p:cNvPr>
          <p:cNvSpPr/>
          <p:nvPr userDrawn="1"/>
        </p:nvSpPr>
        <p:spPr>
          <a:xfrm>
            <a:off x="-775855" y="1864298"/>
            <a:ext cx="443346" cy="443346"/>
          </a:xfrm>
          <a:prstGeom prst="ellipse">
            <a:avLst/>
          </a:prstGeom>
          <a:solidFill>
            <a:srgbClr val="9F8ED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D62CF73F-6188-0A42-9041-72765EB6CE11}"/>
              </a:ext>
            </a:extLst>
          </p:cNvPr>
          <p:cNvSpPr/>
          <p:nvPr userDrawn="1"/>
        </p:nvSpPr>
        <p:spPr>
          <a:xfrm>
            <a:off x="-775855" y="3750109"/>
            <a:ext cx="443346" cy="4433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848973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1" r:id="rId2"/>
    <p:sldLayoutId id="2147483650" r:id="rId3"/>
    <p:sldLayoutId id="2147483660" r:id="rId4"/>
    <p:sldLayoutId id="2147483651" r:id="rId5"/>
    <p:sldLayoutId id="2147483652" r:id="rId6"/>
    <p:sldLayoutId id="2147483653" r:id="rId7"/>
    <p:sldLayoutId id="2147483654" r:id="rId8"/>
    <p:sldLayoutId id="2147483655" r:id="rId9"/>
    <p:sldLayoutId id="2147483656" r:id="rId10"/>
    <p:sldLayoutId id="2147483657" r:id="rId11"/>
    <p:sldLayoutId id="2147483658" r:id="rId12"/>
    <p:sldLayoutId id="2147483659" r:id="rId1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1">
              <a:lumMod val="85000"/>
              <a:lumOff val="15000"/>
            </a:schemeClr>
          </a:solidFill>
          <a:latin typeface="Arial" panose="020B0604020202020204" pitchFamily="34" charset="0"/>
          <a:ea typeface="Open Sans" panose="020B0606030504020204" pitchFamily="34" charset="0"/>
          <a:cs typeface="Arial" panose="020B060402020202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1800" kern="1200">
          <a:solidFill>
            <a:schemeClr val="tx1">
              <a:lumMod val="75000"/>
              <a:lumOff val="25000"/>
            </a:schemeClr>
          </a:solidFill>
          <a:latin typeface="+mj-lt"/>
          <a:ea typeface="+mn-ea"/>
          <a:cs typeface="+mn-cs"/>
        </a:defRPr>
      </a:lvl1pPr>
      <a:lvl2pPr marL="45720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600" kern="1200">
          <a:solidFill>
            <a:schemeClr val="tx1">
              <a:lumMod val="75000"/>
              <a:lumOff val="25000"/>
            </a:schemeClr>
          </a:solidFill>
          <a:latin typeface="+mj-lt"/>
          <a:ea typeface="+mn-ea"/>
          <a:cs typeface="+mn-cs"/>
        </a:defRPr>
      </a:lvl2pPr>
      <a:lvl3pPr marL="91440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400" kern="1200">
          <a:solidFill>
            <a:schemeClr val="tx1">
              <a:lumMod val="75000"/>
              <a:lumOff val="25000"/>
            </a:schemeClr>
          </a:solidFill>
          <a:latin typeface="+mj-lt"/>
          <a:ea typeface="+mn-ea"/>
          <a:cs typeface="+mn-cs"/>
        </a:defRPr>
      </a:lvl3pPr>
      <a:lvl4pPr marL="137160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200" kern="1200">
          <a:solidFill>
            <a:schemeClr val="tx1">
              <a:lumMod val="75000"/>
              <a:lumOff val="25000"/>
            </a:schemeClr>
          </a:solidFill>
          <a:latin typeface="+mj-lt"/>
          <a:ea typeface="+mn-ea"/>
          <a:cs typeface="+mn-cs"/>
        </a:defRPr>
      </a:lvl4pPr>
      <a:lvl5pPr marL="182880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200" kern="1200">
          <a:solidFill>
            <a:schemeClr val="tx1">
              <a:lumMod val="75000"/>
              <a:lumOff val="25000"/>
            </a:schemeClr>
          </a:solidFill>
          <a:latin typeface="+mj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  <p15:guide id="3" pos="370" userDrawn="1">
          <p15:clr>
            <a:srgbClr val="F26B43"/>
          </p15:clr>
        </p15:guide>
        <p15:guide id="4" pos="731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3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9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" name="Rectangle 455">
            <a:extLst>
              <a:ext uri="{FF2B5EF4-FFF2-40B4-BE49-F238E27FC236}">
                <a16:creationId xmlns:a16="http://schemas.microsoft.com/office/drawing/2014/main" id="{9B4D9FF8-336D-0249-9FF6-9AE3E8CC57AB}"/>
              </a:ext>
            </a:extLst>
          </p:cNvPr>
          <p:cNvSpPr/>
          <p:nvPr/>
        </p:nvSpPr>
        <p:spPr>
          <a:xfrm>
            <a:off x="0" y="10399"/>
            <a:ext cx="12192000" cy="6847601"/>
          </a:xfrm>
          <a:prstGeom prst="rect">
            <a:avLst/>
          </a:prstGeom>
          <a:gradFill flip="none" rotWithShape="1">
            <a:gsLst>
              <a:gs pos="41000">
                <a:schemeClr val="accent1">
                  <a:lumMod val="45000"/>
                  <a:lumOff val="55000"/>
                </a:schemeClr>
              </a:gs>
              <a:gs pos="0">
                <a:schemeClr val="accent1"/>
              </a:gs>
              <a:gs pos="100000">
                <a:schemeClr val="accent4">
                  <a:lumMod val="40000"/>
                  <a:lumOff val="6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8" name="Freeform 433">
            <a:extLst>
              <a:ext uri="{FF2B5EF4-FFF2-40B4-BE49-F238E27FC236}">
                <a16:creationId xmlns:a16="http://schemas.microsoft.com/office/drawing/2014/main" id="{D7D65E93-87BC-D64E-B4BD-41F0ACEBB907}"/>
              </a:ext>
            </a:extLst>
          </p:cNvPr>
          <p:cNvSpPr>
            <a:spLocks/>
          </p:cNvSpPr>
          <p:nvPr/>
        </p:nvSpPr>
        <p:spPr bwMode="auto">
          <a:xfrm>
            <a:off x="2102200" y="1157259"/>
            <a:ext cx="1874519" cy="1062934"/>
          </a:xfrm>
          <a:custGeom>
            <a:avLst/>
            <a:gdLst>
              <a:gd name="T0" fmla="*/ 1029 w 1238"/>
              <a:gd name="T1" fmla="*/ 701 h 701"/>
              <a:gd name="T2" fmla="*/ 1072 w 1238"/>
              <a:gd name="T3" fmla="*/ 694 h 701"/>
              <a:gd name="T4" fmla="*/ 1110 w 1238"/>
              <a:gd name="T5" fmla="*/ 681 h 701"/>
              <a:gd name="T6" fmla="*/ 1147 w 1238"/>
              <a:gd name="T7" fmla="*/ 659 h 701"/>
              <a:gd name="T8" fmla="*/ 1177 w 1238"/>
              <a:gd name="T9" fmla="*/ 632 h 701"/>
              <a:gd name="T10" fmla="*/ 1202 w 1238"/>
              <a:gd name="T11" fmla="*/ 601 h 701"/>
              <a:gd name="T12" fmla="*/ 1222 w 1238"/>
              <a:gd name="T13" fmla="*/ 563 h 701"/>
              <a:gd name="T14" fmla="*/ 1234 w 1238"/>
              <a:gd name="T15" fmla="*/ 523 h 701"/>
              <a:gd name="T16" fmla="*/ 1238 w 1238"/>
              <a:gd name="T17" fmla="*/ 480 h 701"/>
              <a:gd name="T18" fmla="*/ 1237 w 1238"/>
              <a:gd name="T19" fmla="*/ 458 h 701"/>
              <a:gd name="T20" fmla="*/ 1229 w 1238"/>
              <a:gd name="T21" fmla="*/ 414 h 701"/>
              <a:gd name="T22" fmla="*/ 1212 w 1238"/>
              <a:gd name="T23" fmla="*/ 375 h 701"/>
              <a:gd name="T24" fmla="*/ 1188 w 1238"/>
              <a:gd name="T25" fmla="*/ 340 h 701"/>
              <a:gd name="T26" fmla="*/ 1157 w 1238"/>
              <a:gd name="T27" fmla="*/ 309 h 701"/>
              <a:gd name="T28" fmla="*/ 1122 w 1238"/>
              <a:gd name="T29" fmla="*/ 286 h 701"/>
              <a:gd name="T30" fmla="*/ 1082 w 1238"/>
              <a:gd name="T31" fmla="*/ 269 h 701"/>
              <a:gd name="T32" fmla="*/ 1040 w 1238"/>
              <a:gd name="T33" fmla="*/ 260 h 701"/>
              <a:gd name="T34" fmla="*/ 1017 w 1238"/>
              <a:gd name="T35" fmla="*/ 259 h 701"/>
              <a:gd name="T36" fmla="*/ 984 w 1238"/>
              <a:gd name="T37" fmla="*/ 261 h 701"/>
              <a:gd name="T38" fmla="*/ 953 w 1238"/>
              <a:gd name="T39" fmla="*/ 268 h 701"/>
              <a:gd name="T40" fmla="*/ 945 w 1238"/>
              <a:gd name="T41" fmla="*/ 240 h 701"/>
              <a:gd name="T42" fmla="*/ 922 w 1238"/>
              <a:gd name="T43" fmla="*/ 186 h 701"/>
              <a:gd name="T44" fmla="*/ 890 w 1238"/>
              <a:gd name="T45" fmla="*/ 138 h 701"/>
              <a:gd name="T46" fmla="*/ 851 w 1238"/>
              <a:gd name="T47" fmla="*/ 95 h 701"/>
              <a:gd name="T48" fmla="*/ 807 w 1238"/>
              <a:gd name="T49" fmla="*/ 59 h 701"/>
              <a:gd name="T50" fmla="*/ 756 w 1238"/>
              <a:gd name="T51" fmla="*/ 31 h 701"/>
              <a:gd name="T52" fmla="*/ 700 w 1238"/>
              <a:gd name="T53" fmla="*/ 11 h 701"/>
              <a:gd name="T54" fmla="*/ 641 w 1238"/>
              <a:gd name="T55" fmla="*/ 1 h 701"/>
              <a:gd name="T56" fmla="*/ 611 w 1238"/>
              <a:gd name="T57" fmla="*/ 0 h 701"/>
              <a:gd name="T58" fmla="*/ 550 w 1238"/>
              <a:gd name="T59" fmla="*/ 5 h 701"/>
              <a:gd name="T60" fmla="*/ 493 w 1238"/>
              <a:gd name="T61" fmla="*/ 19 h 701"/>
              <a:gd name="T62" fmla="*/ 440 w 1238"/>
              <a:gd name="T63" fmla="*/ 43 h 701"/>
              <a:gd name="T64" fmla="*/ 393 w 1238"/>
              <a:gd name="T65" fmla="*/ 75 h 701"/>
              <a:gd name="T66" fmla="*/ 351 w 1238"/>
              <a:gd name="T67" fmla="*/ 113 h 701"/>
              <a:gd name="T68" fmla="*/ 316 w 1238"/>
              <a:gd name="T69" fmla="*/ 159 h 701"/>
              <a:gd name="T70" fmla="*/ 289 w 1238"/>
              <a:gd name="T71" fmla="*/ 209 h 701"/>
              <a:gd name="T72" fmla="*/ 270 w 1238"/>
              <a:gd name="T73" fmla="*/ 265 h 701"/>
              <a:gd name="T74" fmla="*/ 246 w 1238"/>
              <a:gd name="T75" fmla="*/ 261 h 701"/>
              <a:gd name="T76" fmla="*/ 221 w 1238"/>
              <a:gd name="T77" fmla="*/ 259 h 701"/>
              <a:gd name="T78" fmla="*/ 198 w 1238"/>
              <a:gd name="T79" fmla="*/ 260 h 701"/>
              <a:gd name="T80" fmla="*/ 155 w 1238"/>
              <a:gd name="T81" fmla="*/ 269 h 701"/>
              <a:gd name="T82" fmla="*/ 116 w 1238"/>
              <a:gd name="T83" fmla="*/ 286 h 701"/>
              <a:gd name="T84" fmla="*/ 80 w 1238"/>
              <a:gd name="T85" fmla="*/ 309 h 701"/>
              <a:gd name="T86" fmla="*/ 51 w 1238"/>
              <a:gd name="T87" fmla="*/ 340 h 701"/>
              <a:gd name="T88" fmla="*/ 27 w 1238"/>
              <a:gd name="T89" fmla="*/ 375 h 701"/>
              <a:gd name="T90" fmla="*/ 10 w 1238"/>
              <a:gd name="T91" fmla="*/ 414 h 701"/>
              <a:gd name="T92" fmla="*/ 1 w 1238"/>
              <a:gd name="T93" fmla="*/ 458 h 701"/>
              <a:gd name="T94" fmla="*/ 0 w 1238"/>
              <a:gd name="T95" fmla="*/ 480 h 701"/>
              <a:gd name="T96" fmla="*/ 4 w 1238"/>
              <a:gd name="T97" fmla="*/ 522 h 701"/>
              <a:gd name="T98" fmla="*/ 16 w 1238"/>
              <a:gd name="T99" fmla="*/ 562 h 701"/>
              <a:gd name="T100" fmla="*/ 34 w 1238"/>
              <a:gd name="T101" fmla="*/ 598 h 701"/>
              <a:gd name="T102" fmla="*/ 59 w 1238"/>
              <a:gd name="T103" fmla="*/ 631 h 701"/>
              <a:gd name="T104" fmla="*/ 90 w 1238"/>
              <a:gd name="T105" fmla="*/ 658 h 701"/>
              <a:gd name="T106" fmla="*/ 123 w 1238"/>
              <a:gd name="T107" fmla="*/ 678 h 701"/>
              <a:gd name="T108" fmla="*/ 162 w 1238"/>
              <a:gd name="T109" fmla="*/ 693 h 701"/>
              <a:gd name="T110" fmla="*/ 203 w 1238"/>
              <a:gd name="T111" fmla="*/ 70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38" h="701">
                <a:moveTo>
                  <a:pt x="1029" y="701"/>
                </a:moveTo>
                <a:lnTo>
                  <a:pt x="1029" y="701"/>
                </a:lnTo>
                <a:lnTo>
                  <a:pt x="1051" y="699"/>
                </a:lnTo>
                <a:lnTo>
                  <a:pt x="1072" y="694"/>
                </a:lnTo>
                <a:lnTo>
                  <a:pt x="1091" y="688"/>
                </a:lnTo>
                <a:lnTo>
                  <a:pt x="1110" y="681"/>
                </a:lnTo>
                <a:lnTo>
                  <a:pt x="1130" y="671"/>
                </a:lnTo>
                <a:lnTo>
                  <a:pt x="1147" y="659"/>
                </a:lnTo>
                <a:lnTo>
                  <a:pt x="1162" y="647"/>
                </a:lnTo>
                <a:lnTo>
                  <a:pt x="1177" y="632"/>
                </a:lnTo>
                <a:lnTo>
                  <a:pt x="1191" y="616"/>
                </a:lnTo>
                <a:lnTo>
                  <a:pt x="1202" y="601"/>
                </a:lnTo>
                <a:lnTo>
                  <a:pt x="1213" y="583"/>
                </a:lnTo>
                <a:lnTo>
                  <a:pt x="1222" y="563"/>
                </a:lnTo>
                <a:lnTo>
                  <a:pt x="1229" y="544"/>
                </a:lnTo>
                <a:lnTo>
                  <a:pt x="1234" y="523"/>
                </a:lnTo>
                <a:lnTo>
                  <a:pt x="1237" y="502"/>
                </a:lnTo>
                <a:lnTo>
                  <a:pt x="1238" y="480"/>
                </a:lnTo>
                <a:lnTo>
                  <a:pt x="1238" y="480"/>
                </a:lnTo>
                <a:lnTo>
                  <a:pt x="1237" y="458"/>
                </a:lnTo>
                <a:lnTo>
                  <a:pt x="1234" y="435"/>
                </a:lnTo>
                <a:lnTo>
                  <a:pt x="1229" y="414"/>
                </a:lnTo>
                <a:lnTo>
                  <a:pt x="1220" y="394"/>
                </a:lnTo>
                <a:lnTo>
                  <a:pt x="1212" y="375"/>
                </a:lnTo>
                <a:lnTo>
                  <a:pt x="1201" y="356"/>
                </a:lnTo>
                <a:lnTo>
                  <a:pt x="1188" y="340"/>
                </a:lnTo>
                <a:lnTo>
                  <a:pt x="1173" y="324"/>
                </a:lnTo>
                <a:lnTo>
                  <a:pt x="1157" y="309"/>
                </a:lnTo>
                <a:lnTo>
                  <a:pt x="1140" y="297"/>
                </a:lnTo>
                <a:lnTo>
                  <a:pt x="1122" y="286"/>
                </a:lnTo>
                <a:lnTo>
                  <a:pt x="1103" y="277"/>
                </a:lnTo>
                <a:lnTo>
                  <a:pt x="1082" y="269"/>
                </a:lnTo>
                <a:lnTo>
                  <a:pt x="1062" y="263"/>
                </a:lnTo>
                <a:lnTo>
                  <a:pt x="1040" y="260"/>
                </a:lnTo>
                <a:lnTo>
                  <a:pt x="1017" y="259"/>
                </a:lnTo>
                <a:lnTo>
                  <a:pt x="1017" y="259"/>
                </a:lnTo>
                <a:lnTo>
                  <a:pt x="1000" y="260"/>
                </a:lnTo>
                <a:lnTo>
                  <a:pt x="984" y="261"/>
                </a:lnTo>
                <a:lnTo>
                  <a:pt x="969" y="265"/>
                </a:lnTo>
                <a:lnTo>
                  <a:pt x="953" y="268"/>
                </a:lnTo>
                <a:lnTo>
                  <a:pt x="953" y="268"/>
                </a:lnTo>
                <a:lnTo>
                  <a:pt x="945" y="240"/>
                </a:lnTo>
                <a:lnTo>
                  <a:pt x="935" y="213"/>
                </a:lnTo>
                <a:lnTo>
                  <a:pt x="922" y="186"/>
                </a:lnTo>
                <a:lnTo>
                  <a:pt x="907" y="162"/>
                </a:lnTo>
                <a:lnTo>
                  <a:pt x="890" y="138"/>
                </a:lnTo>
                <a:lnTo>
                  <a:pt x="872" y="116"/>
                </a:lnTo>
                <a:lnTo>
                  <a:pt x="851" y="95"/>
                </a:lnTo>
                <a:lnTo>
                  <a:pt x="830" y="76"/>
                </a:lnTo>
                <a:lnTo>
                  <a:pt x="807" y="59"/>
                </a:lnTo>
                <a:lnTo>
                  <a:pt x="783" y="43"/>
                </a:lnTo>
                <a:lnTo>
                  <a:pt x="756" y="31"/>
                </a:lnTo>
                <a:lnTo>
                  <a:pt x="729" y="20"/>
                </a:lnTo>
                <a:lnTo>
                  <a:pt x="700" y="11"/>
                </a:lnTo>
                <a:lnTo>
                  <a:pt x="671" y="5"/>
                </a:lnTo>
                <a:lnTo>
                  <a:pt x="641" y="1"/>
                </a:lnTo>
                <a:lnTo>
                  <a:pt x="611" y="0"/>
                </a:lnTo>
                <a:lnTo>
                  <a:pt x="611" y="0"/>
                </a:lnTo>
                <a:lnTo>
                  <a:pt x="581" y="1"/>
                </a:lnTo>
                <a:lnTo>
                  <a:pt x="550" y="5"/>
                </a:lnTo>
                <a:lnTo>
                  <a:pt x="521" y="11"/>
                </a:lnTo>
                <a:lnTo>
                  <a:pt x="493" y="19"/>
                </a:lnTo>
                <a:lnTo>
                  <a:pt x="467" y="30"/>
                </a:lnTo>
                <a:lnTo>
                  <a:pt x="440" y="43"/>
                </a:lnTo>
                <a:lnTo>
                  <a:pt x="416" y="58"/>
                </a:lnTo>
                <a:lnTo>
                  <a:pt x="393" y="75"/>
                </a:lnTo>
                <a:lnTo>
                  <a:pt x="371" y="93"/>
                </a:lnTo>
                <a:lnTo>
                  <a:pt x="351" y="113"/>
                </a:lnTo>
                <a:lnTo>
                  <a:pt x="333" y="135"/>
                </a:lnTo>
                <a:lnTo>
                  <a:pt x="316" y="159"/>
                </a:lnTo>
                <a:lnTo>
                  <a:pt x="301" y="184"/>
                </a:lnTo>
                <a:lnTo>
                  <a:pt x="289" y="209"/>
                </a:lnTo>
                <a:lnTo>
                  <a:pt x="278" y="237"/>
                </a:lnTo>
                <a:lnTo>
                  <a:pt x="270" y="265"/>
                </a:lnTo>
                <a:lnTo>
                  <a:pt x="270" y="265"/>
                </a:lnTo>
                <a:lnTo>
                  <a:pt x="246" y="261"/>
                </a:lnTo>
                <a:lnTo>
                  <a:pt x="233" y="260"/>
                </a:lnTo>
                <a:lnTo>
                  <a:pt x="221" y="259"/>
                </a:lnTo>
                <a:lnTo>
                  <a:pt x="221" y="259"/>
                </a:lnTo>
                <a:lnTo>
                  <a:pt x="198" y="260"/>
                </a:lnTo>
                <a:lnTo>
                  <a:pt x="177" y="263"/>
                </a:lnTo>
                <a:lnTo>
                  <a:pt x="155" y="269"/>
                </a:lnTo>
                <a:lnTo>
                  <a:pt x="136" y="277"/>
                </a:lnTo>
                <a:lnTo>
                  <a:pt x="116" y="286"/>
                </a:lnTo>
                <a:lnTo>
                  <a:pt x="97" y="297"/>
                </a:lnTo>
                <a:lnTo>
                  <a:pt x="80" y="309"/>
                </a:lnTo>
                <a:lnTo>
                  <a:pt x="64" y="324"/>
                </a:lnTo>
                <a:lnTo>
                  <a:pt x="51" y="340"/>
                </a:lnTo>
                <a:lnTo>
                  <a:pt x="38" y="356"/>
                </a:lnTo>
                <a:lnTo>
                  <a:pt x="27" y="375"/>
                </a:lnTo>
                <a:lnTo>
                  <a:pt x="17" y="394"/>
                </a:lnTo>
                <a:lnTo>
                  <a:pt x="10" y="414"/>
                </a:lnTo>
                <a:lnTo>
                  <a:pt x="5" y="435"/>
                </a:lnTo>
                <a:lnTo>
                  <a:pt x="1" y="458"/>
                </a:lnTo>
                <a:lnTo>
                  <a:pt x="0" y="480"/>
                </a:lnTo>
                <a:lnTo>
                  <a:pt x="0" y="480"/>
                </a:lnTo>
                <a:lnTo>
                  <a:pt x="1" y="502"/>
                </a:lnTo>
                <a:lnTo>
                  <a:pt x="4" y="522"/>
                </a:lnTo>
                <a:lnTo>
                  <a:pt x="9" y="543"/>
                </a:lnTo>
                <a:lnTo>
                  <a:pt x="16" y="562"/>
                </a:lnTo>
                <a:lnTo>
                  <a:pt x="24" y="581"/>
                </a:lnTo>
                <a:lnTo>
                  <a:pt x="34" y="598"/>
                </a:lnTo>
                <a:lnTo>
                  <a:pt x="46" y="615"/>
                </a:lnTo>
                <a:lnTo>
                  <a:pt x="59" y="631"/>
                </a:lnTo>
                <a:lnTo>
                  <a:pt x="74" y="644"/>
                </a:lnTo>
                <a:lnTo>
                  <a:pt x="90" y="658"/>
                </a:lnTo>
                <a:lnTo>
                  <a:pt x="105" y="668"/>
                </a:lnTo>
                <a:lnTo>
                  <a:pt x="123" y="678"/>
                </a:lnTo>
                <a:lnTo>
                  <a:pt x="143" y="687"/>
                </a:lnTo>
                <a:lnTo>
                  <a:pt x="162" y="693"/>
                </a:lnTo>
                <a:lnTo>
                  <a:pt x="183" y="697"/>
                </a:lnTo>
                <a:lnTo>
                  <a:pt x="203" y="700"/>
                </a:lnTo>
                <a:lnTo>
                  <a:pt x="1029" y="701"/>
                </a:lnTo>
                <a:close/>
              </a:path>
            </a:pathLst>
          </a:custGeom>
          <a:gradFill>
            <a:gsLst>
              <a:gs pos="0">
                <a:schemeClr val="bg1"/>
              </a:gs>
              <a:gs pos="81000">
                <a:schemeClr val="accent1">
                  <a:lumMod val="40000"/>
                  <a:lumOff val="60000"/>
                </a:schemeClr>
              </a:gs>
            </a:gsLst>
            <a:path path="circle">
              <a:fillToRect r="100000" b="10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7C167BF1-329E-084F-BA6B-4849341C9077}"/>
              </a:ext>
            </a:extLst>
          </p:cNvPr>
          <p:cNvGrpSpPr/>
          <p:nvPr/>
        </p:nvGrpSpPr>
        <p:grpSpPr>
          <a:xfrm>
            <a:off x="9726629" y="495277"/>
            <a:ext cx="2171684" cy="1306719"/>
            <a:chOff x="9915526" y="1892300"/>
            <a:chExt cx="1116012" cy="671513"/>
          </a:xfrm>
          <a:solidFill>
            <a:schemeClr val="accent1"/>
          </a:solidFill>
        </p:grpSpPr>
        <p:sp>
          <p:nvSpPr>
            <p:cNvPr id="18" name="Freeform 80">
              <a:extLst>
                <a:ext uri="{FF2B5EF4-FFF2-40B4-BE49-F238E27FC236}">
                  <a16:creationId xmlns:a16="http://schemas.microsoft.com/office/drawing/2014/main" id="{969DA01E-5E72-BE45-88B3-F2D60E6E3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81">
              <a:extLst>
                <a:ext uri="{FF2B5EF4-FFF2-40B4-BE49-F238E27FC236}">
                  <a16:creationId xmlns:a16="http://schemas.microsoft.com/office/drawing/2014/main" id="{8A62019A-80F3-474F-9BAF-96F765086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82">
              <a:extLst>
                <a:ext uri="{FF2B5EF4-FFF2-40B4-BE49-F238E27FC236}">
                  <a16:creationId xmlns:a16="http://schemas.microsoft.com/office/drawing/2014/main" id="{87F9C1C5-3B75-0246-80F4-1D04BC703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83">
              <a:extLst>
                <a:ext uri="{FF2B5EF4-FFF2-40B4-BE49-F238E27FC236}">
                  <a16:creationId xmlns:a16="http://schemas.microsoft.com/office/drawing/2014/main" id="{578CA1E3-F873-4F4A-BC53-0462A0FD1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84">
              <a:extLst>
                <a:ext uri="{FF2B5EF4-FFF2-40B4-BE49-F238E27FC236}">
                  <a16:creationId xmlns:a16="http://schemas.microsoft.com/office/drawing/2014/main" id="{7B64C83B-D6C0-8942-90A3-E12E90BF0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85">
              <a:extLst>
                <a:ext uri="{FF2B5EF4-FFF2-40B4-BE49-F238E27FC236}">
                  <a16:creationId xmlns:a16="http://schemas.microsoft.com/office/drawing/2014/main" id="{4BBD7616-7553-1E48-8F8C-6861AFF07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86">
              <a:extLst>
                <a:ext uri="{FF2B5EF4-FFF2-40B4-BE49-F238E27FC236}">
                  <a16:creationId xmlns:a16="http://schemas.microsoft.com/office/drawing/2014/main" id="{F675A85F-2DF7-F443-AE4B-6D504AD3F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87">
              <a:extLst>
                <a:ext uri="{FF2B5EF4-FFF2-40B4-BE49-F238E27FC236}">
                  <a16:creationId xmlns:a16="http://schemas.microsoft.com/office/drawing/2014/main" id="{2B991D08-982E-D04C-B664-C193F88D4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88">
              <a:extLst>
                <a:ext uri="{FF2B5EF4-FFF2-40B4-BE49-F238E27FC236}">
                  <a16:creationId xmlns:a16="http://schemas.microsoft.com/office/drawing/2014/main" id="{32CD1D83-238C-CC4F-8F07-913C5DDC0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89">
              <a:extLst>
                <a:ext uri="{FF2B5EF4-FFF2-40B4-BE49-F238E27FC236}">
                  <a16:creationId xmlns:a16="http://schemas.microsoft.com/office/drawing/2014/main" id="{9DB5339B-7FA7-D648-9391-BF6E704D3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90">
              <a:extLst>
                <a:ext uri="{FF2B5EF4-FFF2-40B4-BE49-F238E27FC236}">
                  <a16:creationId xmlns:a16="http://schemas.microsoft.com/office/drawing/2014/main" id="{2942DF4A-D07C-224A-A856-7BEA3CBE2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91">
              <a:extLst>
                <a:ext uri="{FF2B5EF4-FFF2-40B4-BE49-F238E27FC236}">
                  <a16:creationId xmlns:a16="http://schemas.microsoft.com/office/drawing/2014/main" id="{91B37692-4695-384E-9143-CFE9D6B34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92">
              <a:extLst>
                <a:ext uri="{FF2B5EF4-FFF2-40B4-BE49-F238E27FC236}">
                  <a16:creationId xmlns:a16="http://schemas.microsoft.com/office/drawing/2014/main" id="{90CA0768-CCEC-0A45-9F8E-A0E3A7BFA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93">
              <a:extLst>
                <a:ext uri="{FF2B5EF4-FFF2-40B4-BE49-F238E27FC236}">
                  <a16:creationId xmlns:a16="http://schemas.microsoft.com/office/drawing/2014/main" id="{75B1B646-852C-B84D-B2D9-CB1651E1E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94">
              <a:extLst>
                <a:ext uri="{FF2B5EF4-FFF2-40B4-BE49-F238E27FC236}">
                  <a16:creationId xmlns:a16="http://schemas.microsoft.com/office/drawing/2014/main" id="{0936CDA8-9591-C841-8F5E-410922141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95">
              <a:extLst>
                <a:ext uri="{FF2B5EF4-FFF2-40B4-BE49-F238E27FC236}">
                  <a16:creationId xmlns:a16="http://schemas.microsoft.com/office/drawing/2014/main" id="{3D2EE14C-3E76-AC46-9D39-FC1549529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96">
              <a:extLst>
                <a:ext uri="{FF2B5EF4-FFF2-40B4-BE49-F238E27FC236}">
                  <a16:creationId xmlns:a16="http://schemas.microsoft.com/office/drawing/2014/main" id="{096F2DE9-8978-E649-8633-F8D337BCE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97">
              <a:extLst>
                <a:ext uri="{FF2B5EF4-FFF2-40B4-BE49-F238E27FC236}">
                  <a16:creationId xmlns:a16="http://schemas.microsoft.com/office/drawing/2014/main" id="{7D8D049C-6C11-2A47-A10D-CB31E6206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98">
              <a:extLst>
                <a:ext uri="{FF2B5EF4-FFF2-40B4-BE49-F238E27FC236}">
                  <a16:creationId xmlns:a16="http://schemas.microsoft.com/office/drawing/2014/main" id="{F660E2E3-580F-294B-9E20-F73499331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99">
              <a:extLst>
                <a:ext uri="{FF2B5EF4-FFF2-40B4-BE49-F238E27FC236}">
                  <a16:creationId xmlns:a16="http://schemas.microsoft.com/office/drawing/2014/main" id="{8D8713A0-C0EA-C441-9FD5-3F63ECFF7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100">
              <a:extLst>
                <a:ext uri="{FF2B5EF4-FFF2-40B4-BE49-F238E27FC236}">
                  <a16:creationId xmlns:a16="http://schemas.microsoft.com/office/drawing/2014/main" id="{8762D5D0-7F30-BB41-A027-6826222D4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101">
              <a:extLst>
                <a:ext uri="{FF2B5EF4-FFF2-40B4-BE49-F238E27FC236}">
                  <a16:creationId xmlns:a16="http://schemas.microsoft.com/office/drawing/2014/main" id="{3B224E26-00D4-AA4C-8C09-187BB5734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102">
              <a:extLst>
                <a:ext uri="{FF2B5EF4-FFF2-40B4-BE49-F238E27FC236}">
                  <a16:creationId xmlns:a16="http://schemas.microsoft.com/office/drawing/2014/main" id="{CCA90FC1-DB23-3744-8496-3EDCC3347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103">
              <a:extLst>
                <a:ext uri="{FF2B5EF4-FFF2-40B4-BE49-F238E27FC236}">
                  <a16:creationId xmlns:a16="http://schemas.microsoft.com/office/drawing/2014/main" id="{229BD1C2-63D5-DD40-96F9-E4DA51695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104">
              <a:extLst>
                <a:ext uri="{FF2B5EF4-FFF2-40B4-BE49-F238E27FC236}">
                  <a16:creationId xmlns:a16="http://schemas.microsoft.com/office/drawing/2014/main" id="{4DCF2A92-051B-4149-9469-B5FA6195A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105">
              <a:extLst>
                <a:ext uri="{FF2B5EF4-FFF2-40B4-BE49-F238E27FC236}">
                  <a16:creationId xmlns:a16="http://schemas.microsoft.com/office/drawing/2014/main" id="{9800F21D-23FE-3E4C-B9CF-ECECEBB5C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106">
              <a:extLst>
                <a:ext uri="{FF2B5EF4-FFF2-40B4-BE49-F238E27FC236}">
                  <a16:creationId xmlns:a16="http://schemas.microsoft.com/office/drawing/2014/main" id="{F75715B7-2E47-524A-8963-B605E9B37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107">
              <a:extLst>
                <a:ext uri="{FF2B5EF4-FFF2-40B4-BE49-F238E27FC236}">
                  <a16:creationId xmlns:a16="http://schemas.microsoft.com/office/drawing/2014/main" id="{8C9EFF90-411E-2D4F-B61A-6818E83DF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108">
              <a:extLst>
                <a:ext uri="{FF2B5EF4-FFF2-40B4-BE49-F238E27FC236}">
                  <a16:creationId xmlns:a16="http://schemas.microsoft.com/office/drawing/2014/main" id="{29A7643C-ACF8-224D-9D97-1EAA881BB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109">
              <a:extLst>
                <a:ext uri="{FF2B5EF4-FFF2-40B4-BE49-F238E27FC236}">
                  <a16:creationId xmlns:a16="http://schemas.microsoft.com/office/drawing/2014/main" id="{E86DBD0B-CA3B-8947-8B45-6964BD9F5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110">
              <a:extLst>
                <a:ext uri="{FF2B5EF4-FFF2-40B4-BE49-F238E27FC236}">
                  <a16:creationId xmlns:a16="http://schemas.microsoft.com/office/drawing/2014/main" id="{0634658C-704B-6B46-8336-580E29A92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111">
              <a:extLst>
                <a:ext uri="{FF2B5EF4-FFF2-40B4-BE49-F238E27FC236}">
                  <a16:creationId xmlns:a16="http://schemas.microsoft.com/office/drawing/2014/main" id="{2D7947B7-2F47-8840-A105-D52BC0AFD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112">
              <a:extLst>
                <a:ext uri="{FF2B5EF4-FFF2-40B4-BE49-F238E27FC236}">
                  <a16:creationId xmlns:a16="http://schemas.microsoft.com/office/drawing/2014/main" id="{E7E4F822-7D08-934E-8A16-B7EC98D86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113">
              <a:extLst>
                <a:ext uri="{FF2B5EF4-FFF2-40B4-BE49-F238E27FC236}">
                  <a16:creationId xmlns:a16="http://schemas.microsoft.com/office/drawing/2014/main" id="{B2FD1D79-0F27-6143-A7AD-9026AEEBF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114">
              <a:extLst>
                <a:ext uri="{FF2B5EF4-FFF2-40B4-BE49-F238E27FC236}">
                  <a16:creationId xmlns:a16="http://schemas.microsoft.com/office/drawing/2014/main" id="{A27188DB-EDFF-F84C-9A0D-A12704A34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115">
              <a:extLst>
                <a:ext uri="{FF2B5EF4-FFF2-40B4-BE49-F238E27FC236}">
                  <a16:creationId xmlns:a16="http://schemas.microsoft.com/office/drawing/2014/main" id="{84F2BDD7-7AF4-8D4A-9058-C57083412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116">
              <a:extLst>
                <a:ext uri="{FF2B5EF4-FFF2-40B4-BE49-F238E27FC236}">
                  <a16:creationId xmlns:a16="http://schemas.microsoft.com/office/drawing/2014/main" id="{EEDED0C7-C0F1-934C-B9F4-588FE5C51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117">
              <a:extLst>
                <a:ext uri="{FF2B5EF4-FFF2-40B4-BE49-F238E27FC236}">
                  <a16:creationId xmlns:a16="http://schemas.microsoft.com/office/drawing/2014/main" id="{C1AA105C-4666-E742-8164-608F9BFAE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118">
              <a:extLst>
                <a:ext uri="{FF2B5EF4-FFF2-40B4-BE49-F238E27FC236}">
                  <a16:creationId xmlns:a16="http://schemas.microsoft.com/office/drawing/2014/main" id="{555824A2-8C23-CB42-9067-8E00F42EA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119">
              <a:extLst>
                <a:ext uri="{FF2B5EF4-FFF2-40B4-BE49-F238E27FC236}">
                  <a16:creationId xmlns:a16="http://schemas.microsoft.com/office/drawing/2014/main" id="{87A800B1-C750-674A-8A19-00F88C018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120">
              <a:extLst>
                <a:ext uri="{FF2B5EF4-FFF2-40B4-BE49-F238E27FC236}">
                  <a16:creationId xmlns:a16="http://schemas.microsoft.com/office/drawing/2014/main" id="{F013A9D8-5154-C949-BB6E-108823C5B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121">
              <a:extLst>
                <a:ext uri="{FF2B5EF4-FFF2-40B4-BE49-F238E27FC236}">
                  <a16:creationId xmlns:a16="http://schemas.microsoft.com/office/drawing/2014/main" id="{FA87D99A-C1C5-BC45-B523-3271E8A2D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122">
              <a:extLst>
                <a:ext uri="{FF2B5EF4-FFF2-40B4-BE49-F238E27FC236}">
                  <a16:creationId xmlns:a16="http://schemas.microsoft.com/office/drawing/2014/main" id="{C2DDD2C4-78E1-824B-B345-BD25F4501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123">
              <a:extLst>
                <a:ext uri="{FF2B5EF4-FFF2-40B4-BE49-F238E27FC236}">
                  <a16:creationId xmlns:a16="http://schemas.microsoft.com/office/drawing/2014/main" id="{1A40CD1C-0C2D-3C45-B417-E45D701FB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124">
              <a:extLst>
                <a:ext uri="{FF2B5EF4-FFF2-40B4-BE49-F238E27FC236}">
                  <a16:creationId xmlns:a16="http://schemas.microsoft.com/office/drawing/2014/main" id="{1DA4F2B2-73C5-D644-B164-200AB8315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125">
              <a:extLst>
                <a:ext uri="{FF2B5EF4-FFF2-40B4-BE49-F238E27FC236}">
                  <a16:creationId xmlns:a16="http://schemas.microsoft.com/office/drawing/2014/main" id="{71EDB01B-8153-B04E-9E10-A4EFA38D6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126">
              <a:extLst>
                <a:ext uri="{FF2B5EF4-FFF2-40B4-BE49-F238E27FC236}">
                  <a16:creationId xmlns:a16="http://schemas.microsoft.com/office/drawing/2014/main" id="{98492756-9098-7443-A3DF-EB3D2E943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127">
              <a:extLst>
                <a:ext uri="{FF2B5EF4-FFF2-40B4-BE49-F238E27FC236}">
                  <a16:creationId xmlns:a16="http://schemas.microsoft.com/office/drawing/2014/main" id="{CD169349-5DB9-7F4C-9B39-AA7C2DE8D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128">
              <a:extLst>
                <a:ext uri="{FF2B5EF4-FFF2-40B4-BE49-F238E27FC236}">
                  <a16:creationId xmlns:a16="http://schemas.microsoft.com/office/drawing/2014/main" id="{418979E0-F1E1-D447-94CD-0641B2CCD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129">
              <a:extLst>
                <a:ext uri="{FF2B5EF4-FFF2-40B4-BE49-F238E27FC236}">
                  <a16:creationId xmlns:a16="http://schemas.microsoft.com/office/drawing/2014/main" id="{69F8D604-689C-1C43-8F64-3C5E1ED23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130">
              <a:extLst>
                <a:ext uri="{FF2B5EF4-FFF2-40B4-BE49-F238E27FC236}">
                  <a16:creationId xmlns:a16="http://schemas.microsoft.com/office/drawing/2014/main" id="{31352860-C1FE-4744-9E59-B98F68EAE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131">
              <a:extLst>
                <a:ext uri="{FF2B5EF4-FFF2-40B4-BE49-F238E27FC236}">
                  <a16:creationId xmlns:a16="http://schemas.microsoft.com/office/drawing/2014/main" id="{F51A87B3-25DC-A649-9B91-A403F4F53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132">
              <a:extLst>
                <a:ext uri="{FF2B5EF4-FFF2-40B4-BE49-F238E27FC236}">
                  <a16:creationId xmlns:a16="http://schemas.microsoft.com/office/drawing/2014/main" id="{6088008A-9D01-5B4B-92C7-80267808A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133">
              <a:extLst>
                <a:ext uri="{FF2B5EF4-FFF2-40B4-BE49-F238E27FC236}">
                  <a16:creationId xmlns:a16="http://schemas.microsoft.com/office/drawing/2014/main" id="{CC7CC95F-84CE-CB40-9972-66C0436BF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134">
              <a:extLst>
                <a:ext uri="{FF2B5EF4-FFF2-40B4-BE49-F238E27FC236}">
                  <a16:creationId xmlns:a16="http://schemas.microsoft.com/office/drawing/2014/main" id="{F6E27C7C-5B0C-8942-88DD-4D3E75C56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135">
              <a:extLst>
                <a:ext uri="{FF2B5EF4-FFF2-40B4-BE49-F238E27FC236}">
                  <a16:creationId xmlns:a16="http://schemas.microsoft.com/office/drawing/2014/main" id="{D2838426-AC1E-BC41-AD0B-4A348EB7B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136">
              <a:extLst>
                <a:ext uri="{FF2B5EF4-FFF2-40B4-BE49-F238E27FC236}">
                  <a16:creationId xmlns:a16="http://schemas.microsoft.com/office/drawing/2014/main" id="{3097C8A8-3FA6-7648-9DF4-6450E3832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137">
              <a:extLst>
                <a:ext uri="{FF2B5EF4-FFF2-40B4-BE49-F238E27FC236}">
                  <a16:creationId xmlns:a16="http://schemas.microsoft.com/office/drawing/2014/main" id="{3329E207-2257-E640-A100-48DA0B30D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138">
              <a:extLst>
                <a:ext uri="{FF2B5EF4-FFF2-40B4-BE49-F238E27FC236}">
                  <a16:creationId xmlns:a16="http://schemas.microsoft.com/office/drawing/2014/main" id="{03E71D91-ABC9-5C4C-A74E-10651423D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139">
              <a:extLst>
                <a:ext uri="{FF2B5EF4-FFF2-40B4-BE49-F238E27FC236}">
                  <a16:creationId xmlns:a16="http://schemas.microsoft.com/office/drawing/2014/main" id="{F007B062-7213-9048-B08B-5C3085269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140">
              <a:extLst>
                <a:ext uri="{FF2B5EF4-FFF2-40B4-BE49-F238E27FC236}">
                  <a16:creationId xmlns:a16="http://schemas.microsoft.com/office/drawing/2014/main" id="{BD50F5C8-6D9E-6A4C-AC59-27C8C6D39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141">
              <a:extLst>
                <a:ext uri="{FF2B5EF4-FFF2-40B4-BE49-F238E27FC236}">
                  <a16:creationId xmlns:a16="http://schemas.microsoft.com/office/drawing/2014/main" id="{EEDBA3A1-76F9-0D43-8E01-4B2573BB7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142">
              <a:extLst>
                <a:ext uri="{FF2B5EF4-FFF2-40B4-BE49-F238E27FC236}">
                  <a16:creationId xmlns:a16="http://schemas.microsoft.com/office/drawing/2014/main" id="{28312235-1963-3649-91BE-0B936C243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143">
              <a:extLst>
                <a:ext uri="{FF2B5EF4-FFF2-40B4-BE49-F238E27FC236}">
                  <a16:creationId xmlns:a16="http://schemas.microsoft.com/office/drawing/2014/main" id="{67277536-4386-7B46-8EE0-E2CD58099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144">
              <a:extLst>
                <a:ext uri="{FF2B5EF4-FFF2-40B4-BE49-F238E27FC236}">
                  <a16:creationId xmlns:a16="http://schemas.microsoft.com/office/drawing/2014/main" id="{DC308DA1-B05F-9444-8F17-7AF5FEFA4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145">
              <a:extLst>
                <a:ext uri="{FF2B5EF4-FFF2-40B4-BE49-F238E27FC236}">
                  <a16:creationId xmlns:a16="http://schemas.microsoft.com/office/drawing/2014/main" id="{3DAE8108-A7E2-A941-AE3C-2EDA02A18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146">
              <a:extLst>
                <a:ext uri="{FF2B5EF4-FFF2-40B4-BE49-F238E27FC236}">
                  <a16:creationId xmlns:a16="http://schemas.microsoft.com/office/drawing/2014/main" id="{00071FB1-7AC1-C448-8CB4-F12180D07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147">
              <a:extLst>
                <a:ext uri="{FF2B5EF4-FFF2-40B4-BE49-F238E27FC236}">
                  <a16:creationId xmlns:a16="http://schemas.microsoft.com/office/drawing/2014/main" id="{63DF2560-23C0-1D4E-AC3A-42F438156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148">
              <a:extLst>
                <a:ext uri="{FF2B5EF4-FFF2-40B4-BE49-F238E27FC236}">
                  <a16:creationId xmlns:a16="http://schemas.microsoft.com/office/drawing/2014/main" id="{FDC148D9-E858-DD41-BCA4-8D419BB88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149">
              <a:extLst>
                <a:ext uri="{FF2B5EF4-FFF2-40B4-BE49-F238E27FC236}">
                  <a16:creationId xmlns:a16="http://schemas.microsoft.com/office/drawing/2014/main" id="{3E299EFB-D967-FD44-A29D-E897B895B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150">
              <a:extLst>
                <a:ext uri="{FF2B5EF4-FFF2-40B4-BE49-F238E27FC236}">
                  <a16:creationId xmlns:a16="http://schemas.microsoft.com/office/drawing/2014/main" id="{6D150E3D-6B27-684F-B443-FB00C82E8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151">
              <a:extLst>
                <a:ext uri="{FF2B5EF4-FFF2-40B4-BE49-F238E27FC236}">
                  <a16:creationId xmlns:a16="http://schemas.microsoft.com/office/drawing/2014/main" id="{BB2EA046-3FF7-144A-934A-AAA3B934F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152">
              <a:extLst>
                <a:ext uri="{FF2B5EF4-FFF2-40B4-BE49-F238E27FC236}">
                  <a16:creationId xmlns:a16="http://schemas.microsoft.com/office/drawing/2014/main" id="{656A97D2-C09B-F142-BF3C-8CD821B89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153">
              <a:extLst>
                <a:ext uri="{FF2B5EF4-FFF2-40B4-BE49-F238E27FC236}">
                  <a16:creationId xmlns:a16="http://schemas.microsoft.com/office/drawing/2014/main" id="{D5062C4A-7277-3646-A97B-9AA65E60D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154">
              <a:extLst>
                <a:ext uri="{FF2B5EF4-FFF2-40B4-BE49-F238E27FC236}">
                  <a16:creationId xmlns:a16="http://schemas.microsoft.com/office/drawing/2014/main" id="{89C84B9F-D0D8-1E47-BC81-243276C0D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155">
              <a:extLst>
                <a:ext uri="{FF2B5EF4-FFF2-40B4-BE49-F238E27FC236}">
                  <a16:creationId xmlns:a16="http://schemas.microsoft.com/office/drawing/2014/main" id="{D27FCB7E-4C1E-EB45-B0AF-A514AB8F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156">
              <a:extLst>
                <a:ext uri="{FF2B5EF4-FFF2-40B4-BE49-F238E27FC236}">
                  <a16:creationId xmlns:a16="http://schemas.microsoft.com/office/drawing/2014/main" id="{7D8B44C4-3903-DB4E-A96E-908799576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157">
              <a:extLst>
                <a:ext uri="{FF2B5EF4-FFF2-40B4-BE49-F238E27FC236}">
                  <a16:creationId xmlns:a16="http://schemas.microsoft.com/office/drawing/2014/main" id="{A5C86319-7B25-DC4B-9B77-80A686882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158">
              <a:extLst>
                <a:ext uri="{FF2B5EF4-FFF2-40B4-BE49-F238E27FC236}">
                  <a16:creationId xmlns:a16="http://schemas.microsoft.com/office/drawing/2014/main" id="{3E2C0F6B-FAF0-D44C-8C6A-164E4EBE6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159">
              <a:extLst>
                <a:ext uri="{FF2B5EF4-FFF2-40B4-BE49-F238E27FC236}">
                  <a16:creationId xmlns:a16="http://schemas.microsoft.com/office/drawing/2014/main" id="{6095F1ED-EA6C-A742-91AF-9D88A47DB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160">
              <a:extLst>
                <a:ext uri="{FF2B5EF4-FFF2-40B4-BE49-F238E27FC236}">
                  <a16:creationId xmlns:a16="http://schemas.microsoft.com/office/drawing/2014/main" id="{772A4998-754C-1144-8C35-82DB51871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161">
              <a:extLst>
                <a:ext uri="{FF2B5EF4-FFF2-40B4-BE49-F238E27FC236}">
                  <a16:creationId xmlns:a16="http://schemas.microsoft.com/office/drawing/2014/main" id="{AE5967CA-375E-FF45-B93E-87C0A294B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162">
              <a:extLst>
                <a:ext uri="{FF2B5EF4-FFF2-40B4-BE49-F238E27FC236}">
                  <a16:creationId xmlns:a16="http://schemas.microsoft.com/office/drawing/2014/main" id="{5CE239A5-474D-3341-89D8-27B20595D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163">
              <a:extLst>
                <a:ext uri="{FF2B5EF4-FFF2-40B4-BE49-F238E27FC236}">
                  <a16:creationId xmlns:a16="http://schemas.microsoft.com/office/drawing/2014/main" id="{A6BEF84A-89CF-654A-A641-CC6E54C7D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235">
              <a:extLst>
                <a:ext uri="{FF2B5EF4-FFF2-40B4-BE49-F238E27FC236}">
                  <a16:creationId xmlns:a16="http://schemas.microsoft.com/office/drawing/2014/main" id="{18BCA7F1-057C-0544-8B00-410E9691E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242">
              <a:extLst>
                <a:ext uri="{FF2B5EF4-FFF2-40B4-BE49-F238E27FC236}">
                  <a16:creationId xmlns:a16="http://schemas.microsoft.com/office/drawing/2014/main" id="{9BFFD26F-6CE1-9A44-BF03-2799BD37C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249">
              <a:extLst>
                <a:ext uri="{FF2B5EF4-FFF2-40B4-BE49-F238E27FC236}">
                  <a16:creationId xmlns:a16="http://schemas.microsoft.com/office/drawing/2014/main" id="{8DC55ADB-C7CA-774E-B237-51E3B2332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256">
              <a:extLst>
                <a:ext uri="{FF2B5EF4-FFF2-40B4-BE49-F238E27FC236}">
                  <a16:creationId xmlns:a16="http://schemas.microsoft.com/office/drawing/2014/main" id="{1F2577D0-2B3C-A447-9E8B-892D6B1F9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263">
              <a:extLst>
                <a:ext uri="{FF2B5EF4-FFF2-40B4-BE49-F238E27FC236}">
                  <a16:creationId xmlns:a16="http://schemas.microsoft.com/office/drawing/2014/main" id="{0D3D6812-8BFA-B441-BE5F-D7B3AA640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270">
              <a:extLst>
                <a:ext uri="{FF2B5EF4-FFF2-40B4-BE49-F238E27FC236}">
                  <a16:creationId xmlns:a16="http://schemas.microsoft.com/office/drawing/2014/main" id="{F1894C6F-EAD9-D84B-95E8-1AD70BEC0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277">
              <a:extLst>
                <a:ext uri="{FF2B5EF4-FFF2-40B4-BE49-F238E27FC236}">
                  <a16:creationId xmlns:a16="http://schemas.microsoft.com/office/drawing/2014/main" id="{A1560F4F-269F-1B45-AAD4-A657EB93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284">
              <a:extLst>
                <a:ext uri="{FF2B5EF4-FFF2-40B4-BE49-F238E27FC236}">
                  <a16:creationId xmlns:a16="http://schemas.microsoft.com/office/drawing/2014/main" id="{AB41381C-17E7-2644-B7C8-33BF321E2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291">
              <a:extLst>
                <a:ext uri="{FF2B5EF4-FFF2-40B4-BE49-F238E27FC236}">
                  <a16:creationId xmlns:a16="http://schemas.microsoft.com/office/drawing/2014/main" id="{9E5C1F69-CE0E-674A-950E-3E4DFEE4D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298">
              <a:extLst>
                <a:ext uri="{FF2B5EF4-FFF2-40B4-BE49-F238E27FC236}">
                  <a16:creationId xmlns:a16="http://schemas.microsoft.com/office/drawing/2014/main" id="{0E449111-BC8F-F944-AD83-E49D35DAC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305">
              <a:extLst>
                <a:ext uri="{FF2B5EF4-FFF2-40B4-BE49-F238E27FC236}">
                  <a16:creationId xmlns:a16="http://schemas.microsoft.com/office/drawing/2014/main" id="{3E72D912-F74B-A54D-81E5-A45273415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312">
              <a:extLst>
                <a:ext uri="{FF2B5EF4-FFF2-40B4-BE49-F238E27FC236}">
                  <a16:creationId xmlns:a16="http://schemas.microsoft.com/office/drawing/2014/main" id="{811372FD-2C18-E84B-9F37-A84E45597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6" name="Freeform 579">
            <a:extLst>
              <a:ext uri="{FF2B5EF4-FFF2-40B4-BE49-F238E27FC236}">
                <a16:creationId xmlns:a16="http://schemas.microsoft.com/office/drawing/2014/main" id="{5E5E7D07-482F-B34B-85D9-99BCFC034436}"/>
              </a:ext>
            </a:extLst>
          </p:cNvPr>
          <p:cNvSpPr>
            <a:spLocks/>
          </p:cNvSpPr>
          <p:nvPr/>
        </p:nvSpPr>
        <p:spPr bwMode="auto">
          <a:xfrm>
            <a:off x="6438763" y="1688726"/>
            <a:ext cx="5753237" cy="5169274"/>
          </a:xfrm>
          <a:custGeom>
            <a:avLst/>
            <a:gdLst>
              <a:gd name="T0" fmla="*/ 3290 w 3332"/>
              <a:gd name="T1" fmla="*/ 2991 h 2992"/>
              <a:gd name="T2" fmla="*/ 3316 w 3332"/>
              <a:gd name="T3" fmla="*/ 2976 h 2992"/>
              <a:gd name="T4" fmla="*/ 3331 w 3332"/>
              <a:gd name="T5" fmla="*/ 2950 h 2992"/>
              <a:gd name="T6" fmla="*/ 3332 w 3332"/>
              <a:gd name="T7" fmla="*/ 0 h 2992"/>
              <a:gd name="T8" fmla="*/ 3313 w 3332"/>
              <a:gd name="T9" fmla="*/ 97 h 2992"/>
              <a:gd name="T10" fmla="*/ 3288 w 3332"/>
              <a:gd name="T11" fmla="*/ 183 h 2992"/>
              <a:gd name="T12" fmla="*/ 3259 w 3332"/>
              <a:gd name="T13" fmla="*/ 258 h 2992"/>
              <a:gd name="T14" fmla="*/ 3226 w 3332"/>
              <a:gd name="T15" fmla="*/ 323 h 2992"/>
              <a:gd name="T16" fmla="*/ 3188 w 3332"/>
              <a:gd name="T17" fmla="*/ 379 h 2992"/>
              <a:gd name="T18" fmla="*/ 3148 w 3332"/>
              <a:gd name="T19" fmla="*/ 427 h 2992"/>
              <a:gd name="T20" fmla="*/ 3103 w 3332"/>
              <a:gd name="T21" fmla="*/ 468 h 2992"/>
              <a:gd name="T22" fmla="*/ 3056 w 3332"/>
              <a:gd name="T23" fmla="*/ 504 h 2992"/>
              <a:gd name="T24" fmla="*/ 2953 w 3332"/>
              <a:gd name="T25" fmla="*/ 556 h 2992"/>
              <a:gd name="T26" fmla="*/ 2843 w 3332"/>
              <a:gd name="T27" fmla="*/ 591 h 2992"/>
              <a:gd name="T28" fmla="*/ 2686 w 3332"/>
              <a:gd name="T29" fmla="*/ 623 h 2992"/>
              <a:gd name="T30" fmla="*/ 2485 w 3332"/>
              <a:gd name="T31" fmla="*/ 661 h 2992"/>
              <a:gd name="T32" fmla="*/ 2367 w 3332"/>
              <a:gd name="T33" fmla="*/ 693 h 2992"/>
              <a:gd name="T34" fmla="*/ 2290 w 3332"/>
              <a:gd name="T35" fmla="*/ 722 h 2992"/>
              <a:gd name="T36" fmla="*/ 2182 w 3332"/>
              <a:gd name="T37" fmla="*/ 776 h 2992"/>
              <a:gd name="T38" fmla="*/ 2081 w 3332"/>
              <a:gd name="T39" fmla="*/ 836 h 2992"/>
              <a:gd name="T40" fmla="*/ 1990 w 3332"/>
              <a:gd name="T41" fmla="*/ 907 h 2992"/>
              <a:gd name="T42" fmla="*/ 1904 w 3332"/>
              <a:gd name="T43" fmla="*/ 988 h 2992"/>
              <a:gd name="T44" fmla="*/ 1821 w 3332"/>
              <a:gd name="T45" fmla="*/ 1083 h 2992"/>
              <a:gd name="T46" fmla="*/ 1743 w 3332"/>
              <a:gd name="T47" fmla="*/ 1192 h 2992"/>
              <a:gd name="T48" fmla="*/ 1667 w 3332"/>
              <a:gd name="T49" fmla="*/ 1316 h 2992"/>
              <a:gd name="T50" fmla="*/ 1589 w 3332"/>
              <a:gd name="T51" fmla="*/ 1459 h 2992"/>
              <a:gd name="T52" fmla="*/ 1483 w 3332"/>
              <a:gd name="T53" fmla="*/ 1679 h 2992"/>
              <a:gd name="T54" fmla="*/ 1370 w 3332"/>
              <a:gd name="T55" fmla="*/ 1936 h 2992"/>
              <a:gd name="T56" fmla="*/ 1327 w 3332"/>
              <a:gd name="T57" fmla="*/ 2024 h 2992"/>
              <a:gd name="T58" fmla="*/ 1293 w 3332"/>
              <a:gd name="T59" fmla="*/ 2076 h 2992"/>
              <a:gd name="T60" fmla="*/ 1258 w 3332"/>
              <a:gd name="T61" fmla="*/ 2119 h 2992"/>
              <a:gd name="T62" fmla="*/ 1220 w 3332"/>
              <a:gd name="T63" fmla="*/ 2154 h 2992"/>
              <a:gd name="T64" fmla="*/ 1183 w 3332"/>
              <a:gd name="T65" fmla="*/ 2181 h 2992"/>
              <a:gd name="T66" fmla="*/ 1130 w 3332"/>
              <a:gd name="T67" fmla="*/ 2205 h 2992"/>
              <a:gd name="T68" fmla="*/ 1046 w 3332"/>
              <a:gd name="T69" fmla="*/ 2224 h 2992"/>
              <a:gd name="T70" fmla="*/ 959 w 3332"/>
              <a:gd name="T71" fmla="*/ 2225 h 2992"/>
              <a:gd name="T72" fmla="*/ 839 w 3332"/>
              <a:gd name="T73" fmla="*/ 2213 h 2992"/>
              <a:gd name="T74" fmla="*/ 716 w 3332"/>
              <a:gd name="T75" fmla="*/ 2201 h 2992"/>
              <a:gd name="T76" fmla="*/ 624 w 3332"/>
              <a:gd name="T77" fmla="*/ 2201 h 2992"/>
              <a:gd name="T78" fmla="*/ 531 w 3332"/>
              <a:gd name="T79" fmla="*/ 2218 h 2992"/>
              <a:gd name="T80" fmla="*/ 471 w 3332"/>
              <a:gd name="T81" fmla="*/ 2240 h 2992"/>
              <a:gd name="T82" fmla="*/ 373 w 3332"/>
              <a:gd name="T83" fmla="*/ 2294 h 2992"/>
              <a:gd name="T84" fmla="*/ 289 w 3332"/>
              <a:gd name="T85" fmla="*/ 2355 h 2992"/>
              <a:gd name="T86" fmla="*/ 218 w 3332"/>
              <a:gd name="T87" fmla="*/ 2421 h 2992"/>
              <a:gd name="T88" fmla="*/ 160 w 3332"/>
              <a:gd name="T89" fmla="*/ 2491 h 2992"/>
              <a:gd name="T90" fmla="*/ 111 w 3332"/>
              <a:gd name="T91" fmla="*/ 2566 h 2992"/>
              <a:gd name="T92" fmla="*/ 74 w 3332"/>
              <a:gd name="T93" fmla="*/ 2643 h 2992"/>
              <a:gd name="T94" fmla="*/ 46 w 3332"/>
              <a:gd name="T95" fmla="*/ 2720 h 2992"/>
              <a:gd name="T96" fmla="*/ 24 w 3332"/>
              <a:gd name="T97" fmla="*/ 2797 h 2992"/>
              <a:gd name="T98" fmla="*/ 4 w 3332"/>
              <a:gd name="T99" fmla="*/ 2945 h 29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332" h="2992">
                <a:moveTo>
                  <a:pt x="3279" y="2992"/>
                </a:moveTo>
                <a:lnTo>
                  <a:pt x="3279" y="2992"/>
                </a:lnTo>
                <a:lnTo>
                  <a:pt x="3290" y="2991"/>
                </a:lnTo>
                <a:lnTo>
                  <a:pt x="3299" y="2987"/>
                </a:lnTo>
                <a:lnTo>
                  <a:pt x="3309" y="2982"/>
                </a:lnTo>
                <a:lnTo>
                  <a:pt x="3316" y="2976"/>
                </a:lnTo>
                <a:lnTo>
                  <a:pt x="3324" y="2969"/>
                </a:lnTo>
                <a:lnTo>
                  <a:pt x="3328" y="2959"/>
                </a:lnTo>
                <a:lnTo>
                  <a:pt x="3331" y="2950"/>
                </a:lnTo>
                <a:lnTo>
                  <a:pt x="3332" y="2939"/>
                </a:lnTo>
                <a:lnTo>
                  <a:pt x="3332" y="0"/>
                </a:lnTo>
                <a:lnTo>
                  <a:pt x="3332" y="0"/>
                </a:lnTo>
                <a:lnTo>
                  <a:pt x="3326" y="34"/>
                </a:lnTo>
                <a:lnTo>
                  <a:pt x="3320" y="66"/>
                </a:lnTo>
                <a:lnTo>
                  <a:pt x="3313" y="97"/>
                </a:lnTo>
                <a:lnTo>
                  <a:pt x="3305" y="126"/>
                </a:lnTo>
                <a:lnTo>
                  <a:pt x="3297" y="155"/>
                </a:lnTo>
                <a:lnTo>
                  <a:pt x="3288" y="183"/>
                </a:lnTo>
                <a:lnTo>
                  <a:pt x="3279" y="208"/>
                </a:lnTo>
                <a:lnTo>
                  <a:pt x="3269" y="234"/>
                </a:lnTo>
                <a:lnTo>
                  <a:pt x="3259" y="258"/>
                </a:lnTo>
                <a:lnTo>
                  <a:pt x="3249" y="281"/>
                </a:lnTo>
                <a:lnTo>
                  <a:pt x="3238" y="303"/>
                </a:lnTo>
                <a:lnTo>
                  <a:pt x="3226" y="323"/>
                </a:lnTo>
                <a:lnTo>
                  <a:pt x="3213" y="343"/>
                </a:lnTo>
                <a:lnTo>
                  <a:pt x="3201" y="362"/>
                </a:lnTo>
                <a:lnTo>
                  <a:pt x="3188" y="379"/>
                </a:lnTo>
                <a:lnTo>
                  <a:pt x="3176" y="396"/>
                </a:lnTo>
                <a:lnTo>
                  <a:pt x="3161" y="413"/>
                </a:lnTo>
                <a:lnTo>
                  <a:pt x="3148" y="427"/>
                </a:lnTo>
                <a:lnTo>
                  <a:pt x="3134" y="442"/>
                </a:lnTo>
                <a:lnTo>
                  <a:pt x="3118" y="456"/>
                </a:lnTo>
                <a:lnTo>
                  <a:pt x="3103" y="468"/>
                </a:lnTo>
                <a:lnTo>
                  <a:pt x="3088" y="481"/>
                </a:lnTo>
                <a:lnTo>
                  <a:pt x="3072" y="493"/>
                </a:lnTo>
                <a:lnTo>
                  <a:pt x="3056" y="504"/>
                </a:lnTo>
                <a:lnTo>
                  <a:pt x="3024" y="523"/>
                </a:lnTo>
                <a:lnTo>
                  <a:pt x="2989" y="540"/>
                </a:lnTo>
                <a:lnTo>
                  <a:pt x="2953" y="556"/>
                </a:lnTo>
                <a:lnTo>
                  <a:pt x="2917" y="569"/>
                </a:lnTo>
                <a:lnTo>
                  <a:pt x="2881" y="581"/>
                </a:lnTo>
                <a:lnTo>
                  <a:pt x="2843" y="591"/>
                </a:lnTo>
                <a:lnTo>
                  <a:pt x="2805" y="600"/>
                </a:lnTo>
                <a:lnTo>
                  <a:pt x="2766" y="609"/>
                </a:lnTo>
                <a:lnTo>
                  <a:pt x="2686" y="623"/>
                </a:lnTo>
                <a:lnTo>
                  <a:pt x="2606" y="638"/>
                </a:lnTo>
                <a:lnTo>
                  <a:pt x="2525" y="652"/>
                </a:lnTo>
                <a:lnTo>
                  <a:pt x="2485" y="661"/>
                </a:lnTo>
                <a:lnTo>
                  <a:pt x="2446" y="670"/>
                </a:lnTo>
                <a:lnTo>
                  <a:pt x="2406" y="681"/>
                </a:lnTo>
                <a:lnTo>
                  <a:pt x="2367" y="693"/>
                </a:lnTo>
                <a:lnTo>
                  <a:pt x="2328" y="707"/>
                </a:lnTo>
                <a:lnTo>
                  <a:pt x="2290" y="722"/>
                </a:lnTo>
                <a:lnTo>
                  <a:pt x="2290" y="722"/>
                </a:lnTo>
                <a:lnTo>
                  <a:pt x="2253" y="739"/>
                </a:lnTo>
                <a:lnTo>
                  <a:pt x="2217" y="756"/>
                </a:lnTo>
                <a:lnTo>
                  <a:pt x="2182" y="776"/>
                </a:lnTo>
                <a:lnTo>
                  <a:pt x="2147" y="795"/>
                </a:lnTo>
                <a:lnTo>
                  <a:pt x="2114" y="815"/>
                </a:lnTo>
                <a:lnTo>
                  <a:pt x="2081" y="836"/>
                </a:lnTo>
                <a:lnTo>
                  <a:pt x="2050" y="859"/>
                </a:lnTo>
                <a:lnTo>
                  <a:pt x="2020" y="882"/>
                </a:lnTo>
                <a:lnTo>
                  <a:pt x="1990" y="907"/>
                </a:lnTo>
                <a:lnTo>
                  <a:pt x="1961" y="933"/>
                </a:lnTo>
                <a:lnTo>
                  <a:pt x="1932" y="961"/>
                </a:lnTo>
                <a:lnTo>
                  <a:pt x="1904" y="988"/>
                </a:lnTo>
                <a:lnTo>
                  <a:pt x="1876" y="1019"/>
                </a:lnTo>
                <a:lnTo>
                  <a:pt x="1849" y="1050"/>
                </a:lnTo>
                <a:lnTo>
                  <a:pt x="1821" y="1083"/>
                </a:lnTo>
                <a:lnTo>
                  <a:pt x="1796" y="1118"/>
                </a:lnTo>
                <a:lnTo>
                  <a:pt x="1769" y="1154"/>
                </a:lnTo>
                <a:lnTo>
                  <a:pt x="1743" y="1192"/>
                </a:lnTo>
                <a:lnTo>
                  <a:pt x="1717" y="1231"/>
                </a:lnTo>
                <a:lnTo>
                  <a:pt x="1692" y="1273"/>
                </a:lnTo>
                <a:lnTo>
                  <a:pt x="1667" y="1316"/>
                </a:lnTo>
                <a:lnTo>
                  <a:pt x="1640" y="1362"/>
                </a:lnTo>
                <a:lnTo>
                  <a:pt x="1615" y="1409"/>
                </a:lnTo>
                <a:lnTo>
                  <a:pt x="1589" y="1459"/>
                </a:lnTo>
                <a:lnTo>
                  <a:pt x="1563" y="1511"/>
                </a:lnTo>
                <a:lnTo>
                  <a:pt x="1536" y="1564"/>
                </a:lnTo>
                <a:lnTo>
                  <a:pt x="1483" y="1679"/>
                </a:lnTo>
                <a:lnTo>
                  <a:pt x="1427" y="1802"/>
                </a:lnTo>
                <a:lnTo>
                  <a:pt x="1370" y="1936"/>
                </a:lnTo>
                <a:lnTo>
                  <a:pt x="1370" y="1936"/>
                </a:lnTo>
                <a:lnTo>
                  <a:pt x="1349" y="1982"/>
                </a:lnTo>
                <a:lnTo>
                  <a:pt x="1338" y="2003"/>
                </a:lnTo>
                <a:lnTo>
                  <a:pt x="1327" y="2024"/>
                </a:lnTo>
                <a:lnTo>
                  <a:pt x="1316" y="2042"/>
                </a:lnTo>
                <a:lnTo>
                  <a:pt x="1305" y="2060"/>
                </a:lnTo>
                <a:lnTo>
                  <a:pt x="1293" y="2076"/>
                </a:lnTo>
                <a:lnTo>
                  <a:pt x="1282" y="2091"/>
                </a:lnTo>
                <a:lnTo>
                  <a:pt x="1270" y="2106"/>
                </a:lnTo>
                <a:lnTo>
                  <a:pt x="1258" y="2119"/>
                </a:lnTo>
                <a:lnTo>
                  <a:pt x="1246" y="2132"/>
                </a:lnTo>
                <a:lnTo>
                  <a:pt x="1234" y="2143"/>
                </a:lnTo>
                <a:lnTo>
                  <a:pt x="1220" y="2154"/>
                </a:lnTo>
                <a:lnTo>
                  <a:pt x="1208" y="2164"/>
                </a:lnTo>
                <a:lnTo>
                  <a:pt x="1195" y="2172"/>
                </a:lnTo>
                <a:lnTo>
                  <a:pt x="1183" y="2181"/>
                </a:lnTo>
                <a:lnTo>
                  <a:pt x="1170" y="2188"/>
                </a:lnTo>
                <a:lnTo>
                  <a:pt x="1156" y="2194"/>
                </a:lnTo>
                <a:lnTo>
                  <a:pt x="1130" y="2205"/>
                </a:lnTo>
                <a:lnTo>
                  <a:pt x="1102" y="2213"/>
                </a:lnTo>
                <a:lnTo>
                  <a:pt x="1074" y="2219"/>
                </a:lnTo>
                <a:lnTo>
                  <a:pt x="1046" y="2224"/>
                </a:lnTo>
                <a:lnTo>
                  <a:pt x="1017" y="2225"/>
                </a:lnTo>
                <a:lnTo>
                  <a:pt x="988" y="2227"/>
                </a:lnTo>
                <a:lnTo>
                  <a:pt x="959" y="2225"/>
                </a:lnTo>
                <a:lnTo>
                  <a:pt x="930" y="2223"/>
                </a:lnTo>
                <a:lnTo>
                  <a:pt x="900" y="2221"/>
                </a:lnTo>
                <a:lnTo>
                  <a:pt x="839" y="2213"/>
                </a:lnTo>
                <a:lnTo>
                  <a:pt x="778" y="2207"/>
                </a:lnTo>
                <a:lnTo>
                  <a:pt x="748" y="2204"/>
                </a:lnTo>
                <a:lnTo>
                  <a:pt x="716" y="2201"/>
                </a:lnTo>
                <a:lnTo>
                  <a:pt x="686" y="2200"/>
                </a:lnTo>
                <a:lnTo>
                  <a:pt x="654" y="2200"/>
                </a:lnTo>
                <a:lnTo>
                  <a:pt x="624" y="2201"/>
                </a:lnTo>
                <a:lnTo>
                  <a:pt x="593" y="2205"/>
                </a:lnTo>
                <a:lnTo>
                  <a:pt x="563" y="2210"/>
                </a:lnTo>
                <a:lnTo>
                  <a:pt x="531" y="2218"/>
                </a:lnTo>
                <a:lnTo>
                  <a:pt x="501" y="2228"/>
                </a:lnTo>
                <a:lnTo>
                  <a:pt x="471" y="2240"/>
                </a:lnTo>
                <a:lnTo>
                  <a:pt x="471" y="2240"/>
                </a:lnTo>
                <a:lnTo>
                  <a:pt x="437" y="2257"/>
                </a:lnTo>
                <a:lnTo>
                  <a:pt x="404" y="2275"/>
                </a:lnTo>
                <a:lnTo>
                  <a:pt x="373" y="2294"/>
                </a:lnTo>
                <a:lnTo>
                  <a:pt x="344" y="2314"/>
                </a:lnTo>
                <a:lnTo>
                  <a:pt x="316" y="2333"/>
                </a:lnTo>
                <a:lnTo>
                  <a:pt x="289" y="2355"/>
                </a:lnTo>
                <a:lnTo>
                  <a:pt x="264" y="2377"/>
                </a:lnTo>
                <a:lnTo>
                  <a:pt x="241" y="2398"/>
                </a:lnTo>
                <a:lnTo>
                  <a:pt x="218" y="2421"/>
                </a:lnTo>
                <a:lnTo>
                  <a:pt x="197" y="2444"/>
                </a:lnTo>
                <a:lnTo>
                  <a:pt x="178" y="2467"/>
                </a:lnTo>
                <a:lnTo>
                  <a:pt x="160" y="2491"/>
                </a:lnTo>
                <a:lnTo>
                  <a:pt x="143" y="2517"/>
                </a:lnTo>
                <a:lnTo>
                  <a:pt x="126" y="2541"/>
                </a:lnTo>
                <a:lnTo>
                  <a:pt x="111" y="2566"/>
                </a:lnTo>
                <a:lnTo>
                  <a:pt x="98" y="2592"/>
                </a:lnTo>
                <a:lnTo>
                  <a:pt x="86" y="2617"/>
                </a:lnTo>
                <a:lnTo>
                  <a:pt x="74" y="2643"/>
                </a:lnTo>
                <a:lnTo>
                  <a:pt x="64" y="2668"/>
                </a:lnTo>
                <a:lnTo>
                  <a:pt x="55" y="2695"/>
                </a:lnTo>
                <a:lnTo>
                  <a:pt x="46" y="2720"/>
                </a:lnTo>
                <a:lnTo>
                  <a:pt x="38" y="2745"/>
                </a:lnTo>
                <a:lnTo>
                  <a:pt x="32" y="2772"/>
                </a:lnTo>
                <a:lnTo>
                  <a:pt x="24" y="2797"/>
                </a:lnTo>
                <a:lnTo>
                  <a:pt x="15" y="2848"/>
                </a:lnTo>
                <a:lnTo>
                  <a:pt x="7" y="2898"/>
                </a:lnTo>
                <a:lnTo>
                  <a:pt x="4" y="2945"/>
                </a:lnTo>
                <a:lnTo>
                  <a:pt x="0" y="2992"/>
                </a:lnTo>
                <a:lnTo>
                  <a:pt x="3279" y="29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Rounded Rectangle 13">
            <a:extLst>
              <a:ext uri="{FF2B5EF4-FFF2-40B4-BE49-F238E27FC236}">
                <a16:creationId xmlns:a16="http://schemas.microsoft.com/office/drawing/2014/main" id="{1FE19009-1925-9740-A11E-E6BDDDAA9C27}"/>
              </a:ext>
            </a:extLst>
          </p:cNvPr>
          <p:cNvSpPr/>
          <p:nvPr/>
        </p:nvSpPr>
        <p:spPr>
          <a:xfrm>
            <a:off x="3218688" y="1189039"/>
            <a:ext cx="8385936" cy="4788764"/>
          </a:xfrm>
          <a:prstGeom prst="roundRect">
            <a:avLst>
              <a:gd name="adj" fmla="val 3646"/>
            </a:avLst>
          </a:prstGeom>
          <a:solidFill>
            <a:schemeClr val="bg1"/>
          </a:solidFill>
          <a:ln>
            <a:noFill/>
          </a:ln>
          <a:effectLst>
            <a:outerShdw blurRad="381000" sx="105000" sy="105000" algn="ctr" rotWithShape="0">
              <a:schemeClr val="accent1">
                <a:lumMod val="75000"/>
                <a:alpha val="17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9D9755DE-6544-FB4E-B359-5DB6DF99F4FD}"/>
              </a:ext>
            </a:extLst>
          </p:cNvPr>
          <p:cNvSpPr/>
          <p:nvPr/>
        </p:nvSpPr>
        <p:spPr>
          <a:xfrm>
            <a:off x="-775855" y="593293"/>
            <a:ext cx="443346" cy="443346"/>
          </a:xfrm>
          <a:prstGeom prst="ellipse">
            <a:avLst/>
          </a:prstGeom>
          <a:solidFill>
            <a:srgbClr val="F4A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0FEA0869-94F2-004F-AC89-F9278109A05B}"/>
              </a:ext>
            </a:extLst>
          </p:cNvPr>
          <p:cNvSpPr/>
          <p:nvPr/>
        </p:nvSpPr>
        <p:spPr>
          <a:xfrm>
            <a:off x="-775855" y="1189039"/>
            <a:ext cx="443346" cy="443346"/>
          </a:xfrm>
          <a:prstGeom prst="ellipse">
            <a:avLst/>
          </a:prstGeom>
          <a:solidFill>
            <a:srgbClr val="00A1A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07C3147D-5DFA-5749-9EAE-D2B3AB906D5E}"/>
              </a:ext>
            </a:extLst>
          </p:cNvPr>
          <p:cNvSpPr/>
          <p:nvPr/>
        </p:nvSpPr>
        <p:spPr>
          <a:xfrm>
            <a:off x="-775855" y="-2453"/>
            <a:ext cx="443346" cy="443346"/>
          </a:xfrm>
          <a:prstGeom prst="ellipse">
            <a:avLst/>
          </a:prstGeom>
          <a:solidFill>
            <a:srgbClr val="27316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7084978D-2DE8-D748-9A4C-73FED57E8A3D}"/>
              </a:ext>
            </a:extLst>
          </p:cNvPr>
          <p:cNvSpPr/>
          <p:nvPr/>
        </p:nvSpPr>
        <p:spPr>
          <a:xfrm>
            <a:off x="-775855" y="2549095"/>
            <a:ext cx="443346" cy="443346"/>
          </a:xfrm>
          <a:prstGeom prst="ellipse">
            <a:avLst/>
          </a:prstGeom>
          <a:solidFill>
            <a:srgbClr val="FFC61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70A2C972-8617-234F-85E6-EA668DCC735A}"/>
              </a:ext>
            </a:extLst>
          </p:cNvPr>
          <p:cNvSpPr/>
          <p:nvPr/>
        </p:nvSpPr>
        <p:spPr>
          <a:xfrm>
            <a:off x="-775855" y="3149602"/>
            <a:ext cx="443346" cy="443346"/>
          </a:xfrm>
          <a:prstGeom prst="ellipse">
            <a:avLst/>
          </a:prstGeom>
          <a:solidFill>
            <a:srgbClr val="C6E9F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BDA6EEBD-F913-6F4E-AB2E-9C1C28B511E7}"/>
              </a:ext>
            </a:extLst>
          </p:cNvPr>
          <p:cNvSpPr/>
          <p:nvPr/>
        </p:nvSpPr>
        <p:spPr>
          <a:xfrm>
            <a:off x="-775855" y="1864298"/>
            <a:ext cx="443346" cy="443346"/>
          </a:xfrm>
          <a:prstGeom prst="ellipse">
            <a:avLst/>
          </a:prstGeom>
          <a:solidFill>
            <a:srgbClr val="9F8ED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96BF65B7-B8A7-454F-87A9-1D4A7BC8EF72}"/>
              </a:ext>
            </a:extLst>
          </p:cNvPr>
          <p:cNvSpPr/>
          <p:nvPr/>
        </p:nvSpPr>
        <p:spPr>
          <a:xfrm>
            <a:off x="-775855" y="3750109"/>
            <a:ext cx="443346" cy="4433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432">
            <a:extLst>
              <a:ext uri="{FF2B5EF4-FFF2-40B4-BE49-F238E27FC236}">
                <a16:creationId xmlns:a16="http://schemas.microsoft.com/office/drawing/2014/main" id="{B4B25F5F-0744-CD4F-A508-4E552853E175}"/>
              </a:ext>
            </a:extLst>
          </p:cNvPr>
          <p:cNvSpPr>
            <a:spLocks/>
          </p:cNvSpPr>
          <p:nvPr/>
        </p:nvSpPr>
        <p:spPr bwMode="auto">
          <a:xfrm>
            <a:off x="6846514" y="1189038"/>
            <a:ext cx="4774996" cy="2479675"/>
          </a:xfrm>
          <a:custGeom>
            <a:avLst/>
            <a:gdLst>
              <a:gd name="T0" fmla="*/ 3675 w 3676"/>
              <a:gd name="T1" fmla="*/ 146 h 1909"/>
              <a:gd name="T2" fmla="*/ 3663 w 3676"/>
              <a:gd name="T3" fmla="*/ 99 h 1909"/>
              <a:gd name="T4" fmla="*/ 3639 w 3676"/>
              <a:gd name="T5" fmla="*/ 59 h 1909"/>
              <a:gd name="T6" fmla="*/ 3604 w 3676"/>
              <a:gd name="T7" fmla="*/ 28 h 1909"/>
              <a:gd name="T8" fmla="*/ 3561 w 3676"/>
              <a:gd name="T9" fmla="*/ 7 h 1909"/>
              <a:gd name="T10" fmla="*/ 3512 w 3676"/>
              <a:gd name="T11" fmla="*/ 0 h 1909"/>
              <a:gd name="T12" fmla="*/ 8 w 3676"/>
              <a:gd name="T13" fmla="*/ 17 h 1909"/>
              <a:gd name="T14" fmla="*/ 1 w 3676"/>
              <a:gd name="T15" fmla="*/ 69 h 1909"/>
              <a:gd name="T16" fmla="*/ 1 w 3676"/>
              <a:gd name="T17" fmla="*/ 118 h 1909"/>
              <a:gd name="T18" fmla="*/ 7 w 3676"/>
              <a:gd name="T19" fmla="*/ 166 h 1909"/>
              <a:gd name="T20" fmla="*/ 38 w 3676"/>
              <a:gd name="T21" fmla="*/ 257 h 1909"/>
              <a:gd name="T22" fmla="*/ 87 w 3676"/>
              <a:gd name="T23" fmla="*/ 345 h 1909"/>
              <a:gd name="T24" fmla="*/ 147 w 3676"/>
              <a:gd name="T25" fmla="*/ 429 h 1909"/>
              <a:gd name="T26" fmla="*/ 278 w 3676"/>
              <a:gd name="T27" fmla="*/ 596 h 1909"/>
              <a:gd name="T28" fmla="*/ 333 w 3676"/>
              <a:gd name="T29" fmla="*/ 682 h 1909"/>
              <a:gd name="T30" fmla="*/ 377 w 3676"/>
              <a:gd name="T31" fmla="*/ 773 h 1909"/>
              <a:gd name="T32" fmla="*/ 396 w 3676"/>
              <a:gd name="T33" fmla="*/ 851 h 1909"/>
              <a:gd name="T34" fmla="*/ 400 w 3676"/>
              <a:gd name="T35" fmla="*/ 901 h 1909"/>
              <a:gd name="T36" fmla="*/ 396 w 3676"/>
              <a:gd name="T37" fmla="*/ 953 h 1909"/>
              <a:gd name="T38" fmla="*/ 389 w 3676"/>
              <a:gd name="T39" fmla="*/ 1002 h 1909"/>
              <a:gd name="T40" fmla="*/ 379 w 3676"/>
              <a:gd name="T41" fmla="*/ 1094 h 1909"/>
              <a:gd name="T42" fmla="*/ 382 w 3676"/>
              <a:gd name="T43" fmla="*/ 1183 h 1909"/>
              <a:gd name="T44" fmla="*/ 394 w 3676"/>
              <a:gd name="T45" fmla="*/ 1267 h 1909"/>
              <a:gd name="T46" fmla="*/ 414 w 3676"/>
              <a:gd name="T47" fmla="*/ 1346 h 1909"/>
              <a:gd name="T48" fmla="*/ 445 w 3676"/>
              <a:gd name="T49" fmla="*/ 1421 h 1909"/>
              <a:gd name="T50" fmla="*/ 482 w 3676"/>
              <a:gd name="T51" fmla="*/ 1491 h 1909"/>
              <a:gd name="T52" fmla="*/ 526 w 3676"/>
              <a:gd name="T53" fmla="*/ 1556 h 1909"/>
              <a:gd name="T54" fmla="*/ 576 w 3676"/>
              <a:gd name="T55" fmla="*/ 1615 h 1909"/>
              <a:gd name="T56" fmla="*/ 632 w 3676"/>
              <a:gd name="T57" fmla="*/ 1671 h 1909"/>
              <a:gd name="T58" fmla="*/ 693 w 3676"/>
              <a:gd name="T59" fmla="*/ 1721 h 1909"/>
              <a:gd name="T60" fmla="*/ 757 w 3676"/>
              <a:gd name="T61" fmla="*/ 1764 h 1909"/>
              <a:gd name="T62" fmla="*/ 895 w 3676"/>
              <a:gd name="T63" fmla="*/ 1835 h 1909"/>
              <a:gd name="T64" fmla="*/ 1038 w 3676"/>
              <a:gd name="T65" fmla="*/ 1883 h 1909"/>
              <a:gd name="T66" fmla="*/ 1184 w 3676"/>
              <a:gd name="T67" fmla="*/ 1907 h 1909"/>
              <a:gd name="T68" fmla="*/ 1279 w 3676"/>
              <a:gd name="T69" fmla="*/ 1908 h 1909"/>
              <a:gd name="T70" fmla="*/ 1347 w 3676"/>
              <a:gd name="T71" fmla="*/ 1901 h 1909"/>
              <a:gd name="T72" fmla="*/ 1412 w 3676"/>
              <a:gd name="T73" fmla="*/ 1887 h 1909"/>
              <a:gd name="T74" fmla="*/ 1453 w 3676"/>
              <a:gd name="T75" fmla="*/ 1875 h 1909"/>
              <a:gd name="T76" fmla="*/ 1520 w 3676"/>
              <a:gd name="T77" fmla="*/ 1848 h 1909"/>
              <a:gd name="T78" fmla="*/ 1584 w 3676"/>
              <a:gd name="T79" fmla="*/ 1810 h 1909"/>
              <a:gd name="T80" fmla="*/ 1669 w 3676"/>
              <a:gd name="T81" fmla="*/ 1750 h 1909"/>
              <a:gd name="T82" fmla="*/ 1791 w 3676"/>
              <a:gd name="T83" fmla="*/ 1640 h 1909"/>
              <a:gd name="T84" fmla="*/ 1910 w 3676"/>
              <a:gd name="T85" fmla="*/ 1513 h 1909"/>
              <a:gd name="T86" fmla="*/ 2109 w 3676"/>
              <a:gd name="T87" fmla="*/ 1288 h 1909"/>
              <a:gd name="T88" fmla="*/ 2231 w 3676"/>
              <a:gd name="T89" fmla="*/ 1157 h 1909"/>
              <a:gd name="T90" fmla="*/ 2358 w 3676"/>
              <a:gd name="T91" fmla="*/ 1040 h 1909"/>
              <a:gd name="T92" fmla="*/ 2468 w 3676"/>
              <a:gd name="T93" fmla="*/ 959 h 1909"/>
              <a:gd name="T94" fmla="*/ 2537 w 3676"/>
              <a:gd name="T95" fmla="*/ 920 h 1909"/>
              <a:gd name="T96" fmla="*/ 2608 w 3676"/>
              <a:gd name="T97" fmla="*/ 889 h 1909"/>
              <a:gd name="T98" fmla="*/ 2682 w 3676"/>
              <a:gd name="T99" fmla="*/ 866 h 1909"/>
              <a:gd name="T100" fmla="*/ 2758 w 3676"/>
              <a:gd name="T101" fmla="*/ 854 h 1909"/>
              <a:gd name="T102" fmla="*/ 2837 w 3676"/>
              <a:gd name="T103" fmla="*/ 854 h 1909"/>
              <a:gd name="T104" fmla="*/ 2902 w 3676"/>
              <a:gd name="T105" fmla="*/ 858 h 1909"/>
              <a:gd name="T106" fmla="*/ 2979 w 3676"/>
              <a:gd name="T107" fmla="*/ 872 h 1909"/>
              <a:gd name="T108" fmla="*/ 3044 w 3676"/>
              <a:gd name="T109" fmla="*/ 892 h 1909"/>
              <a:gd name="T110" fmla="*/ 3108 w 3676"/>
              <a:gd name="T111" fmla="*/ 923 h 1909"/>
              <a:gd name="T112" fmla="*/ 3151 w 3676"/>
              <a:gd name="T113" fmla="*/ 950 h 1909"/>
              <a:gd name="T114" fmla="*/ 3305 w 3676"/>
              <a:gd name="T115" fmla="*/ 1076 h 1909"/>
              <a:gd name="T116" fmla="*/ 3456 w 3676"/>
              <a:gd name="T117" fmla="*/ 1199 h 1909"/>
              <a:gd name="T118" fmla="*/ 3556 w 3676"/>
              <a:gd name="T119" fmla="*/ 1266 h 1909"/>
              <a:gd name="T120" fmla="*/ 3599 w 3676"/>
              <a:gd name="T121" fmla="*/ 1285 h 1909"/>
              <a:gd name="T122" fmla="*/ 3636 w 3676"/>
              <a:gd name="T123" fmla="*/ 1293 h 1909"/>
              <a:gd name="T124" fmla="*/ 3668 w 3676"/>
              <a:gd name="T125" fmla="*/ 1284 h 1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76" h="1909">
                <a:moveTo>
                  <a:pt x="3676" y="163"/>
                </a:moveTo>
                <a:lnTo>
                  <a:pt x="3676" y="163"/>
                </a:lnTo>
                <a:lnTo>
                  <a:pt x="3675" y="146"/>
                </a:lnTo>
                <a:lnTo>
                  <a:pt x="3672" y="130"/>
                </a:lnTo>
                <a:lnTo>
                  <a:pt x="3669" y="115"/>
                </a:lnTo>
                <a:lnTo>
                  <a:pt x="3663" y="99"/>
                </a:lnTo>
                <a:lnTo>
                  <a:pt x="3657" y="86"/>
                </a:lnTo>
                <a:lnTo>
                  <a:pt x="3648" y="71"/>
                </a:lnTo>
                <a:lnTo>
                  <a:pt x="3639" y="59"/>
                </a:lnTo>
                <a:lnTo>
                  <a:pt x="3628" y="47"/>
                </a:lnTo>
                <a:lnTo>
                  <a:pt x="3617" y="37"/>
                </a:lnTo>
                <a:lnTo>
                  <a:pt x="3604" y="28"/>
                </a:lnTo>
                <a:lnTo>
                  <a:pt x="3590" y="19"/>
                </a:lnTo>
                <a:lnTo>
                  <a:pt x="3576" y="12"/>
                </a:lnTo>
                <a:lnTo>
                  <a:pt x="3561" y="7"/>
                </a:lnTo>
                <a:lnTo>
                  <a:pt x="3545" y="2"/>
                </a:lnTo>
                <a:lnTo>
                  <a:pt x="3529" y="0"/>
                </a:lnTo>
                <a:lnTo>
                  <a:pt x="3512" y="0"/>
                </a:lnTo>
                <a:lnTo>
                  <a:pt x="13" y="0"/>
                </a:lnTo>
                <a:lnTo>
                  <a:pt x="13" y="0"/>
                </a:lnTo>
                <a:lnTo>
                  <a:pt x="8" y="17"/>
                </a:lnTo>
                <a:lnTo>
                  <a:pt x="4" y="35"/>
                </a:lnTo>
                <a:lnTo>
                  <a:pt x="2" y="52"/>
                </a:lnTo>
                <a:lnTo>
                  <a:pt x="1" y="69"/>
                </a:lnTo>
                <a:lnTo>
                  <a:pt x="0" y="86"/>
                </a:lnTo>
                <a:lnTo>
                  <a:pt x="0" y="101"/>
                </a:lnTo>
                <a:lnTo>
                  <a:pt x="1" y="118"/>
                </a:lnTo>
                <a:lnTo>
                  <a:pt x="2" y="134"/>
                </a:lnTo>
                <a:lnTo>
                  <a:pt x="4" y="150"/>
                </a:lnTo>
                <a:lnTo>
                  <a:pt x="7" y="166"/>
                </a:lnTo>
                <a:lnTo>
                  <a:pt x="15" y="197"/>
                </a:lnTo>
                <a:lnTo>
                  <a:pt x="25" y="227"/>
                </a:lnTo>
                <a:lnTo>
                  <a:pt x="38" y="257"/>
                </a:lnTo>
                <a:lnTo>
                  <a:pt x="53" y="286"/>
                </a:lnTo>
                <a:lnTo>
                  <a:pt x="69" y="315"/>
                </a:lnTo>
                <a:lnTo>
                  <a:pt x="87" y="345"/>
                </a:lnTo>
                <a:lnTo>
                  <a:pt x="106" y="372"/>
                </a:lnTo>
                <a:lnTo>
                  <a:pt x="127" y="401"/>
                </a:lnTo>
                <a:lnTo>
                  <a:pt x="147" y="429"/>
                </a:lnTo>
                <a:lnTo>
                  <a:pt x="191" y="485"/>
                </a:lnTo>
                <a:lnTo>
                  <a:pt x="234" y="540"/>
                </a:lnTo>
                <a:lnTo>
                  <a:pt x="278" y="596"/>
                </a:lnTo>
                <a:lnTo>
                  <a:pt x="297" y="625"/>
                </a:lnTo>
                <a:lnTo>
                  <a:pt x="316" y="653"/>
                </a:lnTo>
                <a:lnTo>
                  <a:pt x="333" y="682"/>
                </a:lnTo>
                <a:lnTo>
                  <a:pt x="350" y="712"/>
                </a:lnTo>
                <a:lnTo>
                  <a:pt x="364" y="741"/>
                </a:lnTo>
                <a:lnTo>
                  <a:pt x="377" y="773"/>
                </a:lnTo>
                <a:lnTo>
                  <a:pt x="387" y="803"/>
                </a:lnTo>
                <a:lnTo>
                  <a:pt x="394" y="835"/>
                </a:lnTo>
                <a:lnTo>
                  <a:pt x="396" y="851"/>
                </a:lnTo>
                <a:lnTo>
                  <a:pt x="399" y="868"/>
                </a:lnTo>
                <a:lnTo>
                  <a:pt x="400" y="884"/>
                </a:lnTo>
                <a:lnTo>
                  <a:pt x="400" y="901"/>
                </a:lnTo>
                <a:lnTo>
                  <a:pt x="400" y="918"/>
                </a:lnTo>
                <a:lnTo>
                  <a:pt x="399" y="935"/>
                </a:lnTo>
                <a:lnTo>
                  <a:pt x="396" y="953"/>
                </a:lnTo>
                <a:lnTo>
                  <a:pt x="394" y="970"/>
                </a:lnTo>
                <a:lnTo>
                  <a:pt x="394" y="970"/>
                </a:lnTo>
                <a:lnTo>
                  <a:pt x="389" y="1002"/>
                </a:lnTo>
                <a:lnTo>
                  <a:pt x="384" y="1034"/>
                </a:lnTo>
                <a:lnTo>
                  <a:pt x="382" y="1064"/>
                </a:lnTo>
                <a:lnTo>
                  <a:pt x="379" y="1094"/>
                </a:lnTo>
                <a:lnTo>
                  <a:pt x="379" y="1124"/>
                </a:lnTo>
                <a:lnTo>
                  <a:pt x="381" y="1153"/>
                </a:lnTo>
                <a:lnTo>
                  <a:pt x="382" y="1183"/>
                </a:lnTo>
                <a:lnTo>
                  <a:pt x="384" y="1212"/>
                </a:lnTo>
                <a:lnTo>
                  <a:pt x="389" y="1239"/>
                </a:lnTo>
                <a:lnTo>
                  <a:pt x="394" y="1267"/>
                </a:lnTo>
                <a:lnTo>
                  <a:pt x="400" y="1294"/>
                </a:lnTo>
                <a:lnTo>
                  <a:pt x="407" y="1320"/>
                </a:lnTo>
                <a:lnTo>
                  <a:pt x="414" y="1346"/>
                </a:lnTo>
                <a:lnTo>
                  <a:pt x="424" y="1371"/>
                </a:lnTo>
                <a:lnTo>
                  <a:pt x="434" y="1397"/>
                </a:lnTo>
                <a:lnTo>
                  <a:pt x="445" y="1421"/>
                </a:lnTo>
                <a:lnTo>
                  <a:pt x="456" y="1445"/>
                </a:lnTo>
                <a:lnTo>
                  <a:pt x="469" y="1468"/>
                </a:lnTo>
                <a:lnTo>
                  <a:pt x="482" y="1491"/>
                </a:lnTo>
                <a:lnTo>
                  <a:pt x="495" y="1513"/>
                </a:lnTo>
                <a:lnTo>
                  <a:pt x="510" y="1534"/>
                </a:lnTo>
                <a:lnTo>
                  <a:pt x="526" y="1556"/>
                </a:lnTo>
                <a:lnTo>
                  <a:pt x="541" y="1577"/>
                </a:lnTo>
                <a:lnTo>
                  <a:pt x="558" y="1596"/>
                </a:lnTo>
                <a:lnTo>
                  <a:pt x="576" y="1615"/>
                </a:lnTo>
                <a:lnTo>
                  <a:pt x="595" y="1635"/>
                </a:lnTo>
                <a:lnTo>
                  <a:pt x="613" y="1653"/>
                </a:lnTo>
                <a:lnTo>
                  <a:pt x="632" y="1671"/>
                </a:lnTo>
                <a:lnTo>
                  <a:pt x="651" y="1688"/>
                </a:lnTo>
                <a:lnTo>
                  <a:pt x="672" y="1704"/>
                </a:lnTo>
                <a:lnTo>
                  <a:pt x="693" y="1721"/>
                </a:lnTo>
                <a:lnTo>
                  <a:pt x="713" y="1735"/>
                </a:lnTo>
                <a:lnTo>
                  <a:pt x="735" y="1750"/>
                </a:lnTo>
                <a:lnTo>
                  <a:pt x="757" y="1764"/>
                </a:lnTo>
                <a:lnTo>
                  <a:pt x="801" y="1791"/>
                </a:lnTo>
                <a:lnTo>
                  <a:pt x="847" y="1814"/>
                </a:lnTo>
                <a:lnTo>
                  <a:pt x="895" y="1835"/>
                </a:lnTo>
                <a:lnTo>
                  <a:pt x="942" y="1854"/>
                </a:lnTo>
                <a:lnTo>
                  <a:pt x="990" y="1871"/>
                </a:lnTo>
                <a:lnTo>
                  <a:pt x="1038" y="1883"/>
                </a:lnTo>
                <a:lnTo>
                  <a:pt x="1088" y="1894"/>
                </a:lnTo>
                <a:lnTo>
                  <a:pt x="1136" y="1902"/>
                </a:lnTo>
                <a:lnTo>
                  <a:pt x="1184" y="1907"/>
                </a:lnTo>
                <a:lnTo>
                  <a:pt x="1232" y="1909"/>
                </a:lnTo>
                <a:lnTo>
                  <a:pt x="1255" y="1909"/>
                </a:lnTo>
                <a:lnTo>
                  <a:pt x="1279" y="1908"/>
                </a:lnTo>
                <a:lnTo>
                  <a:pt x="1302" y="1907"/>
                </a:lnTo>
                <a:lnTo>
                  <a:pt x="1324" y="1904"/>
                </a:lnTo>
                <a:lnTo>
                  <a:pt x="1347" y="1901"/>
                </a:lnTo>
                <a:lnTo>
                  <a:pt x="1369" y="1897"/>
                </a:lnTo>
                <a:lnTo>
                  <a:pt x="1390" y="1894"/>
                </a:lnTo>
                <a:lnTo>
                  <a:pt x="1412" y="1887"/>
                </a:lnTo>
                <a:lnTo>
                  <a:pt x="1433" y="1883"/>
                </a:lnTo>
                <a:lnTo>
                  <a:pt x="1453" y="1875"/>
                </a:lnTo>
                <a:lnTo>
                  <a:pt x="1453" y="1875"/>
                </a:lnTo>
                <a:lnTo>
                  <a:pt x="1475" y="1867"/>
                </a:lnTo>
                <a:lnTo>
                  <a:pt x="1498" y="1857"/>
                </a:lnTo>
                <a:lnTo>
                  <a:pt x="1520" y="1848"/>
                </a:lnTo>
                <a:lnTo>
                  <a:pt x="1542" y="1835"/>
                </a:lnTo>
                <a:lnTo>
                  <a:pt x="1563" y="1823"/>
                </a:lnTo>
                <a:lnTo>
                  <a:pt x="1584" y="1810"/>
                </a:lnTo>
                <a:lnTo>
                  <a:pt x="1606" y="1797"/>
                </a:lnTo>
                <a:lnTo>
                  <a:pt x="1626" y="1782"/>
                </a:lnTo>
                <a:lnTo>
                  <a:pt x="1669" y="1750"/>
                </a:lnTo>
                <a:lnTo>
                  <a:pt x="1710" y="1716"/>
                </a:lnTo>
                <a:lnTo>
                  <a:pt x="1750" y="1678"/>
                </a:lnTo>
                <a:lnTo>
                  <a:pt x="1791" y="1640"/>
                </a:lnTo>
                <a:lnTo>
                  <a:pt x="1831" y="1598"/>
                </a:lnTo>
                <a:lnTo>
                  <a:pt x="1870" y="1556"/>
                </a:lnTo>
                <a:lnTo>
                  <a:pt x="1910" y="1513"/>
                </a:lnTo>
                <a:lnTo>
                  <a:pt x="1949" y="1468"/>
                </a:lnTo>
                <a:lnTo>
                  <a:pt x="2029" y="1378"/>
                </a:lnTo>
                <a:lnTo>
                  <a:pt x="2109" y="1288"/>
                </a:lnTo>
                <a:lnTo>
                  <a:pt x="2149" y="1243"/>
                </a:lnTo>
                <a:lnTo>
                  <a:pt x="2190" y="1199"/>
                </a:lnTo>
                <a:lnTo>
                  <a:pt x="2231" y="1157"/>
                </a:lnTo>
                <a:lnTo>
                  <a:pt x="2272" y="1116"/>
                </a:lnTo>
                <a:lnTo>
                  <a:pt x="2314" y="1077"/>
                </a:lnTo>
                <a:lnTo>
                  <a:pt x="2358" y="1040"/>
                </a:lnTo>
                <a:lnTo>
                  <a:pt x="2401" y="1006"/>
                </a:lnTo>
                <a:lnTo>
                  <a:pt x="2445" y="973"/>
                </a:lnTo>
                <a:lnTo>
                  <a:pt x="2468" y="959"/>
                </a:lnTo>
                <a:lnTo>
                  <a:pt x="2491" y="946"/>
                </a:lnTo>
                <a:lnTo>
                  <a:pt x="2514" y="932"/>
                </a:lnTo>
                <a:lnTo>
                  <a:pt x="2537" y="920"/>
                </a:lnTo>
                <a:lnTo>
                  <a:pt x="2560" y="908"/>
                </a:lnTo>
                <a:lnTo>
                  <a:pt x="2584" y="897"/>
                </a:lnTo>
                <a:lnTo>
                  <a:pt x="2608" y="889"/>
                </a:lnTo>
                <a:lnTo>
                  <a:pt x="2632" y="880"/>
                </a:lnTo>
                <a:lnTo>
                  <a:pt x="2657" y="873"/>
                </a:lnTo>
                <a:lnTo>
                  <a:pt x="2682" y="866"/>
                </a:lnTo>
                <a:lnTo>
                  <a:pt x="2706" y="861"/>
                </a:lnTo>
                <a:lnTo>
                  <a:pt x="2732" y="857"/>
                </a:lnTo>
                <a:lnTo>
                  <a:pt x="2758" y="854"/>
                </a:lnTo>
                <a:lnTo>
                  <a:pt x="2784" y="852"/>
                </a:lnTo>
                <a:lnTo>
                  <a:pt x="2810" y="852"/>
                </a:lnTo>
                <a:lnTo>
                  <a:pt x="2837" y="854"/>
                </a:lnTo>
                <a:lnTo>
                  <a:pt x="2837" y="854"/>
                </a:lnTo>
                <a:lnTo>
                  <a:pt x="2868" y="856"/>
                </a:lnTo>
                <a:lnTo>
                  <a:pt x="2902" y="858"/>
                </a:lnTo>
                <a:lnTo>
                  <a:pt x="2940" y="864"/>
                </a:lnTo>
                <a:lnTo>
                  <a:pt x="2959" y="868"/>
                </a:lnTo>
                <a:lnTo>
                  <a:pt x="2979" y="872"/>
                </a:lnTo>
                <a:lnTo>
                  <a:pt x="3000" y="878"/>
                </a:lnTo>
                <a:lnTo>
                  <a:pt x="3022" y="884"/>
                </a:lnTo>
                <a:lnTo>
                  <a:pt x="3044" y="892"/>
                </a:lnTo>
                <a:lnTo>
                  <a:pt x="3064" y="901"/>
                </a:lnTo>
                <a:lnTo>
                  <a:pt x="3086" y="910"/>
                </a:lnTo>
                <a:lnTo>
                  <a:pt x="3108" y="923"/>
                </a:lnTo>
                <a:lnTo>
                  <a:pt x="3129" y="936"/>
                </a:lnTo>
                <a:lnTo>
                  <a:pt x="3151" y="950"/>
                </a:lnTo>
                <a:lnTo>
                  <a:pt x="3151" y="950"/>
                </a:lnTo>
                <a:lnTo>
                  <a:pt x="3189" y="979"/>
                </a:lnTo>
                <a:lnTo>
                  <a:pt x="3227" y="1011"/>
                </a:lnTo>
                <a:lnTo>
                  <a:pt x="3305" y="1076"/>
                </a:lnTo>
                <a:lnTo>
                  <a:pt x="3382" y="1140"/>
                </a:lnTo>
                <a:lnTo>
                  <a:pt x="3420" y="1170"/>
                </a:lnTo>
                <a:lnTo>
                  <a:pt x="3456" y="1199"/>
                </a:lnTo>
                <a:lnTo>
                  <a:pt x="3491" y="1225"/>
                </a:lnTo>
                <a:lnTo>
                  <a:pt x="3525" y="1248"/>
                </a:lnTo>
                <a:lnTo>
                  <a:pt x="3556" y="1266"/>
                </a:lnTo>
                <a:lnTo>
                  <a:pt x="3571" y="1274"/>
                </a:lnTo>
                <a:lnTo>
                  <a:pt x="3585" y="1280"/>
                </a:lnTo>
                <a:lnTo>
                  <a:pt x="3599" y="1285"/>
                </a:lnTo>
                <a:lnTo>
                  <a:pt x="3612" y="1289"/>
                </a:lnTo>
                <a:lnTo>
                  <a:pt x="3625" y="1291"/>
                </a:lnTo>
                <a:lnTo>
                  <a:pt x="3636" y="1293"/>
                </a:lnTo>
                <a:lnTo>
                  <a:pt x="3648" y="1291"/>
                </a:lnTo>
                <a:lnTo>
                  <a:pt x="3658" y="1289"/>
                </a:lnTo>
                <a:lnTo>
                  <a:pt x="3668" y="1284"/>
                </a:lnTo>
                <a:lnTo>
                  <a:pt x="3676" y="1278"/>
                </a:lnTo>
                <a:lnTo>
                  <a:pt x="3676" y="163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DCE31C0-F780-FE43-9CBC-EBE1590B61C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644717" y="2513929"/>
            <a:ext cx="5555673" cy="914096"/>
          </a:xfrm>
        </p:spPr>
        <p:txBody>
          <a:bodyPr/>
          <a:lstStyle/>
          <a:p>
            <a:pPr algn="l"/>
            <a:r>
              <a:rPr lang="en-US" sz="6600" dirty="0"/>
              <a:t>Teacher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3121C326-EB72-074C-A27C-468B66C6DF6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644717" y="3520100"/>
            <a:ext cx="5555673" cy="387798"/>
          </a:xfrm>
        </p:spPr>
        <p:txBody>
          <a:bodyPr/>
          <a:lstStyle/>
          <a:p>
            <a:pPr algn="l"/>
            <a:r>
              <a:rPr lang="en-US" sz="2800" dirty="0"/>
              <a:t>PRESENTATION TEMPLATE</a:t>
            </a:r>
          </a:p>
        </p:txBody>
      </p:sp>
      <p:sp>
        <p:nvSpPr>
          <p:cNvPr id="251" name="Freeform 433">
            <a:extLst>
              <a:ext uri="{FF2B5EF4-FFF2-40B4-BE49-F238E27FC236}">
                <a16:creationId xmlns:a16="http://schemas.microsoft.com/office/drawing/2014/main" id="{97BD2EB8-DD63-934D-8BD4-4A8D4243AD86}"/>
              </a:ext>
            </a:extLst>
          </p:cNvPr>
          <p:cNvSpPr>
            <a:spLocks/>
          </p:cNvSpPr>
          <p:nvPr/>
        </p:nvSpPr>
        <p:spPr bwMode="auto">
          <a:xfrm>
            <a:off x="354500" y="368708"/>
            <a:ext cx="1874519" cy="1062934"/>
          </a:xfrm>
          <a:custGeom>
            <a:avLst/>
            <a:gdLst>
              <a:gd name="T0" fmla="*/ 1029 w 1238"/>
              <a:gd name="T1" fmla="*/ 701 h 701"/>
              <a:gd name="T2" fmla="*/ 1072 w 1238"/>
              <a:gd name="T3" fmla="*/ 694 h 701"/>
              <a:gd name="T4" fmla="*/ 1110 w 1238"/>
              <a:gd name="T5" fmla="*/ 681 h 701"/>
              <a:gd name="T6" fmla="*/ 1147 w 1238"/>
              <a:gd name="T7" fmla="*/ 659 h 701"/>
              <a:gd name="T8" fmla="*/ 1177 w 1238"/>
              <a:gd name="T9" fmla="*/ 632 h 701"/>
              <a:gd name="T10" fmla="*/ 1202 w 1238"/>
              <a:gd name="T11" fmla="*/ 601 h 701"/>
              <a:gd name="T12" fmla="*/ 1222 w 1238"/>
              <a:gd name="T13" fmla="*/ 563 h 701"/>
              <a:gd name="T14" fmla="*/ 1234 w 1238"/>
              <a:gd name="T15" fmla="*/ 523 h 701"/>
              <a:gd name="T16" fmla="*/ 1238 w 1238"/>
              <a:gd name="T17" fmla="*/ 480 h 701"/>
              <a:gd name="T18" fmla="*/ 1237 w 1238"/>
              <a:gd name="T19" fmla="*/ 458 h 701"/>
              <a:gd name="T20" fmla="*/ 1229 w 1238"/>
              <a:gd name="T21" fmla="*/ 414 h 701"/>
              <a:gd name="T22" fmla="*/ 1212 w 1238"/>
              <a:gd name="T23" fmla="*/ 375 h 701"/>
              <a:gd name="T24" fmla="*/ 1188 w 1238"/>
              <a:gd name="T25" fmla="*/ 340 h 701"/>
              <a:gd name="T26" fmla="*/ 1157 w 1238"/>
              <a:gd name="T27" fmla="*/ 309 h 701"/>
              <a:gd name="T28" fmla="*/ 1122 w 1238"/>
              <a:gd name="T29" fmla="*/ 286 h 701"/>
              <a:gd name="T30" fmla="*/ 1082 w 1238"/>
              <a:gd name="T31" fmla="*/ 269 h 701"/>
              <a:gd name="T32" fmla="*/ 1040 w 1238"/>
              <a:gd name="T33" fmla="*/ 260 h 701"/>
              <a:gd name="T34" fmla="*/ 1017 w 1238"/>
              <a:gd name="T35" fmla="*/ 259 h 701"/>
              <a:gd name="T36" fmla="*/ 984 w 1238"/>
              <a:gd name="T37" fmla="*/ 261 h 701"/>
              <a:gd name="T38" fmla="*/ 953 w 1238"/>
              <a:gd name="T39" fmla="*/ 268 h 701"/>
              <a:gd name="T40" fmla="*/ 945 w 1238"/>
              <a:gd name="T41" fmla="*/ 240 h 701"/>
              <a:gd name="T42" fmla="*/ 922 w 1238"/>
              <a:gd name="T43" fmla="*/ 186 h 701"/>
              <a:gd name="T44" fmla="*/ 890 w 1238"/>
              <a:gd name="T45" fmla="*/ 138 h 701"/>
              <a:gd name="T46" fmla="*/ 851 w 1238"/>
              <a:gd name="T47" fmla="*/ 95 h 701"/>
              <a:gd name="T48" fmla="*/ 807 w 1238"/>
              <a:gd name="T49" fmla="*/ 59 h 701"/>
              <a:gd name="T50" fmla="*/ 756 w 1238"/>
              <a:gd name="T51" fmla="*/ 31 h 701"/>
              <a:gd name="T52" fmla="*/ 700 w 1238"/>
              <a:gd name="T53" fmla="*/ 11 h 701"/>
              <a:gd name="T54" fmla="*/ 641 w 1238"/>
              <a:gd name="T55" fmla="*/ 1 h 701"/>
              <a:gd name="T56" fmla="*/ 611 w 1238"/>
              <a:gd name="T57" fmla="*/ 0 h 701"/>
              <a:gd name="T58" fmla="*/ 550 w 1238"/>
              <a:gd name="T59" fmla="*/ 5 h 701"/>
              <a:gd name="T60" fmla="*/ 493 w 1238"/>
              <a:gd name="T61" fmla="*/ 19 h 701"/>
              <a:gd name="T62" fmla="*/ 440 w 1238"/>
              <a:gd name="T63" fmla="*/ 43 h 701"/>
              <a:gd name="T64" fmla="*/ 393 w 1238"/>
              <a:gd name="T65" fmla="*/ 75 h 701"/>
              <a:gd name="T66" fmla="*/ 351 w 1238"/>
              <a:gd name="T67" fmla="*/ 113 h 701"/>
              <a:gd name="T68" fmla="*/ 316 w 1238"/>
              <a:gd name="T69" fmla="*/ 159 h 701"/>
              <a:gd name="T70" fmla="*/ 289 w 1238"/>
              <a:gd name="T71" fmla="*/ 209 h 701"/>
              <a:gd name="T72" fmla="*/ 270 w 1238"/>
              <a:gd name="T73" fmla="*/ 265 h 701"/>
              <a:gd name="T74" fmla="*/ 246 w 1238"/>
              <a:gd name="T75" fmla="*/ 261 h 701"/>
              <a:gd name="T76" fmla="*/ 221 w 1238"/>
              <a:gd name="T77" fmla="*/ 259 h 701"/>
              <a:gd name="T78" fmla="*/ 198 w 1238"/>
              <a:gd name="T79" fmla="*/ 260 h 701"/>
              <a:gd name="T80" fmla="*/ 155 w 1238"/>
              <a:gd name="T81" fmla="*/ 269 h 701"/>
              <a:gd name="T82" fmla="*/ 116 w 1238"/>
              <a:gd name="T83" fmla="*/ 286 h 701"/>
              <a:gd name="T84" fmla="*/ 80 w 1238"/>
              <a:gd name="T85" fmla="*/ 309 h 701"/>
              <a:gd name="T86" fmla="*/ 51 w 1238"/>
              <a:gd name="T87" fmla="*/ 340 h 701"/>
              <a:gd name="T88" fmla="*/ 27 w 1238"/>
              <a:gd name="T89" fmla="*/ 375 h 701"/>
              <a:gd name="T90" fmla="*/ 10 w 1238"/>
              <a:gd name="T91" fmla="*/ 414 h 701"/>
              <a:gd name="T92" fmla="*/ 1 w 1238"/>
              <a:gd name="T93" fmla="*/ 458 h 701"/>
              <a:gd name="T94" fmla="*/ 0 w 1238"/>
              <a:gd name="T95" fmla="*/ 480 h 701"/>
              <a:gd name="T96" fmla="*/ 4 w 1238"/>
              <a:gd name="T97" fmla="*/ 522 h 701"/>
              <a:gd name="T98" fmla="*/ 16 w 1238"/>
              <a:gd name="T99" fmla="*/ 562 h 701"/>
              <a:gd name="T100" fmla="*/ 34 w 1238"/>
              <a:gd name="T101" fmla="*/ 598 h 701"/>
              <a:gd name="T102" fmla="*/ 59 w 1238"/>
              <a:gd name="T103" fmla="*/ 631 h 701"/>
              <a:gd name="T104" fmla="*/ 90 w 1238"/>
              <a:gd name="T105" fmla="*/ 658 h 701"/>
              <a:gd name="T106" fmla="*/ 123 w 1238"/>
              <a:gd name="T107" fmla="*/ 678 h 701"/>
              <a:gd name="T108" fmla="*/ 162 w 1238"/>
              <a:gd name="T109" fmla="*/ 693 h 701"/>
              <a:gd name="T110" fmla="*/ 203 w 1238"/>
              <a:gd name="T111" fmla="*/ 70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38" h="701">
                <a:moveTo>
                  <a:pt x="1029" y="701"/>
                </a:moveTo>
                <a:lnTo>
                  <a:pt x="1029" y="701"/>
                </a:lnTo>
                <a:lnTo>
                  <a:pt x="1051" y="699"/>
                </a:lnTo>
                <a:lnTo>
                  <a:pt x="1072" y="694"/>
                </a:lnTo>
                <a:lnTo>
                  <a:pt x="1091" y="688"/>
                </a:lnTo>
                <a:lnTo>
                  <a:pt x="1110" y="681"/>
                </a:lnTo>
                <a:lnTo>
                  <a:pt x="1130" y="671"/>
                </a:lnTo>
                <a:lnTo>
                  <a:pt x="1147" y="659"/>
                </a:lnTo>
                <a:lnTo>
                  <a:pt x="1162" y="647"/>
                </a:lnTo>
                <a:lnTo>
                  <a:pt x="1177" y="632"/>
                </a:lnTo>
                <a:lnTo>
                  <a:pt x="1191" y="616"/>
                </a:lnTo>
                <a:lnTo>
                  <a:pt x="1202" y="601"/>
                </a:lnTo>
                <a:lnTo>
                  <a:pt x="1213" y="583"/>
                </a:lnTo>
                <a:lnTo>
                  <a:pt x="1222" y="563"/>
                </a:lnTo>
                <a:lnTo>
                  <a:pt x="1229" y="544"/>
                </a:lnTo>
                <a:lnTo>
                  <a:pt x="1234" y="523"/>
                </a:lnTo>
                <a:lnTo>
                  <a:pt x="1237" y="502"/>
                </a:lnTo>
                <a:lnTo>
                  <a:pt x="1238" y="480"/>
                </a:lnTo>
                <a:lnTo>
                  <a:pt x="1238" y="480"/>
                </a:lnTo>
                <a:lnTo>
                  <a:pt x="1237" y="458"/>
                </a:lnTo>
                <a:lnTo>
                  <a:pt x="1234" y="435"/>
                </a:lnTo>
                <a:lnTo>
                  <a:pt x="1229" y="414"/>
                </a:lnTo>
                <a:lnTo>
                  <a:pt x="1220" y="394"/>
                </a:lnTo>
                <a:lnTo>
                  <a:pt x="1212" y="375"/>
                </a:lnTo>
                <a:lnTo>
                  <a:pt x="1201" y="356"/>
                </a:lnTo>
                <a:lnTo>
                  <a:pt x="1188" y="340"/>
                </a:lnTo>
                <a:lnTo>
                  <a:pt x="1173" y="324"/>
                </a:lnTo>
                <a:lnTo>
                  <a:pt x="1157" y="309"/>
                </a:lnTo>
                <a:lnTo>
                  <a:pt x="1140" y="297"/>
                </a:lnTo>
                <a:lnTo>
                  <a:pt x="1122" y="286"/>
                </a:lnTo>
                <a:lnTo>
                  <a:pt x="1103" y="277"/>
                </a:lnTo>
                <a:lnTo>
                  <a:pt x="1082" y="269"/>
                </a:lnTo>
                <a:lnTo>
                  <a:pt x="1062" y="263"/>
                </a:lnTo>
                <a:lnTo>
                  <a:pt x="1040" y="260"/>
                </a:lnTo>
                <a:lnTo>
                  <a:pt x="1017" y="259"/>
                </a:lnTo>
                <a:lnTo>
                  <a:pt x="1017" y="259"/>
                </a:lnTo>
                <a:lnTo>
                  <a:pt x="1000" y="260"/>
                </a:lnTo>
                <a:lnTo>
                  <a:pt x="984" y="261"/>
                </a:lnTo>
                <a:lnTo>
                  <a:pt x="969" y="265"/>
                </a:lnTo>
                <a:lnTo>
                  <a:pt x="953" y="268"/>
                </a:lnTo>
                <a:lnTo>
                  <a:pt x="953" y="268"/>
                </a:lnTo>
                <a:lnTo>
                  <a:pt x="945" y="240"/>
                </a:lnTo>
                <a:lnTo>
                  <a:pt x="935" y="213"/>
                </a:lnTo>
                <a:lnTo>
                  <a:pt x="922" y="186"/>
                </a:lnTo>
                <a:lnTo>
                  <a:pt x="907" y="162"/>
                </a:lnTo>
                <a:lnTo>
                  <a:pt x="890" y="138"/>
                </a:lnTo>
                <a:lnTo>
                  <a:pt x="872" y="116"/>
                </a:lnTo>
                <a:lnTo>
                  <a:pt x="851" y="95"/>
                </a:lnTo>
                <a:lnTo>
                  <a:pt x="830" y="76"/>
                </a:lnTo>
                <a:lnTo>
                  <a:pt x="807" y="59"/>
                </a:lnTo>
                <a:lnTo>
                  <a:pt x="783" y="43"/>
                </a:lnTo>
                <a:lnTo>
                  <a:pt x="756" y="31"/>
                </a:lnTo>
                <a:lnTo>
                  <a:pt x="729" y="20"/>
                </a:lnTo>
                <a:lnTo>
                  <a:pt x="700" y="11"/>
                </a:lnTo>
                <a:lnTo>
                  <a:pt x="671" y="5"/>
                </a:lnTo>
                <a:lnTo>
                  <a:pt x="641" y="1"/>
                </a:lnTo>
                <a:lnTo>
                  <a:pt x="611" y="0"/>
                </a:lnTo>
                <a:lnTo>
                  <a:pt x="611" y="0"/>
                </a:lnTo>
                <a:lnTo>
                  <a:pt x="581" y="1"/>
                </a:lnTo>
                <a:lnTo>
                  <a:pt x="550" y="5"/>
                </a:lnTo>
                <a:lnTo>
                  <a:pt x="521" y="11"/>
                </a:lnTo>
                <a:lnTo>
                  <a:pt x="493" y="19"/>
                </a:lnTo>
                <a:lnTo>
                  <a:pt x="467" y="30"/>
                </a:lnTo>
                <a:lnTo>
                  <a:pt x="440" y="43"/>
                </a:lnTo>
                <a:lnTo>
                  <a:pt x="416" y="58"/>
                </a:lnTo>
                <a:lnTo>
                  <a:pt x="393" y="75"/>
                </a:lnTo>
                <a:lnTo>
                  <a:pt x="371" y="93"/>
                </a:lnTo>
                <a:lnTo>
                  <a:pt x="351" y="113"/>
                </a:lnTo>
                <a:lnTo>
                  <a:pt x="333" y="135"/>
                </a:lnTo>
                <a:lnTo>
                  <a:pt x="316" y="159"/>
                </a:lnTo>
                <a:lnTo>
                  <a:pt x="301" y="184"/>
                </a:lnTo>
                <a:lnTo>
                  <a:pt x="289" y="209"/>
                </a:lnTo>
                <a:lnTo>
                  <a:pt x="278" y="237"/>
                </a:lnTo>
                <a:lnTo>
                  <a:pt x="270" y="265"/>
                </a:lnTo>
                <a:lnTo>
                  <a:pt x="270" y="265"/>
                </a:lnTo>
                <a:lnTo>
                  <a:pt x="246" y="261"/>
                </a:lnTo>
                <a:lnTo>
                  <a:pt x="233" y="260"/>
                </a:lnTo>
                <a:lnTo>
                  <a:pt x="221" y="259"/>
                </a:lnTo>
                <a:lnTo>
                  <a:pt x="221" y="259"/>
                </a:lnTo>
                <a:lnTo>
                  <a:pt x="198" y="260"/>
                </a:lnTo>
                <a:lnTo>
                  <a:pt x="177" y="263"/>
                </a:lnTo>
                <a:lnTo>
                  <a:pt x="155" y="269"/>
                </a:lnTo>
                <a:lnTo>
                  <a:pt x="136" y="277"/>
                </a:lnTo>
                <a:lnTo>
                  <a:pt x="116" y="286"/>
                </a:lnTo>
                <a:lnTo>
                  <a:pt x="97" y="297"/>
                </a:lnTo>
                <a:lnTo>
                  <a:pt x="80" y="309"/>
                </a:lnTo>
                <a:lnTo>
                  <a:pt x="64" y="324"/>
                </a:lnTo>
                <a:lnTo>
                  <a:pt x="51" y="340"/>
                </a:lnTo>
                <a:lnTo>
                  <a:pt x="38" y="356"/>
                </a:lnTo>
                <a:lnTo>
                  <a:pt x="27" y="375"/>
                </a:lnTo>
                <a:lnTo>
                  <a:pt x="17" y="394"/>
                </a:lnTo>
                <a:lnTo>
                  <a:pt x="10" y="414"/>
                </a:lnTo>
                <a:lnTo>
                  <a:pt x="5" y="435"/>
                </a:lnTo>
                <a:lnTo>
                  <a:pt x="1" y="458"/>
                </a:lnTo>
                <a:lnTo>
                  <a:pt x="0" y="480"/>
                </a:lnTo>
                <a:lnTo>
                  <a:pt x="0" y="480"/>
                </a:lnTo>
                <a:lnTo>
                  <a:pt x="1" y="502"/>
                </a:lnTo>
                <a:lnTo>
                  <a:pt x="4" y="522"/>
                </a:lnTo>
                <a:lnTo>
                  <a:pt x="9" y="543"/>
                </a:lnTo>
                <a:lnTo>
                  <a:pt x="16" y="562"/>
                </a:lnTo>
                <a:lnTo>
                  <a:pt x="24" y="581"/>
                </a:lnTo>
                <a:lnTo>
                  <a:pt x="34" y="598"/>
                </a:lnTo>
                <a:lnTo>
                  <a:pt x="46" y="615"/>
                </a:lnTo>
                <a:lnTo>
                  <a:pt x="59" y="631"/>
                </a:lnTo>
                <a:lnTo>
                  <a:pt x="74" y="644"/>
                </a:lnTo>
                <a:lnTo>
                  <a:pt x="90" y="658"/>
                </a:lnTo>
                <a:lnTo>
                  <a:pt x="105" y="668"/>
                </a:lnTo>
                <a:lnTo>
                  <a:pt x="123" y="678"/>
                </a:lnTo>
                <a:lnTo>
                  <a:pt x="143" y="687"/>
                </a:lnTo>
                <a:lnTo>
                  <a:pt x="162" y="693"/>
                </a:lnTo>
                <a:lnTo>
                  <a:pt x="183" y="697"/>
                </a:lnTo>
                <a:lnTo>
                  <a:pt x="203" y="700"/>
                </a:lnTo>
                <a:lnTo>
                  <a:pt x="1029" y="701"/>
                </a:lnTo>
                <a:close/>
              </a:path>
            </a:pathLst>
          </a:custGeom>
          <a:gradFill>
            <a:gsLst>
              <a:gs pos="0">
                <a:schemeClr val="bg1"/>
              </a:gs>
              <a:gs pos="67000">
                <a:schemeClr val="accent1">
                  <a:lumMod val="40000"/>
                  <a:lumOff val="60000"/>
                </a:schemeClr>
              </a:gs>
            </a:gsLst>
            <a:path path="circle">
              <a:fillToRect r="100000" b="10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A74D6E69-8AD8-144F-8254-DC97FF2FBD1D}"/>
              </a:ext>
            </a:extLst>
          </p:cNvPr>
          <p:cNvGrpSpPr/>
          <p:nvPr/>
        </p:nvGrpSpPr>
        <p:grpSpPr>
          <a:xfrm>
            <a:off x="2631088" y="5103463"/>
            <a:ext cx="2171684" cy="1306719"/>
            <a:chOff x="9915526" y="1892300"/>
            <a:chExt cx="1116012" cy="671513"/>
          </a:xfrm>
          <a:solidFill>
            <a:schemeClr val="accent1"/>
          </a:solidFill>
        </p:grpSpPr>
        <p:sp>
          <p:nvSpPr>
            <p:cNvPr id="351" name="Freeform 80">
              <a:extLst>
                <a:ext uri="{FF2B5EF4-FFF2-40B4-BE49-F238E27FC236}">
                  <a16:creationId xmlns:a16="http://schemas.microsoft.com/office/drawing/2014/main" id="{5C6C6558-2654-3441-A152-37287C267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81">
              <a:extLst>
                <a:ext uri="{FF2B5EF4-FFF2-40B4-BE49-F238E27FC236}">
                  <a16:creationId xmlns:a16="http://schemas.microsoft.com/office/drawing/2014/main" id="{D0CB880B-2119-D34A-B47D-6096E4CE6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82">
              <a:extLst>
                <a:ext uri="{FF2B5EF4-FFF2-40B4-BE49-F238E27FC236}">
                  <a16:creationId xmlns:a16="http://schemas.microsoft.com/office/drawing/2014/main" id="{DD853BB8-0272-5A43-9E9D-2B6D6CA1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83">
              <a:extLst>
                <a:ext uri="{FF2B5EF4-FFF2-40B4-BE49-F238E27FC236}">
                  <a16:creationId xmlns:a16="http://schemas.microsoft.com/office/drawing/2014/main" id="{61E7B027-4712-B845-A97B-5428DD045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84">
              <a:extLst>
                <a:ext uri="{FF2B5EF4-FFF2-40B4-BE49-F238E27FC236}">
                  <a16:creationId xmlns:a16="http://schemas.microsoft.com/office/drawing/2014/main" id="{BF383284-CD47-7349-9A76-2CFBAF07D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85">
              <a:extLst>
                <a:ext uri="{FF2B5EF4-FFF2-40B4-BE49-F238E27FC236}">
                  <a16:creationId xmlns:a16="http://schemas.microsoft.com/office/drawing/2014/main" id="{CCF54ACA-4400-A14D-9BEA-4EE4D416C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86">
              <a:extLst>
                <a:ext uri="{FF2B5EF4-FFF2-40B4-BE49-F238E27FC236}">
                  <a16:creationId xmlns:a16="http://schemas.microsoft.com/office/drawing/2014/main" id="{048FFBBE-79AF-3F4B-9FE6-A199F2AE5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87">
              <a:extLst>
                <a:ext uri="{FF2B5EF4-FFF2-40B4-BE49-F238E27FC236}">
                  <a16:creationId xmlns:a16="http://schemas.microsoft.com/office/drawing/2014/main" id="{9BBBF344-481A-504E-9272-AB3E7D8CD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88">
              <a:extLst>
                <a:ext uri="{FF2B5EF4-FFF2-40B4-BE49-F238E27FC236}">
                  <a16:creationId xmlns:a16="http://schemas.microsoft.com/office/drawing/2014/main" id="{8BE77DA9-CAE3-8E45-86D6-8711EBBE4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89">
              <a:extLst>
                <a:ext uri="{FF2B5EF4-FFF2-40B4-BE49-F238E27FC236}">
                  <a16:creationId xmlns:a16="http://schemas.microsoft.com/office/drawing/2014/main" id="{6C30E5A6-8A98-9242-BB9E-2D560A08E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90">
              <a:extLst>
                <a:ext uri="{FF2B5EF4-FFF2-40B4-BE49-F238E27FC236}">
                  <a16:creationId xmlns:a16="http://schemas.microsoft.com/office/drawing/2014/main" id="{C763945E-A9B9-9D49-B137-6F1879E0F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91">
              <a:extLst>
                <a:ext uri="{FF2B5EF4-FFF2-40B4-BE49-F238E27FC236}">
                  <a16:creationId xmlns:a16="http://schemas.microsoft.com/office/drawing/2014/main" id="{2164F5A4-3D2E-5C4E-A12B-7E5ADA51F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92">
              <a:extLst>
                <a:ext uri="{FF2B5EF4-FFF2-40B4-BE49-F238E27FC236}">
                  <a16:creationId xmlns:a16="http://schemas.microsoft.com/office/drawing/2014/main" id="{86C9220C-9C1B-EE40-929B-6657774D9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93">
              <a:extLst>
                <a:ext uri="{FF2B5EF4-FFF2-40B4-BE49-F238E27FC236}">
                  <a16:creationId xmlns:a16="http://schemas.microsoft.com/office/drawing/2014/main" id="{A1FB27FF-8ED6-4A4F-A1AF-38C32DD2B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94">
              <a:extLst>
                <a:ext uri="{FF2B5EF4-FFF2-40B4-BE49-F238E27FC236}">
                  <a16:creationId xmlns:a16="http://schemas.microsoft.com/office/drawing/2014/main" id="{B6566573-DAF4-B841-B1F3-A35E59D8B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95">
              <a:extLst>
                <a:ext uri="{FF2B5EF4-FFF2-40B4-BE49-F238E27FC236}">
                  <a16:creationId xmlns:a16="http://schemas.microsoft.com/office/drawing/2014/main" id="{BEBAFA63-4514-E84C-8E73-A393BBF6D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96">
              <a:extLst>
                <a:ext uri="{FF2B5EF4-FFF2-40B4-BE49-F238E27FC236}">
                  <a16:creationId xmlns:a16="http://schemas.microsoft.com/office/drawing/2014/main" id="{8959DC3B-1CB6-DF49-AFEE-F654D3BF6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97">
              <a:extLst>
                <a:ext uri="{FF2B5EF4-FFF2-40B4-BE49-F238E27FC236}">
                  <a16:creationId xmlns:a16="http://schemas.microsoft.com/office/drawing/2014/main" id="{1A71BB9E-F4E5-C849-A361-4FFE32005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98">
              <a:extLst>
                <a:ext uri="{FF2B5EF4-FFF2-40B4-BE49-F238E27FC236}">
                  <a16:creationId xmlns:a16="http://schemas.microsoft.com/office/drawing/2014/main" id="{125529E0-C40A-3244-9D08-4D77541EA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99">
              <a:extLst>
                <a:ext uri="{FF2B5EF4-FFF2-40B4-BE49-F238E27FC236}">
                  <a16:creationId xmlns:a16="http://schemas.microsoft.com/office/drawing/2014/main" id="{D9FDEEF7-1131-E544-87C8-26A4304E9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100">
              <a:extLst>
                <a:ext uri="{FF2B5EF4-FFF2-40B4-BE49-F238E27FC236}">
                  <a16:creationId xmlns:a16="http://schemas.microsoft.com/office/drawing/2014/main" id="{AFC69DC0-5452-B84F-A94A-0D625DB20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101">
              <a:extLst>
                <a:ext uri="{FF2B5EF4-FFF2-40B4-BE49-F238E27FC236}">
                  <a16:creationId xmlns:a16="http://schemas.microsoft.com/office/drawing/2014/main" id="{7D3327ED-162A-FE4B-842D-2141C30D3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102">
              <a:extLst>
                <a:ext uri="{FF2B5EF4-FFF2-40B4-BE49-F238E27FC236}">
                  <a16:creationId xmlns:a16="http://schemas.microsoft.com/office/drawing/2014/main" id="{40EA94A7-37D1-5446-8E52-23F3A4B68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103">
              <a:extLst>
                <a:ext uri="{FF2B5EF4-FFF2-40B4-BE49-F238E27FC236}">
                  <a16:creationId xmlns:a16="http://schemas.microsoft.com/office/drawing/2014/main" id="{C6671A21-BB75-8F44-B51F-6B8D24193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104">
              <a:extLst>
                <a:ext uri="{FF2B5EF4-FFF2-40B4-BE49-F238E27FC236}">
                  <a16:creationId xmlns:a16="http://schemas.microsoft.com/office/drawing/2014/main" id="{42CDF09A-E305-9442-944F-C9419946D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105">
              <a:extLst>
                <a:ext uri="{FF2B5EF4-FFF2-40B4-BE49-F238E27FC236}">
                  <a16:creationId xmlns:a16="http://schemas.microsoft.com/office/drawing/2014/main" id="{25600B67-42D5-E244-81E7-7B8DD5C77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106">
              <a:extLst>
                <a:ext uri="{FF2B5EF4-FFF2-40B4-BE49-F238E27FC236}">
                  <a16:creationId xmlns:a16="http://schemas.microsoft.com/office/drawing/2014/main" id="{0ABD6B96-D70B-3241-AF28-F50AD9A45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107">
              <a:extLst>
                <a:ext uri="{FF2B5EF4-FFF2-40B4-BE49-F238E27FC236}">
                  <a16:creationId xmlns:a16="http://schemas.microsoft.com/office/drawing/2014/main" id="{344B6F08-10B8-EF4A-8129-002B7A20B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108">
              <a:extLst>
                <a:ext uri="{FF2B5EF4-FFF2-40B4-BE49-F238E27FC236}">
                  <a16:creationId xmlns:a16="http://schemas.microsoft.com/office/drawing/2014/main" id="{882B4C02-2B33-BA4F-8A27-1BA2CC84E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109">
              <a:extLst>
                <a:ext uri="{FF2B5EF4-FFF2-40B4-BE49-F238E27FC236}">
                  <a16:creationId xmlns:a16="http://schemas.microsoft.com/office/drawing/2014/main" id="{4890B23F-ABBA-8540-B8A3-E7B12C0F3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110">
              <a:extLst>
                <a:ext uri="{FF2B5EF4-FFF2-40B4-BE49-F238E27FC236}">
                  <a16:creationId xmlns:a16="http://schemas.microsoft.com/office/drawing/2014/main" id="{3501E5FA-1738-5E42-8875-11E841F30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111">
              <a:extLst>
                <a:ext uri="{FF2B5EF4-FFF2-40B4-BE49-F238E27FC236}">
                  <a16:creationId xmlns:a16="http://schemas.microsoft.com/office/drawing/2014/main" id="{10B3595E-076B-674E-8B62-A4FF58782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112">
              <a:extLst>
                <a:ext uri="{FF2B5EF4-FFF2-40B4-BE49-F238E27FC236}">
                  <a16:creationId xmlns:a16="http://schemas.microsoft.com/office/drawing/2014/main" id="{5DB268F7-586E-574D-B83B-CA92D08F9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113">
              <a:extLst>
                <a:ext uri="{FF2B5EF4-FFF2-40B4-BE49-F238E27FC236}">
                  <a16:creationId xmlns:a16="http://schemas.microsoft.com/office/drawing/2014/main" id="{2EEDBA2A-7D51-DD4C-A9E7-37B17484E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114">
              <a:extLst>
                <a:ext uri="{FF2B5EF4-FFF2-40B4-BE49-F238E27FC236}">
                  <a16:creationId xmlns:a16="http://schemas.microsoft.com/office/drawing/2014/main" id="{D876A52C-E035-DC41-BFE0-74F6DB815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115">
              <a:extLst>
                <a:ext uri="{FF2B5EF4-FFF2-40B4-BE49-F238E27FC236}">
                  <a16:creationId xmlns:a16="http://schemas.microsoft.com/office/drawing/2014/main" id="{66E43E0B-4F15-3E41-AA37-5A47E387E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116">
              <a:extLst>
                <a:ext uri="{FF2B5EF4-FFF2-40B4-BE49-F238E27FC236}">
                  <a16:creationId xmlns:a16="http://schemas.microsoft.com/office/drawing/2014/main" id="{AA8B0E2C-D80C-5940-ABC0-E79560D20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117">
              <a:extLst>
                <a:ext uri="{FF2B5EF4-FFF2-40B4-BE49-F238E27FC236}">
                  <a16:creationId xmlns:a16="http://schemas.microsoft.com/office/drawing/2014/main" id="{23D8A126-9EEC-AE44-B0A9-0053FEA1D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118">
              <a:extLst>
                <a:ext uri="{FF2B5EF4-FFF2-40B4-BE49-F238E27FC236}">
                  <a16:creationId xmlns:a16="http://schemas.microsoft.com/office/drawing/2014/main" id="{E1C7E5D3-2502-E846-950D-B2FC1A02C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119">
              <a:extLst>
                <a:ext uri="{FF2B5EF4-FFF2-40B4-BE49-F238E27FC236}">
                  <a16:creationId xmlns:a16="http://schemas.microsoft.com/office/drawing/2014/main" id="{4FB63D4F-413F-C54C-BB47-1F0186009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120">
              <a:extLst>
                <a:ext uri="{FF2B5EF4-FFF2-40B4-BE49-F238E27FC236}">
                  <a16:creationId xmlns:a16="http://schemas.microsoft.com/office/drawing/2014/main" id="{431FD270-E113-8A49-925E-C73430954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121">
              <a:extLst>
                <a:ext uri="{FF2B5EF4-FFF2-40B4-BE49-F238E27FC236}">
                  <a16:creationId xmlns:a16="http://schemas.microsoft.com/office/drawing/2014/main" id="{90B18E7F-05F2-A94D-8E2D-737C949A3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122">
              <a:extLst>
                <a:ext uri="{FF2B5EF4-FFF2-40B4-BE49-F238E27FC236}">
                  <a16:creationId xmlns:a16="http://schemas.microsoft.com/office/drawing/2014/main" id="{8456C2CF-24BF-204F-B820-52FFD54D2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123">
              <a:extLst>
                <a:ext uri="{FF2B5EF4-FFF2-40B4-BE49-F238E27FC236}">
                  <a16:creationId xmlns:a16="http://schemas.microsoft.com/office/drawing/2014/main" id="{3487CD9C-1D60-0446-AB8A-B46CEAE61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124">
              <a:extLst>
                <a:ext uri="{FF2B5EF4-FFF2-40B4-BE49-F238E27FC236}">
                  <a16:creationId xmlns:a16="http://schemas.microsoft.com/office/drawing/2014/main" id="{C20F8C03-A04A-2B42-9625-32EEF4E8D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125">
              <a:extLst>
                <a:ext uri="{FF2B5EF4-FFF2-40B4-BE49-F238E27FC236}">
                  <a16:creationId xmlns:a16="http://schemas.microsoft.com/office/drawing/2014/main" id="{A5FF9580-A194-DD44-BBF2-F23CF702F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126">
              <a:extLst>
                <a:ext uri="{FF2B5EF4-FFF2-40B4-BE49-F238E27FC236}">
                  <a16:creationId xmlns:a16="http://schemas.microsoft.com/office/drawing/2014/main" id="{A1947593-E222-7747-B2D5-D93091A42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127">
              <a:extLst>
                <a:ext uri="{FF2B5EF4-FFF2-40B4-BE49-F238E27FC236}">
                  <a16:creationId xmlns:a16="http://schemas.microsoft.com/office/drawing/2014/main" id="{327EB05A-A275-D944-BADA-603B93A16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128">
              <a:extLst>
                <a:ext uri="{FF2B5EF4-FFF2-40B4-BE49-F238E27FC236}">
                  <a16:creationId xmlns:a16="http://schemas.microsoft.com/office/drawing/2014/main" id="{B7EB6F8E-254E-3645-A58B-AC8808BC7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129">
              <a:extLst>
                <a:ext uri="{FF2B5EF4-FFF2-40B4-BE49-F238E27FC236}">
                  <a16:creationId xmlns:a16="http://schemas.microsoft.com/office/drawing/2014/main" id="{1B054C6A-6E81-2144-8B7D-FB99B817E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130">
              <a:extLst>
                <a:ext uri="{FF2B5EF4-FFF2-40B4-BE49-F238E27FC236}">
                  <a16:creationId xmlns:a16="http://schemas.microsoft.com/office/drawing/2014/main" id="{406C524C-CA0E-E349-82BE-97F9A1B3A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131">
              <a:extLst>
                <a:ext uri="{FF2B5EF4-FFF2-40B4-BE49-F238E27FC236}">
                  <a16:creationId xmlns:a16="http://schemas.microsoft.com/office/drawing/2014/main" id="{83E41BF7-E2CB-CA41-A02E-29F68131E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132">
              <a:extLst>
                <a:ext uri="{FF2B5EF4-FFF2-40B4-BE49-F238E27FC236}">
                  <a16:creationId xmlns:a16="http://schemas.microsoft.com/office/drawing/2014/main" id="{914374E8-7A25-AB44-858F-80210E4FE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133">
              <a:extLst>
                <a:ext uri="{FF2B5EF4-FFF2-40B4-BE49-F238E27FC236}">
                  <a16:creationId xmlns:a16="http://schemas.microsoft.com/office/drawing/2014/main" id="{F5222A84-45DF-544E-AC91-F6CCA44DD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134">
              <a:extLst>
                <a:ext uri="{FF2B5EF4-FFF2-40B4-BE49-F238E27FC236}">
                  <a16:creationId xmlns:a16="http://schemas.microsoft.com/office/drawing/2014/main" id="{53D1366A-6890-E444-AE18-B8773743A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135">
              <a:extLst>
                <a:ext uri="{FF2B5EF4-FFF2-40B4-BE49-F238E27FC236}">
                  <a16:creationId xmlns:a16="http://schemas.microsoft.com/office/drawing/2014/main" id="{768EE84F-B561-1044-BF3C-0C40264A4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136">
              <a:extLst>
                <a:ext uri="{FF2B5EF4-FFF2-40B4-BE49-F238E27FC236}">
                  <a16:creationId xmlns:a16="http://schemas.microsoft.com/office/drawing/2014/main" id="{61F69988-58D8-4345-AFBD-E2EE15A49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137">
              <a:extLst>
                <a:ext uri="{FF2B5EF4-FFF2-40B4-BE49-F238E27FC236}">
                  <a16:creationId xmlns:a16="http://schemas.microsoft.com/office/drawing/2014/main" id="{ABC58B3F-D098-EA4F-B02F-44A6EF20D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138">
              <a:extLst>
                <a:ext uri="{FF2B5EF4-FFF2-40B4-BE49-F238E27FC236}">
                  <a16:creationId xmlns:a16="http://schemas.microsoft.com/office/drawing/2014/main" id="{0B787AB0-07CF-344B-9CD5-99839B4B5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139">
              <a:extLst>
                <a:ext uri="{FF2B5EF4-FFF2-40B4-BE49-F238E27FC236}">
                  <a16:creationId xmlns:a16="http://schemas.microsoft.com/office/drawing/2014/main" id="{44249DAC-22AA-4542-864F-BE83C2300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140">
              <a:extLst>
                <a:ext uri="{FF2B5EF4-FFF2-40B4-BE49-F238E27FC236}">
                  <a16:creationId xmlns:a16="http://schemas.microsoft.com/office/drawing/2014/main" id="{DC495BF8-2238-3944-BF56-18FE26E3E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141">
              <a:extLst>
                <a:ext uri="{FF2B5EF4-FFF2-40B4-BE49-F238E27FC236}">
                  <a16:creationId xmlns:a16="http://schemas.microsoft.com/office/drawing/2014/main" id="{399C6418-2F31-A949-B1A0-92F7165EE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142">
              <a:extLst>
                <a:ext uri="{FF2B5EF4-FFF2-40B4-BE49-F238E27FC236}">
                  <a16:creationId xmlns:a16="http://schemas.microsoft.com/office/drawing/2014/main" id="{EF3AE8A6-2342-C14B-8852-C93F7E5C8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143">
              <a:extLst>
                <a:ext uri="{FF2B5EF4-FFF2-40B4-BE49-F238E27FC236}">
                  <a16:creationId xmlns:a16="http://schemas.microsoft.com/office/drawing/2014/main" id="{C6D9EAC3-42DD-5141-9A01-6B95DFFE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144">
              <a:extLst>
                <a:ext uri="{FF2B5EF4-FFF2-40B4-BE49-F238E27FC236}">
                  <a16:creationId xmlns:a16="http://schemas.microsoft.com/office/drawing/2014/main" id="{BC0AC960-7A4A-C84A-AA45-1355E2FBD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145">
              <a:extLst>
                <a:ext uri="{FF2B5EF4-FFF2-40B4-BE49-F238E27FC236}">
                  <a16:creationId xmlns:a16="http://schemas.microsoft.com/office/drawing/2014/main" id="{F399E05D-6BC4-8048-AE9C-446E9C568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146">
              <a:extLst>
                <a:ext uri="{FF2B5EF4-FFF2-40B4-BE49-F238E27FC236}">
                  <a16:creationId xmlns:a16="http://schemas.microsoft.com/office/drawing/2014/main" id="{2035C43E-7713-584C-8FA1-6396C36EB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147">
              <a:extLst>
                <a:ext uri="{FF2B5EF4-FFF2-40B4-BE49-F238E27FC236}">
                  <a16:creationId xmlns:a16="http://schemas.microsoft.com/office/drawing/2014/main" id="{99C90ADF-0B78-AC4F-9D74-285538A8B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148">
              <a:extLst>
                <a:ext uri="{FF2B5EF4-FFF2-40B4-BE49-F238E27FC236}">
                  <a16:creationId xmlns:a16="http://schemas.microsoft.com/office/drawing/2014/main" id="{FAC482A3-6F01-D046-8B2B-9E3DAD0CD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149">
              <a:extLst>
                <a:ext uri="{FF2B5EF4-FFF2-40B4-BE49-F238E27FC236}">
                  <a16:creationId xmlns:a16="http://schemas.microsoft.com/office/drawing/2014/main" id="{5E6D890B-CEE7-4644-AB11-49655C3C5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150">
              <a:extLst>
                <a:ext uri="{FF2B5EF4-FFF2-40B4-BE49-F238E27FC236}">
                  <a16:creationId xmlns:a16="http://schemas.microsoft.com/office/drawing/2014/main" id="{1B75FEAA-EDD2-AE4D-84E9-093394411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151">
              <a:extLst>
                <a:ext uri="{FF2B5EF4-FFF2-40B4-BE49-F238E27FC236}">
                  <a16:creationId xmlns:a16="http://schemas.microsoft.com/office/drawing/2014/main" id="{2E8B288B-C593-7844-85D5-C0A5E641C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152">
              <a:extLst>
                <a:ext uri="{FF2B5EF4-FFF2-40B4-BE49-F238E27FC236}">
                  <a16:creationId xmlns:a16="http://schemas.microsoft.com/office/drawing/2014/main" id="{BF1A8CC1-E550-F64D-90EE-93E36B7DE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153">
              <a:extLst>
                <a:ext uri="{FF2B5EF4-FFF2-40B4-BE49-F238E27FC236}">
                  <a16:creationId xmlns:a16="http://schemas.microsoft.com/office/drawing/2014/main" id="{EE726671-6F36-BC46-9818-087782362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154">
              <a:extLst>
                <a:ext uri="{FF2B5EF4-FFF2-40B4-BE49-F238E27FC236}">
                  <a16:creationId xmlns:a16="http://schemas.microsoft.com/office/drawing/2014/main" id="{1D491E35-01BF-C647-AC3D-6E33C1528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155">
              <a:extLst>
                <a:ext uri="{FF2B5EF4-FFF2-40B4-BE49-F238E27FC236}">
                  <a16:creationId xmlns:a16="http://schemas.microsoft.com/office/drawing/2014/main" id="{C9FDFD2F-4EDF-C242-8549-E680AA9F3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156">
              <a:extLst>
                <a:ext uri="{FF2B5EF4-FFF2-40B4-BE49-F238E27FC236}">
                  <a16:creationId xmlns:a16="http://schemas.microsoft.com/office/drawing/2014/main" id="{AD5D1A25-5664-A848-B2CB-9FFBF99C5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157">
              <a:extLst>
                <a:ext uri="{FF2B5EF4-FFF2-40B4-BE49-F238E27FC236}">
                  <a16:creationId xmlns:a16="http://schemas.microsoft.com/office/drawing/2014/main" id="{19FB1DB6-B806-FD4D-AF0B-2F16C7753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158">
              <a:extLst>
                <a:ext uri="{FF2B5EF4-FFF2-40B4-BE49-F238E27FC236}">
                  <a16:creationId xmlns:a16="http://schemas.microsoft.com/office/drawing/2014/main" id="{918F17F1-1C3F-D449-A426-0A0B798DE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159">
              <a:extLst>
                <a:ext uri="{FF2B5EF4-FFF2-40B4-BE49-F238E27FC236}">
                  <a16:creationId xmlns:a16="http://schemas.microsoft.com/office/drawing/2014/main" id="{7A3CE22B-76C3-454B-A6A0-7272E5B2F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160">
              <a:extLst>
                <a:ext uri="{FF2B5EF4-FFF2-40B4-BE49-F238E27FC236}">
                  <a16:creationId xmlns:a16="http://schemas.microsoft.com/office/drawing/2014/main" id="{737ADFCF-C2EA-E94F-B402-13204B04B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161">
              <a:extLst>
                <a:ext uri="{FF2B5EF4-FFF2-40B4-BE49-F238E27FC236}">
                  <a16:creationId xmlns:a16="http://schemas.microsoft.com/office/drawing/2014/main" id="{9443B7B1-F79A-C242-A9F2-9E55D75D5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162">
              <a:extLst>
                <a:ext uri="{FF2B5EF4-FFF2-40B4-BE49-F238E27FC236}">
                  <a16:creationId xmlns:a16="http://schemas.microsoft.com/office/drawing/2014/main" id="{A3F50B40-597E-0C46-8AEF-3FF609FFC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163">
              <a:extLst>
                <a:ext uri="{FF2B5EF4-FFF2-40B4-BE49-F238E27FC236}">
                  <a16:creationId xmlns:a16="http://schemas.microsoft.com/office/drawing/2014/main" id="{30E35361-97D8-FD4E-A554-373F4F05F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235">
              <a:extLst>
                <a:ext uri="{FF2B5EF4-FFF2-40B4-BE49-F238E27FC236}">
                  <a16:creationId xmlns:a16="http://schemas.microsoft.com/office/drawing/2014/main" id="{6BDE6A68-0A38-3241-B252-DDE04C916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242">
              <a:extLst>
                <a:ext uri="{FF2B5EF4-FFF2-40B4-BE49-F238E27FC236}">
                  <a16:creationId xmlns:a16="http://schemas.microsoft.com/office/drawing/2014/main" id="{6444D89A-4E1E-024E-A08B-400F25C6F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249">
              <a:extLst>
                <a:ext uri="{FF2B5EF4-FFF2-40B4-BE49-F238E27FC236}">
                  <a16:creationId xmlns:a16="http://schemas.microsoft.com/office/drawing/2014/main" id="{9EDA7D8F-E87B-6A4A-A52A-C9FDBD9A8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256">
              <a:extLst>
                <a:ext uri="{FF2B5EF4-FFF2-40B4-BE49-F238E27FC236}">
                  <a16:creationId xmlns:a16="http://schemas.microsoft.com/office/drawing/2014/main" id="{82C29E9B-1BA5-8C47-B651-901E801D4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263">
              <a:extLst>
                <a:ext uri="{FF2B5EF4-FFF2-40B4-BE49-F238E27FC236}">
                  <a16:creationId xmlns:a16="http://schemas.microsoft.com/office/drawing/2014/main" id="{A89E4FCC-23A1-A042-B512-935F70A03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270">
              <a:extLst>
                <a:ext uri="{FF2B5EF4-FFF2-40B4-BE49-F238E27FC236}">
                  <a16:creationId xmlns:a16="http://schemas.microsoft.com/office/drawing/2014/main" id="{4A337724-37D4-6449-B190-E0E947886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277">
              <a:extLst>
                <a:ext uri="{FF2B5EF4-FFF2-40B4-BE49-F238E27FC236}">
                  <a16:creationId xmlns:a16="http://schemas.microsoft.com/office/drawing/2014/main" id="{A1508D19-C1E8-914E-92FA-74FBB5A96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284">
              <a:extLst>
                <a:ext uri="{FF2B5EF4-FFF2-40B4-BE49-F238E27FC236}">
                  <a16:creationId xmlns:a16="http://schemas.microsoft.com/office/drawing/2014/main" id="{8F05A4DC-3D90-E14B-978D-9FE5A05E2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291">
              <a:extLst>
                <a:ext uri="{FF2B5EF4-FFF2-40B4-BE49-F238E27FC236}">
                  <a16:creationId xmlns:a16="http://schemas.microsoft.com/office/drawing/2014/main" id="{4A573C60-D38B-7B44-AE9D-4FDF3276F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298">
              <a:extLst>
                <a:ext uri="{FF2B5EF4-FFF2-40B4-BE49-F238E27FC236}">
                  <a16:creationId xmlns:a16="http://schemas.microsoft.com/office/drawing/2014/main" id="{9161C37E-66CD-F542-80A4-013040BD4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305">
              <a:extLst>
                <a:ext uri="{FF2B5EF4-FFF2-40B4-BE49-F238E27FC236}">
                  <a16:creationId xmlns:a16="http://schemas.microsoft.com/office/drawing/2014/main" id="{61DEA9B2-7E84-1B49-8A64-CAD4B5DDA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312">
              <a:extLst>
                <a:ext uri="{FF2B5EF4-FFF2-40B4-BE49-F238E27FC236}">
                  <a16:creationId xmlns:a16="http://schemas.microsoft.com/office/drawing/2014/main" id="{5EF2484E-21C2-4C4E-A4F8-293A278DD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4" name="Freeform 320">
            <a:extLst>
              <a:ext uri="{FF2B5EF4-FFF2-40B4-BE49-F238E27FC236}">
                <a16:creationId xmlns:a16="http://schemas.microsoft.com/office/drawing/2014/main" id="{F5078B6C-7476-2047-9091-B5DD82FE3A00}"/>
              </a:ext>
            </a:extLst>
          </p:cNvPr>
          <p:cNvSpPr>
            <a:spLocks/>
          </p:cNvSpPr>
          <p:nvPr/>
        </p:nvSpPr>
        <p:spPr bwMode="auto">
          <a:xfrm rot="2493426">
            <a:off x="4778349" y="6058306"/>
            <a:ext cx="673927" cy="546682"/>
          </a:xfrm>
          <a:custGeom>
            <a:avLst/>
            <a:gdLst>
              <a:gd name="T0" fmla="*/ 1111 w 1145"/>
              <a:gd name="T1" fmla="*/ 84 h 927"/>
              <a:gd name="T2" fmla="*/ 1064 w 1145"/>
              <a:gd name="T3" fmla="*/ 110 h 927"/>
              <a:gd name="T4" fmla="*/ 996 w 1145"/>
              <a:gd name="T5" fmla="*/ 119 h 927"/>
              <a:gd name="T6" fmla="*/ 920 w 1145"/>
              <a:gd name="T7" fmla="*/ 116 h 927"/>
              <a:gd name="T8" fmla="*/ 860 w 1145"/>
              <a:gd name="T9" fmla="*/ 128 h 927"/>
              <a:gd name="T10" fmla="*/ 821 w 1145"/>
              <a:gd name="T11" fmla="*/ 162 h 927"/>
              <a:gd name="T12" fmla="*/ 801 w 1145"/>
              <a:gd name="T13" fmla="*/ 220 h 927"/>
              <a:gd name="T14" fmla="*/ 804 w 1145"/>
              <a:gd name="T15" fmla="*/ 290 h 927"/>
              <a:gd name="T16" fmla="*/ 797 w 1145"/>
              <a:gd name="T17" fmla="*/ 368 h 927"/>
              <a:gd name="T18" fmla="*/ 777 w 1145"/>
              <a:gd name="T19" fmla="*/ 414 h 927"/>
              <a:gd name="T20" fmla="*/ 749 w 1145"/>
              <a:gd name="T21" fmla="*/ 450 h 927"/>
              <a:gd name="T22" fmla="*/ 704 w 1145"/>
              <a:gd name="T23" fmla="*/ 483 h 927"/>
              <a:gd name="T24" fmla="*/ 656 w 1145"/>
              <a:gd name="T25" fmla="*/ 499 h 927"/>
              <a:gd name="T26" fmla="*/ 569 w 1145"/>
              <a:gd name="T27" fmla="*/ 501 h 927"/>
              <a:gd name="T28" fmla="*/ 505 w 1145"/>
              <a:gd name="T29" fmla="*/ 503 h 927"/>
              <a:gd name="T30" fmla="*/ 448 w 1145"/>
              <a:gd name="T31" fmla="*/ 532 h 927"/>
              <a:gd name="T32" fmla="*/ 423 w 1145"/>
              <a:gd name="T33" fmla="*/ 574 h 927"/>
              <a:gd name="T34" fmla="*/ 418 w 1145"/>
              <a:gd name="T35" fmla="*/ 653 h 927"/>
              <a:gd name="T36" fmla="*/ 419 w 1145"/>
              <a:gd name="T37" fmla="*/ 718 h 927"/>
              <a:gd name="T38" fmla="*/ 405 w 1145"/>
              <a:gd name="T39" fmla="*/ 775 h 927"/>
              <a:gd name="T40" fmla="*/ 376 w 1145"/>
              <a:gd name="T41" fmla="*/ 822 h 927"/>
              <a:gd name="T42" fmla="*/ 343 w 1145"/>
              <a:gd name="T43" fmla="*/ 852 h 927"/>
              <a:gd name="T44" fmla="*/ 296 w 1145"/>
              <a:gd name="T45" fmla="*/ 878 h 927"/>
              <a:gd name="T46" fmla="*/ 228 w 1145"/>
              <a:gd name="T47" fmla="*/ 887 h 927"/>
              <a:gd name="T48" fmla="*/ 152 w 1145"/>
              <a:gd name="T49" fmla="*/ 885 h 927"/>
              <a:gd name="T50" fmla="*/ 92 w 1145"/>
              <a:gd name="T51" fmla="*/ 896 h 927"/>
              <a:gd name="T52" fmla="*/ 59 w 1145"/>
              <a:gd name="T53" fmla="*/ 921 h 927"/>
              <a:gd name="T54" fmla="*/ 30 w 1145"/>
              <a:gd name="T55" fmla="*/ 927 h 927"/>
              <a:gd name="T56" fmla="*/ 11 w 1145"/>
              <a:gd name="T57" fmla="*/ 916 h 927"/>
              <a:gd name="T58" fmla="*/ 0 w 1145"/>
              <a:gd name="T59" fmla="*/ 890 h 927"/>
              <a:gd name="T60" fmla="*/ 11 w 1145"/>
              <a:gd name="T61" fmla="*/ 862 h 927"/>
              <a:gd name="T62" fmla="*/ 44 w 1145"/>
              <a:gd name="T63" fmla="*/ 834 h 927"/>
              <a:gd name="T64" fmla="*/ 92 w 1145"/>
              <a:gd name="T65" fmla="*/ 815 h 927"/>
              <a:gd name="T66" fmla="*/ 170 w 1145"/>
              <a:gd name="T67" fmla="*/ 807 h 927"/>
              <a:gd name="T68" fmla="*/ 240 w 1145"/>
              <a:gd name="T69" fmla="*/ 810 h 927"/>
              <a:gd name="T70" fmla="*/ 297 w 1145"/>
              <a:gd name="T71" fmla="*/ 791 h 927"/>
              <a:gd name="T72" fmla="*/ 331 w 1145"/>
              <a:gd name="T73" fmla="*/ 752 h 927"/>
              <a:gd name="T74" fmla="*/ 343 w 1145"/>
              <a:gd name="T75" fmla="*/ 691 h 927"/>
              <a:gd name="T76" fmla="*/ 339 w 1145"/>
              <a:gd name="T77" fmla="*/ 615 h 927"/>
              <a:gd name="T78" fmla="*/ 350 w 1145"/>
              <a:gd name="T79" fmla="*/ 547 h 927"/>
              <a:gd name="T80" fmla="*/ 375 w 1145"/>
              <a:gd name="T81" fmla="*/ 500 h 927"/>
              <a:gd name="T82" fmla="*/ 406 w 1145"/>
              <a:gd name="T83" fmla="*/ 468 h 927"/>
              <a:gd name="T84" fmla="*/ 452 w 1145"/>
              <a:gd name="T85" fmla="*/ 439 h 927"/>
              <a:gd name="T86" fmla="*/ 510 w 1145"/>
              <a:gd name="T87" fmla="*/ 424 h 927"/>
              <a:gd name="T88" fmla="*/ 574 w 1145"/>
              <a:gd name="T89" fmla="*/ 425 h 927"/>
              <a:gd name="T90" fmla="*/ 654 w 1145"/>
              <a:gd name="T91" fmla="*/ 420 h 927"/>
              <a:gd name="T92" fmla="*/ 695 w 1145"/>
              <a:gd name="T93" fmla="*/ 395 h 927"/>
              <a:gd name="T94" fmla="*/ 725 w 1145"/>
              <a:gd name="T95" fmla="*/ 338 h 927"/>
              <a:gd name="T96" fmla="*/ 725 w 1145"/>
              <a:gd name="T97" fmla="*/ 274 h 927"/>
              <a:gd name="T98" fmla="*/ 728 w 1145"/>
              <a:gd name="T99" fmla="*/ 187 h 927"/>
              <a:gd name="T100" fmla="*/ 745 w 1145"/>
              <a:gd name="T101" fmla="*/ 140 h 927"/>
              <a:gd name="T102" fmla="*/ 778 w 1145"/>
              <a:gd name="T103" fmla="*/ 94 h 927"/>
              <a:gd name="T104" fmla="*/ 812 w 1145"/>
              <a:gd name="T105" fmla="*/ 66 h 927"/>
              <a:gd name="T106" fmla="*/ 860 w 1145"/>
              <a:gd name="T107" fmla="*/ 47 h 927"/>
              <a:gd name="T108" fmla="*/ 938 w 1145"/>
              <a:gd name="T109" fmla="*/ 40 h 927"/>
              <a:gd name="T110" fmla="*/ 1008 w 1145"/>
              <a:gd name="T111" fmla="*/ 42 h 927"/>
              <a:gd name="T112" fmla="*/ 1066 w 1145"/>
              <a:gd name="T113" fmla="*/ 23 h 927"/>
              <a:gd name="T114" fmla="*/ 1092 w 1145"/>
              <a:gd name="T115" fmla="*/ 2 h 927"/>
              <a:gd name="T116" fmla="*/ 1121 w 1145"/>
              <a:gd name="T117" fmla="*/ 2 h 927"/>
              <a:gd name="T118" fmla="*/ 1139 w 1145"/>
              <a:gd name="T119" fmla="*/ 17 h 927"/>
              <a:gd name="T120" fmla="*/ 1144 w 1145"/>
              <a:gd name="T121" fmla="*/ 46 h 927"/>
              <a:gd name="T122" fmla="*/ 1134 w 1145"/>
              <a:gd name="T123" fmla="*/ 65 h 9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145" h="927">
                <a:moveTo>
                  <a:pt x="1134" y="65"/>
                </a:moveTo>
                <a:lnTo>
                  <a:pt x="1134" y="65"/>
                </a:lnTo>
                <a:lnTo>
                  <a:pt x="1122" y="76"/>
                </a:lnTo>
                <a:lnTo>
                  <a:pt x="1111" y="84"/>
                </a:lnTo>
                <a:lnTo>
                  <a:pt x="1099" y="93"/>
                </a:lnTo>
                <a:lnTo>
                  <a:pt x="1088" y="99"/>
                </a:lnTo>
                <a:lnTo>
                  <a:pt x="1076" y="105"/>
                </a:lnTo>
                <a:lnTo>
                  <a:pt x="1064" y="110"/>
                </a:lnTo>
                <a:lnTo>
                  <a:pt x="1053" y="112"/>
                </a:lnTo>
                <a:lnTo>
                  <a:pt x="1041" y="116"/>
                </a:lnTo>
                <a:lnTo>
                  <a:pt x="1018" y="118"/>
                </a:lnTo>
                <a:lnTo>
                  <a:pt x="996" y="119"/>
                </a:lnTo>
                <a:lnTo>
                  <a:pt x="974" y="119"/>
                </a:lnTo>
                <a:lnTo>
                  <a:pt x="954" y="118"/>
                </a:lnTo>
                <a:lnTo>
                  <a:pt x="954" y="118"/>
                </a:lnTo>
                <a:lnTo>
                  <a:pt x="920" y="116"/>
                </a:lnTo>
                <a:lnTo>
                  <a:pt x="904" y="117"/>
                </a:lnTo>
                <a:lnTo>
                  <a:pt x="889" y="118"/>
                </a:lnTo>
                <a:lnTo>
                  <a:pt x="874" y="122"/>
                </a:lnTo>
                <a:lnTo>
                  <a:pt x="860" y="128"/>
                </a:lnTo>
                <a:lnTo>
                  <a:pt x="846" y="136"/>
                </a:lnTo>
                <a:lnTo>
                  <a:pt x="833" y="148"/>
                </a:lnTo>
                <a:lnTo>
                  <a:pt x="833" y="148"/>
                </a:lnTo>
                <a:lnTo>
                  <a:pt x="821" y="162"/>
                </a:lnTo>
                <a:lnTo>
                  <a:pt x="812" y="175"/>
                </a:lnTo>
                <a:lnTo>
                  <a:pt x="806" y="190"/>
                </a:lnTo>
                <a:lnTo>
                  <a:pt x="803" y="204"/>
                </a:lnTo>
                <a:lnTo>
                  <a:pt x="801" y="220"/>
                </a:lnTo>
                <a:lnTo>
                  <a:pt x="800" y="235"/>
                </a:lnTo>
                <a:lnTo>
                  <a:pt x="803" y="269"/>
                </a:lnTo>
                <a:lnTo>
                  <a:pt x="803" y="269"/>
                </a:lnTo>
                <a:lnTo>
                  <a:pt x="804" y="290"/>
                </a:lnTo>
                <a:lnTo>
                  <a:pt x="804" y="312"/>
                </a:lnTo>
                <a:lnTo>
                  <a:pt x="803" y="333"/>
                </a:lnTo>
                <a:lnTo>
                  <a:pt x="800" y="356"/>
                </a:lnTo>
                <a:lnTo>
                  <a:pt x="797" y="368"/>
                </a:lnTo>
                <a:lnTo>
                  <a:pt x="794" y="379"/>
                </a:lnTo>
                <a:lnTo>
                  <a:pt x="789" y="391"/>
                </a:lnTo>
                <a:lnTo>
                  <a:pt x="783" y="404"/>
                </a:lnTo>
                <a:lnTo>
                  <a:pt x="777" y="414"/>
                </a:lnTo>
                <a:lnTo>
                  <a:pt x="769" y="427"/>
                </a:lnTo>
                <a:lnTo>
                  <a:pt x="760" y="437"/>
                </a:lnTo>
                <a:lnTo>
                  <a:pt x="749" y="450"/>
                </a:lnTo>
                <a:lnTo>
                  <a:pt x="749" y="450"/>
                </a:lnTo>
                <a:lnTo>
                  <a:pt x="739" y="459"/>
                </a:lnTo>
                <a:lnTo>
                  <a:pt x="726" y="469"/>
                </a:lnTo>
                <a:lnTo>
                  <a:pt x="716" y="476"/>
                </a:lnTo>
                <a:lnTo>
                  <a:pt x="704" y="483"/>
                </a:lnTo>
                <a:lnTo>
                  <a:pt x="691" y="488"/>
                </a:lnTo>
                <a:lnTo>
                  <a:pt x="681" y="493"/>
                </a:lnTo>
                <a:lnTo>
                  <a:pt x="668" y="497"/>
                </a:lnTo>
                <a:lnTo>
                  <a:pt x="656" y="499"/>
                </a:lnTo>
                <a:lnTo>
                  <a:pt x="635" y="503"/>
                </a:lnTo>
                <a:lnTo>
                  <a:pt x="612" y="504"/>
                </a:lnTo>
                <a:lnTo>
                  <a:pt x="590" y="503"/>
                </a:lnTo>
                <a:lnTo>
                  <a:pt x="569" y="501"/>
                </a:lnTo>
                <a:lnTo>
                  <a:pt x="569" y="501"/>
                </a:lnTo>
                <a:lnTo>
                  <a:pt x="535" y="500"/>
                </a:lnTo>
                <a:lnTo>
                  <a:pt x="520" y="500"/>
                </a:lnTo>
                <a:lnTo>
                  <a:pt x="505" y="503"/>
                </a:lnTo>
                <a:lnTo>
                  <a:pt x="491" y="506"/>
                </a:lnTo>
                <a:lnTo>
                  <a:pt x="476" y="512"/>
                </a:lnTo>
                <a:lnTo>
                  <a:pt x="463" y="521"/>
                </a:lnTo>
                <a:lnTo>
                  <a:pt x="448" y="532"/>
                </a:lnTo>
                <a:lnTo>
                  <a:pt x="448" y="532"/>
                </a:lnTo>
                <a:lnTo>
                  <a:pt x="437" y="546"/>
                </a:lnTo>
                <a:lnTo>
                  <a:pt x="429" y="560"/>
                </a:lnTo>
                <a:lnTo>
                  <a:pt x="423" y="574"/>
                </a:lnTo>
                <a:lnTo>
                  <a:pt x="419" y="589"/>
                </a:lnTo>
                <a:lnTo>
                  <a:pt x="417" y="603"/>
                </a:lnTo>
                <a:lnTo>
                  <a:pt x="417" y="619"/>
                </a:lnTo>
                <a:lnTo>
                  <a:pt x="418" y="653"/>
                </a:lnTo>
                <a:lnTo>
                  <a:pt x="418" y="653"/>
                </a:lnTo>
                <a:lnTo>
                  <a:pt x="419" y="673"/>
                </a:lnTo>
                <a:lnTo>
                  <a:pt x="421" y="695"/>
                </a:lnTo>
                <a:lnTo>
                  <a:pt x="419" y="718"/>
                </a:lnTo>
                <a:lnTo>
                  <a:pt x="416" y="741"/>
                </a:lnTo>
                <a:lnTo>
                  <a:pt x="413" y="752"/>
                </a:lnTo>
                <a:lnTo>
                  <a:pt x="410" y="764"/>
                </a:lnTo>
                <a:lnTo>
                  <a:pt x="405" y="775"/>
                </a:lnTo>
                <a:lnTo>
                  <a:pt x="400" y="787"/>
                </a:lnTo>
                <a:lnTo>
                  <a:pt x="393" y="799"/>
                </a:lnTo>
                <a:lnTo>
                  <a:pt x="385" y="810"/>
                </a:lnTo>
                <a:lnTo>
                  <a:pt x="376" y="822"/>
                </a:lnTo>
                <a:lnTo>
                  <a:pt x="366" y="833"/>
                </a:lnTo>
                <a:lnTo>
                  <a:pt x="366" y="833"/>
                </a:lnTo>
                <a:lnTo>
                  <a:pt x="354" y="844"/>
                </a:lnTo>
                <a:lnTo>
                  <a:pt x="343" y="852"/>
                </a:lnTo>
                <a:lnTo>
                  <a:pt x="331" y="861"/>
                </a:lnTo>
                <a:lnTo>
                  <a:pt x="319" y="867"/>
                </a:lnTo>
                <a:lnTo>
                  <a:pt x="308" y="873"/>
                </a:lnTo>
                <a:lnTo>
                  <a:pt x="296" y="878"/>
                </a:lnTo>
                <a:lnTo>
                  <a:pt x="285" y="881"/>
                </a:lnTo>
                <a:lnTo>
                  <a:pt x="273" y="884"/>
                </a:lnTo>
                <a:lnTo>
                  <a:pt x="250" y="886"/>
                </a:lnTo>
                <a:lnTo>
                  <a:pt x="228" y="887"/>
                </a:lnTo>
                <a:lnTo>
                  <a:pt x="206" y="887"/>
                </a:lnTo>
                <a:lnTo>
                  <a:pt x="186" y="886"/>
                </a:lnTo>
                <a:lnTo>
                  <a:pt x="186" y="886"/>
                </a:lnTo>
                <a:lnTo>
                  <a:pt x="152" y="885"/>
                </a:lnTo>
                <a:lnTo>
                  <a:pt x="136" y="885"/>
                </a:lnTo>
                <a:lnTo>
                  <a:pt x="121" y="886"/>
                </a:lnTo>
                <a:lnTo>
                  <a:pt x="106" y="890"/>
                </a:lnTo>
                <a:lnTo>
                  <a:pt x="92" y="896"/>
                </a:lnTo>
                <a:lnTo>
                  <a:pt x="78" y="904"/>
                </a:lnTo>
                <a:lnTo>
                  <a:pt x="65" y="916"/>
                </a:lnTo>
                <a:lnTo>
                  <a:pt x="65" y="916"/>
                </a:lnTo>
                <a:lnTo>
                  <a:pt x="59" y="921"/>
                </a:lnTo>
                <a:lnTo>
                  <a:pt x="52" y="925"/>
                </a:lnTo>
                <a:lnTo>
                  <a:pt x="44" y="927"/>
                </a:lnTo>
                <a:lnTo>
                  <a:pt x="37" y="927"/>
                </a:lnTo>
                <a:lnTo>
                  <a:pt x="30" y="927"/>
                </a:lnTo>
                <a:lnTo>
                  <a:pt x="23" y="925"/>
                </a:lnTo>
                <a:lnTo>
                  <a:pt x="17" y="921"/>
                </a:lnTo>
                <a:lnTo>
                  <a:pt x="11" y="916"/>
                </a:lnTo>
                <a:lnTo>
                  <a:pt x="11" y="916"/>
                </a:lnTo>
                <a:lnTo>
                  <a:pt x="6" y="910"/>
                </a:lnTo>
                <a:lnTo>
                  <a:pt x="2" y="903"/>
                </a:lnTo>
                <a:lnTo>
                  <a:pt x="0" y="897"/>
                </a:lnTo>
                <a:lnTo>
                  <a:pt x="0" y="890"/>
                </a:lnTo>
                <a:lnTo>
                  <a:pt x="0" y="881"/>
                </a:lnTo>
                <a:lnTo>
                  <a:pt x="2" y="875"/>
                </a:lnTo>
                <a:lnTo>
                  <a:pt x="6" y="868"/>
                </a:lnTo>
                <a:lnTo>
                  <a:pt x="11" y="862"/>
                </a:lnTo>
                <a:lnTo>
                  <a:pt x="11" y="862"/>
                </a:lnTo>
                <a:lnTo>
                  <a:pt x="21" y="851"/>
                </a:lnTo>
                <a:lnTo>
                  <a:pt x="34" y="843"/>
                </a:lnTo>
                <a:lnTo>
                  <a:pt x="44" y="834"/>
                </a:lnTo>
                <a:lnTo>
                  <a:pt x="56" y="828"/>
                </a:lnTo>
                <a:lnTo>
                  <a:pt x="69" y="822"/>
                </a:lnTo>
                <a:lnTo>
                  <a:pt x="79" y="818"/>
                </a:lnTo>
                <a:lnTo>
                  <a:pt x="92" y="815"/>
                </a:lnTo>
                <a:lnTo>
                  <a:pt x="102" y="811"/>
                </a:lnTo>
                <a:lnTo>
                  <a:pt x="125" y="809"/>
                </a:lnTo>
                <a:lnTo>
                  <a:pt x="148" y="807"/>
                </a:lnTo>
                <a:lnTo>
                  <a:pt x="170" y="807"/>
                </a:lnTo>
                <a:lnTo>
                  <a:pt x="191" y="809"/>
                </a:lnTo>
                <a:lnTo>
                  <a:pt x="191" y="809"/>
                </a:lnTo>
                <a:lnTo>
                  <a:pt x="225" y="811"/>
                </a:lnTo>
                <a:lnTo>
                  <a:pt x="240" y="810"/>
                </a:lnTo>
                <a:lnTo>
                  <a:pt x="255" y="809"/>
                </a:lnTo>
                <a:lnTo>
                  <a:pt x="269" y="805"/>
                </a:lnTo>
                <a:lnTo>
                  <a:pt x="284" y="799"/>
                </a:lnTo>
                <a:lnTo>
                  <a:pt x="297" y="791"/>
                </a:lnTo>
                <a:lnTo>
                  <a:pt x="312" y="778"/>
                </a:lnTo>
                <a:lnTo>
                  <a:pt x="312" y="778"/>
                </a:lnTo>
                <a:lnTo>
                  <a:pt x="323" y="765"/>
                </a:lnTo>
                <a:lnTo>
                  <a:pt x="331" y="752"/>
                </a:lnTo>
                <a:lnTo>
                  <a:pt x="337" y="737"/>
                </a:lnTo>
                <a:lnTo>
                  <a:pt x="341" y="723"/>
                </a:lnTo>
                <a:lnTo>
                  <a:pt x="343" y="707"/>
                </a:lnTo>
                <a:lnTo>
                  <a:pt x="343" y="691"/>
                </a:lnTo>
                <a:lnTo>
                  <a:pt x="342" y="657"/>
                </a:lnTo>
                <a:lnTo>
                  <a:pt x="342" y="657"/>
                </a:lnTo>
                <a:lnTo>
                  <a:pt x="341" y="637"/>
                </a:lnTo>
                <a:lnTo>
                  <a:pt x="339" y="615"/>
                </a:lnTo>
                <a:lnTo>
                  <a:pt x="341" y="593"/>
                </a:lnTo>
                <a:lnTo>
                  <a:pt x="344" y="570"/>
                </a:lnTo>
                <a:lnTo>
                  <a:pt x="347" y="558"/>
                </a:lnTo>
                <a:lnTo>
                  <a:pt x="350" y="547"/>
                </a:lnTo>
                <a:lnTo>
                  <a:pt x="355" y="535"/>
                </a:lnTo>
                <a:lnTo>
                  <a:pt x="360" y="524"/>
                </a:lnTo>
                <a:lnTo>
                  <a:pt x="367" y="512"/>
                </a:lnTo>
                <a:lnTo>
                  <a:pt x="375" y="500"/>
                </a:lnTo>
                <a:lnTo>
                  <a:pt x="384" y="489"/>
                </a:lnTo>
                <a:lnTo>
                  <a:pt x="394" y="479"/>
                </a:lnTo>
                <a:lnTo>
                  <a:pt x="394" y="479"/>
                </a:lnTo>
                <a:lnTo>
                  <a:pt x="406" y="468"/>
                </a:lnTo>
                <a:lnTo>
                  <a:pt x="417" y="458"/>
                </a:lnTo>
                <a:lnTo>
                  <a:pt x="429" y="451"/>
                </a:lnTo>
                <a:lnTo>
                  <a:pt x="440" y="443"/>
                </a:lnTo>
                <a:lnTo>
                  <a:pt x="452" y="439"/>
                </a:lnTo>
                <a:lnTo>
                  <a:pt x="464" y="434"/>
                </a:lnTo>
                <a:lnTo>
                  <a:pt x="475" y="430"/>
                </a:lnTo>
                <a:lnTo>
                  <a:pt x="487" y="428"/>
                </a:lnTo>
                <a:lnTo>
                  <a:pt x="510" y="424"/>
                </a:lnTo>
                <a:lnTo>
                  <a:pt x="532" y="423"/>
                </a:lnTo>
                <a:lnTo>
                  <a:pt x="554" y="424"/>
                </a:lnTo>
                <a:lnTo>
                  <a:pt x="574" y="425"/>
                </a:lnTo>
                <a:lnTo>
                  <a:pt x="574" y="425"/>
                </a:lnTo>
                <a:lnTo>
                  <a:pt x="608" y="427"/>
                </a:lnTo>
                <a:lnTo>
                  <a:pt x="624" y="427"/>
                </a:lnTo>
                <a:lnTo>
                  <a:pt x="639" y="424"/>
                </a:lnTo>
                <a:lnTo>
                  <a:pt x="654" y="420"/>
                </a:lnTo>
                <a:lnTo>
                  <a:pt x="668" y="414"/>
                </a:lnTo>
                <a:lnTo>
                  <a:pt x="682" y="406"/>
                </a:lnTo>
                <a:lnTo>
                  <a:pt x="695" y="395"/>
                </a:lnTo>
                <a:lnTo>
                  <a:pt x="695" y="395"/>
                </a:lnTo>
                <a:lnTo>
                  <a:pt x="707" y="382"/>
                </a:lnTo>
                <a:lnTo>
                  <a:pt x="716" y="367"/>
                </a:lnTo>
                <a:lnTo>
                  <a:pt x="722" y="353"/>
                </a:lnTo>
                <a:lnTo>
                  <a:pt x="725" y="338"/>
                </a:lnTo>
                <a:lnTo>
                  <a:pt x="726" y="324"/>
                </a:lnTo>
                <a:lnTo>
                  <a:pt x="728" y="308"/>
                </a:lnTo>
                <a:lnTo>
                  <a:pt x="725" y="274"/>
                </a:lnTo>
                <a:lnTo>
                  <a:pt x="725" y="274"/>
                </a:lnTo>
                <a:lnTo>
                  <a:pt x="724" y="254"/>
                </a:lnTo>
                <a:lnTo>
                  <a:pt x="724" y="232"/>
                </a:lnTo>
                <a:lnTo>
                  <a:pt x="725" y="209"/>
                </a:lnTo>
                <a:lnTo>
                  <a:pt x="728" y="187"/>
                </a:lnTo>
                <a:lnTo>
                  <a:pt x="731" y="175"/>
                </a:lnTo>
                <a:lnTo>
                  <a:pt x="734" y="163"/>
                </a:lnTo>
                <a:lnTo>
                  <a:pt x="739" y="152"/>
                </a:lnTo>
                <a:lnTo>
                  <a:pt x="745" y="140"/>
                </a:lnTo>
                <a:lnTo>
                  <a:pt x="751" y="128"/>
                </a:lnTo>
                <a:lnTo>
                  <a:pt x="759" y="117"/>
                </a:lnTo>
                <a:lnTo>
                  <a:pt x="768" y="105"/>
                </a:lnTo>
                <a:lnTo>
                  <a:pt x="778" y="94"/>
                </a:lnTo>
                <a:lnTo>
                  <a:pt x="778" y="94"/>
                </a:lnTo>
                <a:lnTo>
                  <a:pt x="789" y="83"/>
                </a:lnTo>
                <a:lnTo>
                  <a:pt x="801" y="75"/>
                </a:lnTo>
                <a:lnTo>
                  <a:pt x="812" y="66"/>
                </a:lnTo>
                <a:lnTo>
                  <a:pt x="824" y="60"/>
                </a:lnTo>
                <a:lnTo>
                  <a:pt x="837" y="54"/>
                </a:lnTo>
                <a:lnTo>
                  <a:pt x="847" y="49"/>
                </a:lnTo>
                <a:lnTo>
                  <a:pt x="860" y="47"/>
                </a:lnTo>
                <a:lnTo>
                  <a:pt x="870" y="43"/>
                </a:lnTo>
                <a:lnTo>
                  <a:pt x="893" y="41"/>
                </a:lnTo>
                <a:lnTo>
                  <a:pt x="916" y="40"/>
                </a:lnTo>
                <a:lnTo>
                  <a:pt x="938" y="40"/>
                </a:lnTo>
                <a:lnTo>
                  <a:pt x="959" y="41"/>
                </a:lnTo>
                <a:lnTo>
                  <a:pt x="959" y="41"/>
                </a:lnTo>
                <a:lnTo>
                  <a:pt x="993" y="43"/>
                </a:lnTo>
                <a:lnTo>
                  <a:pt x="1008" y="42"/>
                </a:lnTo>
                <a:lnTo>
                  <a:pt x="1023" y="41"/>
                </a:lnTo>
                <a:lnTo>
                  <a:pt x="1037" y="37"/>
                </a:lnTo>
                <a:lnTo>
                  <a:pt x="1052" y="31"/>
                </a:lnTo>
                <a:lnTo>
                  <a:pt x="1066" y="23"/>
                </a:lnTo>
                <a:lnTo>
                  <a:pt x="1080" y="11"/>
                </a:lnTo>
                <a:lnTo>
                  <a:pt x="1080" y="11"/>
                </a:lnTo>
                <a:lnTo>
                  <a:pt x="1086" y="6"/>
                </a:lnTo>
                <a:lnTo>
                  <a:pt x="1092" y="2"/>
                </a:lnTo>
                <a:lnTo>
                  <a:pt x="1099" y="0"/>
                </a:lnTo>
                <a:lnTo>
                  <a:pt x="1106" y="0"/>
                </a:lnTo>
                <a:lnTo>
                  <a:pt x="1113" y="0"/>
                </a:lnTo>
                <a:lnTo>
                  <a:pt x="1121" y="2"/>
                </a:lnTo>
                <a:lnTo>
                  <a:pt x="1128" y="6"/>
                </a:lnTo>
                <a:lnTo>
                  <a:pt x="1134" y="11"/>
                </a:lnTo>
                <a:lnTo>
                  <a:pt x="1134" y="11"/>
                </a:lnTo>
                <a:lnTo>
                  <a:pt x="1139" y="17"/>
                </a:lnTo>
                <a:lnTo>
                  <a:pt x="1142" y="24"/>
                </a:lnTo>
                <a:lnTo>
                  <a:pt x="1144" y="31"/>
                </a:lnTo>
                <a:lnTo>
                  <a:pt x="1145" y="38"/>
                </a:lnTo>
                <a:lnTo>
                  <a:pt x="1144" y="46"/>
                </a:lnTo>
                <a:lnTo>
                  <a:pt x="1142" y="53"/>
                </a:lnTo>
                <a:lnTo>
                  <a:pt x="1139" y="59"/>
                </a:lnTo>
                <a:lnTo>
                  <a:pt x="1134" y="65"/>
                </a:lnTo>
                <a:lnTo>
                  <a:pt x="1134" y="6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5" name="Freeform 320">
            <a:extLst>
              <a:ext uri="{FF2B5EF4-FFF2-40B4-BE49-F238E27FC236}">
                <a16:creationId xmlns:a16="http://schemas.microsoft.com/office/drawing/2014/main" id="{B4B27016-659C-244A-A9CF-AF0A4DEBECFE}"/>
              </a:ext>
            </a:extLst>
          </p:cNvPr>
          <p:cNvSpPr>
            <a:spLocks/>
          </p:cNvSpPr>
          <p:nvPr/>
        </p:nvSpPr>
        <p:spPr bwMode="auto">
          <a:xfrm rot="2493426">
            <a:off x="9765399" y="590249"/>
            <a:ext cx="673927" cy="546682"/>
          </a:xfrm>
          <a:custGeom>
            <a:avLst/>
            <a:gdLst>
              <a:gd name="T0" fmla="*/ 1111 w 1145"/>
              <a:gd name="T1" fmla="*/ 84 h 927"/>
              <a:gd name="T2" fmla="*/ 1064 w 1145"/>
              <a:gd name="T3" fmla="*/ 110 h 927"/>
              <a:gd name="T4" fmla="*/ 996 w 1145"/>
              <a:gd name="T5" fmla="*/ 119 h 927"/>
              <a:gd name="T6" fmla="*/ 920 w 1145"/>
              <a:gd name="T7" fmla="*/ 116 h 927"/>
              <a:gd name="T8" fmla="*/ 860 w 1145"/>
              <a:gd name="T9" fmla="*/ 128 h 927"/>
              <a:gd name="T10" fmla="*/ 821 w 1145"/>
              <a:gd name="T11" fmla="*/ 162 h 927"/>
              <a:gd name="T12" fmla="*/ 801 w 1145"/>
              <a:gd name="T13" fmla="*/ 220 h 927"/>
              <a:gd name="T14" fmla="*/ 804 w 1145"/>
              <a:gd name="T15" fmla="*/ 290 h 927"/>
              <a:gd name="T16" fmla="*/ 797 w 1145"/>
              <a:gd name="T17" fmla="*/ 368 h 927"/>
              <a:gd name="T18" fmla="*/ 777 w 1145"/>
              <a:gd name="T19" fmla="*/ 414 h 927"/>
              <a:gd name="T20" fmla="*/ 749 w 1145"/>
              <a:gd name="T21" fmla="*/ 450 h 927"/>
              <a:gd name="T22" fmla="*/ 704 w 1145"/>
              <a:gd name="T23" fmla="*/ 483 h 927"/>
              <a:gd name="T24" fmla="*/ 656 w 1145"/>
              <a:gd name="T25" fmla="*/ 499 h 927"/>
              <a:gd name="T26" fmla="*/ 569 w 1145"/>
              <a:gd name="T27" fmla="*/ 501 h 927"/>
              <a:gd name="T28" fmla="*/ 505 w 1145"/>
              <a:gd name="T29" fmla="*/ 503 h 927"/>
              <a:gd name="T30" fmla="*/ 448 w 1145"/>
              <a:gd name="T31" fmla="*/ 532 h 927"/>
              <a:gd name="T32" fmla="*/ 423 w 1145"/>
              <a:gd name="T33" fmla="*/ 574 h 927"/>
              <a:gd name="T34" fmla="*/ 418 w 1145"/>
              <a:gd name="T35" fmla="*/ 653 h 927"/>
              <a:gd name="T36" fmla="*/ 419 w 1145"/>
              <a:gd name="T37" fmla="*/ 718 h 927"/>
              <a:gd name="T38" fmla="*/ 405 w 1145"/>
              <a:gd name="T39" fmla="*/ 775 h 927"/>
              <a:gd name="T40" fmla="*/ 376 w 1145"/>
              <a:gd name="T41" fmla="*/ 822 h 927"/>
              <a:gd name="T42" fmla="*/ 343 w 1145"/>
              <a:gd name="T43" fmla="*/ 852 h 927"/>
              <a:gd name="T44" fmla="*/ 296 w 1145"/>
              <a:gd name="T45" fmla="*/ 878 h 927"/>
              <a:gd name="T46" fmla="*/ 228 w 1145"/>
              <a:gd name="T47" fmla="*/ 887 h 927"/>
              <a:gd name="T48" fmla="*/ 152 w 1145"/>
              <a:gd name="T49" fmla="*/ 885 h 927"/>
              <a:gd name="T50" fmla="*/ 92 w 1145"/>
              <a:gd name="T51" fmla="*/ 896 h 927"/>
              <a:gd name="T52" fmla="*/ 59 w 1145"/>
              <a:gd name="T53" fmla="*/ 921 h 927"/>
              <a:gd name="T54" fmla="*/ 30 w 1145"/>
              <a:gd name="T55" fmla="*/ 927 h 927"/>
              <a:gd name="T56" fmla="*/ 11 w 1145"/>
              <a:gd name="T57" fmla="*/ 916 h 927"/>
              <a:gd name="T58" fmla="*/ 0 w 1145"/>
              <a:gd name="T59" fmla="*/ 890 h 927"/>
              <a:gd name="T60" fmla="*/ 11 w 1145"/>
              <a:gd name="T61" fmla="*/ 862 h 927"/>
              <a:gd name="T62" fmla="*/ 44 w 1145"/>
              <a:gd name="T63" fmla="*/ 834 h 927"/>
              <a:gd name="T64" fmla="*/ 92 w 1145"/>
              <a:gd name="T65" fmla="*/ 815 h 927"/>
              <a:gd name="T66" fmla="*/ 170 w 1145"/>
              <a:gd name="T67" fmla="*/ 807 h 927"/>
              <a:gd name="T68" fmla="*/ 240 w 1145"/>
              <a:gd name="T69" fmla="*/ 810 h 927"/>
              <a:gd name="T70" fmla="*/ 297 w 1145"/>
              <a:gd name="T71" fmla="*/ 791 h 927"/>
              <a:gd name="T72" fmla="*/ 331 w 1145"/>
              <a:gd name="T73" fmla="*/ 752 h 927"/>
              <a:gd name="T74" fmla="*/ 343 w 1145"/>
              <a:gd name="T75" fmla="*/ 691 h 927"/>
              <a:gd name="T76" fmla="*/ 339 w 1145"/>
              <a:gd name="T77" fmla="*/ 615 h 927"/>
              <a:gd name="T78" fmla="*/ 350 w 1145"/>
              <a:gd name="T79" fmla="*/ 547 h 927"/>
              <a:gd name="T80" fmla="*/ 375 w 1145"/>
              <a:gd name="T81" fmla="*/ 500 h 927"/>
              <a:gd name="T82" fmla="*/ 406 w 1145"/>
              <a:gd name="T83" fmla="*/ 468 h 927"/>
              <a:gd name="T84" fmla="*/ 452 w 1145"/>
              <a:gd name="T85" fmla="*/ 439 h 927"/>
              <a:gd name="T86" fmla="*/ 510 w 1145"/>
              <a:gd name="T87" fmla="*/ 424 h 927"/>
              <a:gd name="T88" fmla="*/ 574 w 1145"/>
              <a:gd name="T89" fmla="*/ 425 h 927"/>
              <a:gd name="T90" fmla="*/ 654 w 1145"/>
              <a:gd name="T91" fmla="*/ 420 h 927"/>
              <a:gd name="T92" fmla="*/ 695 w 1145"/>
              <a:gd name="T93" fmla="*/ 395 h 927"/>
              <a:gd name="T94" fmla="*/ 725 w 1145"/>
              <a:gd name="T95" fmla="*/ 338 h 927"/>
              <a:gd name="T96" fmla="*/ 725 w 1145"/>
              <a:gd name="T97" fmla="*/ 274 h 927"/>
              <a:gd name="T98" fmla="*/ 728 w 1145"/>
              <a:gd name="T99" fmla="*/ 187 h 927"/>
              <a:gd name="T100" fmla="*/ 745 w 1145"/>
              <a:gd name="T101" fmla="*/ 140 h 927"/>
              <a:gd name="T102" fmla="*/ 778 w 1145"/>
              <a:gd name="T103" fmla="*/ 94 h 927"/>
              <a:gd name="T104" fmla="*/ 812 w 1145"/>
              <a:gd name="T105" fmla="*/ 66 h 927"/>
              <a:gd name="T106" fmla="*/ 860 w 1145"/>
              <a:gd name="T107" fmla="*/ 47 h 927"/>
              <a:gd name="T108" fmla="*/ 938 w 1145"/>
              <a:gd name="T109" fmla="*/ 40 h 927"/>
              <a:gd name="T110" fmla="*/ 1008 w 1145"/>
              <a:gd name="T111" fmla="*/ 42 h 927"/>
              <a:gd name="T112" fmla="*/ 1066 w 1145"/>
              <a:gd name="T113" fmla="*/ 23 h 927"/>
              <a:gd name="T114" fmla="*/ 1092 w 1145"/>
              <a:gd name="T115" fmla="*/ 2 h 927"/>
              <a:gd name="T116" fmla="*/ 1121 w 1145"/>
              <a:gd name="T117" fmla="*/ 2 h 927"/>
              <a:gd name="T118" fmla="*/ 1139 w 1145"/>
              <a:gd name="T119" fmla="*/ 17 h 927"/>
              <a:gd name="T120" fmla="*/ 1144 w 1145"/>
              <a:gd name="T121" fmla="*/ 46 h 927"/>
              <a:gd name="T122" fmla="*/ 1134 w 1145"/>
              <a:gd name="T123" fmla="*/ 65 h 9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145" h="927">
                <a:moveTo>
                  <a:pt x="1134" y="65"/>
                </a:moveTo>
                <a:lnTo>
                  <a:pt x="1134" y="65"/>
                </a:lnTo>
                <a:lnTo>
                  <a:pt x="1122" y="76"/>
                </a:lnTo>
                <a:lnTo>
                  <a:pt x="1111" y="84"/>
                </a:lnTo>
                <a:lnTo>
                  <a:pt x="1099" y="93"/>
                </a:lnTo>
                <a:lnTo>
                  <a:pt x="1088" y="99"/>
                </a:lnTo>
                <a:lnTo>
                  <a:pt x="1076" y="105"/>
                </a:lnTo>
                <a:lnTo>
                  <a:pt x="1064" y="110"/>
                </a:lnTo>
                <a:lnTo>
                  <a:pt x="1053" y="112"/>
                </a:lnTo>
                <a:lnTo>
                  <a:pt x="1041" y="116"/>
                </a:lnTo>
                <a:lnTo>
                  <a:pt x="1018" y="118"/>
                </a:lnTo>
                <a:lnTo>
                  <a:pt x="996" y="119"/>
                </a:lnTo>
                <a:lnTo>
                  <a:pt x="974" y="119"/>
                </a:lnTo>
                <a:lnTo>
                  <a:pt x="954" y="118"/>
                </a:lnTo>
                <a:lnTo>
                  <a:pt x="954" y="118"/>
                </a:lnTo>
                <a:lnTo>
                  <a:pt x="920" y="116"/>
                </a:lnTo>
                <a:lnTo>
                  <a:pt x="904" y="117"/>
                </a:lnTo>
                <a:lnTo>
                  <a:pt x="889" y="118"/>
                </a:lnTo>
                <a:lnTo>
                  <a:pt x="874" y="122"/>
                </a:lnTo>
                <a:lnTo>
                  <a:pt x="860" y="128"/>
                </a:lnTo>
                <a:lnTo>
                  <a:pt x="846" y="136"/>
                </a:lnTo>
                <a:lnTo>
                  <a:pt x="833" y="148"/>
                </a:lnTo>
                <a:lnTo>
                  <a:pt x="833" y="148"/>
                </a:lnTo>
                <a:lnTo>
                  <a:pt x="821" y="162"/>
                </a:lnTo>
                <a:lnTo>
                  <a:pt x="812" y="175"/>
                </a:lnTo>
                <a:lnTo>
                  <a:pt x="806" y="190"/>
                </a:lnTo>
                <a:lnTo>
                  <a:pt x="803" y="204"/>
                </a:lnTo>
                <a:lnTo>
                  <a:pt x="801" y="220"/>
                </a:lnTo>
                <a:lnTo>
                  <a:pt x="800" y="235"/>
                </a:lnTo>
                <a:lnTo>
                  <a:pt x="803" y="269"/>
                </a:lnTo>
                <a:lnTo>
                  <a:pt x="803" y="269"/>
                </a:lnTo>
                <a:lnTo>
                  <a:pt x="804" y="290"/>
                </a:lnTo>
                <a:lnTo>
                  <a:pt x="804" y="312"/>
                </a:lnTo>
                <a:lnTo>
                  <a:pt x="803" y="333"/>
                </a:lnTo>
                <a:lnTo>
                  <a:pt x="800" y="356"/>
                </a:lnTo>
                <a:lnTo>
                  <a:pt x="797" y="368"/>
                </a:lnTo>
                <a:lnTo>
                  <a:pt x="794" y="379"/>
                </a:lnTo>
                <a:lnTo>
                  <a:pt x="789" y="391"/>
                </a:lnTo>
                <a:lnTo>
                  <a:pt x="783" y="404"/>
                </a:lnTo>
                <a:lnTo>
                  <a:pt x="777" y="414"/>
                </a:lnTo>
                <a:lnTo>
                  <a:pt x="769" y="427"/>
                </a:lnTo>
                <a:lnTo>
                  <a:pt x="760" y="437"/>
                </a:lnTo>
                <a:lnTo>
                  <a:pt x="749" y="450"/>
                </a:lnTo>
                <a:lnTo>
                  <a:pt x="749" y="450"/>
                </a:lnTo>
                <a:lnTo>
                  <a:pt x="739" y="459"/>
                </a:lnTo>
                <a:lnTo>
                  <a:pt x="726" y="469"/>
                </a:lnTo>
                <a:lnTo>
                  <a:pt x="716" y="476"/>
                </a:lnTo>
                <a:lnTo>
                  <a:pt x="704" y="483"/>
                </a:lnTo>
                <a:lnTo>
                  <a:pt x="691" y="488"/>
                </a:lnTo>
                <a:lnTo>
                  <a:pt x="681" y="493"/>
                </a:lnTo>
                <a:lnTo>
                  <a:pt x="668" y="497"/>
                </a:lnTo>
                <a:lnTo>
                  <a:pt x="656" y="499"/>
                </a:lnTo>
                <a:lnTo>
                  <a:pt x="635" y="503"/>
                </a:lnTo>
                <a:lnTo>
                  <a:pt x="612" y="504"/>
                </a:lnTo>
                <a:lnTo>
                  <a:pt x="590" y="503"/>
                </a:lnTo>
                <a:lnTo>
                  <a:pt x="569" y="501"/>
                </a:lnTo>
                <a:lnTo>
                  <a:pt x="569" y="501"/>
                </a:lnTo>
                <a:lnTo>
                  <a:pt x="535" y="500"/>
                </a:lnTo>
                <a:lnTo>
                  <a:pt x="520" y="500"/>
                </a:lnTo>
                <a:lnTo>
                  <a:pt x="505" y="503"/>
                </a:lnTo>
                <a:lnTo>
                  <a:pt x="491" y="506"/>
                </a:lnTo>
                <a:lnTo>
                  <a:pt x="476" y="512"/>
                </a:lnTo>
                <a:lnTo>
                  <a:pt x="463" y="521"/>
                </a:lnTo>
                <a:lnTo>
                  <a:pt x="448" y="532"/>
                </a:lnTo>
                <a:lnTo>
                  <a:pt x="448" y="532"/>
                </a:lnTo>
                <a:lnTo>
                  <a:pt x="437" y="546"/>
                </a:lnTo>
                <a:lnTo>
                  <a:pt x="429" y="560"/>
                </a:lnTo>
                <a:lnTo>
                  <a:pt x="423" y="574"/>
                </a:lnTo>
                <a:lnTo>
                  <a:pt x="419" y="589"/>
                </a:lnTo>
                <a:lnTo>
                  <a:pt x="417" y="603"/>
                </a:lnTo>
                <a:lnTo>
                  <a:pt x="417" y="619"/>
                </a:lnTo>
                <a:lnTo>
                  <a:pt x="418" y="653"/>
                </a:lnTo>
                <a:lnTo>
                  <a:pt x="418" y="653"/>
                </a:lnTo>
                <a:lnTo>
                  <a:pt x="419" y="673"/>
                </a:lnTo>
                <a:lnTo>
                  <a:pt x="421" y="695"/>
                </a:lnTo>
                <a:lnTo>
                  <a:pt x="419" y="718"/>
                </a:lnTo>
                <a:lnTo>
                  <a:pt x="416" y="741"/>
                </a:lnTo>
                <a:lnTo>
                  <a:pt x="413" y="752"/>
                </a:lnTo>
                <a:lnTo>
                  <a:pt x="410" y="764"/>
                </a:lnTo>
                <a:lnTo>
                  <a:pt x="405" y="775"/>
                </a:lnTo>
                <a:lnTo>
                  <a:pt x="400" y="787"/>
                </a:lnTo>
                <a:lnTo>
                  <a:pt x="393" y="799"/>
                </a:lnTo>
                <a:lnTo>
                  <a:pt x="385" y="810"/>
                </a:lnTo>
                <a:lnTo>
                  <a:pt x="376" y="822"/>
                </a:lnTo>
                <a:lnTo>
                  <a:pt x="366" y="833"/>
                </a:lnTo>
                <a:lnTo>
                  <a:pt x="366" y="833"/>
                </a:lnTo>
                <a:lnTo>
                  <a:pt x="354" y="844"/>
                </a:lnTo>
                <a:lnTo>
                  <a:pt x="343" y="852"/>
                </a:lnTo>
                <a:lnTo>
                  <a:pt x="331" y="861"/>
                </a:lnTo>
                <a:lnTo>
                  <a:pt x="319" y="867"/>
                </a:lnTo>
                <a:lnTo>
                  <a:pt x="308" y="873"/>
                </a:lnTo>
                <a:lnTo>
                  <a:pt x="296" y="878"/>
                </a:lnTo>
                <a:lnTo>
                  <a:pt x="285" y="881"/>
                </a:lnTo>
                <a:lnTo>
                  <a:pt x="273" y="884"/>
                </a:lnTo>
                <a:lnTo>
                  <a:pt x="250" y="886"/>
                </a:lnTo>
                <a:lnTo>
                  <a:pt x="228" y="887"/>
                </a:lnTo>
                <a:lnTo>
                  <a:pt x="206" y="887"/>
                </a:lnTo>
                <a:lnTo>
                  <a:pt x="186" y="886"/>
                </a:lnTo>
                <a:lnTo>
                  <a:pt x="186" y="886"/>
                </a:lnTo>
                <a:lnTo>
                  <a:pt x="152" y="885"/>
                </a:lnTo>
                <a:lnTo>
                  <a:pt x="136" y="885"/>
                </a:lnTo>
                <a:lnTo>
                  <a:pt x="121" y="886"/>
                </a:lnTo>
                <a:lnTo>
                  <a:pt x="106" y="890"/>
                </a:lnTo>
                <a:lnTo>
                  <a:pt x="92" y="896"/>
                </a:lnTo>
                <a:lnTo>
                  <a:pt x="78" y="904"/>
                </a:lnTo>
                <a:lnTo>
                  <a:pt x="65" y="916"/>
                </a:lnTo>
                <a:lnTo>
                  <a:pt x="65" y="916"/>
                </a:lnTo>
                <a:lnTo>
                  <a:pt x="59" y="921"/>
                </a:lnTo>
                <a:lnTo>
                  <a:pt x="52" y="925"/>
                </a:lnTo>
                <a:lnTo>
                  <a:pt x="44" y="927"/>
                </a:lnTo>
                <a:lnTo>
                  <a:pt x="37" y="927"/>
                </a:lnTo>
                <a:lnTo>
                  <a:pt x="30" y="927"/>
                </a:lnTo>
                <a:lnTo>
                  <a:pt x="23" y="925"/>
                </a:lnTo>
                <a:lnTo>
                  <a:pt x="17" y="921"/>
                </a:lnTo>
                <a:lnTo>
                  <a:pt x="11" y="916"/>
                </a:lnTo>
                <a:lnTo>
                  <a:pt x="11" y="916"/>
                </a:lnTo>
                <a:lnTo>
                  <a:pt x="6" y="910"/>
                </a:lnTo>
                <a:lnTo>
                  <a:pt x="2" y="903"/>
                </a:lnTo>
                <a:lnTo>
                  <a:pt x="0" y="897"/>
                </a:lnTo>
                <a:lnTo>
                  <a:pt x="0" y="890"/>
                </a:lnTo>
                <a:lnTo>
                  <a:pt x="0" y="881"/>
                </a:lnTo>
                <a:lnTo>
                  <a:pt x="2" y="875"/>
                </a:lnTo>
                <a:lnTo>
                  <a:pt x="6" y="868"/>
                </a:lnTo>
                <a:lnTo>
                  <a:pt x="11" y="862"/>
                </a:lnTo>
                <a:lnTo>
                  <a:pt x="11" y="862"/>
                </a:lnTo>
                <a:lnTo>
                  <a:pt x="21" y="851"/>
                </a:lnTo>
                <a:lnTo>
                  <a:pt x="34" y="843"/>
                </a:lnTo>
                <a:lnTo>
                  <a:pt x="44" y="834"/>
                </a:lnTo>
                <a:lnTo>
                  <a:pt x="56" y="828"/>
                </a:lnTo>
                <a:lnTo>
                  <a:pt x="69" y="822"/>
                </a:lnTo>
                <a:lnTo>
                  <a:pt x="79" y="818"/>
                </a:lnTo>
                <a:lnTo>
                  <a:pt x="92" y="815"/>
                </a:lnTo>
                <a:lnTo>
                  <a:pt x="102" y="811"/>
                </a:lnTo>
                <a:lnTo>
                  <a:pt x="125" y="809"/>
                </a:lnTo>
                <a:lnTo>
                  <a:pt x="148" y="807"/>
                </a:lnTo>
                <a:lnTo>
                  <a:pt x="170" y="807"/>
                </a:lnTo>
                <a:lnTo>
                  <a:pt x="191" y="809"/>
                </a:lnTo>
                <a:lnTo>
                  <a:pt x="191" y="809"/>
                </a:lnTo>
                <a:lnTo>
                  <a:pt x="225" y="811"/>
                </a:lnTo>
                <a:lnTo>
                  <a:pt x="240" y="810"/>
                </a:lnTo>
                <a:lnTo>
                  <a:pt x="255" y="809"/>
                </a:lnTo>
                <a:lnTo>
                  <a:pt x="269" y="805"/>
                </a:lnTo>
                <a:lnTo>
                  <a:pt x="284" y="799"/>
                </a:lnTo>
                <a:lnTo>
                  <a:pt x="297" y="791"/>
                </a:lnTo>
                <a:lnTo>
                  <a:pt x="312" y="778"/>
                </a:lnTo>
                <a:lnTo>
                  <a:pt x="312" y="778"/>
                </a:lnTo>
                <a:lnTo>
                  <a:pt x="323" y="765"/>
                </a:lnTo>
                <a:lnTo>
                  <a:pt x="331" y="752"/>
                </a:lnTo>
                <a:lnTo>
                  <a:pt x="337" y="737"/>
                </a:lnTo>
                <a:lnTo>
                  <a:pt x="341" y="723"/>
                </a:lnTo>
                <a:lnTo>
                  <a:pt x="343" y="707"/>
                </a:lnTo>
                <a:lnTo>
                  <a:pt x="343" y="691"/>
                </a:lnTo>
                <a:lnTo>
                  <a:pt x="342" y="657"/>
                </a:lnTo>
                <a:lnTo>
                  <a:pt x="342" y="657"/>
                </a:lnTo>
                <a:lnTo>
                  <a:pt x="341" y="637"/>
                </a:lnTo>
                <a:lnTo>
                  <a:pt x="339" y="615"/>
                </a:lnTo>
                <a:lnTo>
                  <a:pt x="341" y="593"/>
                </a:lnTo>
                <a:lnTo>
                  <a:pt x="344" y="570"/>
                </a:lnTo>
                <a:lnTo>
                  <a:pt x="347" y="558"/>
                </a:lnTo>
                <a:lnTo>
                  <a:pt x="350" y="547"/>
                </a:lnTo>
                <a:lnTo>
                  <a:pt x="355" y="535"/>
                </a:lnTo>
                <a:lnTo>
                  <a:pt x="360" y="524"/>
                </a:lnTo>
                <a:lnTo>
                  <a:pt x="367" y="512"/>
                </a:lnTo>
                <a:lnTo>
                  <a:pt x="375" y="500"/>
                </a:lnTo>
                <a:lnTo>
                  <a:pt x="384" y="489"/>
                </a:lnTo>
                <a:lnTo>
                  <a:pt x="394" y="479"/>
                </a:lnTo>
                <a:lnTo>
                  <a:pt x="394" y="479"/>
                </a:lnTo>
                <a:lnTo>
                  <a:pt x="406" y="468"/>
                </a:lnTo>
                <a:lnTo>
                  <a:pt x="417" y="458"/>
                </a:lnTo>
                <a:lnTo>
                  <a:pt x="429" y="451"/>
                </a:lnTo>
                <a:lnTo>
                  <a:pt x="440" y="443"/>
                </a:lnTo>
                <a:lnTo>
                  <a:pt x="452" y="439"/>
                </a:lnTo>
                <a:lnTo>
                  <a:pt x="464" y="434"/>
                </a:lnTo>
                <a:lnTo>
                  <a:pt x="475" y="430"/>
                </a:lnTo>
                <a:lnTo>
                  <a:pt x="487" y="428"/>
                </a:lnTo>
                <a:lnTo>
                  <a:pt x="510" y="424"/>
                </a:lnTo>
                <a:lnTo>
                  <a:pt x="532" y="423"/>
                </a:lnTo>
                <a:lnTo>
                  <a:pt x="554" y="424"/>
                </a:lnTo>
                <a:lnTo>
                  <a:pt x="574" y="425"/>
                </a:lnTo>
                <a:lnTo>
                  <a:pt x="574" y="425"/>
                </a:lnTo>
                <a:lnTo>
                  <a:pt x="608" y="427"/>
                </a:lnTo>
                <a:lnTo>
                  <a:pt x="624" y="427"/>
                </a:lnTo>
                <a:lnTo>
                  <a:pt x="639" y="424"/>
                </a:lnTo>
                <a:lnTo>
                  <a:pt x="654" y="420"/>
                </a:lnTo>
                <a:lnTo>
                  <a:pt x="668" y="414"/>
                </a:lnTo>
                <a:lnTo>
                  <a:pt x="682" y="406"/>
                </a:lnTo>
                <a:lnTo>
                  <a:pt x="695" y="395"/>
                </a:lnTo>
                <a:lnTo>
                  <a:pt x="695" y="395"/>
                </a:lnTo>
                <a:lnTo>
                  <a:pt x="707" y="382"/>
                </a:lnTo>
                <a:lnTo>
                  <a:pt x="716" y="367"/>
                </a:lnTo>
                <a:lnTo>
                  <a:pt x="722" y="353"/>
                </a:lnTo>
                <a:lnTo>
                  <a:pt x="725" y="338"/>
                </a:lnTo>
                <a:lnTo>
                  <a:pt x="726" y="324"/>
                </a:lnTo>
                <a:lnTo>
                  <a:pt x="728" y="308"/>
                </a:lnTo>
                <a:lnTo>
                  <a:pt x="725" y="274"/>
                </a:lnTo>
                <a:lnTo>
                  <a:pt x="725" y="274"/>
                </a:lnTo>
                <a:lnTo>
                  <a:pt x="724" y="254"/>
                </a:lnTo>
                <a:lnTo>
                  <a:pt x="724" y="232"/>
                </a:lnTo>
                <a:lnTo>
                  <a:pt x="725" y="209"/>
                </a:lnTo>
                <a:lnTo>
                  <a:pt x="728" y="187"/>
                </a:lnTo>
                <a:lnTo>
                  <a:pt x="731" y="175"/>
                </a:lnTo>
                <a:lnTo>
                  <a:pt x="734" y="163"/>
                </a:lnTo>
                <a:lnTo>
                  <a:pt x="739" y="152"/>
                </a:lnTo>
                <a:lnTo>
                  <a:pt x="745" y="140"/>
                </a:lnTo>
                <a:lnTo>
                  <a:pt x="751" y="128"/>
                </a:lnTo>
                <a:lnTo>
                  <a:pt x="759" y="117"/>
                </a:lnTo>
                <a:lnTo>
                  <a:pt x="768" y="105"/>
                </a:lnTo>
                <a:lnTo>
                  <a:pt x="778" y="94"/>
                </a:lnTo>
                <a:lnTo>
                  <a:pt x="778" y="94"/>
                </a:lnTo>
                <a:lnTo>
                  <a:pt x="789" y="83"/>
                </a:lnTo>
                <a:lnTo>
                  <a:pt x="801" y="75"/>
                </a:lnTo>
                <a:lnTo>
                  <a:pt x="812" y="66"/>
                </a:lnTo>
                <a:lnTo>
                  <a:pt x="824" y="60"/>
                </a:lnTo>
                <a:lnTo>
                  <a:pt x="837" y="54"/>
                </a:lnTo>
                <a:lnTo>
                  <a:pt x="847" y="49"/>
                </a:lnTo>
                <a:lnTo>
                  <a:pt x="860" y="47"/>
                </a:lnTo>
                <a:lnTo>
                  <a:pt x="870" y="43"/>
                </a:lnTo>
                <a:lnTo>
                  <a:pt x="893" y="41"/>
                </a:lnTo>
                <a:lnTo>
                  <a:pt x="916" y="40"/>
                </a:lnTo>
                <a:lnTo>
                  <a:pt x="938" y="40"/>
                </a:lnTo>
                <a:lnTo>
                  <a:pt x="959" y="41"/>
                </a:lnTo>
                <a:lnTo>
                  <a:pt x="959" y="41"/>
                </a:lnTo>
                <a:lnTo>
                  <a:pt x="993" y="43"/>
                </a:lnTo>
                <a:lnTo>
                  <a:pt x="1008" y="42"/>
                </a:lnTo>
                <a:lnTo>
                  <a:pt x="1023" y="41"/>
                </a:lnTo>
                <a:lnTo>
                  <a:pt x="1037" y="37"/>
                </a:lnTo>
                <a:lnTo>
                  <a:pt x="1052" y="31"/>
                </a:lnTo>
                <a:lnTo>
                  <a:pt x="1066" y="23"/>
                </a:lnTo>
                <a:lnTo>
                  <a:pt x="1080" y="11"/>
                </a:lnTo>
                <a:lnTo>
                  <a:pt x="1080" y="11"/>
                </a:lnTo>
                <a:lnTo>
                  <a:pt x="1086" y="6"/>
                </a:lnTo>
                <a:lnTo>
                  <a:pt x="1092" y="2"/>
                </a:lnTo>
                <a:lnTo>
                  <a:pt x="1099" y="0"/>
                </a:lnTo>
                <a:lnTo>
                  <a:pt x="1106" y="0"/>
                </a:lnTo>
                <a:lnTo>
                  <a:pt x="1113" y="0"/>
                </a:lnTo>
                <a:lnTo>
                  <a:pt x="1121" y="2"/>
                </a:lnTo>
                <a:lnTo>
                  <a:pt x="1128" y="6"/>
                </a:lnTo>
                <a:lnTo>
                  <a:pt x="1134" y="11"/>
                </a:lnTo>
                <a:lnTo>
                  <a:pt x="1134" y="11"/>
                </a:lnTo>
                <a:lnTo>
                  <a:pt x="1139" y="17"/>
                </a:lnTo>
                <a:lnTo>
                  <a:pt x="1142" y="24"/>
                </a:lnTo>
                <a:lnTo>
                  <a:pt x="1144" y="31"/>
                </a:lnTo>
                <a:lnTo>
                  <a:pt x="1145" y="38"/>
                </a:lnTo>
                <a:lnTo>
                  <a:pt x="1144" y="46"/>
                </a:lnTo>
                <a:lnTo>
                  <a:pt x="1142" y="53"/>
                </a:lnTo>
                <a:lnTo>
                  <a:pt x="1139" y="59"/>
                </a:lnTo>
                <a:lnTo>
                  <a:pt x="1134" y="65"/>
                </a:lnTo>
                <a:lnTo>
                  <a:pt x="1134" y="6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7" name="Freeform 456">
            <a:extLst>
              <a:ext uri="{FF2B5EF4-FFF2-40B4-BE49-F238E27FC236}">
                <a16:creationId xmlns:a16="http://schemas.microsoft.com/office/drawing/2014/main" id="{D6D428A3-2866-BD4F-BD26-B09B0513AB70}"/>
              </a:ext>
            </a:extLst>
          </p:cNvPr>
          <p:cNvSpPr>
            <a:spLocks/>
          </p:cNvSpPr>
          <p:nvPr/>
        </p:nvSpPr>
        <p:spPr bwMode="auto">
          <a:xfrm>
            <a:off x="-548064" y="2072623"/>
            <a:ext cx="2705691" cy="4785377"/>
          </a:xfrm>
          <a:custGeom>
            <a:avLst/>
            <a:gdLst>
              <a:gd name="connsiteX0" fmla="*/ 1308958 w 2705691"/>
              <a:gd name="connsiteY0" fmla="*/ 2370550 h 4785377"/>
              <a:gd name="connsiteX1" fmla="*/ 1286311 w 2705691"/>
              <a:gd name="connsiteY1" fmla="*/ 2394048 h 4785377"/>
              <a:gd name="connsiteX2" fmla="*/ 929003 w 2705691"/>
              <a:gd name="connsiteY2" fmla="*/ 2764043 h 4785377"/>
              <a:gd name="connsiteX3" fmla="*/ 958574 w 2705691"/>
              <a:gd name="connsiteY3" fmla="*/ 2786243 h 4785377"/>
              <a:gd name="connsiteX4" fmla="*/ 1032499 w 2705691"/>
              <a:gd name="connsiteY4" fmla="*/ 2842975 h 4785377"/>
              <a:gd name="connsiteX5" fmla="*/ 1135996 w 2705691"/>
              <a:gd name="connsiteY5" fmla="*/ 2929307 h 4785377"/>
              <a:gd name="connsiteX6" fmla="*/ 1195136 w 2705691"/>
              <a:gd name="connsiteY6" fmla="*/ 2978640 h 4785377"/>
              <a:gd name="connsiteX7" fmla="*/ 1259206 w 2705691"/>
              <a:gd name="connsiteY7" fmla="*/ 3035373 h 4785377"/>
              <a:gd name="connsiteX8" fmla="*/ 1318346 w 2705691"/>
              <a:gd name="connsiteY8" fmla="*/ 3092105 h 4785377"/>
              <a:gd name="connsiteX9" fmla="*/ 1324731 w 2705691"/>
              <a:gd name="connsiteY9" fmla="*/ 3098497 h 4785377"/>
              <a:gd name="connsiteX10" fmla="*/ 1321890 w 2705691"/>
              <a:gd name="connsiteY10" fmla="*/ 2870839 h 4785377"/>
              <a:gd name="connsiteX11" fmla="*/ 1312721 w 2705691"/>
              <a:gd name="connsiteY11" fmla="*/ 2491933 h 4785377"/>
              <a:gd name="connsiteX12" fmla="*/ 1923635 w 2705691"/>
              <a:gd name="connsiteY12" fmla="*/ 0 h 4785377"/>
              <a:gd name="connsiteX13" fmla="*/ 1960312 w 2705691"/>
              <a:gd name="connsiteY13" fmla="*/ 0 h 4785377"/>
              <a:gd name="connsiteX14" fmla="*/ 1994697 w 2705691"/>
              <a:gd name="connsiteY14" fmla="*/ 2299 h 4785377"/>
              <a:gd name="connsiteX15" fmla="*/ 2047420 w 2705691"/>
              <a:gd name="connsiteY15" fmla="*/ 4597 h 4785377"/>
              <a:gd name="connsiteX16" fmla="*/ 2072636 w 2705691"/>
              <a:gd name="connsiteY16" fmla="*/ 6896 h 4785377"/>
              <a:gd name="connsiteX17" fmla="*/ 2097851 w 2705691"/>
              <a:gd name="connsiteY17" fmla="*/ 13793 h 4785377"/>
              <a:gd name="connsiteX18" fmla="*/ 2125359 w 2705691"/>
              <a:gd name="connsiteY18" fmla="*/ 20689 h 4785377"/>
              <a:gd name="connsiteX19" fmla="*/ 2164329 w 2705691"/>
              <a:gd name="connsiteY19" fmla="*/ 34482 h 4785377"/>
              <a:gd name="connsiteX20" fmla="*/ 2205591 w 2705691"/>
              <a:gd name="connsiteY20" fmla="*/ 55171 h 4785377"/>
              <a:gd name="connsiteX21" fmla="*/ 2226221 w 2705691"/>
              <a:gd name="connsiteY21" fmla="*/ 66664 h 4785377"/>
              <a:gd name="connsiteX22" fmla="*/ 2244560 w 2705691"/>
              <a:gd name="connsiteY22" fmla="*/ 80457 h 4785377"/>
              <a:gd name="connsiteX23" fmla="*/ 2260606 w 2705691"/>
              <a:gd name="connsiteY23" fmla="*/ 96549 h 4785377"/>
              <a:gd name="connsiteX24" fmla="*/ 2278945 w 2705691"/>
              <a:gd name="connsiteY24" fmla="*/ 112640 h 4785377"/>
              <a:gd name="connsiteX25" fmla="*/ 2292699 w 2705691"/>
              <a:gd name="connsiteY25" fmla="*/ 133329 h 4785377"/>
              <a:gd name="connsiteX26" fmla="*/ 2299576 w 2705691"/>
              <a:gd name="connsiteY26" fmla="*/ 154018 h 4785377"/>
              <a:gd name="connsiteX27" fmla="*/ 2306453 w 2705691"/>
              <a:gd name="connsiteY27" fmla="*/ 177006 h 4785377"/>
              <a:gd name="connsiteX28" fmla="*/ 2308745 w 2705691"/>
              <a:gd name="connsiteY28" fmla="*/ 204591 h 4785377"/>
              <a:gd name="connsiteX29" fmla="*/ 2306453 w 2705691"/>
              <a:gd name="connsiteY29" fmla="*/ 232176 h 4785377"/>
              <a:gd name="connsiteX30" fmla="*/ 2297284 w 2705691"/>
              <a:gd name="connsiteY30" fmla="*/ 262060 h 4785377"/>
              <a:gd name="connsiteX31" fmla="*/ 2278945 w 2705691"/>
              <a:gd name="connsiteY31" fmla="*/ 305737 h 4785377"/>
              <a:gd name="connsiteX32" fmla="*/ 2259925 w 2705691"/>
              <a:gd name="connsiteY32" fmla="*/ 335407 h 4785377"/>
              <a:gd name="connsiteX33" fmla="*/ 2276653 w 2705691"/>
              <a:gd name="connsiteY33" fmla="*/ 366770 h 4785377"/>
              <a:gd name="connsiteX34" fmla="*/ 2290407 w 2705691"/>
              <a:gd name="connsiteY34" fmla="*/ 410324 h 4785377"/>
              <a:gd name="connsiteX35" fmla="*/ 2304161 w 2705691"/>
              <a:gd name="connsiteY35" fmla="*/ 458463 h 4785377"/>
              <a:gd name="connsiteX36" fmla="*/ 2317915 w 2705691"/>
              <a:gd name="connsiteY36" fmla="*/ 511186 h 4785377"/>
              <a:gd name="connsiteX37" fmla="*/ 2324792 w 2705691"/>
              <a:gd name="connsiteY37" fmla="*/ 570787 h 4785377"/>
              <a:gd name="connsiteX38" fmla="*/ 2333961 w 2705691"/>
              <a:gd name="connsiteY38" fmla="*/ 628095 h 4785377"/>
              <a:gd name="connsiteX39" fmla="*/ 2336253 w 2705691"/>
              <a:gd name="connsiteY39" fmla="*/ 687696 h 4785377"/>
              <a:gd name="connsiteX40" fmla="*/ 2336253 w 2705691"/>
              <a:gd name="connsiteY40" fmla="*/ 745004 h 4785377"/>
              <a:gd name="connsiteX41" fmla="*/ 2331669 w 2705691"/>
              <a:gd name="connsiteY41" fmla="*/ 800020 h 4785377"/>
              <a:gd name="connsiteX42" fmla="*/ 2320207 w 2705691"/>
              <a:gd name="connsiteY42" fmla="*/ 852743 h 4785377"/>
              <a:gd name="connsiteX43" fmla="*/ 2311038 w 2705691"/>
              <a:gd name="connsiteY43" fmla="*/ 877959 h 4785377"/>
              <a:gd name="connsiteX44" fmla="*/ 2304161 w 2705691"/>
              <a:gd name="connsiteY44" fmla="*/ 900882 h 4785377"/>
              <a:gd name="connsiteX45" fmla="*/ 2294991 w 2705691"/>
              <a:gd name="connsiteY45" fmla="*/ 921513 h 4785377"/>
              <a:gd name="connsiteX46" fmla="*/ 2283530 w 2705691"/>
              <a:gd name="connsiteY46" fmla="*/ 939851 h 4785377"/>
              <a:gd name="connsiteX47" fmla="*/ 2278278 w 2705691"/>
              <a:gd name="connsiteY47" fmla="*/ 946853 h 4785377"/>
              <a:gd name="connsiteX48" fmla="*/ 2313330 w 2705691"/>
              <a:gd name="connsiteY48" fmla="*/ 1128343 h 4785377"/>
              <a:gd name="connsiteX49" fmla="*/ 2258322 w 2705691"/>
              <a:gd name="connsiteY49" fmla="*/ 1262109 h 4785377"/>
              <a:gd name="connsiteX50" fmla="*/ 2271993 w 2705691"/>
              <a:gd name="connsiteY50" fmla="*/ 1294389 h 4785377"/>
              <a:gd name="connsiteX51" fmla="*/ 2308955 w 2705691"/>
              <a:gd name="connsiteY51" fmla="*/ 1383258 h 4785377"/>
              <a:gd name="connsiteX52" fmla="*/ 2345918 w 2705691"/>
              <a:gd name="connsiteY52" fmla="*/ 1482002 h 4785377"/>
              <a:gd name="connsiteX53" fmla="*/ 2385345 w 2705691"/>
              <a:gd name="connsiteY53" fmla="*/ 1590619 h 4785377"/>
              <a:gd name="connsiteX54" fmla="*/ 2424773 w 2705691"/>
              <a:gd name="connsiteY54" fmla="*/ 1699237 h 4785377"/>
              <a:gd name="connsiteX55" fmla="*/ 2459271 w 2705691"/>
              <a:gd name="connsiteY55" fmla="*/ 1822666 h 4785377"/>
              <a:gd name="connsiteX56" fmla="*/ 2498698 w 2705691"/>
              <a:gd name="connsiteY56" fmla="*/ 1951033 h 4785377"/>
              <a:gd name="connsiteX57" fmla="*/ 2535662 w 2705691"/>
              <a:gd name="connsiteY57" fmla="*/ 2084336 h 4785377"/>
              <a:gd name="connsiteX58" fmla="*/ 2552911 w 2705691"/>
              <a:gd name="connsiteY58" fmla="*/ 2163331 h 4785377"/>
              <a:gd name="connsiteX59" fmla="*/ 2567696 w 2705691"/>
              <a:gd name="connsiteY59" fmla="*/ 2254669 h 4785377"/>
              <a:gd name="connsiteX60" fmla="*/ 2584945 w 2705691"/>
              <a:gd name="connsiteY60" fmla="*/ 2355880 h 4785377"/>
              <a:gd name="connsiteX61" fmla="*/ 2599730 w 2705691"/>
              <a:gd name="connsiteY61" fmla="*/ 2466966 h 4785377"/>
              <a:gd name="connsiteX62" fmla="*/ 2629301 w 2705691"/>
              <a:gd name="connsiteY62" fmla="*/ 2703951 h 4785377"/>
              <a:gd name="connsiteX63" fmla="*/ 2656408 w 2705691"/>
              <a:gd name="connsiteY63" fmla="*/ 2940935 h 4785377"/>
              <a:gd name="connsiteX64" fmla="*/ 2678586 w 2705691"/>
              <a:gd name="connsiteY64" fmla="*/ 3163107 h 4785377"/>
              <a:gd name="connsiteX65" fmla="*/ 2693370 w 2705691"/>
              <a:gd name="connsiteY65" fmla="*/ 3348251 h 4785377"/>
              <a:gd name="connsiteX66" fmla="*/ 2700762 w 2705691"/>
              <a:gd name="connsiteY66" fmla="*/ 3474149 h 4785377"/>
              <a:gd name="connsiteX67" fmla="*/ 2705691 w 2705691"/>
              <a:gd name="connsiteY67" fmla="*/ 3523521 h 4785377"/>
              <a:gd name="connsiteX68" fmla="*/ 2698298 w 2705691"/>
              <a:gd name="connsiteY68" fmla="*/ 3659293 h 4785377"/>
              <a:gd name="connsiteX69" fmla="*/ 2483913 w 2705691"/>
              <a:gd name="connsiteY69" fmla="*/ 3666699 h 4785377"/>
              <a:gd name="connsiteX70" fmla="*/ 2463756 w 2705691"/>
              <a:gd name="connsiteY70" fmla="*/ 3666961 h 4785377"/>
              <a:gd name="connsiteX71" fmla="*/ 2463466 w 2705691"/>
              <a:gd name="connsiteY71" fmla="*/ 3672283 h 4785377"/>
              <a:gd name="connsiteX72" fmla="*/ 2274200 w 2705691"/>
              <a:gd name="connsiteY72" fmla="*/ 3678821 h 4785377"/>
              <a:gd name="connsiteX73" fmla="*/ 2286360 w 2705691"/>
              <a:gd name="connsiteY73" fmla="*/ 3686090 h 4785377"/>
              <a:gd name="connsiteX74" fmla="*/ 2302473 w 2705691"/>
              <a:gd name="connsiteY74" fmla="*/ 3704438 h 4785377"/>
              <a:gd name="connsiteX75" fmla="*/ 2313982 w 2705691"/>
              <a:gd name="connsiteY75" fmla="*/ 3725080 h 4785377"/>
              <a:gd name="connsiteX76" fmla="*/ 2320888 w 2705691"/>
              <a:gd name="connsiteY76" fmla="*/ 3736548 h 4785377"/>
              <a:gd name="connsiteX77" fmla="*/ 2325492 w 2705691"/>
              <a:gd name="connsiteY77" fmla="*/ 3752602 h 4785377"/>
              <a:gd name="connsiteX78" fmla="*/ 2325506 w 2705691"/>
              <a:gd name="connsiteY78" fmla="*/ 3752844 h 4785377"/>
              <a:gd name="connsiteX79" fmla="*/ 2353019 w 2705691"/>
              <a:gd name="connsiteY79" fmla="*/ 3784619 h 4785377"/>
              <a:gd name="connsiteX80" fmla="*/ 2328325 w 2705691"/>
              <a:gd name="connsiteY80" fmla="*/ 3806084 h 4785377"/>
              <a:gd name="connsiteX81" fmla="*/ 2330095 w 2705691"/>
              <a:gd name="connsiteY81" fmla="*/ 3846637 h 4785377"/>
              <a:gd name="connsiteX82" fmla="*/ 2330095 w 2705691"/>
              <a:gd name="connsiteY82" fmla="*/ 3915443 h 4785377"/>
              <a:gd name="connsiteX83" fmla="*/ 2325492 w 2705691"/>
              <a:gd name="connsiteY83" fmla="*/ 3993422 h 4785377"/>
              <a:gd name="connsiteX84" fmla="*/ 2320888 w 2705691"/>
              <a:gd name="connsiteY84" fmla="*/ 4085163 h 4785377"/>
              <a:gd name="connsiteX85" fmla="*/ 2309379 w 2705691"/>
              <a:gd name="connsiteY85" fmla="*/ 4186079 h 4785377"/>
              <a:gd name="connsiteX86" fmla="*/ 2295568 w 2705691"/>
              <a:gd name="connsiteY86" fmla="*/ 4296168 h 4785377"/>
              <a:gd name="connsiteX87" fmla="*/ 2261040 w 2705691"/>
              <a:gd name="connsiteY87" fmla="*/ 4543868 h 4785377"/>
              <a:gd name="connsiteX88" fmla="*/ 2224377 w 2705691"/>
              <a:gd name="connsiteY88" fmla="*/ 4785377 h 4785377"/>
              <a:gd name="connsiteX89" fmla="*/ 1362892 w 2705691"/>
              <a:gd name="connsiteY89" fmla="*/ 4785377 h 4785377"/>
              <a:gd name="connsiteX90" fmla="*/ 1356420 w 2705691"/>
              <a:gd name="connsiteY90" fmla="*/ 4692947 h 4785377"/>
              <a:gd name="connsiteX91" fmla="*/ 1344529 w 2705691"/>
              <a:gd name="connsiteY91" fmla="*/ 4536549 h 4785377"/>
              <a:gd name="connsiteX92" fmla="*/ 885934 w 2705691"/>
              <a:gd name="connsiteY92" fmla="*/ 4009266 h 4785377"/>
              <a:gd name="connsiteX93" fmla="*/ 1272557 w 2705691"/>
              <a:gd name="connsiteY93" fmla="*/ 3674006 h 4785377"/>
              <a:gd name="connsiteX94" fmla="*/ 1271252 w 2705691"/>
              <a:gd name="connsiteY94" fmla="*/ 3658568 h 4785377"/>
              <a:gd name="connsiteX95" fmla="*/ 1295220 w 2705691"/>
              <a:gd name="connsiteY95" fmla="*/ 3654354 h 4785377"/>
              <a:gd name="connsiteX96" fmla="*/ 1374383 w 2705691"/>
              <a:gd name="connsiteY96" fmla="*/ 3585708 h 4785377"/>
              <a:gd name="connsiteX97" fmla="*/ 1372321 w 2705691"/>
              <a:gd name="connsiteY97" fmla="*/ 3585019 h 4785377"/>
              <a:gd name="connsiteX98" fmla="*/ 1324183 w 2705691"/>
              <a:gd name="connsiteY98" fmla="*/ 3566648 h 4785377"/>
              <a:gd name="connsiteX99" fmla="*/ 1324772 w 2705691"/>
              <a:gd name="connsiteY99" fmla="*/ 3526502 h 4785377"/>
              <a:gd name="connsiteX100" fmla="*/ 1286311 w 2705691"/>
              <a:gd name="connsiteY100" fmla="*/ 3521299 h 4785377"/>
              <a:gd name="connsiteX101" fmla="*/ 1180351 w 2705691"/>
              <a:gd name="connsiteY101" fmla="*/ 3501566 h 4785377"/>
              <a:gd name="connsiteX102" fmla="*/ 1064533 w 2705691"/>
              <a:gd name="connsiteY102" fmla="*/ 3471966 h 4785377"/>
              <a:gd name="connsiteX103" fmla="*/ 943788 w 2705691"/>
              <a:gd name="connsiteY103" fmla="*/ 3434967 h 4785377"/>
              <a:gd name="connsiteX104" fmla="*/ 818114 w 2705691"/>
              <a:gd name="connsiteY104" fmla="*/ 3393034 h 4785377"/>
              <a:gd name="connsiteX105" fmla="*/ 689976 w 2705691"/>
              <a:gd name="connsiteY105" fmla="*/ 3346168 h 4785377"/>
              <a:gd name="connsiteX106" fmla="*/ 564301 w 2705691"/>
              <a:gd name="connsiteY106" fmla="*/ 3291902 h 4785377"/>
              <a:gd name="connsiteX107" fmla="*/ 441091 w 2705691"/>
              <a:gd name="connsiteY107" fmla="*/ 3235170 h 4785377"/>
              <a:gd name="connsiteX108" fmla="*/ 325274 w 2705691"/>
              <a:gd name="connsiteY108" fmla="*/ 3173504 h 4785377"/>
              <a:gd name="connsiteX109" fmla="*/ 271062 w 2705691"/>
              <a:gd name="connsiteY109" fmla="*/ 3143904 h 4785377"/>
              <a:gd name="connsiteX110" fmla="*/ 219314 w 2705691"/>
              <a:gd name="connsiteY110" fmla="*/ 3109371 h 4785377"/>
              <a:gd name="connsiteX111" fmla="*/ 170030 w 2705691"/>
              <a:gd name="connsiteY111" fmla="*/ 3077305 h 4785377"/>
              <a:gd name="connsiteX112" fmla="*/ 123210 w 2705691"/>
              <a:gd name="connsiteY112" fmla="*/ 3045239 h 4785377"/>
              <a:gd name="connsiteX113" fmla="*/ 81319 w 2705691"/>
              <a:gd name="connsiteY113" fmla="*/ 3010706 h 4785377"/>
              <a:gd name="connsiteX114" fmla="*/ 41891 w 2705691"/>
              <a:gd name="connsiteY114" fmla="*/ 2976174 h 4785377"/>
              <a:gd name="connsiteX115" fmla="*/ 27107 w 2705691"/>
              <a:gd name="connsiteY115" fmla="*/ 2958906 h 4785377"/>
              <a:gd name="connsiteX116" fmla="*/ 14785 w 2705691"/>
              <a:gd name="connsiteY116" fmla="*/ 2939174 h 4785377"/>
              <a:gd name="connsiteX117" fmla="*/ 9857 w 2705691"/>
              <a:gd name="connsiteY117" fmla="*/ 2916975 h 4785377"/>
              <a:gd name="connsiteX118" fmla="*/ 4929 w 2705691"/>
              <a:gd name="connsiteY118" fmla="*/ 2892308 h 4785377"/>
              <a:gd name="connsiteX119" fmla="*/ 0 w 2705691"/>
              <a:gd name="connsiteY119" fmla="*/ 2862709 h 4785377"/>
              <a:gd name="connsiteX120" fmla="*/ 4929 w 2705691"/>
              <a:gd name="connsiteY120" fmla="*/ 2833109 h 4785377"/>
              <a:gd name="connsiteX121" fmla="*/ 7393 w 2705691"/>
              <a:gd name="connsiteY121" fmla="*/ 2803509 h 4785377"/>
              <a:gd name="connsiteX122" fmla="*/ 12321 w 2705691"/>
              <a:gd name="connsiteY122" fmla="*/ 2768976 h 4785377"/>
              <a:gd name="connsiteX123" fmla="*/ 22178 w 2705691"/>
              <a:gd name="connsiteY123" fmla="*/ 2734443 h 4785377"/>
              <a:gd name="connsiteX124" fmla="*/ 34499 w 2705691"/>
              <a:gd name="connsiteY124" fmla="*/ 2697443 h 4785377"/>
              <a:gd name="connsiteX125" fmla="*/ 64069 w 2705691"/>
              <a:gd name="connsiteY125" fmla="*/ 2620978 h 4785377"/>
              <a:gd name="connsiteX126" fmla="*/ 103496 w 2705691"/>
              <a:gd name="connsiteY126" fmla="*/ 2537113 h 4785377"/>
              <a:gd name="connsiteX127" fmla="*/ 142924 w 2705691"/>
              <a:gd name="connsiteY127" fmla="*/ 2453248 h 4785377"/>
              <a:gd name="connsiteX128" fmla="*/ 194671 w 2705691"/>
              <a:gd name="connsiteY128" fmla="*/ 2366915 h 4785377"/>
              <a:gd name="connsiteX129" fmla="*/ 248884 w 2705691"/>
              <a:gd name="connsiteY129" fmla="*/ 2278116 h 4785377"/>
              <a:gd name="connsiteX130" fmla="*/ 305561 w 2705691"/>
              <a:gd name="connsiteY130" fmla="*/ 2191785 h 4785377"/>
              <a:gd name="connsiteX131" fmla="*/ 362237 w 2705691"/>
              <a:gd name="connsiteY131" fmla="*/ 2107919 h 4785377"/>
              <a:gd name="connsiteX132" fmla="*/ 421378 w 2705691"/>
              <a:gd name="connsiteY132" fmla="*/ 2024053 h 4785377"/>
              <a:gd name="connsiteX133" fmla="*/ 480518 w 2705691"/>
              <a:gd name="connsiteY133" fmla="*/ 1945121 h 4785377"/>
              <a:gd name="connsiteX134" fmla="*/ 537195 w 2705691"/>
              <a:gd name="connsiteY134" fmla="*/ 1868655 h 4785377"/>
              <a:gd name="connsiteX135" fmla="*/ 591408 w 2705691"/>
              <a:gd name="connsiteY135" fmla="*/ 1804523 h 4785377"/>
              <a:gd name="connsiteX136" fmla="*/ 697369 w 2705691"/>
              <a:gd name="connsiteY136" fmla="*/ 1678724 h 4785377"/>
              <a:gd name="connsiteX137" fmla="*/ 800864 w 2705691"/>
              <a:gd name="connsiteY137" fmla="*/ 1565259 h 4785377"/>
              <a:gd name="connsiteX138" fmla="*/ 896969 w 2705691"/>
              <a:gd name="connsiteY138" fmla="*/ 1466594 h 4785377"/>
              <a:gd name="connsiteX139" fmla="*/ 990608 w 2705691"/>
              <a:gd name="connsiteY139" fmla="*/ 1377796 h 4785377"/>
              <a:gd name="connsiteX140" fmla="*/ 1076855 w 2705691"/>
              <a:gd name="connsiteY140" fmla="*/ 1303796 h 4785377"/>
              <a:gd name="connsiteX141" fmla="*/ 1163101 w 2705691"/>
              <a:gd name="connsiteY141" fmla="*/ 1237197 h 4785377"/>
              <a:gd name="connsiteX142" fmla="*/ 1241957 w 2705691"/>
              <a:gd name="connsiteY142" fmla="*/ 1182932 h 4785377"/>
              <a:gd name="connsiteX143" fmla="*/ 1318346 w 2705691"/>
              <a:gd name="connsiteY143" fmla="*/ 1138532 h 4785377"/>
              <a:gd name="connsiteX144" fmla="*/ 1389808 w 2705691"/>
              <a:gd name="connsiteY144" fmla="*/ 1103999 h 4785377"/>
              <a:gd name="connsiteX145" fmla="*/ 1414683 w 2705691"/>
              <a:gd name="connsiteY145" fmla="*/ 1092010 h 4785377"/>
              <a:gd name="connsiteX146" fmla="*/ 1414451 w 2705691"/>
              <a:gd name="connsiteY146" fmla="*/ 1087027 h 4785377"/>
              <a:gd name="connsiteX147" fmla="*/ 1473592 w 2705691"/>
              <a:gd name="connsiteY147" fmla="*/ 1062342 h 4785377"/>
              <a:gd name="connsiteX148" fmla="*/ 1542590 w 2705691"/>
              <a:gd name="connsiteY148" fmla="*/ 1032719 h 4785377"/>
              <a:gd name="connsiteX149" fmla="*/ 1628836 w 2705691"/>
              <a:gd name="connsiteY149" fmla="*/ 998159 h 4785377"/>
              <a:gd name="connsiteX150" fmla="*/ 1729868 w 2705691"/>
              <a:gd name="connsiteY150" fmla="*/ 963598 h 4785377"/>
              <a:gd name="connsiteX151" fmla="*/ 1784081 w 2705691"/>
              <a:gd name="connsiteY151" fmla="*/ 948787 h 4785377"/>
              <a:gd name="connsiteX152" fmla="*/ 1840758 w 2705691"/>
              <a:gd name="connsiteY152" fmla="*/ 933976 h 4785377"/>
              <a:gd name="connsiteX153" fmla="*/ 1899898 w 2705691"/>
              <a:gd name="connsiteY153" fmla="*/ 919164 h 4785377"/>
              <a:gd name="connsiteX154" fmla="*/ 1900078 w 2705691"/>
              <a:gd name="connsiteY154" fmla="*/ 919126 h 4785377"/>
              <a:gd name="connsiteX155" fmla="*/ 1909682 w 2705691"/>
              <a:gd name="connsiteY155" fmla="*/ 839789 h 4785377"/>
              <a:gd name="connsiteX156" fmla="*/ 1896126 w 2705691"/>
              <a:gd name="connsiteY156" fmla="*/ 816066 h 4785377"/>
              <a:gd name="connsiteX157" fmla="*/ 1873203 w 2705691"/>
              <a:gd name="connsiteY157" fmla="*/ 770219 h 4785377"/>
              <a:gd name="connsiteX158" fmla="*/ 1854864 w 2705691"/>
              <a:gd name="connsiteY158" fmla="*/ 719788 h 4785377"/>
              <a:gd name="connsiteX159" fmla="*/ 1836525 w 2705691"/>
              <a:gd name="connsiteY159" fmla="*/ 669357 h 4785377"/>
              <a:gd name="connsiteX160" fmla="*/ 1826603 w 2705691"/>
              <a:gd name="connsiteY160" fmla="*/ 632975 h 4785377"/>
              <a:gd name="connsiteX161" fmla="*/ 1829649 w 2705691"/>
              <a:gd name="connsiteY161" fmla="*/ 645957 h 4785377"/>
              <a:gd name="connsiteX162" fmla="*/ 1841111 w 2705691"/>
              <a:gd name="connsiteY162" fmla="*/ 685036 h 4785377"/>
              <a:gd name="connsiteX163" fmla="*/ 1852572 w 2705691"/>
              <a:gd name="connsiteY163" fmla="*/ 719518 h 4785377"/>
              <a:gd name="connsiteX164" fmla="*/ 1861742 w 2705691"/>
              <a:gd name="connsiteY164" fmla="*/ 749402 h 4785377"/>
              <a:gd name="connsiteX165" fmla="*/ 1884665 w 2705691"/>
              <a:gd name="connsiteY165" fmla="*/ 797676 h 4785377"/>
              <a:gd name="connsiteX166" fmla="*/ 1893834 w 2705691"/>
              <a:gd name="connsiteY166" fmla="*/ 813767 h 4785377"/>
              <a:gd name="connsiteX167" fmla="*/ 1880080 w 2705691"/>
              <a:gd name="connsiteY167" fmla="*/ 816066 h 4785377"/>
              <a:gd name="connsiteX168" fmla="*/ 1866326 w 2705691"/>
              <a:gd name="connsiteY168" fmla="*/ 816066 h 4785377"/>
              <a:gd name="connsiteX169" fmla="*/ 1836526 w 2705691"/>
              <a:gd name="connsiteY169" fmla="*/ 811469 h 4785377"/>
              <a:gd name="connsiteX170" fmla="*/ 1806726 w 2705691"/>
              <a:gd name="connsiteY170" fmla="*/ 799975 h 4785377"/>
              <a:gd name="connsiteX171" fmla="*/ 1779218 w 2705691"/>
              <a:gd name="connsiteY171" fmla="*/ 786182 h 4785377"/>
              <a:gd name="connsiteX172" fmla="*/ 1754002 w 2705691"/>
              <a:gd name="connsiteY172" fmla="*/ 765493 h 4785377"/>
              <a:gd name="connsiteX173" fmla="*/ 1728787 w 2705691"/>
              <a:gd name="connsiteY173" fmla="*/ 747103 h 4785377"/>
              <a:gd name="connsiteX174" fmla="*/ 1708156 w 2705691"/>
              <a:gd name="connsiteY174" fmla="*/ 724115 h 4785377"/>
              <a:gd name="connsiteX175" fmla="*/ 1689817 w 2705691"/>
              <a:gd name="connsiteY175" fmla="*/ 703426 h 4785377"/>
              <a:gd name="connsiteX176" fmla="*/ 1660017 w 2705691"/>
              <a:gd name="connsiteY176" fmla="*/ 655152 h 4785377"/>
              <a:gd name="connsiteX177" fmla="*/ 1648555 w 2705691"/>
              <a:gd name="connsiteY177" fmla="*/ 632164 h 4785377"/>
              <a:gd name="connsiteX178" fmla="*/ 1637094 w 2705691"/>
              <a:gd name="connsiteY178" fmla="*/ 606877 h 4785377"/>
              <a:gd name="connsiteX179" fmla="*/ 1632509 w 2705691"/>
              <a:gd name="connsiteY179" fmla="*/ 586188 h 4785377"/>
              <a:gd name="connsiteX180" fmla="*/ 1627924 w 2705691"/>
              <a:gd name="connsiteY180" fmla="*/ 563201 h 4785377"/>
              <a:gd name="connsiteX181" fmla="*/ 1618755 w 2705691"/>
              <a:gd name="connsiteY181" fmla="*/ 517225 h 4785377"/>
              <a:gd name="connsiteX182" fmla="*/ 1591247 w 2705691"/>
              <a:gd name="connsiteY182" fmla="*/ 333323 h 4785377"/>
              <a:gd name="connsiteX183" fmla="*/ 1588955 w 2705691"/>
              <a:gd name="connsiteY183" fmla="*/ 296542 h 4785377"/>
              <a:gd name="connsiteX184" fmla="*/ 1588955 w 2705691"/>
              <a:gd name="connsiteY184" fmla="*/ 280451 h 4785377"/>
              <a:gd name="connsiteX185" fmla="*/ 1591247 w 2705691"/>
              <a:gd name="connsiteY185" fmla="*/ 259762 h 4785377"/>
              <a:gd name="connsiteX186" fmla="*/ 1595832 w 2705691"/>
              <a:gd name="connsiteY186" fmla="*/ 243670 h 4785377"/>
              <a:gd name="connsiteX187" fmla="*/ 1607293 w 2705691"/>
              <a:gd name="connsiteY187" fmla="*/ 229878 h 4785377"/>
              <a:gd name="connsiteX188" fmla="*/ 1618755 w 2705691"/>
              <a:gd name="connsiteY188" fmla="*/ 216085 h 4785377"/>
              <a:gd name="connsiteX189" fmla="*/ 1634801 w 2705691"/>
              <a:gd name="connsiteY189" fmla="*/ 211487 h 4785377"/>
              <a:gd name="connsiteX190" fmla="*/ 1664602 w 2705691"/>
              <a:gd name="connsiteY190" fmla="*/ 202292 h 4785377"/>
              <a:gd name="connsiteX191" fmla="*/ 1680648 w 2705691"/>
              <a:gd name="connsiteY191" fmla="*/ 195396 h 4785377"/>
              <a:gd name="connsiteX192" fmla="*/ 1689817 w 2705691"/>
              <a:gd name="connsiteY192" fmla="*/ 186201 h 4785377"/>
              <a:gd name="connsiteX193" fmla="*/ 1701279 w 2705691"/>
              <a:gd name="connsiteY193" fmla="*/ 172408 h 4785377"/>
              <a:gd name="connsiteX194" fmla="*/ 1710448 w 2705691"/>
              <a:gd name="connsiteY194" fmla="*/ 158616 h 4785377"/>
              <a:gd name="connsiteX195" fmla="*/ 1724202 w 2705691"/>
              <a:gd name="connsiteY195" fmla="*/ 124134 h 4785377"/>
              <a:gd name="connsiteX196" fmla="*/ 1737956 w 2705691"/>
              <a:gd name="connsiteY196" fmla="*/ 91951 h 4785377"/>
              <a:gd name="connsiteX197" fmla="*/ 1749418 w 2705691"/>
              <a:gd name="connsiteY197" fmla="*/ 73561 h 4785377"/>
              <a:gd name="connsiteX198" fmla="*/ 1760879 w 2705691"/>
              <a:gd name="connsiteY198" fmla="*/ 59768 h 4785377"/>
              <a:gd name="connsiteX199" fmla="*/ 1774633 w 2705691"/>
              <a:gd name="connsiteY199" fmla="*/ 48274 h 4785377"/>
              <a:gd name="connsiteX200" fmla="*/ 1788387 w 2705691"/>
              <a:gd name="connsiteY200" fmla="*/ 39079 h 4785377"/>
              <a:gd name="connsiteX201" fmla="*/ 1804433 w 2705691"/>
              <a:gd name="connsiteY201" fmla="*/ 29884 h 4785377"/>
              <a:gd name="connsiteX202" fmla="*/ 1818187 w 2705691"/>
              <a:gd name="connsiteY202" fmla="*/ 20689 h 4785377"/>
              <a:gd name="connsiteX203" fmla="*/ 1854865 w 2705691"/>
              <a:gd name="connsiteY203" fmla="*/ 9195 h 4785377"/>
              <a:gd name="connsiteX204" fmla="*/ 1886957 w 2705691"/>
              <a:gd name="connsiteY204" fmla="*/ 2299 h 4785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</a:cxnLst>
            <a:rect l="l" t="t" r="r" b="b"/>
            <a:pathLst>
              <a:path w="2705691" h="4785377">
                <a:moveTo>
                  <a:pt x="1308958" y="2370550"/>
                </a:moveTo>
                <a:lnTo>
                  <a:pt x="1286311" y="2394048"/>
                </a:lnTo>
                <a:lnTo>
                  <a:pt x="929003" y="2764043"/>
                </a:lnTo>
                <a:lnTo>
                  <a:pt x="958574" y="2786243"/>
                </a:lnTo>
                <a:lnTo>
                  <a:pt x="1032499" y="2842975"/>
                </a:lnTo>
                <a:lnTo>
                  <a:pt x="1135996" y="2929307"/>
                </a:lnTo>
                <a:lnTo>
                  <a:pt x="1195136" y="2978640"/>
                </a:lnTo>
                <a:lnTo>
                  <a:pt x="1259206" y="3035373"/>
                </a:lnTo>
                <a:lnTo>
                  <a:pt x="1318346" y="3092105"/>
                </a:lnTo>
                <a:lnTo>
                  <a:pt x="1324731" y="3098497"/>
                </a:lnTo>
                <a:lnTo>
                  <a:pt x="1321890" y="2870839"/>
                </a:lnTo>
                <a:lnTo>
                  <a:pt x="1312721" y="2491933"/>
                </a:lnTo>
                <a:close/>
                <a:moveTo>
                  <a:pt x="1923635" y="0"/>
                </a:moveTo>
                <a:lnTo>
                  <a:pt x="1960312" y="0"/>
                </a:lnTo>
                <a:lnTo>
                  <a:pt x="1994697" y="2299"/>
                </a:lnTo>
                <a:lnTo>
                  <a:pt x="2047420" y="4597"/>
                </a:lnTo>
                <a:lnTo>
                  <a:pt x="2072636" y="6896"/>
                </a:lnTo>
                <a:lnTo>
                  <a:pt x="2097851" y="13793"/>
                </a:lnTo>
                <a:lnTo>
                  <a:pt x="2125359" y="20689"/>
                </a:lnTo>
                <a:lnTo>
                  <a:pt x="2164329" y="34482"/>
                </a:lnTo>
                <a:lnTo>
                  <a:pt x="2205591" y="55171"/>
                </a:lnTo>
                <a:lnTo>
                  <a:pt x="2226221" y="66664"/>
                </a:lnTo>
                <a:lnTo>
                  <a:pt x="2244560" y="80457"/>
                </a:lnTo>
                <a:lnTo>
                  <a:pt x="2260606" y="96549"/>
                </a:lnTo>
                <a:lnTo>
                  <a:pt x="2278945" y="112640"/>
                </a:lnTo>
                <a:lnTo>
                  <a:pt x="2292699" y="133329"/>
                </a:lnTo>
                <a:lnTo>
                  <a:pt x="2299576" y="154018"/>
                </a:lnTo>
                <a:lnTo>
                  <a:pt x="2306453" y="177006"/>
                </a:lnTo>
                <a:lnTo>
                  <a:pt x="2308745" y="204591"/>
                </a:lnTo>
                <a:lnTo>
                  <a:pt x="2306453" y="232176"/>
                </a:lnTo>
                <a:lnTo>
                  <a:pt x="2297284" y="262060"/>
                </a:lnTo>
                <a:lnTo>
                  <a:pt x="2278945" y="305737"/>
                </a:lnTo>
                <a:lnTo>
                  <a:pt x="2259925" y="335407"/>
                </a:lnTo>
                <a:lnTo>
                  <a:pt x="2276653" y="366770"/>
                </a:lnTo>
                <a:lnTo>
                  <a:pt x="2290407" y="410324"/>
                </a:lnTo>
                <a:lnTo>
                  <a:pt x="2304161" y="458463"/>
                </a:lnTo>
                <a:lnTo>
                  <a:pt x="2317915" y="511186"/>
                </a:lnTo>
                <a:lnTo>
                  <a:pt x="2324792" y="570787"/>
                </a:lnTo>
                <a:lnTo>
                  <a:pt x="2333961" y="628095"/>
                </a:lnTo>
                <a:lnTo>
                  <a:pt x="2336253" y="687696"/>
                </a:lnTo>
                <a:lnTo>
                  <a:pt x="2336253" y="745004"/>
                </a:lnTo>
                <a:lnTo>
                  <a:pt x="2331669" y="800020"/>
                </a:lnTo>
                <a:lnTo>
                  <a:pt x="2320207" y="852743"/>
                </a:lnTo>
                <a:lnTo>
                  <a:pt x="2311038" y="877959"/>
                </a:lnTo>
                <a:lnTo>
                  <a:pt x="2304161" y="900882"/>
                </a:lnTo>
                <a:lnTo>
                  <a:pt x="2294991" y="921513"/>
                </a:lnTo>
                <a:lnTo>
                  <a:pt x="2283530" y="939851"/>
                </a:lnTo>
                <a:lnTo>
                  <a:pt x="2278278" y="946853"/>
                </a:lnTo>
                <a:lnTo>
                  <a:pt x="2313330" y="1128343"/>
                </a:lnTo>
                <a:lnTo>
                  <a:pt x="2258322" y="1262109"/>
                </a:lnTo>
                <a:lnTo>
                  <a:pt x="2271993" y="1294389"/>
                </a:lnTo>
                <a:lnTo>
                  <a:pt x="2308955" y="1383258"/>
                </a:lnTo>
                <a:lnTo>
                  <a:pt x="2345918" y="1482002"/>
                </a:lnTo>
                <a:lnTo>
                  <a:pt x="2385345" y="1590619"/>
                </a:lnTo>
                <a:lnTo>
                  <a:pt x="2424773" y="1699237"/>
                </a:lnTo>
                <a:lnTo>
                  <a:pt x="2459271" y="1822666"/>
                </a:lnTo>
                <a:lnTo>
                  <a:pt x="2498698" y="1951033"/>
                </a:lnTo>
                <a:lnTo>
                  <a:pt x="2535662" y="2084336"/>
                </a:lnTo>
                <a:lnTo>
                  <a:pt x="2552911" y="2163331"/>
                </a:lnTo>
                <a:lnTo>
                  <a:pt x="2567696" y="2254669"/>
                </a:lnTo>
                <a:lnTo>
                  <a:pt x="2584945" y="2355880"/>
                </a:lnTo>
                <a:lnTo>
                  <a:pt x="2599730" y="2466966"/>
                </a:lnTo>
                <a:lnTo>
                  <a:pt x="2629301" y="2703951"/>
                </a:lnTo>
                <a:lnTo>
                  <a:pt x="2656408" y="2940935"/>
                </a:lnTo>
                <a:lnTo>
                  <a:pt x="2678586" y="3163107"/>
                </a:lnTo>
                <a:lnTo>
                  <a:pt x="2693370" y="3348251"/>
                </a:lnTo>
                <a:lnTo>
                  <a:pt x="2700762" y="3474149"/>
                </a:lnTo>
                <a:lnTo>
                  <a:pt x="2705691" y="3523521"/>
                </a:lnTo>
                <a:lnTo>
                  <a:pt x="2698298" y="3659293"/>
                </a:lnTo>
                <a:lnTo>
                  <a:pt x="2483913" y="3666699"/>
                </a:lnTo>
                <a:lnTo>
                  <a:pt x="2463756" y="3666961"/>
                </a:lnTo>
                <a:lnTo>
                  <a:pt x="2463466" y="3672283"/>
                </a:lnTo>
                <a:lnTo>
                  <a:pt x="2274200" y="3678821"/>
                </a:lnTo>
                <a:lnTo>
                  <a:pt x="2286360" y="3686090"/>
                </a:lnTo>
                <a:lnTo>
                  <a:pt x="2302473" y="3704438"/>
                </a:lnTo>
                <a:lnTo>
                  <a:pt x="2313982" y="3725080"/>
                </a:lnTo>
                <a:lnTo>
                  <a:pt x="2320888" y="3736548"/>
                </a:lnTo>
                <a:lnTo>
                  <a:pt x="2325492" y="3752602"/>
                </a:lnTo>
                <a:lnTo>
                  <a:pt x="2325506" y="3752844"/>
                </a:lnTo>
                <a:lnTo>
                  <a:pt x="2353019" y="3784619"/>
                </a:lnTo>
                <a:lnTo>
                  <a:pt x="2328325" y="3806084"/>
                </a:lnTo>
                <a:lnTo>
                  <a:pt x="2330095" y="3846637"/>
                </a:lnTo>
                <a:lnTo>
                  <a:pt x="2330095" y="3915443"/>
                </a:lnTo>
                <a:lnTo>
                  <a:pt x="2325492" y="3993422"/>
                </a:lnTo>
                <a:lnTo>
                  <a:pt x="2320888" y="4085163"/>
                </a:lnTo>
                <a:lnTo>
                  <a:pt x="2309379" y="4186079"/>
                </a:lnTo>
                <a:lnTo>
                  <a:pt x="2295568" y="4296168"/>
                </a:lnTo>
                <a:lnTo>
                  <a:pt x="2261040" y="4543868"/>
                </a:lnTo>
                <a:lnTo>
                  <a:pt x="2224377" y="4785377"/>
                </a:lnTo>
                <a:lnTo>
                  <a:pt x="1362892" y="4785377"/>
                </a:lnTo>
                <a:lnTo>
                  <a:pt x="1356420" y="4692947"/>
                </a:lnTo>
                <a:lnTo>
                  <a:pt x="1344529" y="4536549"/>
                </a:lnTo>
                <a:lnTo>
                  <a:pt x="885934" y="4009266"/>
                </a:lnTo>
                <a:lnTo>
                  <a:pt x="1272557" y="3674006"/>
                </a:lnTo>
                <a:lnTo>
                  <a:pt x="1271252" y="3658568"/>
                </a:lnTo>
                <a:lnTo>
                  <a:pt x="1295220" y="3654354"/>
                </a:lnTo>
                <a:lnTo>
                  <a:pt x="1374383" y="3585708"/>
                </a:lnTo>
                <a:lnTo>
                  <a:pt x="1372321" y="3585019"/>
                </a:lnTo>
                <a:lnTo>
                  <a:pt x="1324183" y="3566648"/>
                </a:lnTo>
                <a:lnTo>
                  <a:pt x="1324772" y="3526502"/>
                </a:lnTo>
                <a:lnTo>
                  <a:pt x="1286311" y="3521299"/>
                </a:lnTo>
                <a:lnTo>
                  <a:pt x="1180351" y="3501566"/>
                </a:lnTo>
                <a:lnTo>
                  <a:pt x="1064533" y="3471966"/>
                </a:lnTo>
                <a:lnTo>
                  <a:pt x="943788" y="3434967"/>
                </a:lnTo>
                <a:lnTo>
                  <a:pt x="818114" y="3393034"/>
                </a:lnTo>
                <a:lnTo>
                  <a:pt x="689976" y="3346168"/>
                </a:lnTo>
                <a:lnTo>
                  <a:pt x="564301" y="3291902"/>
                </a:lnTo>
                <a:lnTo>
                  <a:pt x="441091" y="3235170"/>
                </a:lnTo>
                <a:lnTo>
                  <a:pt x="325274" y="3173504"/>
                </a:lnTo>
                <a:lnTo>
                  <a:pt x="271062" y="3143904"/>
                </a:lnTo>
                <a:lnTo>
                  <a:pt x="219314" y="3109371"/>
                </a:lnTo>
                <a:lnTo>
                  <a:pt x="170030" y="3077305"/>
                </a:lnTo>
                <a:lnTo>
                  <a:pt x="123210" y="3045239"/>
                </a:lnTo>
                <a:lnTo>
                  <a:pt x="81319" y="3010706"/>
                </a:lnTo>
                <a:lnTo>
                  <a:pt x="41891" y="2976174"/>
                </a:lnTo>
                <a:lnTo>
                  <a:pt x="27107" y="2958906"/>
                </a:lnTo>
                <a:lnTo>
                  <a:pt x="14785" y="2939174"/>
                </a:lnTo>
                <a:lnTo>
                  <a:pt x="9857" y="2916975"/>
                </a:lnTo>
                <a:lnTo>
                  <a:pt x="4929" y="2892308"/>
                </a:lnTo>
                <a:lnTo>
                  <a:pt x="0" y="2862709"/>
                </a:lnTo>
                <a:lnTo>
                  <a:pt x="4929" y="2833109"/>
                </a:lnTo>
                <a:lnTo>
                  <a:pt x="7393" y="2803509"/>
                </a:lnTo>
                <a:lnTo>
                  <a:pt x="12321" y="2768976"/>
                </a:lnTo>
                <a:lnTo>
                  <a:pt x="22178" y="2734443"/>
                </a:lnTo>
                <a:lnTo>
                  <a:pt x="34499" y="2697443"/>
                </a:lnTo>
                <a:lnTo>
                  <a:pt x="64069" y="2620978"/>
                </a:lnTo>
                <a:lnTo>
                  <a:pt x="103496" y="2537113"/>
                </a:lnTo>
                <a:lnTo>
                  <a:pt x="142924" y="2453248"/>
                </a:lnTo>
                <a:lnTo>
                  <a:pt x="194671" y="2366915"/>
                </a:lnTo>
                <a:lnTo>
                  <a:pt x="248884" y="2278116"/>
                </a:lnTo>
                <a:lnTo>
                  <a:pt x="305561" y="2191785"/>
                </a:lnTo>
                <a:lnTo>
                  <a:pt x="362237" y="2107919"/>
                </a:lnTo>
                <a:lnTo>
                  <a:pt x="421378" y="2024053"/>
                </a:lnTo>
                <a:lnTo>
                  <a:pt x="480518" y="1945121"/>
                </a:lnTo>
                <a:lnTo>
                  <a:pt x="537195" y="1868655"/>
                </a:lnTo>
                <a:lnTo>
                  <a:pt x="591408" y="1804523"/>
                </a:lnTo>
                <a:lnTo>
                  <a:pt x="697369" y="1678724"/>
                </a:lnTo>
                <a:lnTo>
                  <a:pt x="800864" y="1565259"/>
                </a:lnTo>
                <a:lnTo>
                  <a:pt x="896969" y="1466594"/>
                </a:lnTo>
                <a:lnTo>
                  <a:pt x="990608" y="1377796"/>
                </a:lnTo>
                <a:lnTo>
                  <a:pt x="1076855" y="1303796"/>
                </a:lnTo>
                <a:lnTo>
                  <a:pt x="1163101" y="1237197"/>
                </a:lnTo>
                <a:lnTo>
                  <a:pt x="1241957" y="1182932"/>
                </a:lnTo>
                <a:lnTo>
                  <a:pt x="1318346" y="1138532"/>
                </a:lnTo>
                <a:lnTo>
                  <a:pt x="1389808" y="1103999"/>
                </a:lnTo>
                <a:lnTo>
                  <a:pt x="1414683" y="1092010"/>
                </a:lnTo>
                <a:lnTo>
                  <a:pt x="1414451" y="1087027"/>
                </a:lnTo>
                <a:lnTo>
                  <a:pt x="1473592" y="1062342"/>
                </a:lnTo>
                <a:lnTo>
                  <a:pt x="1542590" y="1032719"/>
                </a:lnTo>
                <a:lnTo>
                  <a:pt x="1628836" y="998159"/>
                </a:lnTo>
                <a:lnTo>
                  <a:pt x="1729868" y="963598"/>
                </a:lnTo>
                <a:lnTo>
                  <a:pt x="1784081" y="948787"/>
                </a:lnTo>
                <a:lnTo>
                  <a:pt x="1840758" y="933976"/>
                </a:lnTo>
                <a:lnTo>
                  <a:pt x="1899898" y="919164"/>
                </a:lnTo>
                <a:lnTo>
                  <a:pt x="1900078" y="919126"/>
                </a:lnTo>
                <a:lnTo>
                  <a:pt x="1909682" y="839789"/>
                </a:lnTo>
                <a:lnTo>
                  <a:pt x="1896126" y="816066"/>
                </a:lnTo>
                <a:lnTo>
                  <a:pt x="1873203" y="770219"/>
                </a:lnTo>
                <a:lnTo>
                  <a:pt x="1854864" y="719788"/>
                </a:lnTo>
                <a:lnTo>
                  <a:pt x="1836525" y="669357"/>
                </a:lnTo>
                <a:lnTo>
                  <a:pt x="1826603" y="632975"/>
                </a:lnTo>
                <a:lnTo>
                  <a:pt x="1829649" y="645957"/>
                </a:lnTo>
                <a:lnTo>
                  <a:pt x="1841111" y="685036"/>
                </a:lnTo>
                <a:lnTo>
                  <a:pt x="1852572" y="719518"/>
                </a:lnTo>
                <a:lnTo>
                  <a:pt x="1861742" y="749402"/>
                </a:lnTo>
                <a:lnTo>
                  <a:pt x="1884665" y="797676"/>
                </a:lnTo>
                <a:lnTo>
                  <a:pt x="1893834" y="813767"/>
                </a:lnTo>
                <a:lnTo>
                  <a:pt x="1880080" y="816066"/>
                </a:lnTo>
                <a:lnTo>
                  <a:pt x="1866326" y="816066"/>
                </a:lnTo>
                <a:lnTo>
                  <a:pt x="1836526" y="811469"/>
                </a:lnTo>
                <a:lnTo>
                  <a:pt x="1806726" y="799975"/>
                </a:lnTo>
                <a:lnTo>
                  <a:pt x="1779218" y="786182"/>
                </a:lnTo>
                <a:lnTo>
                  <a:pt x="1754002" y="765493"/>
                </a:lnTo>
                <a:lnTo>
                  <a:pt x="1728787" y="747103"/>
                </a:lnTo>
                <a:lnTo>
                  <a:pt x="1708156" y="724115"/>
                </a:lnTo>
                <a:lnTo>
                  <a:pt x="1689817" y="703426"/>
                </a:lnTo>
                <a:lnTo>
                  <a:pt x="1660017" y="655152"/>
                </a:lnTo>
                <a:lnTo>
                  <a:pt x="1648555" y="632164"/>
                </a:lnTo>
                <a:lnTo>
                  <a:pt x="1637094" y="606877"/>
                </a:lnTo>
                <a:lnTo>
                  <a:pt x="1632509" y="586188"/>
                </a:lnTo>
                <a:lnTo>
                  <a:pt x="1627924" y="563201"/>
                </a:lnTo>
                <a:lnTo>
                  <a:pt x="1618755" y="517225"/>
                </a:lnTo>
                <a:lnTo>
                  <a:pt x="1591247" y="333323"/>
                </a:lnTo>
                <a:lnTo>
                  <a:pt x="1588955" y="296542"/>
                </a:lnTo>
                <a:lnTo>
                  <a:pt x="1588955" y="280451"/>
                </a:lnTo>
                <a:lnTo>
                  <a:pt x="1591247" y="259762"/>
                </a:lnTo>
                <a:lnTo>
                  <a:pt x="1595832" y="243670"/>
                </a:lnTo>
                <a:lnTo>
                  <a:pt x="1607293" y="229878"/>
                </a:lnTo>
                <a:lnTo>
                  <a:pt x="1618755" y="216085"/>
                </a:lnTo>
                <a:lnTo>
                  <a:pt x="1634801" y="211487"/>
                </a:lnTo>
                <a:lnTo>
                  <a:pt x="1664602" y="202292"/>
                </a:lnTo>
                <a:lnTo>
                  <a:pt x="1680648" y="195396"/>
                </a:lnTo>
                <a:lnTo>
                  <a:pt x="1689817" y="186201"/>
                </a:lnTo>
                <a:lnTo>
                  <a:pt x="1701279" y="172408"/>
                </a:lnTo>
                <a:lnTo>
                  <a:pt x="1710448" y="158616"/>
                </a:lnTo>
                <a:lnTo>
                  <a:pt x="1724202" y="124134"/>
                </a:lnTo>
                <a:lnTo>
                  <a:pt x="1737956" y="91951"/>
                </a:lnTo>
                <a:lnTo>
                  <a:pt x="1749418" y="73561"/>
                </a:lnTo>
                <a:lnTo>
                  <a:pt x="1760879" y="59768"/>
                </a:lnTo>
                <a:lnTo>
                  <a:pt x="1774633" y="48274"/>
                </a:lnTo>
                <a:lnTo>
                  <a:pt x="1788387" y="39079"/>
                </a:lnTo>
                <a:lnTo>
                  <a:pt x="1804433" y="29884"/>
                </a:lnTo>
                <a:lnTo>
                  <a:pt x="1818187" y="20689"/>
                </a:lnTo>
                <a:lnTo>
                  <a:pt x="1854865" y="9195"/>
                </a:lnTo>
                <a:lnTo>
                  <a:pt x="1886957" y="2299"/>
                </a:lnTo>
                <a:close/>
              </a:path>
            </a:pathLst>
          </a:custGeom>
          <a:solidFill>
            <a:schemeClr val="tx1">
              <a:alpha val="1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50" name="Freeform 321">
            <a:extLst>
              <a:ext uri="{FF2B5EF4-FFF2-40B4-BE49-F238E27FC236}">
                <a16:creationId xmlns:a16="http://schemas.microsoft.com/office/drawing/2014/main" id="{7731B1DC-995A-B24B-8750-21B809F90914}"/>
              </a:ext>
            </a:extLst>
          </p:cNvPr>
          <p:cNvSpPr>
            <a:spLocks/>
          </p:cNvSpPr>
          <p:nvPr/>
        </p:nvSpPr>
        <p:spPr bwMode="auto">
          <a:xfrm>
            <a:off x="4284526" y="2572347"/>
            <a:ext cx="444711" cy="889420"/>
          </a:xfrm>
          <a:custGeom>
            <a:avLst/>
            <a:gdLst>
              <a:gd name="T0" fmla="*/ 164 w 192"/>
              <a:gd name="T1" fmla="*/ 0 h 389"/>
              <a:gd name="T2" fmla="*/ 0 w 192"/>
              <a:gd name="T3" fmla="*/ 380 h 389"/>
              <a:gd name="T4" fmla="*/ 25 w 192"/>
              <a:gd name="T5" fmla="*/ 389 h 389"/>
              <a:gd name="T6" fmla="*/ 192 w 192"/>
              <a:gd name="T7" fmla="*/ 11 h 389"/>
              <a:gd name="T8" fmla="*/ 164 w 192"/>
              <a:gd name="T9" fmla="*/ 0 h 3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2" h="389">
                <a:moveTo>
                  <a:pt x="164" y="0"/>
                </a:moveTo>
                <a:lnTo>
                  <a:pt x="0" y="380"/>
                </a:lnTo>
                <a:lnTo>
                  <a:pt x="25" y="389"/>
                </a:lnTo>
                <a:lnTo>
                  <a:pt x="192" y="11"/>
                </a:lnTo>
                <a:lnTo>
                  <a:pt x="164" y="0"/>
                </a:lnTo>
                <a:close/>
              </a:path>
            </a:pathLst>
          </a:custGeom>
          <a:solidFill>
            <a:srgbClr val="30303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324">
            <a:extLst>
              <a:ext uri="{FF2B5EF4-FFF2-40B4-BE49-F238E27FC236}">
                <a16:creationId xmlns:a16="http://schemas.microsoft.com/office/drawing/2014/main" id="{568B0A45-7F6E-ED43-B950-329439C18262}"/>
              </a:ext>
            </a:extLst>
          </p:cNvPr>
          <p:cNvSpPr>
            <a:spLocks/>
          </p:cNvSpPr>
          <p:nvPr/>
        </p:nvSpPr>
        <p:spPr bwMode="auto">
          <a:xfrm>
            <a:off x="1932604" y="3296721"/>
            <a:ext cx="2228135" cy="1797179"/>
          </a:xfrm>
          <a:custGeom>
            <a:avLst/>
            <a:gdLst>
              <a:gd name="T0" fmla="*/ 951 w 971"/>
              <a:gd name="T1" fmla="*/ 146 h 784"/>
              <a:gd name="T2" fmla="*/ 931 w 971"/>
              <a:gd name="T3" fmla="*/ 148 h 784"/>
              <a:gd name="T4" fmla="*/ 910 w 971"/>
              <a:gd name="T5" fmla="*/ 155 h 784"/>
              <a:gd name="T6" fmla="*/ 887 w 971"/>
              <a:gd name="T7" fmla="*/ 167 h 784"/>
              <a:gd name="T8" fmla="*/ 838 w 971"/>
              <a:gd name="T9" fmla="*/ 203 h 784"/>
              <a:gd name="T10" fmla="*/ 790 w 971"/>
              <a:gd name="T11" fmla="*/ 249 h 784"/>
              <a:gd name="T12" fmla="*/ 744 w 971"/>
              <a:gd name="T13" fmla="*/ 299 h 784"/>
              <a:gd name="T14" fmla="*/ 687 w 971"/>
              <a:gd name="T15" fmla="*/ 365 h 784"/>
              <a:gd name="T16" fmla="*/ 656 w 971"/>
              <a:gd name="T17" fmla="*/ 408 h 784"/>
              <a:gd name="T18" fmla="*/ 565 w 971"/>
              <a:gd name="T19" fmla="*/ 285 h 784"/>
              <a:gd name="T20" fmla="*/ 498 w 971"/>
              <a:gd name="T21" fmla="*/ 197 h 784"/>
              <a:gd name="T22" fmla="*/ 443 w 971"/>
              <a:gd name="T23" fmla="*/ 133 h 784"/>
              <a:gd name="T24" fmla="*/ 388 w 971"/>
              <a:gd name="T25" fmla="*/ 81 h 784"/>
              <a:gd name="T26" fmla="*/ 371 w 971"/>
              <a:gd name="T27" fmla="*/ 68 h 784"/>
              <a:gd name="T28" fmla="*/ 327 w 971"/>
              <a:gd name="T29" fmla="*/ 41 h 784"/>
              <a:gd name="T30" fmla="*/ 264 w 971"/>
              <a:gd name="T31" fmla="*/ 7 h 784"/>
              <a:gd name="T32" fmla="*/ 247 w 971"/>
              <a:gd name="T33" fmla="*/ 0 h 784"/>
              <a:gd name="T34" fmla="*/ 62 w 971"/>
              <a:gd name="T35" fmla="*/ 195 h 784"/>
              <a:gd name="T36" fmla="*/ 0 w 971"/>
              <a:gd name="T37" fmla="*/ 260 h 784"/>
              <a:gd name="T38" fmla="*/ 47 w 971"/>
              <a:gd name="T39" fmla="*/ 328 h 784"/>
              <a:gd name="T40" fmla="*/ 105 w 971"/>
              <a:gd name="T41" fmla="*/ 398 h 784"/>
              <a:gd name="T42" fmla="*/ 177 w 971"/>
              <a:gd name="T43" fmla="*/ 470 h 784"/>
              <a:gd name="T44" fmla="*/ 263 w 971"/>
              <a:gd name="T45" fmla="*/ 544 h 784"/>
              <a:gd name="T46" fmla="*/ 289 w 971"/>
              <a:gd name="T47" fmla="*/ 567 h 784"/>
              <a:gd name="T48" fmla="*/ 352 w 971"/>
              <a:gd name="T49" fmla="*/ 613 h 784"/>
              <a:gd name="T50" fmla="*/ 421 w 971"/>
              <a:gd name="T51" fmla="*/ 662 h 784"/>
              <a:gd name="T52" fmla="*/ 492 w 971"/>
              <a:gd name="T53" fmla="*/ 706 h 784"/>
              <a:gd name="T54" fmla="*/ 562 w 971"/>
              <a:gd name="T55" fmla="*/ 744 h 784"/>
              <a:gd name="T56" fmla="*/ 628 w 971"/>
              <a:gd name="T57" fmla="*/ 770 h 784"/>
              <a:gd name="T58" fmla="*/ 657 w 971"/>
              <a:gd name="T59" fmla="*/ 779 h 784"/>
              <a:gd name="T60" fmla="*/ 683 w 971"/>
              <a:gd name="T61" fmla="*/ 782 h 784"/>
              <a:gd name="T62" fmla="*/ 706 w 971"/>
              <a:gd name="T63" fmla="*/ 782 h 784"/>
              <a:gd name="T64" fmla="*/ 726 w 971"/>
              <a:gd name="T65" fmla="*/ 778 h 784"/>
              <a:gd name="T66" fmla="*/ 741 w 971"/>
              <a:gd name="T67" fmla="*/ 767 h 784"/>
              <a:gd name="T68" fmla="*/ 755 w 971"/>
              <a:gd name="T69" fmla="*/ 751 h 784"/>
              <a:gd name="T70" fmla="*/ 783 w 971"/>
              <a:gd name="T71" fmla="*/ 715 h 784"/>
              <a:gd name="T72" fmla="*/ 809 w 971"/>
              <a:gd name="T73" fmla="*/ 674 h 784"/>
              <a:gd name="T74" fmla="*/ 847 w 971"/>
              <a:gd name="T75" fmla="*/ 605 h 784"/>
              <a:gd name="T76" fmla="*/ 893 w 971"/>
              <a:gd name="T77" fmla="*/ 504 h 784"/>
              <a:gd name="T78" fmla="*/ 930 w 971"/>
              <a:gd name="T79" fmla="*/ 400 h 784"/>
              <a:gd name="T80" fmla="*/ 957 w 971"/>
              <a:gd name="T81" fmla="*/ 305 h 784"/>
              <a:gd name="T82" fmla="*/ 970 w 971"/>
              <a:gd name="T83" fmla="*/ 225 h 784"/>
              <a:gd name="T84" fmla="*/ 971 w 971"/>
              <a:gd name="T85" fmla="*/ 194 h 784"/>
              <a:gd name="T86" fmla="*/ 969 w 971"/>
              <a:gd name="T87" fmla="*/ 169 h 784"/>
              <a:gd name="T88" fmla="*/ 962 w 971"/>
              <a:gd name="T89" fmla="*/ 154 h 784"/>
              <a:gd name="T90" fmla="*/ 951 w 971"/>
              <a:gd name="T91" fmla="*/ 146 h 7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71" h="784">
                <a:moveTo>
                  <a:pt x="951" y="146"/>
                </a:moveTo>
                <a:lnTo>
                  <a:pt x="951" y="146"/>
                </a:lnTo>
                <a:lnTo>
                  <a:pt x="941" y="146"/>
                </a:lnTo>
                <a:lnTo>
                  <a:pt x="931" y="148"/>
                </a:lnTo>
                <a:lnTo>
                  <a:pt x="920" y="151"/>
                </a:lnTo>
                <a:lnTo>
                  <a:pt x="910" y="155"/>
                </a:lnTo>
                <a:lnTo>
                  <a:pt x="899" y="161"/>
                </a:lnTo>
                <a:lnTo>
                  <a:pt x="887" y="167"/>
                </a:lnTo>
                <a:lnTo>
                  <a:pt x="862" y="183"/>
                </a:lnTo>
                <a:lnTo>
                  <a:pt x="838" y="203"/>
                </a:lnTo>
                <a:lnTo>
                  <a:pt x="814" y="225"/>
                </a:lnTo>
                <a:lnTo>
                  <a:pt x="790" y="249"/>
                </a:lnTo>
                <a:lnTo>
                  <a:pt x="766" y="273"/>
                </a:lnTo>
                <a:lnTo>
                  <a:pt x="744" y="299"/>
                </a:lnTo>
                <a:lnTo>
                  <a:pt x="722" y="323"/>
                </a:lnTo>
                <a:lnTo>
                  <a:pt x="687" y="365"/>
                </a:lnTo>
                <a:lnTo>
                  <a:pt x="664" y="397"/>
                </a:lnTo>
                <a:lnTo>
                  <a:pt x="656" y="408"/>
                </a:lnTo>
                <a:lnTo>
                  <a:pt x="656" y="408"/>
                </a:lnTo>
                <a:lnTo>
                  <a:pt x="565" y="285"/>
                </a:lnTo>
                <a:lnTo>
                  <a:pt x="530" y="237"/>
                </a:lnTo>
                <a:lnTo>
                  <a:pt x="498" y="197"/>
                </a:lnTo>
                <a:lnTo>
                  <a:pt x="469" y="162"/>
                </a:lnTo>
                <a:lnTo>
                  <a:pt x="443" y="133"/>
                </a:lnTo>
                <a:lnTo>
                  <a:pt x="416" y="105"/>
                </a:lnTo>
                <a:lnTo>
                  <a:pt x="388" y="81"/>
                </a:lnTo>
                <a:lnTo>
                  <a:pt x="388" y="81"/>
                </a:lnTo>
                <a:lnTo>
                  <a:pt x="371" y="68"/>
                </a:lnTo>
                <a:lnTo>
                  <a:pt x="351" y="55"/>
                </a:lnTo>
                <a:lnTo>
                  <a:pt x="327" y="41"/>
                </a:lnTo>
                <a:lnTo>
                  <a:pt x="304" y="28"/>
                </a:lnTo>
                <a:lnTo>
                  <a:pt x="264" y="7"/>
                </a:lnTo>
                <a:lnTo>
                  <a:pt x="247" y="0"/>
                </a:lnTo>
                <a:lnTo>
                  <a:pt x="247" y="0"/>
                </a:lnTo>
                <a:lnTo>
                  <a:pt x="123" y="129"/>
                </a:lnTo>
                <a:lnTo>
                  <a:pt x="62" y="195"/>
                </a:lnTo>
                <a:lnTo>
                  <a:pt x="0" y="260"/>
                </a:lnTo>
                <a:lnTo>
                  <a:pt x="0" y="260"/>
                </a:lnTo>
                <a:lnTo>
                  <a:pt x="22" y="294"/>
                </a:lnTo>
                <a:lnTo>
                  <a:pt x="47" y="328"/>
                </a:lnTo>
                <a:lnTo>
                  <a:pt x="75" y="363"/>
                </a:lnTo>
                <a:lnTo>
                  <a:pt x="105" y="398"/>
                </a:lnTo>
                <a:lnTo>
                  <a:pt x="139" y="433"/>
                </a:lnTo>
                <a:lnTo>
                  <a:pt x="177" y="470"/>
                </a:lnTo>
                <a:lnTo>
                  <a:pt x="218" y="507"/>
                </a:lnTo>
                <a:lnTo>
                  <a:pt x="263" y="544"/>
                </a:lnTo>
                <a:lnTo>
                  <a:pt x="263" y="544"/>
                </a:lnTo>
                <a:lnTo>
                  <a:pt x="289" y="567"/>
                </a:lnTo>
                <a:lnTo>
                  <a:pt x="319" y="590"/>
                </a:lnTo>
                <a:lnTo>
                  <a:pt x="352" y="613"/>
                </a:lnTo>
                <a:lnTo>
                  <a:pt x="386" y="637"/>
                </a:lnTo>
                <a:lnTo>
                  <a:pt x="421" y="662"/>
                </a:lnTo>
                <a:lnTo>
                  <a:pt x="456" y="685"/>
                </a:lnTo>
                <a:lnTo>
                  <a:pt x="492" y="706"/>
                </a:lnTo>
                <a:lnTo>
                  <a:pt x="527" y="726"/>
                </a:lnTo>
                <a:lnTo>
                  <a:pt x="562" y="744"/>
                </a:lnTo>
                <a:lnTo>
                  <a:pt x="596" y="758"/>
                </a:lnTo>
                <a:lnTo>
                  <a:pt x="628" y="770"/>
                </a:lnTo>
                <a:lnTo>
                  <a:pt x="642" y="775"/>
                </a:lnTo>
                <a:lnTo>
                  <a:pt x="657" y="779"/>
                </a:lnTo>
                <a:lnTo>
                  <a:pt x="670" y="781"/>
                </a:lnTo>
                <a:lnTo>
                  <a:pt x="683" y="782"/>
                </a:lnTo>
                <a:lnTo>
                  <a:pt x="695" y="784"/>
                </a:lnTo>
                <a:lnTo>
                  <a:pt x="706" y="782"/>
                </a:lnTo>
                <a:lnTo>
                  <a:pt x="717" y="780"/>
                </a:lnTo>
                <a:lnTo>
                  <a:pt x="726" y="778"/>
                </a:lnTo>
                <a:lnTo>
                  <a:pt x="734" y="773"/>
                </a:lnTo>
                <a:lnTo>
                  <a:pt x="741" y="767"/>
                </a:lnTo>
                <a:lnTo>
                  <a:pt x="741" y="767"/>
                </a:lnTo>
                <a:lnTo>
                  <a:pt x="755" y="751"/>
                </a:lnTo>
                <a:lnTo>
                  <a:pt x="769" y="734"/>
                </a:lnTo>
                <a:lnTo>
                  <a:pt x="783" y="715"/>
                </a:lnTo>
                <a:lnTo>
                  <a:pt x="796" y="695"/>
                </a:lnTo>
                <a:lnTo>
                  <a:pt x="809" y="674"/>
                </a:lnTo>
                <a:lnTo>
                  <a:pt x="822" y="652"/>
                </a:lnTo>
                <a:lnTo>
                  <a:pt x="847" y="605"/>
                </a:lnTo>
                <a:lnTo>
                  <a:pt x="871" y="555"/>
                </a:lnTo>
                <a:lnTo>
                  <a:pt x="893" y="504"/>
                </a:lnTo>
                <a:lnTo>
                  <a:pt x="912" y="452"/>
                </a:lnTo>
                <a:lnTo>
                  <a:pt x="930" y="400"/>
                </a:lnTo>
                <a:lnTo>
                  <a:pt x="945" y="352"/>
                </a:lnTo>
                <a:lnTo>
                  <a:pt x="957" y="305"/>
                </a:lnTo>
                <a:lnTo>
                  <a:pt x="965" y="262"/>
                </a:lnTo>
                <a:lnTo>
                  <a:pt x="970" y="225"/>
                </a:lnTo>
                <a:lnTo>
                  <a:pt x="971" y="208"/>
                </a:lnTo>
                <a:lnTo>
                  <a:pt x="971" y="194"/>
                </a:lnTo>
                <a:lnTo>
                  <a:pt x="971" y="180"/>
                </a:lnTo>
                <a:lnTo>
                  <a:pt x="969" y="169"/>
                </a:lnTo>
                <a:lnTo>
                  <a:pt x="966" y="160"/>
                </a:lnTo>
                <a:lnTo>
                  <a:pt x="962" y="154"/>
                </a:lnTo>
                <a:lnTo>
                  <a:pt x="957" y="149"/>
                </a:lnTo>
                <a:lnTo>
                  <a:pt x="951" y="146"/>
                </a:lnTo>
                <a:lnTo>
                  <a:pt x="951" y="146"/>
                </a:lnTo>
                <a:close/>
              </a:path>
            </a:pathLst>
          </a:custGeom>
          <a:solidFill>
            <a:srgbClr val="00A1A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325">
            <a:extLst>
              <a:ext uri="{FF2B5EF4-FFF2-40B4-BE49-F238E27FC236}">
                <a16:creationId xmlns:a16="http://schemas.microsoft.com/office/drawing/2014/main" id="{F58B4F7A-D95F-B241-9E5C-7C2E99D9E53E}"/>
              </a:ext>
            </a:extLst>
          </p:cNvPr>
          <p:cNvSpPr>
            <a:spLocks/>
          </p:cNvSpPr>
          <p:nvPr/>
        </p:nvSpPr>
        <p:spPr bwMode="auto">
          <a:xfrm>
            <a:off x="2487347" y="3305890"/>
            <a:ext cx="568495" cy="1600041"/>
          </a:xfrm>
          <a:custGeom>
            <a:avLst/>
            <a:gdLst>
              <a:gd name="T0" fmla="*/ 248 w 248"/>
              <a:gd name="T1" fmla="*/ 696 h 696"/>
              <a:gd name="T2" fmla="*/ 248 w 248"/>
              <a:gd name="T3" fmla="*/ 696 h 696"/>
              <a:gd name="T4" fmla="*/ 247 w 248"/>
              <a:gd name="T5" fmla="*/ 673 h 696"/>
              <a:gd name="T6" fmla="*/ 244 w 248"/>
              <a:gd name="T7" fmla="*/ 649 h 696"/>
              <a:gd name="T8" fmla="*/ 239 w 248"/>
              <a:gd name="T9" fmla="*/ 625 h 696"/>
              <a:gd name="T10" fmla="*/ 236 w 248"/>
              <a:gd name="T11" fmla="*/ 600 h 696"/>
              <a:gd name="T12" fmla="*/ 230 w 248"/>
              <a:gd name="T13" fmla="*/ 573 h 696"/>
              <a:gd name="T14" fmla="*/ 222 w 248"/>
              <a:gd name="T15" fmla="*/ 545 h 696"/>
              <a:gd name="T16" fmla="*/ 207 w 248"/>
              <a:gd name="T17" fmla="*/ 488 h 696"/>
              <a:gd name="T18" fmla="*/ 187 w 248"/>
              <a:gd name="T19" fmla="*/ 432 h 696"/>
              <a:gd name="T20" fmla="*/ 167 w 248"/>
              <a:gd name="T21" fmla="*/ 374 h 696"/>
              <a:gd name="T22" fmla="*/ 144 w 248"/>
              <a:gd name="T23" fmla="*/ 317 h 696"/>
              <a:gd name="T24" fmla="*/ 122 w 248"/>
              <a:gd name="T25" fmla="*/ 261 h 696"/>
              <a:gd name="T26" fmla="*/ 99 w 248"/>
              <a:gd name="T27" fmla="*/ 208 h 696"/>
              <a:gd name="T28" fmla="*/ 76 w 248"/>
              <a:gd name="T29" fmla="*/ 158 h 696"/>
              <a:gd name="T30" fmla="*/ 37 w 248"/>
              <a:gd name="T31" fmla="*/ 76 h 696"/>
              <a:gd name="T32" fmla="*/ 10 w 248"/>
              <a:gd name="T33" fmla="*/ 20 h 696"/>
              <a:gd name="T34" fmla="*/ 0 w 248"/>
              <a:gd name="T35" fmla="*/ 0 h 696"/>
              <a:gd name="T36" fmla="*/ 59 w 248"/>
              <a:gd name="T37" fmla="*/ 569 h 696"/>
              <a:gd name="T38" fmla="*/ 59 w 248"/>
              <a:gd name="T39" fmla="*/ 569 h 696"/>
              <a:gd name="T40" fmla="*/ 103 w 248"/>
              <a:gd name="T41" fmla="*/ 601 h 696"/>
              <a:gd name="T42" fmla="*/ 150 w 248"/>
              <a:gd name="T43" fmla="*/ 635 h 696"/>
              <a:gd name="T44" fmla="*/ 198 w 248"/>
              <a:gd name="T45" fmla="*/ 666 h 696"/>
              <a:gd name="T46" fmla="*/ 248 w 248"/>
              <a:gd name="T47" fmla="*/ 696 h 696"/>
              <a:gd name="T48" fmla="*/ 248 w 248"/>
              <a:gd name="T49" fmla="*/ 696 h 6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48" h="696">
                <a:moveTo>
                  <a:pt x="248" y="696"/>
                </a:moveTo>
                <a:lnTo>
                  <a:pt x="248" y="696"/>
                </a:lnTo>
                <a:lnTo>
                  <a:pt x="247" y="673"/>
                </a:lnTo>
                <a:lnTo>
                  <a:pt x="244" y="649"/>
                </a:lnTo>
                <a:lnTo>
                  <a:pt x="239" y="625"/>
                </a:lnTo>
                <a:lnTo>
                  <a:pt x="236" y="600"/>
                </a:lnTo>
                <a:lnTo>
                  <a:pt x="230" y="573"/>
                </a:lnTo>
                <a:lnTo>
                  <a:pt x="222" y="545"/>
                </a:lnTo>
                <a:lnTo>
                  <a:pt x="207" y="488"/>
                </a:lnTo>
                <a:lnTo>
                  <a:pt x="187" y="432"/>
                </a:lnTo>
                <a:lnTo>
                  <a:pt x="167" y="374"/>
                </a:lnTo>
                <a:lnTo>
                  <a:pt x="144" y="317"/>
                </a:lnTo>
                <a:lnTo>
                  <a:pt x="122" y="261"/>
                </a:lnTo>
                <a:lnTo>
                  <a:pt x="99" y="208"/>
                </a:lnTo>
                <a:lnTo>
                  <a:pt x="76" y="158"/>
                </a:lnTo>
                <a:lnTo>
                  <a:pt x="37" y="76"/>
                </a:lnTo>
                <a:lnTo>
                  <a:pt x="10" y="20"/>
                </a:lnTo>
                <a:lnTo>
                  <a:pt x="0" y="0"/>
                </a:lnTo>
                <a:lnTo>
                  <a:pt x="59" y="569"/>
                </a:lnTo>
                <a:lnTo>
                  <a:pt x="59" y="569"/>
                </a:lnTo>
                <a:lnTo>
                  <a:pt x="103" y="601"/>
                </a:lnTo>
                <a:lnTo>
                  <a:pt x="150" y="635"/>
                </a:lnTo>
                <a:lnTo>
                  <a:pt x="198" y="666"/>
                </a:lnTo>
                <a:lnTo>
                  <a:pt x="248" y="696"/>
                </a:lnTo>
                <a:lnTo>
                  <a:pt x="248" y="696"/>
                </a:lnTo>
                <a:close/>
              </a:path>
            </a:pathLst>
          </a:custGeom>
          <a:solidFill>
            <a:srgbClr val="028C8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326">
            <a:extLst>
              <a:ext uri="{FF2B5EF4-FFF2-40B4-BE49-F238E27FC236}">
                <a16:creationId xmlns:a16="http://schemas.microsoft.com/office/drawing/2014/main" id="{C397D5D3-9D61-8C49-8768-1FEB3DE27FB6}"/>
              </a:ext>
            </a:extLst>
          </p:cNvPr>
          <p:cNvSpPr>
            <a:spLocks/>
          </p:cNvSpPr>
          <p:nvPr/>
        </p:nvSpPr>
        <p:spPr bwMode="auto">
          <a:xfrm>
            <a:off x="1478726" y="2604441"/>
            <a:ext cx="444711" cy="971944"/>
          </a:xfrm>
          <a:custGeom>
            <a:avLst/>
            <a:gdLst>
              <a:gd name="T0" fmla="*/ 0 w 193"/>
              <a:gd name="T1" fmla="*/ 281 h 422"/>
              <a:gd name="T2" fmla="*/ 34 w 193"/>
              <a:gd name="T3" fmla="*/ 0 h 422"/>
              <a:gd name="T4" fmla="*/ 143 w 193"/>
              <a:gd name="T5" fmla="*/ 0 h 422"/>
              <a:gd name="T6" fmla="*/ 193 w 193"/>
              <a:gd name="T7" fmla="*/ 259 h 422"/>
              <a:gd name="T8" fmla="*/ 126 w 193"/>
              <a:gd name="T9" fmla="*/ 422 h 422"/>
              <a:gd name="T10" fmla="*/ 0 w 193"/>
              <a:gd name="T11" fmla="*/ 281 h 4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93" h="422">
                <a:moveTo>
                  <a:pt x="0" y="281"/>
                </a:moveTo>
                <a:lnTo>
                  <a:pt x="34" y="0"/>
                </a:lnTo>
                <a:lnTo>
                  <a:pt x="143" y="0"/>
                </a:lnTo>
                <a:lnTo>
                  <a:pt x="193" y="259"/>
                </a:lnTo>
                <a:lnTo>
                  <a:pt x="126" y="422"/>
                </a:lnTo>
                <a:lnTo>
                  <a:pt x="0" y="281"/>
                </a:lnTo>
                <a:close/>
              </a:path>
            </a:pathLst>
          </a:custGeom>
          <a:solidFill>
            <a:srgbClr val="FFD6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327">
            <a:extLst>
              <a:ext uri="{FF2B5EF4-FFF2-40B4-BE49-F238E27FC236}">
                <a16:creationId xmlns:a16="http://schemas.microsoft.com/office/drawing/2014/main" id="{651B870E-35E9-0341-9F6E-7358BEA370DE}"/>
              </a:ext>
            </a:extLst>
          </p:cNvPr>
          <p:cNvSpPr>
            <a:spLocks/>
          </p:cNvSpPr>
          <p:nvPr/>
        </p:nvSpPr>
        <p:spPr bwMode="auto">
          <a:xfrm>
            <a:off x="1510817" y="2604441"/>
            <a:ext cx="371357" cy="527235"/>
          </a:xfrm>
          <a:custGeom>
            <a:avLst/>
            <a:gdLst>
              <a:gd name="T0" fmla="*/ 130 w 162"/>
              <a:gd name="T1" fmla="*/ 0 h 229"/>
              <a:gd name="T2" fmla="*/ 21 w 162"/>
              <a:gd name="T3" fmla="*/ 0 h 229"/>
              <a:gd name="T4" fmla="*/ 0 w 162"/>
              <a:gd name="T5" fmla="*/ 168 h 229"/>
              <a:gd name="T6" fmla="*/ 0 w 162"/>
              <a:gd name="T7" fmla="*/ 168 h 229"/>
              <a:gd name="T8" fmla="*/ 5 w 162"/>
              <a:gd name="T9" fmla="*/ 178 h 229"/>
              <a:gd name="T10" fmla="*/ 11 w 162"/>
              <a:gd name="T11" fmla="*/ 185 h 229"/>
              <a:gd name="T12" fmla="*/ 17 w 162"/>
              <a:gd name="T13" fmla="*/ 193 h 229"/>
              <a:gd name="T14" fmla="*/ 24 w 162"/>
              <a:gd name="T15" fmla="*/ 201 h 229"/>
              <a:gd name="T16" fmla="*/ 32 w 162"/>
              <a:gd name="T17" fmla="*/ 207 h 229"/>
              <a:gd name="T18" fmla="*/ 40 w 162"/>
              <a:gd name="T19" fmla="*/ 213 h 229"/>
              <a:gd name="T20" fmla="*/ 49 w 162"/>
              <a:gd name="T21" fmla="*/ 219 h 229"/>
              <a:gd name="T22" fmla="*/ 58 w 162"/>
              <a:gd name="T23" fmla="*/ 222 h 229"/>
              <a:gd name="T24" fmla="*/ 58 w 162"/>
              <a:gd name="T25" fmla="*/ 222 h 229"/>
              <a:gd name="T26" fmla="*/ 67 w 162"/>
              <a:gd name="T27" fmla="*/ 226 h 229"/>
              <a:gd name="T28" fmla="*/ 75 w 162"/>
              <a:gd name="T29" fmla="*/ 227 h 229"/>
              <a:gd name="T30" fmla="*/ 84 w 162"/>
              <a:gd name="T31" fmla="*/ 229 h 229"/>
              <a:gd name="T32" fmla="*/ 92 w 162"/>
              <a:gd name="T33" fmla="*/ 229 h 229"/>
              <a:gd name="T34" fmla="*/ 99 w 162"/>
              <a:gd name="T35" fmla="*/ 227 h 229"/>
              <a:gd name="T36" fmla="*/ 107 w 162"/>
              <a:gd name="T37" fmla="*/ 226 h 229"/>
              <a:gd name="T38" fmla="*/ 114 w 162"/>
              <a:gd name="T39" fmla="*/ 222 h 229"/>
              <a:gd name="T40" fmla="*/ 120 w 162"/>
              <a:gd name="T41" fmla="*/ 219 h 229"/>
              <a:gd name="T42" fmla="*/ 126 w 162"/>
              <a:gd name="T43" fmla="*/ 215 h 229"/>
              <a:gd name="T44" fmla="*/ 132 w 162"/>
              <a:gd name="T45" fmla="*/ 209 h 229"/>
              <a:gd name="T46" fmla="*/ 144 w 162"/>
              <a:gd name="T47" fmla="*/ 197 h 229"/>
              <a:gd name="T48" fmla="*/ 154 w 162"/>
              <a:gd name="T49" fmla="*/ 183 h 229"/>
              <a:gd name="T50" fmla="*/ 162 w 162"/>
              <a:gd name="T51" fmla="*/ 167 h 229"/>
              <a:gd name="T52" fmla="*/ 130 w 162"/>
              <a:gd name="T5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2" h="229">
                <a:moveTo>
                  <a:pt x="130" y="0"/>
                </a:moveTo>
                <a:lnTo>
                  <a:pt x="21" y="0"/>
                </a:lnTo>
                <a:lnTo>
                  <a:pt x="0" y="168"/>
                </a:lnTo>
                <a:lnTo>
                  <a:pt x="0" y="168"/>
                </a:lnTo>
                <a:lnTo>
                  <a:pt x="5" y="178"/>
                </a:lnTo>
                <a:lnTo>
                  <a:pt x="11" y="185"/>
                </a:lnTo>
                <a:lnTo>
                  <a:pt x="17" y="193"/>
                </a:lnTo>
                <a:lnTo>
                  <a:pt x="24" y="201"/>
                </a:lnTo>
                <a:lnTo>
                  <a:pt x="32" y="207"/>
                </a:lnTo>
                <a:lnTo>
                  <a:pt x="40" y="213"/>
                </a:lnTo>
                <a:lnTo>
                  <a:pt x="49" y="219"/>
                </a:lnTo>
                <a:lnTo>
                  <a:pt x="58" y="222"/>
                </a:lnTo>
                <a:lnTo>
                  <a:pt x="58" y="222"/>
                </a:lnTo>
                <a:lnTo>
                  <a:pt x="67" y="226"/>
                </a:lnTo>
                <a:lnTo>
                  <a:pt x="75" y="227"/>
                </a:lnTo>
                <a:lnTo>
                  <a:pt x="84" y="229"/>
                </a:lnTo>
                <a:lnTo>
                  <a:pt x="92" y="229"/>
                </a:lnTo>
                <a:lnTo>
                  <a:pt x="99" y="227"/>
                </a:lnTo>
                <a:lnTo>
                  <a:pt x="107" y="226"/>
                </a:lnTo>
                <a:lnTo>
                  <a:pt x="114" y="222"/>
                </a:lnTo>
                <a:lnTo>
                  <a:pt x="120" y="219"/>
                </a:lnTo>
                <a:lnTo>
                  <a:pt x="126" y="215"/>
                </a:lnTo>
                <a:lnTo>
                  <a:pt x="132" y="209"/>
                </a:lnTo>
                <a:lnTo>
                  <a:pt x="144" y="197"/>
                </a:lnTo>
                <a:lnTo>
                  <a:pt x="154" y="183"/>
                </a:lnTo>
                <a:lnTo>
                  <a:pt x="162" y="167"/>
                </a:lnTo>
                <a:lnTo>
                  <a:pt x="130" y="0"/>
                </a:lnTo>
                <a:close/>
              </a:path>
            </a:pathLst>
          </a:custGeom>
          <a:solidFill>
            <a:srgbClr val="E9B08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328">
            <a:extLst>
              <a:ext uri="{FF2B5EF4-FFF2-40B4-BE49-F238E27FC236}">
                <a16:creationId xmlns:a16="http://schemas.microsoft.com/office/drawing/2014/main" id="{7902C730-FCA3-484A-9C7D-D3CC3E5254BC}"/>
              </a:ext>
            </a:extLst>
          </p:cNvPr>
          <p:cNvSpPr>
            <a:spLocks/>
          </p:cNvSpPr>
          <p:nvPr/>
        </p:nvSpPr>
        <p:spPr bwMode="auto">
          <a:xfrm>
            <a:off x="1400786" y="2333946"/>
            <a:ext cx="545574" cy="747298"/>
          </a:xfrm>
          <a:custGeom>
            <a:avLst/>
            <a:gdLst>
              <a:gd name="T0" fmla="*/ 0 w 238"/>
              <a:gd name="T1" fmla="*/ 85 h 326"/>
              <a:gd name="T2" fmla="*/ 6 w 238"/>
              <a:gd name="T3" fmla="*/ 120 h 326"/>
              <a:gd name="T4" fmla="*/ 20 w 238"/>
              <a:gd name="T5" fmla="*/ 178 h 326"/>
              <a:gd name="T6" fmla="*/ 36 w 238"/>
              <a:gd name="T7" fmla="*/ 222 h 326"/>
              <a:gd name="T8" fmla="*/ 58 w 238"/>
              <a:gd name="T9" fmla="*/ 263 h 326"/>
              <a:gd name="T10" fmla="*/ 80 w 238"/>
              <a:gd name="T11" fmla="*/ 289 h 326"/>
              <a:gd name="T12" fmla="*/ 97 w 238"/>
              <a:gd name="T13" fmla="*/ 305 h 326"/>
              <a:gd name="T14" fmla="*/ 115 w 238"/>
              <a:gd name="T15" fmla="*/ 316 h 326"/>
              <a:gd name="T16" fmla="*/ 137 w 238"/>
              <a:gd name="T17" fmla="*/ 323 h 326"/>
              <a:gd name="T18" fmla="*/ 147 w 238"/>
              <a:gd name="T19" fmla="*/ 326 h 326"/>
              <a:gd name="T20" fmla="*/ 169 w 238"/>
              <a:gd name="T21" fmla="*/ 326 h 326"/>
              <a:gd name="T22" fmla="*/ 187 w 238"/>
              <a:gd name="T23" fmla="*/ 320 h 326"/>
              <a:gd name="T24" fmla="*/ 203 w 238"/>
              <a:gd name="T25" fmla="*/ 310 h 326"/>
              <a:gd name="T26" fmla="*/ 215 w 238"/>
              <a:gd name="T27" fmla="*/ 296 h 326"/>
              <a:gd name="T28" fmla="*/ 224 w 238"/>
              <a:gd name="T29" fmla="*/ 279 h 326"/>
              <a:gd name="T30" fmla="*/ 231 w 238"/>
              <a:gd name="T31" fmla="*/ 258 h 326"/>
              <a:gd name="T32" fmla="*/ 238 w 238"/>
              <a:gd name="T33" fmla="*/ 211 h 326"/>
              <a:gd name="T34" fmla="*/ 237 w 238"/>
              <a:gd name="T35" fmla="*/ 160 h 326"/>
              <a:gd name="T36" fmla="*/ 230 w 238"/>
              <a:gd name="T37" fmla="*/ 109 h 326"/>
              <a:gd name="T38" fmla="*/ 218 w 238"/>
              <a:gd name="T39" fmla="*/ 65 h 326"/>
              <a:gd name="T40" fmla="*/ 204 w 238"/>
              <a:gd name="T41" fmla="*/ 31 h 326"/>
              <a:gd name="T42" fmla="*/ 199 w 238"/>
              <a:gd name="T43" fmla="*/ 25 h 326"/>
              <a:gd name="T44" fmla="*/ 190 w 238"/>
              <a:gd name="T45" fmla="*/ 14 h 326"/>
              <a:gd name="T46" fmla="*/ 176 w 238"/>
              <a:gd name="T47" fmla="*/ 7 h 326"/>
              <a:gd name="T48" fmla="*/ 153 w 238"/>
              <a:gd name="T49" fmla="*/ 2 h 326"/>
              <a:gd name="T50" fmla="*/ 120 w 238"/>
              <a:gd name="T51" fmla="*/ 2 h 326"/>
              <a:gd name="T52" fmla="*/ 83 w 238"/>
              <a:gd name="T53" fmla="*/ 11 h 326"/>
              <a:gd name="T54" fmla="*/ 51 w 238"/>
              <a:gd name="T55" fmla="*/ 26 h 326"/>
              <a:gd name="T56" fmla="*/ 23 w 238"/>
              <a:gd name="T57" fmla="*/ 44 h 326"/>
              <a:gd name="T58" fmla="*/ 5 w 238"/>
              <a:gd name="T59" fmla="*/ 65 h 326"/>
              <a:gd name="T60" fmla="*/ 1 w 238"/>
              <a:gd name="T61" fmla="*/ 74 h 326"/>
              <a:gd name="T62" fmla="*/ 0 w 238"/>
              <a:gd name="T63" fmla="*/ 85 h 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38" h="326">
                <a:moveTo>
                  <a:pt x="0" y="85"/>
                </a:moveTo>
                <a:lnTo>
                  <a:pt x="0" y="85"/>
                </a:lnTo>
                <a:lnTo>
                  <a:pt x="1" y="95"/>
                </a:lnTo>
                <a:lnTo>
                  <a:pt x="6" y="120"/>
                </a:lnTo>
                <a:lnTo>
                  <a:pt x="14" y="156"/>
                </a:lnTo>
                <a:lnTo>
                  <a:pt x="20" y="178"/>
                </a:lnTo>
                <a:lnTo>
                  <a:pt x="28" y="200"/>
                </a:lnTo>
                <a:lnTo>
                  <a:pt x="36" y="222"/>
                </a:lnTo>
                <a:lnTo>
                  <a:pt x="46" y="242"/>
                </a:lnTo>
                <a:lnTo>
                  <a:pt x="58" y="263"/>
                </a:lnTo>
                <a:lnTo>
                  <a:pt x="71" y="282"/>
                </a:lnTo>
                <a:lnTo>
                  <a:pt x="80" y="289"/>
                </a:lnTo>
                <a:lnTo>
                  <a:pt x="88" y="298"/>
                </a:lnTo>
                <a:lnTo>
                  <a:pt x="97" y="305"/>
                </a:lnTo>
                <a:lnTo>
                  <a:pt x="105" y="311"/>
                </a:lnTo>
                <a:lnTo>
                  <a:pt x="115" y="316"/>
                </a:lnTo>
                <a:lnTo>
                  <a:pt x="126" y="321"/>
                </a:lnTo>
                <a:lnTo>
                  <a:pt x="137" y="323"/>
                </a:lnTo>
                <a:lnTo>
                  <a:pt x="147" y="326"/>
                </a:lnTo>
                <a:lnTo>
                  <a:pt x="147" y="326"/>
                </a:lnTo>
                <a:lnTo>
                  <a:pt x="158" y="326"/>
                </a:lnTo>
                <a:lnTo>
                  <a:pt x="169" y="326"/>
                </a:lnTo>
                <a:lnTo>
                  <a:pt x="179" y="323"/>
                </a:lnTo>
                <a:lnTo>
                  <a:pt x="187" y="320"/>
                </a:lnTo>
                <a:lnTo>
                  <a:pt x="196" y="316"/>
                </a:lnTo>
                <a:lnTo>
                  <a:pt x="203" y="310"/>
                </a:lnTo>
                <a:lnTo>
                  <a:pt x="209" y="304"/>
                </a:lnTo>
                <a:lnTo>
                  <a:pt x="215" y="296"/>
                </a:lnTo>
                <a:lnTo>
                  <a:pt x="220" y="288"/>
                </a:lnTo>
                <a:lnTo>
                  <a:pt x="224" y="279"/>
                </a:lnTo>
                <a:lnTo>
                  <a:pt x="227" y="269"/>
                </a:lnTo>
                <a:lnTo>
                  <a:pt x="231" y="258"/>
                </a:lnTo>
                <a:lnTo>
                  <a:pt x="236" y="235"/>
                </a:lnTo>
                <a:lnTo>
                  <a:pt x="238" y="211"/>
                </a:lnTo>
                <a:lnTo>
                  <a:pt x="238" y="186"/>
                </a:lnTo>
                <a:lnTo>
                  <a:pt x="237" y="160"/>
                </a:lnTo>
                <a:lnTo>
                  <a:pt x="233" y="135"/>
                </a:lnTo>
                <a:lnTo>
                  <a:pt x="230" y="109"/>
                </a:lnTo>
                <a:lnTo>
                  <a:pt x="224" y="86"/>
                </a:lnTo>
                <a:lnTo>
                  <a:pt x="218" y="65"/>
                </a:lnTo>
                <a:lnTo>
                  <a:pt x="212" y="46"/>
                </a:lnTo>
                <a:lnTo>
                  <a:pt x="204" y="31"/>
                </a:lnTo>
                <a:lnTo>
                  <a:pt x="204" y="31"/>
                </a:lnTo>
                <a:lnTo>
                  <a:pt x="199" y="25"/>
                </a:lnTo>
                <a:lnTo>
                  <a:pt x="195" y="19"/>
                </a:lnTo>
                <a:lnTo>
                  <a:pt x="190" y="14"/>
                </a:lnTo>
                <a:lnTo>
                  <a:pt x="184" y="10"/>
                </a:lnTo>
                <a:lnTo>
                  <a:pt x="176" y="7"/>
                </a:lnTo>
                <a:lnTo>
                  <a:pt x="169" y="4"/>
                </a:lnTo>
                <a:lnTo>
                  <a:pt x="153" y="2"/>
                </a:lnTo>
                <a:lnTo>
                  <a:pt x="137" y="0"/>
                </a:lnTo>
                <a:lnTo>
                  <a:pt x="120" y="2"/>
                </a:lnTo>
                <a:lnTo>
                  <a:pt x="101" y="5"/>
                </a:lnTo>
                <a:lnTo>
                  <a:pt x="83" y="11"/>
                </a:lnTo>
                <a:lnTo>
                  <a:pt x="66" y="17"/>
                </a:lnTo>
                <a:lnTo>
                  <a:pt x="51" y="26"/>
                </a:lnTo>
                <a:lnTo>
                  <a:pt x="36" y="34"/>
                </a:lnTo>
                <a:lnTo>
                  <a:pt x="23" y="44"/>
                </a:lnTo>
                <a:lnTo>
                  <a:pt x="12" y="54"/>
                </a:lnTo>
                <a:lnTo>
                  <a:pt x="5" y="65"/>
                </a:lnTo>
                <a:lnTo>
                  <a:pt x="2" y="69"/>
                </a:lnTo>
                <a:lnTo>
                  <a:pt x="1" y="74"/>
                </a:lnTo>
                <a:lnTo>
                  <a:pt x="0" y="80"/>
                </a:lnTo>
                <a:lnTo>
                  <a:pt x="0" y="85"/>
                </a:lnTo>
                <a:lnTo>
                  <a:pt x="0" y="85"/>
                </a:lnTo>
                <a:close/>
              </a:path>
            </a:pathLst>
          </a:custGeom>
          <a:solidFill>
            <a:srgbClr val="FFD6B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1" name="Freeform 190">
            <a:extLst>
              <a:ext uri="{FF2B5EF4-FFF2-40B4-BE49-F238E27FC236}">
                <a16:creationId xmlns:a16="http://schemas.microsoft.com/office/drawing/2014/main" id="{88612CF0-F01F-9540-BF14-060EBA7C78DD}"/>
              </a:ext>
            </a:extLst>
          </p:cNvPr>
          <p:cNvSpPr>
            <a:spLocks/>
          </p:cNvSpPr>
          <p:nvPr/>
        </p:nvSpPr>
        <p:spPr bwMode="auto">
          <a:xfrm>
            <a:off x="892100" y="5680734"/>
            <a:ext cx="1058843" cy="1177267"/>
          </a:xfrm>
          <a:custGeom>
            <a:avLst/>
            <a:gdLst>
              <a:gd name="connsiteX0" fmla="*/ 573157 w 1058843"/>
              <a:gd name="connsiteY0" fmla="*/ 0 h 1177267"/>
              <a:gd name="connsiteX1" fmla="*/ 665230 w 1058843"/>
              <a:gd name="connsiteY1" fmla="*/ 0 h 1177267"/>
              <a:gd name="connsiteX2" fmla="*/ 750398 w 1058843"/>
              <a:gd name="connsiteY2" fmla="*/ 4587 h 1177267"/>
              <a:gd name="connsiteX3" fmla="*/ 833264 w 1058843"/>
              <a:gd name="connsiteY3" fmla="*/ 13761 h 1177267"/>
              <a:gd name="connsiteX4" fmla="*/ 870093 w 1058843"/>
              <a:gd name="connsiteY4" fmla="*/ 20642 h 1177267"/>
              <a:gd name="connsiteX5" fmla="*/ 906922 w 1058843"/>
              <a:gd name="connsiteY5" fmla="*/ 27523 h 1177267"/>
              <a:gd name="connsiteX6" fmla="*/ 936846 w 1058843"/>
              <a:gd name="connsiteY6" fmla="*/ 38990 h 1177267"/>
              <a:gd name="connsiteX7" fmla="*/ 966770 w 1058843"/>
              <a:gd name="connsiteY7" fmla="*/ 50458 h 1177267"/>
              <a:gd name="connsiteX8" fmla="*/ 992090 w 1058843"/>
              <a:gd name="connsiteY8" fmla="*/ 64219 h 1177267"/>
              <a:gd name="connsiteX9" fmla="*/ 1015108 w 1058843"/>
              <a:gd name="connsiteY9" fmla="*/ 77980 h 1177267"/>
              <a:gd name="connsiteX10" fmla="*/ 1031221 w 1058843"/>
              <a:gd name="connsiteY10" fmla="*/ 96328 h 1177267"/>
              <a:gd name="connsiteX11" fmla="*/ 1042730 w 1058843"/>
              <a:gd name="connsiteY11" fmla="*/ 116970 h 1177267"/>
              <a:gd name="connsiteX12" fmla="*/ 1049636 w 1058843"/>
              <a:gd name="connsiteY12" fmla="*/ 128438 h 1177267"/>
              <a:gd name="connsiteX13" fmla="*/ 1054240 w 1058843"/>
              <a:gd name="connsiteY13" fmla="*/ 144492 h 1177267"/>
              <a:gd name="connsiteX14" fmla="*/ 1056541 w 1058843"/>
              <a:gd name="connsiteY14" fmla="*/ 185776 h 1177267"/>
              <a:gd name="connsiteX15" fmla="*/ 1058843 w 1058843"/>
              <a:gd name="connsiteY15" fmla="*/ 238527 h 1177267"/>
              <a:gd name="connsiteX16" fmla="*/ 1058843 w 1058843"/>
              <a:gd name="connsiteY16" fmla="*/ 307333 h 1177267"/>
              <a:gd name="connsiteX17" fmla="*/ 1054240 w 1058843"/>
              <a:gd name="connsiteY17" fmla="*/ 385312 h 1177267"/>
              <a:gd name="connsiteX18" fmla="*/ 1049636 w 1058843"/>
              <a:gd name="connsiteY18" fmla="*/ 477053 h 1177267"/>
              <a:gd name="connsiteX19" fmla="*/ 1038127 w 1058843"/>
              <a:gd name="connsiteY19" fmla="*/ 577969 h 1177267"/>
              <a:gd name="connsiteX20" fmla="*/ 1024316 w 1058843"/>
              <a:gd name="connsiteY20" fmla="*/ 688058 h 1177267"/>
              <a:gd name="connsiteX21" fmla="*/ 989788 w 1058843"/>
              <a:gd name="connsiteY21" fmla="*/ 935758 h 1177267"/>
              <a:gd name="connsiteX22" fmla="*/ 953125 w 1058843"/>
              <a:gd name="connsiteY22" fmla="*/ 1177267 h 1177267"/>
              <a:gd name="connsiteX23" fmla="*/ 91640 w 1058843"/>
              <a:gd name="connsiteY23" fmla="*/ 1177267 h 1177267"/>
              <a:gd name="connsiteX24" fmla="*/ 85168 w 1058843"/>
              <a:gd name="connsiteY24" fmla="*/ 1084837 h 1177267"/>
              <a:gd name="connsiteX25" fmla="*/ 62150 w 1058843"/>
              <a:gd name="connsiteY25" fmla="*/ 782092 h 1177267"/>
              <a:gd name="connsiteX26" fmla="*/ 41433 w 1058843"/>
              <a:gd name="connsiteY26" fmla="*/ 502282 h 1177267"/>
              <a:gd name="connsiteX27" fmla="*/ 18415 w 1058843"/>
              <a:gd name="connsiteY27" fmla="*/ 268343 h 1177267"/>
              <a:gd name="connsiteX28" fmla="*/ 0 w 1058843"/>
              <a:gd name="connsiteY28" fmla="*/ 50458 h 1177267"/>
              <a:gd name="connsiteX29" fmla="*/ 39132 w 1058843"/>
              <a:gd name="connsiteY29" fmla="*/ 43577 h 1177267"/>
              <a:gd name="connsiteX30" fmla="*/ 147318 w 1058843"/>
              <a:gd name="connsiteY30" fmla="*/ 29816 h 1177267"/>
              <a:gd name="connsiteX31" fmla="*/ 299239 w 1058843"/>
              <a:gd name="connsiteY31" fmla="*/ 13761 h 1177267"/>
              <a:gd name="connsiteX32" fmla="*/ 389010 w 1058843"/>
              <a:gd name="connsiteY32" fmla="*/ 9174 h 1177267"/>
              <a:gd name="connsiteX33" fmla="*/ 481083 w 1058843"/>
              <a:gd name="connsiteY33" fmla="*/ 2294 h 1177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058843" h="1177267">
                <a:moveTo>
                  <a:pt x="573157" y="0"/>
                </a:moveTo>
                <a:lnTo>
                  <a:pt x="665230" y="0"/>
                </a:lnTo>
                <a:lnTo>
                  <a:pt x="750398" y="4587"/>
                </a:lnTo>
                <a:lnTo>
                  <a:pt x="833264" y="13761"/>
                </a:lnTo>
                <a:lnTo>
                  <a:pt x="870093" y="20642"/>
                </a:lnTo>
                <a:lnTo>
                  <a:pt x="906922" y="27523"/>
                </a:lnTo>
                <a:lnTo>
                  <a:pt x="936846" y="38990"/>
                </a:lnTo>
                <a:lnTo>
                  <a:pt x="966770" y="50458"/>
                </a:lnTo>
                <a:lnTo>
                  <a:pt x="992090" y="64219"/>
                </a:lnTo>
                <a:lnTo>
                  <a:pt x="1015108" y="77980"/>
                </a:lnTo>
                <a:lnTo>
                  <a:pt x="1031221" y="96328"/>
                </a:lnTo>
                <a:lnTo>
                  <a:pt x="1042730" y="116970"/>
                </a:lnTo>
                <a:lnTo>
                  <a:pt x="1049636" y="128438"/>
                </a:lnTo>
                <a:lnTo>
                  <a:pt x="1054240" y="144492"/>
                </a:lnTo>
                <a:lnTo>
                  <a:pt x="1056541" y="185776"/>
                </a:lnTo>
                <a:lnTo>
                  <a:pt x="1058843" y="238527"/>
                </a:lnTo>
                <a:lnTo>
                  <a:pt x="1058843" y="307333"/>
                </a:lnTo>
                <a:lnTo>
                  <a:pt x="1054240" y="385312"/>
                </a:lnTo>
                <a:lnTo>
                  <a:pt x="1049636" y="477053"/>
                </a:lnTo>
                <a:lnTo>
                  <a:pt x="1038127" y="577969"/>
                </a:lnTo>
                <a:lnTo>
                  <a:pt x="1024316" y="688058"/>
                </a:lnTo>
                <a:lnTo>
                  <a:pt x="989788" y="935758"/>
                </a:lnTo>
                <a:lnTo>
                  <a:pt x="953125" y="1177267"/>
                </a:lnTo>
                <a:lnTo>
                  <a:pt x="91640" y="1177267"/>
                </a:lnTo>
                <a:lnTo>
                  <a:pt x="85168" y="1084837"/>
                </a:lnTo>
                <a:lnTo>
                  <a:pt x="62150" y="782092"/>
                </a:lnTo>
                <a:lnTo>
                  <a:pt x="41433" y="502282"/>
                </a:lnTo>
                <a:lnTo>
                  <a:pt x="18415" y="268343"/>
                </a:lnTo>
                <a:lnTo>
                  <a:pt x="0" y="50458"/>
                </a:lnTo>
                <a:lnTo>
                  <a:pt x="39132" y="43577"/>
                </a:lnTo>
                <a:lnTo>
                  <a:pt x="147318" y="29816"/>
                </a:lnTo>
                <a:lnTo>
                  <a:pt x="299239" y="13761"/>
                </a:lnTo>
                <a:lnTo>
                  <a:pt x="389010" y="9174"/>
                </a:lnTo>
                <a:lnTo>
                  <a:pt x="481083" y="2294"/>
                </a:lnTo>
                <a:close/>
              </a:path>
            </a:pathLst>
          </a:custGeom>
          <a:solidFill>
            <a:srgbClr val="2C2A6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90" name="Freeform 189">
            <a:extLst>
              <a:ext uri="{FF2B5EF4-FFF2-40B4-BE49-F238E27FC236}">
                <a16:creationId xmlns:a16="http://schemas.microsoft.com/office/drawing/2014/main" id="{C39FC5DE-F9B7-1E42-B4E0-0458FF9889B3}"/>
              </a:ext>
            </a:extLst>
          </p:cNvPr>
          <p:cNvSpPr>
            <a:spLocks/>
          </p:cNvSpPr>
          <p:nvPr/>
        </p:nvSpPr>
        <p:spPr bwMode="auto">
          <a:xfrm>
            <a:off x="1969281" y="5258947"/>
            <a:ext cx="871638" cy="1599053"/>
          </a:xfrm>
          <a:custGeom>
            <a:avLst/>
            <a:gdLst>
              <a:gd name="connsiteX0" fmla="*/ 834406 w 871638"/>
              <a:gd name="connsiteY0" fmla="*/ 0 h 1599053"/>
              <a:gd name="connsiteX1" fmla="*/ 841283 w 871638"/>
              <a:gd name="connsiteY1" fmla="*/ 286540 h 1599053"/>
              <a:gd name="connsiteX2" fmla="*/ 859622 w 871638"/>
              <a:gd name="connsiteY2" fmla="*/ 946729 h 1599053"/>
              <a:gd name="connsiteX3" fmla="*/ 866499 w 871638"/>
              <a:gd name="connsiteY3" fmla="*/ 1324962 h 1599053"/>
              <a:gd name="connsiteX4" fmla="*/ 871638 w 871638"/>
              <a:gd name="connsiteY4" fmla="*/ 1599053 h 1599053"/>
              <a:gd name="connsiteX5" fmla="*/ 71422 w 871638"/>
              <a:gd name="connsiteY5" fmla="*/ 1599053 h 1599053"/>
              <a:gd name="connsiteX6" fmla="*/ 50431 w 871638"/>
              <a:gd name="connsiteY6" fmla="*/ 1389147 h 1599053"/>
              <a:gd name="connsiteX7" fmla="*/ 25216 w 871638"/>
              <a:gd name="connsiteY7" fmla="*/ 1100314 h 1599053"/>
              <a:gd name="connsiteX8" fmla="*/ 6877 w 871638"/>
              <a:gd name="connsiteY8" fmla="*/ 850451 h 1599053"/>
              <a:gd name="connsiteX9" fmla="*/ 2293 w 871638"/>
              <a:gd name="connsiteY9" fmla="*/ 747297 h 1599053"/>
              <a:gd name="connsiteX10" fmla="*/ 0 w 871638"/>
              <a:gd name="connsiteY10" fmla="*/ 651019 h 1599053"/>
              <a:gd name="connsiteX11" fmla="*/ 0 w 871638"/>
              <a:gd name="connsiteY11" fmla="*/ 570788 h 1599053"/>
              <a:gd name="connsiteX12" fmla="*/ 2293 w 871638"/>
              <a:gd name="connsiteY12" fmla="*/ 508895 h 1599053"/>
              <a:gd name="connsiteX13" fmla="*/ 11462 w 871638"/>
              <a:gd name="connsiteY13" fmla="*/ 463049 h 1599053"/>
              <a:gd name="connsiteX14" fmla="*/ 13754 w 871638"/>
              <a:gd name="connsiteY14" fmla="*/ 444711 h 1599053"/>
              <a:gd name="connsiteX15" fmla="*/ 18339 w 871638"/>
              <a:gd name="connsiteY15" fmla="*/ 433249 h 1599053"/>
              <a:gd name="connsiteX16" fmla="*/ 32093 w 871638"/>
              <a:gd name="connsiteY16" fmla="*/ 412618 h 1599053"/>
              <a:gd name="connsiteX17" fmla="*/ 50431 w 871638"/>
              <a:gd name="connsiteY17" fmla="*/ 394279 h 1599053"/>
              <a:gd name="connsiteX18" fmla="*/ 68770 w 871638"/>
              <a:gd name="connsiteY18" fmla="*/ 371356 h 1599053"/>
              <a:gd name="connsiteX19" fmla="*/ 91693 w 871638"/>
              <a:gd name="connsiteY19" fmla="*/ 353018 h 1599053"/>
              <a:gd name="connsiteX20" fmla="*/ 139832 w 871638"/>
              <a:gd name="connsiteY20" fmla="*/ 314048 h 1599053"/>
              <a:gd name="connsiteX21" fmla="*/ 199432 w 871638"/>
              <a:gd name="connsiteY21" fmla="*/ 275079 h 1599053"/>
              <a:gd name="connsiteX22" fmla="*/ 265910 w 871638"/>
              <a:gd name="connsiteY22" fmla="*/ 238402 h 1599053"/>
              <a:gd name="connsiteX23" fmla="*/ 332387 w 871638"/>
              <a:gd name="connsiteY23" fmla="*/ 204017 h 1599053"/>
              <a:gd name="connsiteX24" fmla="*/ 403449 w 871638"/>
              <a:gd name="connsiteY24" fmla="*/ 169632 h 1599053"/>
              <a:gd name="connsiteX25" fmla="*/ 474511 w 871638"/>
              <a:gd name="connsiteY25" fmla="*/ 135247 h 1599053"/>
              <a:gd name="connsiteX26" fmla="*/ 609759 w 871638"/>
              <a:gd name="connsiteY26" fmla="*/ 80231 h 1599053"/>
              <a:gd name="connsiteX27" fmla="*/ 726667 w 871638"/>
              <a:gd name="connsiteY27" fmla="*/ 38970 h 15990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871638" h="1599053">
                <a:moveTo>
                  <a:pt x="834406" y="0"/>
                </a:moveTo>
                <a:lnTo>
                  <a:pt x="841283" y="286540"/>
                </a:lnTo>
                <a:lnTo>
                  <a:pt x="859622" y="946729"/>
                </a:lnTo>
                <a:lnTo>
                  <a:pt x="866499" y="1324962"/>
                </a:lnTo>
                <a:lnTo>
                  <a:pt x="871638" y="1599053"/>
                </a:lnTo>
                <a:lnTo>
                  <a:pt x="71422" y="1599053"/>
                </a:lnTo>
                <a:lnTo>
                  <a:pt x="50431" y="1389147"/>
                </a:lnTo>
                <a:lnTo>
                  <a:pt x="25216" y="1100314"/>
                </a:lnTo>
                <a:lnTo>
                  <a:pt x="6877" y="850451"/>
                </a:lnTo>
                <a:lnTo>
                  <a:pt x="2293" y="747297"/>
                </a:lnTo>
                <a:lnTo>
                  <a:pt x="0" y="651019"/>
                </a:lnTo>
                <a:lnTo>
                  <a:pt x="0" y="570788"/>
                </a:lnTo>
                <a:lnTo>
                  <a:pt x="2293" y="508895"/>
                </a:lnTo>
                <a:lnTo>
                  <a:pt x="11462" y="463049"/>
                </a:lnTo>
                <a:lnTo>
                  <a:pt x="13754" y="444711"/>
                </a:lnTo>
                <a:lnTo>
                  <a:pt x="18339" y="433249"/>
                </a:lnTo>
                <a:lnTo>
                  <a:pt x="32093" y="412618"/>
                </a:lnTo>
                <a:lnTo>
                  <a:pt x="50431" y="394279"/>
                </a:lnTo>
                <a:lnTo>
                  <a:pt x="68770" y="371356"/>
                </a:lnTo>
                <a:lnTo>
                  <a:pt x="91693" y="353018"/>
                </a:lnTo>
                <a:lnTo>
                  <a:pt x="139832" y="314048"/>
                </a:lnTo>
                <a:lnTo>
                  <a:pt x="199432" y="275079"/>
                </a:lnTo>
                <a:lnTo>
                  <a:pt x="265910" y="238402"/>
                </a:lnTo>
                <a:lnTo>
                  <a:pt x="332387" y="204017"/>
                </a:lnTo>
                <a:lnTo>
                  <a:pt x="403449" y="169632"/>
                </a:lnTo>
                <a:lnTo>
                  <a:pt x="474511" y="135247"/>
                </a:lnTo>
                <a:lnTo>
                  <a:pt x="609759" y="80231"/>
                </a:lnTo>
                <a:lnTo>
                  <a:pt x="726667" y="38970"/>
                </a:lnTo>
                <a:close/>
              </a:path>
            </a:pathLst>
          </a:custGeom>
          <a:solidFill>
            <a:srgbClr val="2C2A6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58" name="Freeform 331">
            <a:extLst>
              <a:ext uri="{FF2B5EF4-FFF2-40B4-BE49-F238E27FC236}">
                <a16:creationId xmlns:a16="http://schemas.microsoft.com/office/drawing/2014/main" id="{B648520B-0B07-0E44-973C-351F63C844C5}"/>
              </a:ext>
            </a:extLst>
          </p:cNvPr>
          <p:cNvSpPr>
            <a:spLocks/>
          </p:cNvSpPr>
          <p:nvPr/>
        </p:nvSpPr>
        <p:spPr bwMode="auto">
          <a:xfrm>
            <a:off x="1144046" y="5396486"/>
            <a:ext cx="1494593" cy="981113"/>
          </a:xfrm>
          <a:custGeom>
            <a:avLst/>
            <a:gdLst>
              <a:gd name="T0" fmla="*/ 117 w 651"/>
              <a:gd name="T1" fmla="*/ 389 h 430"/>
              <a:gd name="T2" fmla="*/ 117 w 651"/>
              <a:gd name="T3" fmla="*/ 389 h 430"/>
              <a:gd name="T4" fmla="*/ 547 w 651"/>
              <a:gd name="T5" fmla="*/ 430 h 430"/>
              <a:gd name="T6" fmla="*/ 651 w 651"/>
              <a:gd name="T7" fmla="*/ 205 h 430"/>
              <a:gd name="T8" fmla="*/ 651 w 651"/>
              <a:gd name="T9" fmla="*/ 205 h 430"/>
              <a:gd name="T10" fmla="*/ 644 w 651"/>
              <a:gd name="T11" fmla="*/ 196 h 430"/>
              <a:gd name="T12" fmla="*/ 624 w 651"/>
              <a:gd name="T13" fmla="*/ 172 h 430"/>
              <a:gd name="T14" fmla="*/ 592 w 651"/>
              <a:gd name="T15" fmla="*/ 140 h 430"/>
              <a:gd name="T16" fmla="*/ 573 w 651"/>
              <a:gd name="T17" fmla="*/ 121 h 430"/>
              <a:gd name="T18" fmla="*/ 552 w 651"/>
              <a:gd name="T19" fmla="*/ 102 h 430"/>
              <a:gd name="T20" fmla="*/ 528 w 651"/>
              <a:gd name="T21" fmla="*/ 83 h 430"/>
              <a:gd name="T22" fmla="*/ 504 w 651"/>
              <a:gd name="T23" fmla="*/ 65 h 430"/>
              <a:gd name="T24" fmla="*/ 479 w 651"/>
              <a:gd name="T25" fmla="*/ 48 h 430"/>
              <a:gd name="T26" fmla="*/ 451 w 651"/>
              <a:gd name="T27" fmla="*/ 32 h 430"/>
              <a:gd name="T28" fmla="*/ 423 w 651"/>
              <a:gd name="T29" fmla="*/ 19 h 430"/>
              <a:gd name="T30" fmla="*/ 408 w 651"/>
              <a:gd name="T31" fmla="*/ 14 h 430"/>
              <a:gd name="T32" fmla="*/ 394 w 651"/>
              <a:gd name="T33" fmla="*/ 9 h 430"/>
              <a:gd name="T34" fmla="*/ 381 w 651"/>
              <a:gd name="T35" fmla="*/ 5 h 430"/>
              <a:gd name="T36" fmla="*/ 366 w 651"/>
              <a:gd name="T37" fmla="*/ 3 h 430"/>
              <a:gd name="T38" fmla="*/ 352 w 651"/>
              <a:gd name="T39" fmla="*/ 2 h 430"/>
              <a:gd name="T40" fmla="*/ 337 w 651"/>
              <a:gd name="T41" fmla="*/ 0 h 430"/>
              <a:gd name="T42" fmla="*/ 337 w 651"/>
              <a:gd name="T43" fmla="*/ 0 h 430"/>
              <a:gd name="T44" fmla="*/ 307 w 651"/>
              <a:gd name="T45" fmla="*/ 2 h 430"/>
              <a:gd name="T46" fmla="*/ 278 w 651"/>
              <a:gd name="T47" fmla="*/ 4 h 430"/>
              <a:gd name="T48" fmla="*/ 248 w 651"/>
              <a:gd name="T49" fmla="*/ 8 h 430"/>
              <a:gd name="T50" fmla="*/ 219 w 651"/>
              <a:gd name="T51" fmla="*/ 13 h 430"/>
              <a:gd name="T52" fmla="*/ 190 w 651"/>
              <a:gd name="T53" fmla="*/ 17 h 430"/>
              <a:gd name="T54" fmla="*/ 162 w 651"/>
              <a:gd name="T55" fmla="*/ 23 h 430"/>
              <a:gd name="T56" fmla="*/ 110 w 651"/>
              <a:gd name="T57" fmla="*/ 37 h 430"/>
              <a:gd name="T58" fmla="*/ 65 w 651"/>
              <a:gd name="T59" fmla="*/ 49 h 430"/>
              <a:gd name="T60" fmla="*/ 30 w 651"/>
              <a:gd name="T61" fmla="*/ 60 h 430"/>
              <a:gd name="T62" fmla="*/ 0 w 651"/>
              <a:gd name="T63" fmla="*/ 69 h 430"/>
              <a:gd name="T64" fmla="*/ 117 w 651"/>
              <a:gd name="T65" fmla="*/ 389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51" h="430">
                <a:moveTo>
                  <a:pt x="117" y="389"/>
                </a:moveTo>
                <a:lnTo>
                  <a:pt x="117" y="389"/>
                </a:lnTo>
                <a:lnTo>
                  <a:pt x="547" y="430"/>
                </a:lnTo>
                <a:lnTo>
                  <a:pt x="651" y="205"/>
                </a:lnTo>
                <a:lnTo>
                  <a:pt x="651" y="205"/>
                </a:lnTo>
                <a:lnTo>
                  <a:pt x="644" y="196"/>
                </a:lnTo>
                <a:lnTo>
                  <a:pt x="624" y="172"/>
                </a:lnTo>
                <a:lnTo>
                  <a:pt x="592" y="140"/>
                </a:lnTo>
                <a:lnTo>
                  <a:pt x="573" y="121"/>
                </a:lnTo>
                <a:lnTo>
                  <a:pt x="552" y="102"/>
                </a:lnTo>
                <a:lnTo>
                  <a:pt x="528" y="83"/>
                </a:lnTo>
                <a:lnTo>
                  <a:pt x="504" y="65"/>
                </a:lnTo>
                <a:lnTo>
                  <a:pt x="479" y="48"/>
                </a:lnTo>
                <a:lnTo>
                  <a:pt x="451" y="32"/>
                </a:lnTo>
                <a:lnTo>
                  <a:pt x="423" y="19"/>
                </a:lnTo>
                <a:lnTo>
                  <a:pt x="408" y="14"/>
                </a:lnTo>
                <a:lnTo>
                  <a:pt x="394" y="9"/>
                </a:lnTo>
                <a:lnTo>
                  <a:pt x="381" y="5"/>
                </a:lnTo>
                <a:lnTo>
                  <a:pt x="366" y="3"/>
                </a:lnTo>
                <a:lnTo>
                  <a:pt x="352" y="2"/>
                </a:lnTo>
                <a:lnTo>
                  <a:pt x="337" y="0"/>
                </a:lnTo>
                <a:lnTo>
                  <a:pt x="337" y="0"/>
                </a:lnTo>
                <a:lnTo>
                  <a:pt x="307" y="2"/>
                </a:lnTo>
                <a:lnTo>
                  <a:pt x="278" y="4"/>
                </a:lnTo>
                <a:lnTo>
                  <a:pt x="248" y="8"/>
                </a:lnTo>
                <a:lnTo>
                  <a:pt x="219" y="13"/>
                </a:lnTo>
                <a:lnTo>
                  <a:pt x="190" y="17"/>
                </a:lnTo>
                <a:lnTo>
                  <a:pt x="162" y="23"/>
                </a:lnTo>
                <a:lnTo>
                  <a:pt x="110" y="37"/>
                </a:lnTo>
                <a:lnTo>
                  <a:pt x="65" y="49"/>
                </a:lnTo>
                <a:lnTo>
                  <a:pt x="30" y="60"/>
                </a:lnTo>
                <a:lnTo>
                  <a:pt x="0" y="69"/>
                </a:lnTo>
                <a:lnTo>
                  <a:pt x="117" y="389"/>
                </a:lnTo>
                <a:close/>
              </a:path>
            </a:pathLst>
          </a:custGeom>
          <a:solidFill>
            <a:srgbClr val="2C2A6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Freeform 332">
            <a:extLst>
              <a:ext uri="{FF2B5EF4-FFF2-40B4-BE49-F238E27FC236}">
                <a16:creationId xmlns:a16="http://schemas.microsoft.com/office/drawing/2014/main" id="{E05BEFB4-E4CA-8C4F-9523-07B992D03BC7}"/>
              </a:ext>
            </a:extLst>
          </p:cNvPr>
          <p:cNvSpPr>
            <a:spLocks/>
          </p:cNvSpPr>
          <p:nvPr/>
        </p:nvSpPr>
        <p:spPr bwMode="auto">
          <a:xfrm>
            <a:off x="928569" y="3168351"/>
            <a:ext cx="1471671" cy="2228135"/>
          </a:xfrm>
          <a:custGeom>
            <a:avLst/>
            <a:gdLst>
              <a:gd name="T0" fmla="*/ 0 w 643"/>
              <a:gd name="T1" fmla="*/ 70 h 974"/>
              <a:gd name="T2" fmla="*/ 246 w 643"/>
              <a:gd name="T3" fmla="*/ 4 h 974"/>
              <a:gd name="T4" fmla="*/ 246 w 643"/>
              <a:gd name="T5" fmla="*/ 4 h 974"/>
              <a:gd name="T6" fmla="*/ 261 w 643"/>
              <a:gd name="T7" fmla="*/ 20 h 974"/>
              <a:gd name="T8" fmla="*/ 278 w 643"/>
              <a:gd name="T9" fmla="*/ 37 h 974"/>
              <a:gd name="T10" fmla="*/ 298 w 643"/>
              <a:gd name="T11" fmla="*/ 56 h 974"/>
              <a:gd name="T12" fmla="*/ 319 w 643"/>
              <a:gd name="T13" fmla="*/ 74 h 974"/>
              <a:gd name="T14" fmla="*/ 340 w 643"/>
              <a:gd name="T15" fmla="*/ 91 h 974"/>
              <a:gd name="T16" fmla="*/ 350 w 643"/>
              <a:gd name="T17" fmla="*/ 97 h 974"/>
              <a:gd name="T18" fmla="*/ 358 w 643"/>
              <a:gd name="T19" fmla="*/ 102 h 974"/>
              <a:gd name="T20" fmla="*/ 365 w 643"/>
              <a:gd name="T21" fmla="*/ 105 h 974"/>
              <a:gd name="T22" fmla="*/ 373 w 643"/>
              <a:gd name="T23" fmla="*/ 107 h 974"/>
              <a:gd name="T24" fmla="*/ 373 w 643"/>
              <a:gd name="T25" fmla="*/ 107 h 974"/>
              <a:gd name="T26" fmla="*/ 376 w 643"/>
              <a:gd name="T27" fmla="*/ 105 h 974"/>
              <a:gd name="T28" fmla="*/ 380 w 643"/>
              <a:gd name="T29" fmla="*/ 102 h 974"/>
              <a:gd name="T30" fmla="*/ 385 w 643"/>
              <a:gd name="T31" fmla="*/ 97 h 974"/>
              <a:gd name="T32" fmla="*/ 390 w 643"/>
              <a:gd name="T33" fmla="*/ 90 h 974"/>
              <a:gd name="T34" fmla="*/ 399 w 643"/>
              <a:gd name="T35" fmla="*/ 73 h 974"/>
              <a:gd name="T36" fmla="*/ 409 w 643"/>
              <a:gd name="T37" fmla="*/ 53 h 974"/>
              <a:gd name="T38" fmla="*/ 426 w 643"/>
              <a:gd name="T39" fmla="*/ 17 h 974"/>
              <a:gd name="T40" fmla="*/ 433 w 643"/>
              <a:gd name="T41" fmla="*/ 0 h 974"/>
              <a:gd name="T42" fmla="*/ 433 w 643"/>
              <a:gd name="T43" fmla="*/ 0 h 974"/>
              <a:gd name="T44" fmla="*/ 562 w 643"/>
              <a:gd name="T45" fmla="*/ 29 h 974"/>
              <a:gd name="T46" fmla="*/ 643 w 643"/>
              <a:gd name="T47" fmla="*/ 954 h 974"/>
              <a:gd name="T48" fmla="*/ 643 w 643"/>
              <a:gd name="T49" fmla="*/ 954 h 974"/>
              <a:gd name="T50" fmla="*/ 629 w 643"/>
              <a:gd name="T51" fmla="*/ 956 h 974"/>
              <a:gd name="T52" fmla="*/ 590 w 643"/>
              <a:gd name="T53" fmla="*/ 962 h 974"/>
              <a:gd name="T54" fmla="*/ 527 w 643"/>
              <a:gd name="T55" fmla="*/ 968 h 974"/>
              <a:gd name="T56" fmla="*/ 490 w 643"/>
              <a:gd name="T57" fmla="*/ 971 h 974"/>
              <a:gd name="T58" fmla="*/ 446 w 643"/>
              <a:gd name="T59" fmla="*/ 972 h 974"/>
              <a:gd name="T60" fmla="*/ 400 w 643"/>
              <a:gd name="T61" fmla="*/ 974 h 974"/>
              <a:gd name="T62" fmla="*/ 350 w 643"/>
              <a:gd name="T63" fmla="*/ 974 h 974"/>
              <a:gd name="T64" fmla="*/ 298 w 643"/>
              <a:gd name="T65" fmla="*/ 972 h 974"/>
              <a:gd name="T66" fmla="*/ 241 w 643"/>
              <a:gd name="T67" fmla="*/ 969 h 974"/>
              <a:gd name="T68" fmla="*/ 184 w 643"/>
              <a:gd name="T69" fmla="*/ 964 h 974"/>
              <a:gd name="T70" fmla="*/ 123 w 643"/>
              <a:gd name="T71" fmla="*/ 956 h 974"/>
              <a:gd name="T72" fmla="*/ 63 w 643"/>
              <a:gd name="T73" fmla="*/ 945 h 974"/>
              <a:gd name="T74" fmla="*/ 32 w 643"/>
              <a:gd name="T75" fmla="*/ 939 h 974"/>
              <a:gd name="T76" fmla="*/ 0 w 643"/>
              <a:gd name="T77" fmla="*/ 931 h 974"/>
              <a:gd name="T78" fmla="*/ 0 w 643"/>
              <a:gd name="T79" fmla="*/ 931 h 974"/>
              <a:gd name="T80" fmla="*/ 3 w 643"/>
              <a:gd name="T81" fmla="*/ 795 h 974"/>
              <a:gd name="T82" fmla="*/ 3 w 643"/>
              <a:gd name="T83" fmla="*/ 650 h 974"/>
              <a:gd name="T84" fmla="*/ 3 w 643"/>
              <a:gd name="T85" fmla="*/ 370 h 974"/>
              <a:gd name="T86" fmla="*/ 1 w 643"/>
              <a:gd name="T87" fmla="*/ 156 h 974"/>
              <a:gd name="T88" fmla="*/ 0 w 643"/>
              <a:gd name="T89" fmla="*/ 70 h 974"/>
              <a:gd name="T90" fmla="*/ 0 w 643"/>
              <a:gd name="T91" fmla="*/ 70 h 9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43" h="974">
                <a:moveTo>
                  <a:pt x="0" y="70"/>
                </a:moveTo>
                <a:lnTo>
                  <a:pt x="246" y="4"/>
                </a:lnTo>
                <a:lnTo>
                  <a:pt x="246" y="4"/>
                </a:lnTo>
                <a:lnTo>
                  <a:pt x="261" y="20"/>
                </a:lnTo>
                <a:lnTo>
                  <a:pt x="278" y="37"/>
                </a:lnTo>
                <a:lnTo>
                  <a:pt x="298" y="56"/>
                </a:lnTo>
                <a:lnTo>
                  <a:pt x="319" y="74"/>
                </a:lnTo>
                <a:lnTo>
                  <a:pt x="340" y="91"/>
                </a:lnTo>
                <a:lnTo>
                  <a:pt x="350" y="97"/>
                </a:lnTo>
                <a:lnTo>
                  <a:pt x="358" y="102"/>
                </a:lnTo>
                <a:lnTo>
                  <a:pt x="365" y="105"/>
                </a:lnTo>
                <a:lnTo>
                  <a:pt x="373" y="107"/>
                </a:lnTo>
                <a:lnTo>
                  <a:pt x="373" y="107"/>
                </a:lnTo>
                <a:lnTo>
                  <a:pt x="376" y="105"/>
                </a:lnTo>
                <a:lnTo>
                  <a:pt x="380" y="102"/>
                </a:lnTo>
                <a:lnTo>
                  <a:pt x="385" y="97"/>
                </a:lnTo>
                <a:lnTo>
                  <a:pt x="390" y="90"/>
                </a:lnTo>
                <a:lnTo>
                  <a:pt x="399" y="73"/>
                </a:lnTo>
                <a:lnTo>
                  <a:pt x="409" y="53"/>
                </a:lnTo>
                <a:lnTo>
                  <a:pt x="426" y="17"/>
                </a:lnTo>
                <a:lnTo>
                  <a:pt x="433" y="0"/>
                </a:lnTo>
                <a:lnTo>
                  <a:pt x="433" y="0"/>
                </a:lnTo>
                <a:lnTo>
                  <a:pt x="562" y="29"/>
                </a:lnTo>
                <a:lnTo>
                  <a:pt x="643" y="954"/>
                </a:lnTo>
                <a:lnTo>
                  <a:pt x="643" y="954"/>
                </a:lnTo>
                <a:lnTo>
                  <a:pt x="629" y="956"/>
                </a:lnTo>
                <a:lnTo>
                  <a:pt x="590" y="962"/>
                </a:lnTo>
                <a:lnTo>
                  <a:pt x="527" y="968"/>
                </a:lnTo>
                <a:lnTo>
                  <a:pt x="490" y="971"/>
                </a:lnTo>
                <a:lnTo>
                  <a:pt x="446" y="972"/>
                </a:lnTo>
                <a:lnTo>
                  <a:pt x="400" y="974"/>
                </a:lnTo>
                <a:lnTo>
                  <a:pt x="350" y="974"/>
                </a:lnTo>
                <a:lnTo>
                  <a:pt x="298" y="972"/>
                </a:lnTo>
                <a:lnTo>
                  <a:pt x="241" y="969"/>
                </a:lnTo>
                <a:lnTo>
                  <a:pt x="184" y="964"/>
                </a:lnTo>
                <a:lnTo>
                  <a:pt x="123" y="956"/>
                </a:lnTo>
                <a:lnTo>
                  <a:pt x="63" y="945"/>
                </a:lnTo>
                <a:lnTo>
                  <a:pt x="32" y="939"/>
                </a:lnTo>
                <a:lnTo>
                  <a:pt x="0" y="931"/>
                </a:lnTo>
                <a:lnTo>
                  <a:pt x="0" y="931"/>
                </a:lnTo>
                <a:lnTo>
                  <a:pt x="3" y="795"/>
                </a:lnTo>
                <a:lnTo>
                  <a:pt x="3" y="650"/>
                </a:lnTo>
                <a:lnTo>
                  <a:pt x="3" y="370"/>
                </a:lnTo>
                <a:lnTo>
                  <a:pt x="1" y="156"/>
                </a:lnTo>
                <a:lnTo>
                  <a:pt x="0" y="70"/>
                </a:lnTo>
                <a:lnTo>
                  <a:pt x="0" y="7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Line 333">
            <a:extLst>
              <a:ext uri="{FF2B5EF4-FFF2-40B4-BE49-F238E27FC236}">
                <a16:creationId xmlns:a16="http://schemas.microsoft.com/office/drawing/2014/main" id="{6FBD7E0D-E561-F34E-961C-B524D7D7767A}"/>
              </a:ext>
            </a:extLst>
          </p:cNvPr>
          <p:cNvSpPr>
            <a:spLocks noChangeShapeType="1"/>
          </p:cNvSpPr>
          <p:nvPr/>
        </p:nvSpPr>
        <p:spPr bwMode="auto">
          <a:xfrm>
            <a:off x="1304510" y="3159181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Line 334">
            <a:extLst>
              <a:ext uri="{FF2B5EF4-FFF2-40B4-BE49-F238E27FC236}">
                <a16:creationId xmlns:a16="http://schemas.microsoft.com/office/drawing/2014/main" id="{A0B6C1D0-2B2D-1B4E-89DF-8069C8C31386}"/>
              </a:ext>
            </a:extLst>
          </p:cNvPr>
          <p:cNvSpPr>
            <a:spLocks noChangeShapeType="1"/>
          </p:cNvSpPr>
          <p:nvPr/>
        </p:nvSpPr>
        <p:spPr bwMode="auto">
          <a:xfrm>
            <a:off x="1304510" y="3159181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335">
            <a:extLst>
              <a:ext uri="{FF2B5EF4-FFF2-40B4-BE49-F238E27FC236}">
                <a16:creationId xmlns:a16="http://schemas.microsoft.com/office/drawing/2014/main" id="{B5EA3459-369B-144C-B0B4-29D63688DA39}"/>
              </a:ext>
            </a:extLst>
          </p:cNvPr>
          <p:cNvSpPr>
            <a:spLocks/>
          </p:cNvSpPr>
          <p:nvPr/>
        </p:nvSpPr>
        <p:spPr bwMode="auto">
          <a:xfrm>
            <a:off x="1767557" y="3580968"/>
            <a:ext cx="238401" cy="1306624"/>
          </a:xfrm>
          <a:custGeom>
            <a:avLst/>
            <a:gdLst>
              <a:gd name="T0" fmla="*/ 2 w 103"/>
              <a:gd name="T1" fmla="*/ 3 h 569"/>
              <a:gd name="T2" fmla="*/ 0 w 103"/>
              <a:gd name="T3" fmla="*/ 164 h 569"/>
              <a:gd name="T4" fmla="*/ 103 w 103"/>
              <a:gd name="T5" fmla="*/ 569 h 569"/>
              <a:gd name="T6" fmla="*/ 92 w 103"/>
              <a:gd name="T7" fmla="*/ 133 h 569"/>
              <a:gd name="T8" fmla="*/ 28 w 103"/>
              <a:gd name="T9" fmla="*/ 0 h 569"/>
              <a:gd name="T10" fmla="*/ 2 w 103"/>
              <a:gd name="T11" fmla="*/ 3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3" h="569">
                <a:moveTo>
                  <a:pt x="2" y="3"/>
                </a:moveTo>
                <a:lnTo>
                  <a:pt x="0" y="164"/>
                </a:lnTo>
                <a:lnTo>
                  <a:pt x="103" y="569"/>
                </a:lnTo>
                <a:lnTo>
                  <a:pt x="92" y="133"/>
                </a:lnTo>
                <a:lnTo>
                  <a:pt x="28" y="0"/>
                </a:lnTo>
                <a:lnTo>
                  <a:pt x="2" y="3"/>
                </a:lnTo>
                <a:close/>
              </a:path>
            </a:pathLst>
          </a:custGeom>
          <a:solidFill>
            <a:srgbClr val="FFC61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336">
            <a:extLst>
              <a:ext uri="{FF2B5EF4-FFF2-40B4-BE49-F238E27FC236}">
                <a16:creationId xmlns:a16="http://schemas.microsoft.com/office/drawing/2014/main" id="{6413BBD4-31D9-9D48-8499-A27E022A32EF}"/>
              </a:ext>
            </a:extLst>
          </p:cNvPr>
          <p:cNvSpPr>
            <a:spLocks/>
          </p:cNvSpPr>
          <p:nvPr/>
        </p:nvSpPr>
        <p:spPr bwMode="auto">
          <a:xfrm>
            <a:off x="1918851" y="3168351"/>
            <a:ext cx="967360" cy="2581154"/>
          </a:xfrm>
          <a:custGeom>
            <a:avLst/>
            <a:gdLst>
              <a:gd name="T0" fmla="*/ 48 w 422"/>
              <a:gd name="T1" fmla="*/ 1126 h 1127"/>
              <a:gd name="T2" fmla="*/ 16 w 422"/>
              <a:gd name="T3" fmla="*/ 467 h 1127"/>
              <a:gd name="T4" fmla="*/ 0 w 422"/>
              <a:gd name="T5" fmla="*/ 0 h 1127"/>
              <a:gd name="T6" fmla="*/ 0 w 422"/>
              <a:gd name="T7" fmla="*/ 0 h 1127"/>
              <a:gd name="T8" fmla="*/ 24 w 422"/>
              <a:gd name="T9" fmla="*/ 3 h 1127"/>
              <a:gd name="T10" fmla="*/ 48 w 422"/>
              <a:gd name="T11" fmla="*/ 5 h 1127"/>
              <a:gd name="T12" fmla="*/ 94 w 422"/>
              <a:gd name="T13" fmla="*/ 12 h 1127"/>
              <a:gd name="T14" fmla="*/ 137 w 422"/>
              <a:gd name="T15" fmla="*/ 22 h 1127"/>
              <a:gd name="T16" fmla="*/ 175 w 422"/>
              <a:gd name="T17" fmla="*/ 32 h 1127"/>
              <a:gd name="T18" fmla="*/ 207 w 422"/>
              <a:gd name="T19" fmla="*/ 41 h 1127"/>
              <a:gd name="T20" fmla="*/ 231 w 422"/>
              <a:gd name="T21" fmla="*/ 49 h 1127"/>
              <a:gd name="T22" fmla="*/ 253 w 422"/>
              <a:gd name="T23" fmla="*/ 57 h 1127"/>
              <a:gd name="T24" fmla="*/ 253 w 422"/>
              <a:gd name="T25" fmla="*/ 57 h 1127"/>
              <a:gd name="T26" fmla="*/ 261 w 422"/>
              <a:gd name="T27" fmla="*/ 75 h 1127"/>
              <a:gd name="T28" fmla="*/ 272 w 422"/>
              <a:gd name="T29" fmla="*/ 98 h 1127"/>
              <a:gd name="T30" fmla="*/ 285 w 422"/>
              <a:gd name="T31" fmla="*/ 130 h 1127"/>
              <a:gd name="T32" fmla="*/ 300 w 422"/>
              <a:gd name="T33" fmla="*/ 168 h 1127"/>
              <a:gd name="T34" fmla="*/ 317 w 422"/>
              <a:gd name="T35" fmla="*/ 216 h 1127"/>
              <a:gd name="T36" fmla="*/ 335 w 422"/>
              <a:gd name="T37" fmla="*/ 270 h 1127"/>
              <a:gd name="T38" fmla="*/ 352 w 422"/>
              <a:gd name="T39" fmla="*/ 330 h 1127"/>
              <a:gd name="T40" fmla="*/ 370 w 422"/>
              <a:gd name="T41" fmla="*/ 398 h 1127"/>
              <a:gd name="T42" fmla="*/ 377 w 422"/>
              <a:gd name="T43" fmla="*/ 434 h 1127"/>
              <a:gd name="T44" fmla="*/ 386 w 422"/>
              <a:gd name="T45" fmla="*/ 472 h 1127"/>
              <a:gd name="T46" fmla="*/ 393 w 422"/>
              <a:gd name="T47" fmla="*/ 512 h 1127"/>
              <a:gd name="T48" fmla="*/ 399 w 422"/>
              <a:gd name="T49" fmla="*/ 552 h 1127"/>
              <a:gd name="T50" fmla="*/ 405 w 422"/>
              <a:gd name="T51" fmla="*/ 594 h 1127"/>
              <a:gd name="T52" fmla="*/ 410 w 422"/>
              <a:gd name="T53" fmla="*/ 638 h 1127"/>
              <a:gd name="T54" fmla="*/ 415 w 422"/>
              <a:gd name="T55" fmla="*/ 681 h 1127"/>
              <a:gd name="T56" fmla="*/ 418 w 422"/>
              <a:gd name="T57" fmla="*/ 727 h 1127"/>
              <a:gd name="T58" fmla="*/ 421 w 422"/>
              <a:gd name="T59" fmla="*/ 774 h 1127"/>
              <a:gd name="T60" fmla="*/ 422 w 422"/>
              <a:gd name="T61" fmla="*/ 821 h 1127"/>
              <a:gd name="T62" fmla="*/ 422 w 422"/>
              <a:gd name="T63" fmla="*/ 871 h 1127"/>
              <a:gd name="T64" fmla="*/ 421 w 422"/>
              <a:gd name="T65" fmla="*/ 920 h 1127"/>
              <a:gd name="T66" fmla="*/ 418 w 422"/>
              <a:gd name="T67" fmla="*/ 971 h 1127"/>
              <a:gd name="T68" fmla="*/ 414 w 422"/>
              <a:gd name="T69" fmla="*/ 1023 h 1127"/>
              <a:gd name="T70" fmla="*/ 414 w 422"/>
              <a:gd name="T71" fmla="*/ 1023 h 1127"/>
              <a:gd name="T72" fmla="*/ 386 w 422"/>
              <a:gd name="T73" fmla="*/ 1040 h 1127"/>
              <a:gd name="T74" fmla="*/ 351 w 422"/>
              <a:gd name="T75" fmla="*/ 1060 h 1127"/>
              <a:gd name="T76" fmla="*/ 331 w 422"/>
              <a:gd name="T77" fmla="*/ 1068 h 1127"/>
              <a:gd name="T78" fmla="*/ 311 w 422"/>
              <a:gd name="T79" fmla="*/ 1078 h 1127"/>
              <a:gd name="T80" fmla="*/ 289 w 422"/>
              <a:gd name="T81" fmla="*/ 1086 h 1127"/>
              <a:gd name="T82" fmla="*/ 266 w 422"/>
              <a:gd name="T83" fmla="*/ 1095 h 1127"/>
              <a:gd name="T84" fmla="*/ 243 w 422"/>
              <a:gd name="T85" fmla="*/ 1102 h 1127"/>
              <a:gd name="T86" fmla="*/ 218 w 422"/>
              <a:gd name="T87" fmla="*/ 1109 h 1127"/>
              <a:gd name="T88" fmla="*/ 191 w 422"/>
              <a:gd name="T89" fmla="*/ 1115 h 1127"/>
              <a:gd name="T90" fmla="*/ 165 w 422"/>
              <a:gd name="T91" fmla="*/ 1120 h 1127"/>
              <a:gd name="T92" fmla="*/ 137 w 422"/>
              <a:gd name="T93" fmla="*/ 1124 h 1127"/>
              <a:gd name="T94" fmla="*/ 108 w 422"/>
              <a:gd name="T95" fmla="*/ 1126 h 1127"/>
              <a:gd name="T96" fmla="*/ 79 w 422"/>
              <a:gd name="T97" fmla="*/ 1127 h 1127"/>
              <a:gd name="T98" fmla="*/ 48 w 422"/>
              <a:gd name="T99" fmla="*/ 1126 h 1127"/>
              <a:gd name="T100" fmla="*/ 48 w 422"/>
              <a:gd name="T101" fmla="*/ 1126 h 1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22" h="1127">
                <a:moveTo>
                  <a:pt x="48" y="1126"/>
                </a:moveTo>
                <a:lnTo>
                  <a:pt x="16" y="467"/>
                </a:lnTo>
                <a:lnTo>
                  <a:pt x="0" y="0"/>
                </a:lnTo>
                <a:lnTo>
                  <a:pt x="0" y="0"/>
                </a:lnTo>
                <a:lnTo>
                  <a:pt x="24" y="3"/>
                </a:lnTo>
                <a:lnTo>
                  <a:pt x="48" y="5"/>
                </a:lnTo>
                <a:lnTo>
                  <a:pt x="94" y="12"/>
                </a:lnTo>
                <a:lnTo>
                  <a:pt x="137" y="22"/>
                </a:lnTo>
                <a:lnTo>
                  <a:pt x="175" y="32"/>
                </a:lnTo>
                <a:lnTo>
                  <a:pt x="207" y="41"/>
                </a:lnTo>
                <a:lnTo>
                  <a:pt x="231" y="49"/>
                </a:lnTo>
                <a:lnTo>
                  <a:pt x="253" y="57"/>
                </a:lnTo>
                <a:lnTo>
                  <a:pt x="253" y="57"/>
                </a:lnTo>
                <a:lnTo>
                  <a:pt x="261" y="75"/>
                </a:lnTo>
                <a:lnTo>
                  <a:pt x="272" y="98"/>
                </a:lnTo>
                <a:lnTo>
                  <a:pt x="285" y="130"/>
                </a:lnTo>
                <a:lnTo>
                  <a:pt x="300" y="168"/>
                </a:lnTo>
                <a:lnTo>
                  <a:pt x="317" y="216"/>
                </a:lnTo>
                <a:lnTo>
                  <a:pt x="335" y="270"/>
                </a:lnTo>
                <a:lnTo>
                  <a:pt x="352" y="330"/>
                </a:lnTo>
                <a:lnTo>
                  <a:pt x="370" y="398"/>
                </a:lnTo>
                <a:lnTo>
                  <a:pt x="377" y="434"/>
                </a:lnTo>
                <a:lnTo>
                  <a:pt x="386" y="472"/>
                </a:lnTo>
                <a:lnTo>
                  <a:pt x="393" y="512"/>
                </a:lnTo>
                <a:lnTo>
                  <a:pt x="399" y="552"/>
                </a:lnTo>
                <a:lnTo>
                  <a:pt x="405" y="594"/>
                </a:lnTo>
                <a:lnTo>
                  <a:pt x="410" y="638"/>
                </a:lnTo>
                <a:lnTo>
                  <a:pt x="415" y="681"/>
                </a:lnTo>
                <a:lnTo>
                  <a:pt x="418" y="727"/>
                </a:lnTo>
                <a:lnTo>
                  <a:pt x="421" y="774"/>
                </a:lnTo>
                <a:lnTo>
                  <a:pt x="422" y="821"/>
                </a:lnTo>
                <a:lnTo>
                  <a:pt x="422" y="871"/>
                </a:lnTo>
                <a:lnTo>
                  <a:pt x="421" y="920"/>
                </a:lnTo>
                <a:lnTo>
                  <a:pt x="418" y="971"/>
                </a:lnTo>
                <a:lnTo>
                  <a:pt x="414" y="1023"/>
                </a:lnTo>
                <a:lnTo>
                  <a:pt x="414" y="1023"/>
                </a:lnTo>
                <a:lnTo>
                  <a:pt x="386" y="1040"/>
                </a:lnTo>
                <a:lnTo>
                  <a:pt x="351" y="1060"/>
                </a:lnTo>
                <a:lnTo>
                  <a:pt x="331" y="1068"/>
                </a:lnTo>
                <a:lnTo>
                  <a:pt x="311" y="1078"/>
                </a:lnTo>
                <a:lnTo>
                  <a:pt x="289" y="1086"/>
                </a:lnTo>
                <a:lnTo>
                  <a:pt x="266" y="1095"/>
                </a:lnTo>
                <a:lnTo>
                  <a:pt x="243" y="1102"/>
                </a:lnTo>
                <a:lnTo>
                  <a:pt x="218" y="1109"/>
                </a:lnTo>
                <a:lnTo>
                  <a:pt x="191" y="1115"/>
                </a:lnTo>
                <a:lnTo>
                  <a:pt x="165" y="1120"/>
                </a:lnTo>
                <a:lnTo>
                  <a:pt x="137" y="1124"/>
                </a:lnTo>
                <a:lnTo>
                  <a:pt x="108" y="1126"/>
                </a:lnTo>
                <a:lnTo>
                  <a:pt x="79" y="1127"/>
                </a:lnTo>
                <a:lnTo>
                  <a:pt x="48" y="1126"/>
                </a:lnTo>
                <a:lnTo>
                  <a:pt x="48" y="1126"/>
                </a:lnTo>
                <a:close/>
              </a:path>
            </a:pathLst>
          </a:custGeom>
          <a:solidFill>
            <a:srgbClr val="00A1A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337">
            <a:extLst>
              <a:ext uri="{FF2B5EF4-FFF2-40B4-BE49-F238E27FC236}">
                <a16:creationId xmlns:a16="http://schemas.microsoft.com/office/drawing/2014/main" id="{2BBE7771-D993-154B-B035-0AD6E1CFCD11}"/>
              </a:ext>
            </a:extLst>
          </p:cNvPr>
          <p:cNvSpPr>
            <a:spLocks/>
          </p:cNvSpPr>
          <p:nvPr/>
        </p:nvSpPr>
        <p:spPr bwMode="auto">
          <a:xfrm>
            <a:off x="1662112" y="3397583"/>
            <a:ext cx="220063" cy="192555"/>
          </a:xfrm>
          <a:custGeom>
            <a:avLst/>
            <a:gdLst>
              <a:gd name="T0" fmla="*/ 0 w 94"/>
              <a:gd name="T1" fmla="*/ 11 h 84"/>
              <a:gd name="T2" fmla="*/ 48 w 94"/>
              <a:gd name="T3" fmla="*/ 84 h 84"/>
              <a:gd name="T4" fmla="*/ 74 w 94"/>
              <a:gd name="T5" fmla="*/ 81 h 84"/>
              <a:gd name="T6" fmla="*/ 94 w 94"/>
              <a:gd name="T7" fmla="*/ 0 h 84"/>
              <a:gd name="T8" fmla="*/ 0 w 94"/>
              <a:gd name="T9" fmla="*/ 11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4" h="84">
                <a:moveTo>
                  <a:pt x="0" y="11"/>
                </a:moveTo>
                <a:lnTo>
                  <a:pt x="48" y="84"/>
                </a:lnTo>
                <a:lnTo>
                  <a:pt x="74" y="81"/>
                </a:lnTo>
                <a:lnTo>
                  <a:pt x="94" y="0"/>
                </a:lnTo>
                <a:lnTo>
                  <a:pt x="0" y="11"/>
                </a:lnTo>
                <a:close/>
              </a:path>
            </a:pathLst>
          </a:custGeom>
          <a:solidFill>
            <a:srgbClr val="FFC61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338">
            <a:extLst>
              <a:ext uri="{FF2B5EF4-FFF2-40B4-BE49-F238E27FC236}">
                <a16:creationId xmlns:a16="http://schemas.microsoft.com/office/drawing/2014/main" id="{920F856E-6105-A641-93FB-51273518E629}"/>
              </a:ext>
            </a:extLst>
          </p:cNvPr>
          <p:cNvSpPr>
            <a:spLocks/>
          </p:cNvSpPr>
          <p:nvPr/>
        </p:nvSpPr>
        <p:spPr bwMode="auto">
          <a:xfrm>
            <a:off x="855215" y="3172937"/>
            <a:ext cx="1201176" cy="2581154"/>
          </a:xfrm>
          <a:custGeom>
            <a:avLst/>
            <a:gdLst>
              <a:gd name="T0" fmla="*/ 521 w 524"/>
              <a:gd name="T1" fmla="*/ 1120 h 1124"/>
              <a:gd name="T2" fmla="*/ 521 w 524"/>
              <a:gd name="T3" fmla="*/ 1120 h 1124"/>
              <a:gd name="T4" fmla="*/ 524 w 524"/>
              <a:gd name="T5" fmla="*/ 1065 h 1124"/>
              <a:gd name="T6" fmla="*/ 524 w 524"/>
              <a:gd name="T7" fmla="*/ 1065 h 1124"/>
              <a:gd name="T8" fmla="*/ 522 w 524"/>
              <a:gd name="T9" fmla="*/ 1045 h 1124"/>
              <a:gd name="T10" fmla="*/ 519 w 524"/>
              <a:gd name="T11" fmla="*/ 994 h 1124"/>
              <a:gd name="T12" fmla="*/ 513 w 524"/>
              <a:gd name="T13" fmla="*/ 919 h 1124"/>
              <a:gd name="T14" fmla="*/ 504 w 524"/>
              <a:gd name="T15" fmla="*/ 829 h 1124"/>
              <a:gd name="T16" fmla="*/ 493 w 524"/>
              <a:gd name="T17" fmla="*/ 733 h 1124"/>
              <a:gd name="T18" fmla="*/ 481 w 524"/>
              <a:gd name="T19" fmla="*/ 637 h 1124"/>
              <a:gd name="T20" fmla="*/ 475 w 524"/>
              <a:gd name="T21" fmla="*/ 592 h 1124"/>
              <a:gd name="T22" fmla="*/ 468 w 524"/>
              <a:gd name="T23" fmla="*/ 551 h 1124"/>
              <a:gd name="T24" fmla="*/ 462 w 524"/>
              <a:gd name="T25" fmla="*/ 514 h 1124"/>
              <a:gd name="T26" fmla="*/ 455 w 524"/>
              <a:gd name="T27" fmla="*/ 482 h 1124"/>
              <a:gd name="T28" fmla="*/ 455 w 524"/>
              <a:gd name="T29" fmla="*/ 482 h 1124"/>
              <a:gd name="T30" fmla="*/ 440 w 524"/>
              <a:gd name="T31" fmla="*/ 428 h 1124"/>
              <a:gd name="T32" fmla="*/ 424 w 524"/>
              <a:gd name="T33" fmla="*/ 376 h 1124"/>
              <a:gd name="T34" fmla="*/ 410 w 524"/>
              <a:gd name="T35" fmla="*/ 326 h 1124"/>
              <a:gd name="T36" fmla="*/ 394 w 524"/>
              <a:gd name="T37" fmla="*/ 282 h 1124"/>
              <a:gd name="T38" fmla="*/ 378 w 524"/>
              <a:gd name="T39" fmla="*/ 238 h 1124"/>
              <a:gd name="T40" fmla="*/ 363 w 524"/>
              <a:gd name="T41" fmla="*/ 198 h 1124"/>
              <a:gd name="T42" fmla="*/ 348 w 524"/>
              <a:gd name="T43" fmla="*/ 162 h 1124"/>
              <a:gd name="T44" fmla="*/ 334 w 524"/>
              <a:gd name="T45" fmla="*/ 129 h 1124"/>
              <a:gd name="T46" fmla="*/ 308 w 524"/>
              <a:gd name="T47" fmla="*/ 74 h 1124"/>
              <a:gd name="T48" fmla="*/ 288 w 524"/>
              <a:gd name="T49" fmla="*/ 33 h 1124"/>
              <a:gd name="T50" fmla="*/ 270 w 524"/>
              <a:gd name="T51" fmla="*/ 0 h 1124"/>
              <a:gd name="T52" fmla="*/ 270 w 524"/>
              <a:gd name="T53" fmla="*/ 0 h 1124"/>
              <a:gd name="T54" fmla="*/ 245 w 524"/>
              <a:gd name="T55" fmla="*/ 1 h 1124"/>
              <a:gd name="T56" fmla="*/ 221 w 524"/>
              <a:gd name="T57" fmla="*/ 5 h 1124"/>
              <a:gd name="T58" fmla="*/ 197 w 524"/>
              <a:gd name="T59" fmla="*/ 10 h 1124"/>
              <a:gd name="T60" fmla="*/ 173 w 524"/>
              <a:gd name="T61" fmla="*/ 16 h 1124"/>
              <a:gd name="T62" fmla="*/ 150 w 524"/>
              <a:gd name="T63" fmla="*/ 22 h 1124"/>
              <a:gd name="T64" fmla="*/ 128 w 524"/>
              <a:gd name="T65" fmla="*/ 28 h 1124"/>
              <a:gd name="T66" fmla="*/ 87 w 524"/>
              <a:gd name="T67" fmla="*/ 42 h 1124"/>
              <a:gd name="T68" fmla="*/ 52 w 524"/>
              <a:gd name="T69" fmla="*/ 56 h 1124"/>
              <a:gd name="T70" fmla="*/ 24 w 524"/>
              <a:gd name="T71" fmla="*/ 68 h 1124"/>
              <a:gd name="T72" fmla="*/ 0 w 524"/>
              <a:gd name="T73" fmla="*/ 78 h 1124"/>
              <a:gd name="T74" fmla="*/ 0 w 524"/>
              <a:gd name="T75" fmla="*/ 78 h 1124"/>
              <a:gd name="T76" fmla="*/ 5 w 524"/>
              <a:gd name="T77" fmla="*/ 185 h 1124"/>
              <a:gd name="T78" fmla="*/ 14 w 524"/>
              <a:gd name="T79" fmla="*/ 445 h 1124"/>
              <a:gd name="T80" fmla="*/ 19 w 524"/>
              <a:gd name="T81" fmla="*/ 606 h 1124"/>
              <a:gd name="T82" fmla="*/ 23 w 524"/>
              <a:gd name="T83" fmla="*/ 771 h 1124"/>
              <a:gd name="T84" fmla="*/ 25 w 524"/>
              <a:gd name="T85" fmla="*/ 931 h 1124"/>
              <a:gd name="T86" fmla="*/ 25 w 524"/>
              <a:gd name="T87" fmla="*/ 1006 h 1124"/>
              <a:gd name="T88" fmla="*/ 24 w 524"/>
              <a:gd name="T89" fmla="*/ 1074 h 1124"/>
              <a:gd name="T90" fmla="*/ 24 w 524"/>
              <a:gd name="T91" fmla="*/ 1074 h 1124"/>
              <a:gd name="T92" fmla="*/ 45 w 524"/>
              <a:gd name="T93" fmla="*/ 1082 h 1124"/>
              <a:gd name="T94" fmla="*/ 66 w 524"/>
              <a:gd name="T95" fmla="*/ 1089 h 1124"/>
              <a:gd name="T96" fmla="*/ 88 w 524"/>
              <a:gd name="T97" fmla="*/ 1097 h 1124"/>
              <a:gd name="T98" fmla="*/ 112 w 524"/>
              <a:gd name="T99" fmla="*/ 1103 h 1124"/>
              <a:gd name="T100" fmla="*/ 138 w 524"/>
              <a:gd name="T101" fmla="*/ 1108 h 1124"/>
              <a:gd name="T102" fmla="*/ 164 w 524"/>
              <a:gd name="T103" fmla="*/ 1112 h 1124"/>
              <a:gd name="T104" fmla="*/ 192 w 524"/>
              <a:gd name="T105" fmla="*/ 1116 h 1124"/>
              <a:gd name="T106" fmla="*/ 221 w 524"/>
              <a:gd name="T107" fmla="*/ 1120 h 1124"/>
              <a:gd name="T108" fmla="*/ 253 w 524"/>
              <a:gd name="T109" fmla="*/ 1122 h 1124"/>
              <a:gd name="T110" fmla="*/ 285 w 524"/>
              <a:gd name="T111" fmla="*/ 1123 h 1124"/>
              <a:gd name="T112" fmla="*/ 357 w 524"/>
              <a:gd name="T113" fmla="*/ 1124 h 1124"/>
              <a:gd name="T114" fmla="*/ 434 w 524"/>
              <a:gd name="T115" fmla="*/ 1123 h 1124"/>
              <a:gd name="T116" fmla="*/ 521 w 524"/>
              <a:gd name="T117" fmla="*/ 1120 h 1124"/>
              <a:gd name="T118" fmla="*/ 521 w 524"/>
              <a:gd name="T119" fmla="*/ 1120 h 1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24" h="1124">
                <a:moveTo>
                  <a:pt x="521" y="1120"/>
                </a:moveTo>
                <a:lnTo>
                  <a:pt x="521" y="1120"/>
                </a:lnTo>
                <a:lnTo>
                  <a:pt x="524" y="1065"/>
                </a:lnTo>
                <a:lnTo>
                  <a:pt x="524" y="1065"/>
                </a:lnTo>
                <a:lnTo>
                  <a:pt x="522" y="1045"/>
                </a:lnTo>
                <a:lnTo>
                  <a:pt x="519" y="994"/>
                </a:lnTo>
                <a:lnTo>
                  <a:pt x="513" y="919"/>
                </a:lnTo>
                <a:lnTo>
                  <a:pt x="504" y="829"/>
                </a:lnTo>
                <a:lnTo>
                  <a:pt x="493" y="733"/>
                </a:lnTo>
                <a:lnTo>
                  <a:pt x="481" y="637"/>
                </a:lnTo>
                <a:lnTo>
                  <a:pt x="475" y="592"/>
                </a:lnTo>
                <a:lnTo>
                  <a:pt x="468" y="551"/>
                </a:lnTo>
                <a:lnTo>
                  <a:pt x="462" y="514"/>
                </a:lnTo>
                <a:lnTo>
                  <a:pt x="455" y="482"/>
                </a:lnTo>
                <a:lnTo>
                  <a:pt x="455" y="482"/>
                </a:lnTo>
                <a:lnTo>
                  <a:pt x="440" y="428"/>
                </a:lnTo>
                <a:lnTo>
                  <a:pt x="424" y="376"/>
                </a:lnTo>
                <a:lnTo>
                  <a:pt x="410" y="326"/>
                </a:lnTo>
                <a:lnTo>
                  <a:pt x="394" y="282"/>
                </a:lnTo>
                <a:lnTo>
                  <a:pt x="378" y="238"/>
                </a:lnTo>
                <a:lnTo>
                  <a:pt x="363" y="198"/>
                </a:lnTo>
                <a:lnTo>
                  <a:pt x="348" y="162"/>
                </a:lnTo>
                <a:lnTo>
                  <a:pt x="334" y="129"/>
                </a:lnTo>
                <a:lnTo>
                  <a:pt x="308" y="74"/>
                </a:lnTo>
                <a:lnTo>
                  <a:pt x="288" y="33"/>
                </a:lnTo>
                <a:lnTo>
                  <a:pt x="270" y="0"/>
                </a:lnTo>
                <a:lnTo>
                  <a:pt x="270" y="0"/>
                </a:lnTo>
                <a:lnTo>
                  <a:pt x="245" y="1"/>
                </a:lnTo>
                <a:lnTo>
                  <a:pt x="221" y="5"/>
                </a:lnTo>
                <a:lnTo>
                  <a:pt x="197" y="10"/>
                </a:lnTo>
                <a:lnTo>
                  <a:pt x="173" y="16"/>
                </a:lnTo>
                <a:lnTo>
                  <a:pt x="150" y="22"/>
                </a:lnTo>
                <a:lnTo>
                  <a:pt x="128" y="28"/>
                </a:lnTo>
                <a:lnTo>
                  <a:pt x="87" y="42"/>
                </a:lnTo>
                <a:lnTo>
                  <a:pt x="52" y="56"/>
                </a:lnTo>
                <a:lnTo>
                  <a:pt x="24" y="68"/>
                </a:lnTo>
                <a:lnTo>
                  <a:pt x="0" y="78"/>
                </a:lnTo>
                <a:lnTo>
                  <a:pt x="0" y="78"/>
                </a:lnTo>
                <a:lnTo>
                  <a:pt x="5" y="185"/>
                </a:lnTo>
                <a:lnTo>
                  <a:pt x="14" y="445"/>
                </a:lnTo>
                <a:lnTo>
                  <a:pt x="19" y="606"/>
                </a:lnTo>
                <a:lnTo>
                  <a:pt x="23" y="771"/>
                </a:lnTo>
                <a:lnTo>
                  <a:pt x="25" y="931"/>
                </a:lnTo>
                <a:lnTo>
                  <a:pt x="25" y="1006"/>
                </a:lnTo>
                <a:lnTo>
                  <a:pt x="24" y="1074"/>
                </a:lnTo>
                <a:lnTo>
                  <a:pt x="24" y="1074"/>
                </a:lnTo>
                <a:lnTo>
                  <a:pt x="45" y="1082"/>
                </a:lnTo>
                <a:lnTo>
                  <a:pt x="66" y="1089"/>
                </a:lnTo>
                <a:lnTo>
                  <a:pt x="88" y="1097"/>
                </a:lnTo>
                <a:lnTo>
                  <a:pt x="112" y="1103"/>
                </a:lnTo>
                <a:lnTo>
                  <a:pt x="138" y="1108"/>
                </a:lnTo>
                <a:lnTo>
                  <a:pt x="164" y="1112"/>
                </a:lnTo>
                <a:lnTo>
                  <a:pt x="192" y="1116"/>
                </a:lnTo>
                <a:lnTo>
                  <a:pt x="221" y="1120"/>
                </a:lnTo>
                <a:lnTo>
                  <a:pt x="253" y="1122"/>
                </a:lnTo>
                <a:lnTo>
                  <a:pt x="285" y="1123"/>
                </a:lnTo>
                <a:lnTo>
                  <a:pt x="357" y="1124"/>
                </a:lnTo>
                <a:lnTo>
                  <a:pt x="434" y="1123"/>
                </a:lnTo>
                <a:lnTo>
                  <a:pt x="521" y="1120"/>
                </a:lnTo>
                <a:lnTo>
                  <a:pt x="521" y="1120"/>
                </a:lnTo>
                <a:close/>
              </a:path>
            </a:pathLst>
          </a:custGeom>
          <a:solidFill>
            <a:srgbClr val="00A1A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339">
            <a:extLst>
              <a:ext uri="{FF2B5EF4-FFF2-40B4-BE49-F238E27FC236}">
                <a16:creationId xmlns:a16="http://schemas.microsoft.com/office/drawing/2014/main" id="{1DD6E729-C5BE-E64E-9DA5-750F43A9BFE2}"/>
              </a:ext>
            </a:extLst>
          </p:cNvPr>
          <p:cNvSpPr>
            <a:spLocks/>
          </p:cNvSpPr>
          <p:nvPr/>
        </p:nvSpPr>
        <p:spPr bwMode="auto">
          <a:xfrm>
            <a:off x="1199062" y="2072623"/>
            <a:ext cx="719790" cy="816066"/>
          </a:xfrm>
          <a:custGeom>
            <a:avLst/>
            <a:gdLst>
              <a:gd name="T0" fmla="*/ 309 w 314"/>
              <a:gd name="T1" fmla="*/ 114 h 355"/>
              <a:gd name="T2" fmla="*/ 314 w 314"/>
              <a:gd name="T3" fmla="*/ 89 h 355"/>
              <a:gd name="T4" fmla="*/ 310 w 314"/>
              <a:gd name="T5" fmla="*/ 67 h 355"/>
              <a:gd name="T6" fmla="*/ 301 w 314"/>
              <a:gd name="T7" fmla="*/ 49 h 355"/>
              <a:gd name="T8" fmla="*/ 286 w 314"/>
              <a:gd name="T9" fmla="*/ 35 h 355"/>
              <a:gd name="T10" fmla="*/ 269 w 314"/>
              <a:gd name="T11" fmla="*/ 24 h 355"/>
              <a:gd name="T12" fmla="*/ 234 w 314"/>
              <a:gd name="T13" fmla="*/ 9 h 355"/>
              <a:gd name="T14" fmla="*/ 222 w 314"/>
              <a:gd name="T15" fmla="*/ 6 h 355"/>
              <a:gd name="T16" fmla="*/ 200 w 314"/>
              <a:gd name="T17" fmla="*/ 2 h 355"/>
              <a:gd name="T18" fmla="*/ 177 w 314"/>
              <a:gd name="T19" fmla="*/ 1 h 355"/>
              <a:gd name="T20" fmla="*/ 146 w 314"/>
              <a:gd name="T21" fmla="*/ 0 h 355"/>
              <a:gd name="T22" fmla="*/ 116 w 314"/>
              <a:gd name="T23" fmla="*/ 4 h 355"/>
              <a:gd name="T24" fmla="*/ 100 w 314"/>
              <a:gd name="T25" fmla="*/ 9 h 355"/>
              <a:gd name="T26" fmla="*/ 87 w 314"/>
              <a:gd name="T27" fmla="*/ 17 h 355"/>
              <a:gd name="T28" fmla="*/ 75 w 314"/>
              <a:gd name="T29" fmla="*/ 26 h 355"/>
              <a:gd name="T30" fmla="*/ 65 w 314"/>
              <a:gd name="T31" fmla="*/ 40 h 355"/>
              <a:gd name="T32" fmla="*/ 59 w 314"/>
              <a:gd name="T33" fmla="*/ 54 h 355"/>
              <a:gd name="T34" fmla="*/ 49 w 314"/>
              <a:gd name="T35" fmla="*/ 75 h 355"/>
              <a:gd name="T36" fmla="*/ 40 w 314"/>
              <a:gd name="T37" fmla="*/ 85 h 355"/>
              <a:gd name="T38" fmla="*/ 33 w 314"/>
              <a:gd name="T39" fmla="*/ 88 h 355"/>
              <a:gd name="T40" fmla="*/ 20 w 314"/>
              <a:gd name="T41" fmla="*/ 92 h 355"/>
              <a:gd name="T42" fmla="*/ 8 w 314"/>
              <a:gd name="T43" fmla="*/ 100 h 355"/>
              <a:gd name="T44" fmla="*/ 1 w 314"/>
              <a:gd name="T45" fmla="*/ 113 h 355"/>
              <a:gd name="T46" fmla="*/ 0 w 314"/>
              <a:gd name="T47" fmla="*/ 122 h 355"/>
              <a:gd name="T48" fmla="*/ 1 w 314"/>
              <a:gd name="T49" fmla="*/ 145 h 355"/>
              <a:gd name="T50" fmla="*/ 13 w 314"/>
              <a:gd name="T51" fmla="*/ 225 h 355"/>
              <a:gd name="T52" fmla="*/ 17 w 314"/>
              <a:gd name="T53" fmla="*/ 245 h 355"/>
              <a:gd name="T54" fmla="*/ 21 w 314"/>
              <a:gd name="T55" fmla="*/ 264 h 355"/>
              <a:gd name="T56" fmla="*/ 26 w 314"/>
              <a:gd name="T57" fmla="*/ 275 h 355"/>
              <a:gd name="T58" fmla="*/ 44 w 314"/>
              <a:gd name="T59" fmla="*/ 306 h 355"/>
              <a:gd name="T60" fmla="*/ 52 w 314"/>
              <a:gd name="T61" fmla="*/ 315 h 355"/>
              <a:gd name="T62" fmla="*/ 72 w 314"/>
              <a:gd name="T63" fmla="*/ 333 h 355"/>
              <a:gd name="T64" fmla="*/ 95 w 314"/>
              <a:gd name="T65" fmla="*/ 348 h 355"/>
              <a:gd name="T66" fmla="*/ 121 w 314"/>
              <a:gd name="T67" fmla="*/ 355 h 355"/>
              <a:gd name="T68" fmla="*/ 133 w 314"/>
              <a:gd name="T69" fmla="*/ 354 h 355"/>
              <a:gd name="T70" fmla="*/ 129 w 314"/>
              <a:gd name="T71" fmla="*/ 347 h 355"/>
              <a:gd name="T72" fmla="*/ 115 w 314"/>
              <a:gd name="T73" fmla="*/ 313 h 355"/>
              <a:gd name="T74" fmla="*/ 105 w 314"/>
              <a:gd name="T75" fmla="*/ 281 h 355"/>
              <a:gd name="T76" fmla="*/ 101 w 314"/>
              <a:gd name="T77" fmla="*/ 264 h 355"/>
              <a:gd name="T78" fmla="*/ 99 w 314"/>
              <a:gd name="T79" fmla="*/ 222 h 355"/>
              <a:gd name="T80" fmla="*/ 99 w 314"/>
              <a:gd name="T81" fmla="*/ 192 h 355"/>
              <a:gd name="T82" fmla="*/ 107 w 314"/>
              <a:gd name="T83" fmla="*/ 175 h 355"/>
              <a:gd name="T84" fmla="*/ 123 w 314"/>
              <a:gd name="T85" fmla="*/ 160 h 355"/>
              <a:gd name="T86" fmla="*/ 142 w 314"/>
              <a:gd name="T87" fmla="*/ 150 h 355"/>
              <a:gd name="T88" fmla="*/ 163 w 314"/>
              <a:gd name="T89" fmla="*/ 144 h 355"/>
              <a:gd name="T90" fmla="*/ 173 w 314"/>
              <a:gd name="T91" fmla="*/ 141 h 355"/>
              <a:gd name="T92" fmla="*/ 202 w 314"/>
              <a:gd name="T93" fmla="*/ 142 h 355"/>
              <a:gd name="T94" fmla="*/ 241 w 314"/>
              <a:gd name="T95" fmla="*/ 147 h 355"/>
              <a:gd name="T96" fmla="*/ 254 w 314"/>
              <a:gd name="T97" fmla="*/ 148 h 355"/>
              <a:gd name="T98" fmla="*/ 292 w 314"/>
              <a:gd name="T99" fmla="*/ 147 h 355"/>
              <a:gd name="T100" fmla="*/ 301 w 314"/>
              <a:gd name="T101" fmla="*/ 133 h 355"/>
              <a:gd name="T102" fmla="*/ 309 w 314"/>
              <a:gd name="T103" fmla="*/ 114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14" h="355">
                <a:moveTo>
                  <a:pt x="309" y="114"/>
                </a:moveTo>
                <a:lnTo>
                  <a:pt x="309" y="114"/>
                </a:lnTo>
                <a:lnTo>
                  <a:pt x="313" y="101"/>
                </a:lnTo>
                <a:lnTo>
                  <a:pt x="314" y="89"/>
                </a:lnTo>
                <a:lnTo>
                  <a:pt x="313" y="77"/>
                </a:lnTo>
                <a:lnTo>
                  <a:pt x="310" y="67"/>
                </a:lnTo>
                <a:lnTo>
                  <a:pt x="307" y="58"/>
                </a:lnTo>
                <a:lnTo>
                  <a:pt x="301" y="49"/>
                </a:lnTo>
                <a:lnTo>
                  <a:pt x="293" y="42"/>
                </a:lnTo>
                <a:lnTo>
                  <a:pt x="286" y="35"/>
                </a:lnTo>
                <a:lnTo>
                  <a:pt x="278" y="29"/>
                </a:lnTo>
                <a:lnTo>
                  <a:pt x="269" y="24"/>
                </a:lnTo>
                <a:lnTo>
                  <a:pt x="251" y="15"/>
                </a:lnTo>
                <a:lnTo>
                  <a:pt x="234" y="9"/>
                </a:lnTo>
                <a:lnTo>
                  <a:pt x="222" y="6"/>
                </a:lnTo>
                <a:lnTo>
                  <a:pt x="222" y="6"/>
                </a:lnTo>
                <a:lnTo>
                  <a:pt x="211" y="3"/>
                </a:lnTo>
                <a:lnTo>
                  <a:pt x="200" y="2"/>
                </a:lnTo>
                <a:lnTo>
                  <a:pt x="177" y="1"/>
                </a:lnTo>
                <a:lnTo>
                  <a:pt x="177" y="1"/>
                </a:lnTo>
                <a:lnTo>
                  <a:pt x="162" y="0"/>
                </a:lnTo>
                <a:lnTo>
                  <a:pt x="146" y="0"/>
                </a:lnTo>
                <a:lnTo>
                  <a:pt x="130" y="1"/>
                </a:lnTo>
                <a:lnTo>
                  <a:pt x="116" y="4"/>
                </a:lnTo>
                <a:lnTo>
                  <a:pt x="116" y="4"/>
                </a:lnTo>
                <a:lnTo>
                  <a:pt x="100" y="9"/>
                </a:lnTo>
                <a:lnTo>
                  <a:pt x="94" y="13"/>
                </a:lnTo>
                <a:lnTo>
                  <a:pt x="87" y="17"/>
                </a:lnTo>
                <a:lnTo>
                  <a:pt x="81" y="21"/>
                </a:lnTo>
                <a:lnTo>
                  <a:pt x="75" y="26"/>
                </a:lnTo>
                <a:lnTo>
                  <a:pt x="70" y="32"/>
                </a:lnTo>
                <a:lnTo>
                  <a:pt x="65" y="40"/>
                </a:lnTo>
                <a:lnTo>
                  <a:pt x="65" y="40"/>
                </a:lnTo>
                <a:lnTo>
                  <a:pt x="59" y="54"/>
                </a:lnTo>
                <a:lnTo>
                  <a:pt x="53" y="69"/>
                </a:lnTo>
                <a:lnTo>
                  <a:pt x="49" y="75"/>
                </a:lnTo>
                <a:lnTo>
                  <a:pt x="44" y="81"/>
                </a:lnTo>
                <a:lnTo>
                  <a:pt x="40" y="85"/>
                </a:lnTo>
                <a:lnTo>
                  <a:pt x="33" y="88"/>
                </a:lnTo>
                <a:lnTo>
                  <a:pt x="33" y="88"/>
                </a:lnTo>
                <a:lnTo>
                  <a:pt x="20" y="92"/>
                </a:lnTo>
                <a:lnTo>
                  <a:pt x="20" y="92"/>
                </a:lnTo>
                <a:lnTo>
                  <a:pt x="13" y="94"/>
                </a:lnTo>
                <a:lnTo>
                  <a:pt x="8" y="100"/>
                </a:lnTo>
                <a:lnTo>
                  <a:pt x="3" y="106"/>
                </a:lnTo>
                <a:lnTo>
                  <a:pt x="1" y="113"/>
                </a:lnTo>
                <a:lnTo>
                  <a:pt x="1" y="113"/>
                </a:lnTo>
                <a:lnTo>
                  <a:pt x="0" y="122"/>
                </a:lnTo>
                <a:lnTo>
                  <a:pt x="0" y="129"/>
                </a:lnTo>
                <a:lnTo>
                  <a:pt x="1" y="145"/>
                </a:lnTo>
                <a:lnTo>
                  <a:pt x="1" y="145"/>
                </a:lnTo>
                <a:lnTo>
                  <a:pt x="13" y="225"/>
                </a:lnTo>
                <a:lnTo>
                  <a:pt x="13" y="225"/>
                </a:lnTo>
                <a:lnTo>
                  <a:pt x="17" y="245"/>
                </a:lnTo>
                <a:lnTo>
                  <a:pt x="19" y="255"/>
                </a:lnTo>
                <a:lnTo>
                  <a:pt x="21" y="264"/>
                </a:lnTo>
                <a:lnTo>
                  <a:pt x="21" y="264"/>
                </a:lnTo>
                <a:lnTo>
                  <a:pt x="26" y="275"/>
                </a:lnTo>
                <a:lnTo>
                  <a:pt x="31" y="285"/>
                </a:lnTo>
                <a:lnTo>
                  <a:pt x="44" y="306"/>
                </a:lnTo>
                <a:lnTo>
                  <a:pt x="44" y="306"/>
                </a:lnTo>
                <a:lnTo>
                  <a:pt x="52" y="315"/>
                </a:lnTo>
                <a:lnTo>
                  <a:pt x="61" y="325"/>
                </a:lnTo>
                <a:lnTo>
                  <a:pt x="72" y="333"/>
                </a:lnTo>
                <a:lnTo>
                  <a:pt x="83" y="342"/>
                </a:lnTo>
                <a:lnTo>
                  <a:pt x="95" y="348"/>
                </a:lnTo>
                <a:lnTo>
                  <a:pt x="108" y="353"/>
                </a:lnTo>
                <a:lnTo>
                  <a:pt x="121" y="355"/>
                </a:lnTo>
                <a:lnTo>
                  <a:pt x="127" y="355"/>
                </a:lnTo>
                <a:lnTo>
                  <a:pt x="133" y="354"/>
                </a:lnTo>
                <a:lnTo>
                  <a:pt x="133" y="354"/>
                </a:lnTo>
                <a:lnTo>
                  <a:pt x="129" y="347"/>
                </a:lnTo>
                <a:lnTo>
                  <a:pt x="119" y="326"/>
                </a:lnTo>
                <a:lnTo>
                  <a:pt x="115" y="313"/>
                </a:lnTo>
                <a:lnTo>
                  <a:pt x="110" y="298"/>
                </a:lnTo>
                <a:lnTo>
                  <a:pt x="105" y="281"/>
                </a:lnTo>
                <a:lnTo>
                  <a:pt x="101" y="264"/>
                </a:lnTo>
                <a:lnTo>
                  <a:pt x="101" y="264"/>
                </a:lnTo>
                <a:lnTo>
                  <a:pt x="100" y="245"/>
                </a:lnTo>
                <a:lnTo>
                  <a:pt x="99" y="222"/>
                </a:lnTo>
                <a:lnTo>
                  <a:pt x="99" y="192"/>
                </a:lnTo>
                <a:lnTo>
                  <a:pt x="99" y="192"/>
                </a:lnTo>
                <a:lnTo>
                  <a:pt x="102" y="183"/>
                </a:lnTo>
                <a:lnTo>
                  <a:pt x="107" y="175"/>
                </a:lnTo>
                <a:lnTo>
                  <a:pt x="115" y="166"/>
                </a:lnTo>
                <a:lnTo>
                  <a:pt x="123" y="160"/>
                </a:lnTo>
                <a:lnTo>
                  <a:pt x="133" y="154"/>
                </a:lnTo>
                <a:lnTo>
                  <a:pt x="142" y="150"/>
                </a:lnTo>
                <a:lnTo>
                  <a:pt x="152" y="146"/>
                </a:lnTo>
                <a:lnTo>
                  <a:pt x="163" y="144"/>
                </a:lnTo>
                <a:lnTo>
                  <a:pt x="163" y="144"/>
                </a:lnTo>
                <a:lnTo>
                  <a:pt x="173" y="141"/>
                </a:lnTo>
                <a:lnTo>
                  <a:pt x="182" y="141"/>
                </a:lnTo>
                <a:lnTo>
                  <a:pt x="202" y="142"/>
                </a:lnTo>
                <a:lnTo>
                  <a:pt x="222" y="145"/>
                </a:lnTo>
                <a:lnTo>
                  <a:pt x="241" y="147"/>
                </a:lnTo>
                <a:lnTo>
                  <a:pt x="241" y="147"/>
                </a:lnTo>
                <a:lnTo>
                  <a:pt x="254" y="148"/>
                </a:lnTo>
                <a:lnTo>
                  <a:pt x="267" y="148"/>
                </a:lnTo>
                <a:lnTo>
                  <a:pt x="292" y="147"/>
                </a:lnTo>
                <a:lnTo>
                  <a:pt x="292" y="147"/>
                </a:lnTo>
                <a:lnTo>
                  <a:pt x="301" y="133"/>
                </a:lnTo>
                <a:lnTo>
                  <a:pt x="309" y="114"/>
                </a:lnTo>
                <a:lnTo>
                  <a:pt x="309" y="114"/>
                </a:lnTo>
                <a:close/>
              </a:path>
            </a:pathLst>
          </a:custGeom>
          <a:solidFill>
            <a:srgbClr val="2D2B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340">
            <a:extLst>
              <a:ext uri="{FF2B5EF4-FFF2-40B4-BE49-F238E27FC236}">
                <a16:creationId xmlns:a16="http://schemas.microsoft.com/office/drawing/2014/main" id="{C5A88BFF-9BA4-1247-96F4-7FC33CAA983C}"/>
              </a:ext>
            </a:extLst>
          </p:cNvPr>
          <p:cNvSpPr>
            <a:spLocks/>
          </p:cNvSpPr>
          <p:nvPr/>
        </p:nvSpPr>
        <p:spPr bwMode="auto">
          <a:xfrm>
            <a:off x="1341187" y="2664040"/>
            <a:ext cx="160464" cy="160464"/>
          </a:xfrm>
          <a:custGeom>
            <a:avLst/>
            <a:gdLst>
              <a:gd name="T0" fmla="*/ 71 w 71"/>
              <a:gd name="T1" fmla="*/ 35 h 71"/>
              <a:gd name="T2" fmla="*/ 71 w 71"/>
              <a:gd name="T3" fmla="*/ 35 h 71"/>
              <a:gd name="T4" fmla="*/ 71 w 71"/>
              <a:gd name="T5" fmla="*/ 28 h 71"/>
              <a:gd name="T6" fmla="*/ 68 w 71"/>
              <a:gd name="T7" fmla="*/ 22 h 71"/>
              <a:gd name="T8" fmla="*/ 65 w 71"/>
              <a:gd name="T9" fmla="*/ 16 h 71"/>
              <a:gd name="T10" fmla="*/ 61 w 71"/>
              <a:gd name="T11" fmla="*/ 11 h 71"/>
              <a:gd name="T12" fmla="*/ 56 w 71"/>
              <a:gd name="T13" fmla="*/ 6 h 71"/>
              <a:gd name="T14" fmla="*/ 50 w 71"/>
              <a:gd name="T15" fmla="*/ 3 h 71"/>
              <a:gd name="T16" fmla="*/ 43 w 71"/>
              <a:gd name="T17" fmla="*/ 2 h 71"/>
              <a:gd name="T18" fmla="*/ 36 w 71"/>
              <a:gd name="T19" fmla="*/ 0 h 71"/>
              <a:gd name="T20" fmla="*/ 36 w 71"/>
              <a:gd name="T21" fmla="*/ 0 h 71"/>
              <a:gd name="T22" fmla="*/ 30 w 71"/>
              <a:gd name="T23" fmla="*/ 2 h 71"/>
              <a:gd name="T24" fmla="*/ 22 w 71"/>
              <a:gd name="T25" fmla="*/ 3 h 71"/>
              <a:gd name="T26" fmla="*/ 16 w 71"/>
              <a:gd name="T27" fmla="*/ 6 h 71"/>
              <a:gd name="T28" fmla="*/ 11 w 71"/>
              <a:gd name="T29" fmla="*/ 11 h 71"/>
              <a:gd name="T30" fmla="*/ 7 w 71"/>
              <a:gd name="T31" fmla="*/ 16 h 71"/>
              <a:gd name="T32" fmla="*/ 4 w 71"/>
              <a:gd name="T33" fmla="*/ 22 h 71"/>
              <a:gd name="T34" fmla="*/ 2 w 71"/>
              <a:gd name="T35" fmla="*/ 28 h 71"/>
              <a:gd name="T36" fmla="*/ 0 w 71"/>
              <a:gd name="T37" fmla="*/ 35 h 71"/>
              <a:gd name="T38" fmla="*/ 0 w 71"/>
              <a:gd name="T39" fmla="*/ 35 h 71"/>
              <a:gd name="T40" fmla="*/ 2 w 71"/>
              <a:gd name="T41" fmla="*/ 43 h 71"/>
              <a:gd name="T42" fmla="*/ 4 w 71"/>
              <a:gd name="T43" fmla="*/ 49 h 71"/>
              <a:gd name="T44" fmla="*/ 7 w 71"/>
              <a:gd name="T45" fmla="*/ 55 h 71"/>
              <a:gd name="T46" fmla="*/ 11 w 71"/>
              <a:gd name="T47" fmla="*/ 61 h 71"/>
              <a:gd name="T48" fmla="*/ 16 w 71"/>
              <a:gd name="T49" fmla="*/ 64 h 71"/>
              <a:gd name="T50" fmla="*/ 22 w 71"/>
              <a:gd name="T51" fmla="*/ 68 h 71"/>
              <a:gd name="T52" fmla="*/ 30 w 71"/>
              <a:gd name="T53" fmla="*/ 69 h 71"/>
              <a:gd name="T54" fmla="*/ 36 w 71"/>
              <a:gd name="T55" fmla="*/ 71 h 71"/>
              <a:gd name="T56" fmla="*/ 36 w 71"/>
              <a:gd name="T57" fmla="*/ 71 h 71"/>
              <a:gd name="T58" fmla="*/ 43 w 71"/>
              <a:gd name="T59" fmla="*/ 69 h 71"/>
              <a:gd name="T60" fmla="*/ 50 w 71"/>
              <a:gd name="T61" fmla="*/ 68 h 71"/>
              <a:gd name="T62" fmla="*/ 56 w 71"/>
              <a:gd name="T63" fmla="*/ 64 h 71"/>
              <a:gd name="T64" fmla="*/ 61 w 71"/>
              <a:gd name="T65" fmla="*/ 61 h 71"/>
              <a:gd name="T66" fmla="*/ 65 w 71"/>
              <a:gd name="T67" fmla="*/ 55 h 71"/>
              <a:gd name="T68" fmla="*/ 68 w 71"/>
              <a:gd name="T69" fmla="*/ 49 h 71"/>
              <a:gd name="T70" fmla="*/ 71 w 71"/>
              <a:gd name="T71" fmla="*/ 43 h 71"/>
              <a:gd name="T72" fmla="*/ 71 w 71"/>
              <a:gd name="T73" fmla="*/ 35 h 71"/>
              <a:gd name="T74" fmla="*/ 71 w 71"/>
              <a:gd name="T75" fmla="*/ 35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1" h="71">
                <a:moveTo>
                  <a:pt x="71" y="35"/>
                </a:moveTo>
                <a:lnTo>
                  <a:pt x="71" y="35"/>
                </a:lnTo>
                <a:lnTo>
                  <a:pt x="71" y="28"/>
                </a:lnTo>
                <a:lnTo>
                  <a:pt x="68" y="22"/>
                </a:lnTo>
                <a:lnTo>
                  <a:pt x="65" y="16"/>
                </a:lnTo>
                <a:lnTo>
                  <a:pt x="61" y="11"/>
                </a:lnTo>
                <a:lnTo>
                  <a:pt x="56" y="6"/>
                </a:lnTo>
                <a:lnTo>
                  <a:pt x="50" y="3"/>
                </a:lnTo>
                <a:lnTo>
                  <a:pt x="43" y="2"/>
                </a:lnTo>
                <a:lnTo>
                  <a:pt x="36" y="0"/>
                </a:lnTo>
                <a:lnTo>
                  <a:pt x="36" y="0"/>
                </a:lnTo>
                <a:lnTo>
                  <a:pt x="30" y="2"/>
                </a:lnTo>
                <a:lnTo>
                  <a:pt x="22" y="3"/>
                </a:lnTo>
                <a:lnTo>
                  <a:pt x="16" y="6"/>
                </a:lnTo>
                <a:lnTo>
                  <a:pt x="11" y="11"/>
                </a:lnTo>
                <a:lnTo>
                  <a:pt x="7" y="16"/>
                </a:lnTo>
                <a:lnTo>
                  <a:pt x="4" y="22"/>
                </a:lnTo>
                <a:lnTo>
                  <a:pt x="2" y="28"/>
                </a:lnTo>
                <a:lnTo>
                  <a:pt x="0" y="35"/>
                </a:lnTo>
                <a:lnTo>
                  <a:pt x="0" y="35"/>
                </a:lnTo>
                <a:lnTo>
                  <a:pt x="2" y="43"/>
                </a:lnTo>
                <a:lnTo>
                  <a:pt x="4" y="49"/>
                </a:lnTo>
                <a:lnTo>
                  <a:pt x="7" y="55"/>
                </a:lnTo>
                <a:lnTo>
                  <a:pt x="11" y="61"/>
                </a:lnTo>
                <a:lnTo>
                  <a:pt x="16" y="64"/>
                </a:lnTo>
                <a:lnTo>
                  <a:pt x="22" y="68"/>
                </a:lnTo>
                <a:lnTo>
                  <a:pt x="30" y="69"/>
                </a:lnTo>
                <a:lnTo>
                  <a:pt x="36" y="71"/>
                </a:lnTo>
                <a:lnTo>
                  <a:pt x="36" y="71"/>
                </a:lnTo>
                <a:lnTo>
                  <a:pt x="43" y="69"/>
                </a:lnTo>
                <a:lnTo>
                  <a:pt x="50" y="68"/>
                </a:lnTo>
                <a:lnTo>
                  <a:pt x="56" y="64"/>
                </a:lnTo>
                <a:lnTo>
                  <a:pt x="61" y="61"/>
                </a:lnTo>
                <a:lnTo>
                  <a:pt x="65" y="55"/>
                </a:lnTo>
                <a:lnTo>
                  <a:pt x="68" y="49"/>
                </a:lnTo>
                <a:lnTo>
                  <a:pt x="71" y="43"/>
                </a:lnTo>
                <a:lnTo>
                  <a:pt x="71" y="35"/>
                </a:lnTo>
                <a:lnTo>
                  <a:pt x="71" y="35"/>
                </a:lnTo>
                <a:close/>
              </a:path>
            </a:pathLst>
          </a:custGeom>
          <a:solidFill>
            <a:srgbClr val="FFD6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341">
            <a:extLst>
              <a:ext uri="{FF2B5EF4-FFF2-40B4-BE49-F238E27FC236}">
                <a16:creationId xmlns:a16="http://schemas.microsoft.com/office/drawing/2014/main" id="{3421EF72-BF9B-5E4F-8CE1-F466C65A5EAA}"/>
              </a:ext>
            </a:extLst>
          </p:cNvPr>
          <p:cNvSpPr>
            <a:spLocks/>
          </p:cNvSpPr>
          <p:nvPr/>
        </p:nvSpPr>
        <p:spPr bwMode="auto">
          <a:xfrm>
            <a:off x="1396203" y="2549426"/>
            <a:ext cx="573081" cy="531818"/>
          </a:xfrm>
          <a:custGeom>
            <a:avLst/>
            <a:gdLst>
              <a:gd name="T0" fmla="*/ 246 w 249"/>
              <a:gd name="T1" fmla="*/ 136 h 233"/>
              <a:gd name="T2" fmla="*/ 238 w 249"/>
              <a:gd name="T3" fmla="*/ 131 h 233"/>
              <a:gd name="T4" fmla="*/ 233 w 249"/>
              <a:gd name="T5" fmla="*/ 130 h 233"/>
              <a:gd name="T6" fmla="*/ 222 w 249"/>
              <a:gd name="T7" fmla="*/ 135 h 233"/>
              <a:gd name="T8" fmla="*/ 200 w 249"/>
              <a:gd name="T9" fmla="*/ 162 h 233"/>
              <a:gd name="T10" fmla="*/ 188 w 249"/>
              <a:gd name="T11" fmla="*/ 170 h 233"/>
              <a:gd name="T12" fmla="*/ 181 w 249"/>
              <a:gd name="T13" fmla="*/ 171 h 233"/>
              <a:gd name="T14" fmla="*/ 168 w 249"/>
              <a:gd name="T15" fmla="*/ 170 h 233"/>
              <a:gd name="T16" fmla="*/ 158 w 249"/>
              <a:gd name="T17" fmla="*/ 170 h 233"/>
              <a:gd name="T18" fmla="*/ 112 w 249"/>
              <a:gd name="T19" fmla="*/ 174 h 233"/>
              <a:gd name="T20" fmla="*/ 99 w 249"/>
              <a:gd name="T21" fmla="*/ 175 h 233"/>
              <a:gd name="T22" fmla="*/ 88 w 249"/>
              <a:gd name="T23" fmla="*/ 171 h 233"/>
              <a:gd name="T24" fmla="*/ 82 w 249"/>
              <a:gd name="T25" fmla="*/ 168 h 233"/>
              <a:gd name="T26" fmla="*/ 70 w 249"/>
              <a:gd name="T27" fmla="*/ 152 h 233"/>
              <a:gd name="T28" fmla="*/ 50 w 249"/>
              <a:gd name="T29" fmla="*/ 113 h 233"/>
              <a:gd name="T30" fmla="*/ 30 w 249"/>
              <a:gd name="T31" fmla="*/ 55 h 233"/>
              <a:gd name="T32" fmla="*/ 12 w 249"/>
              <a:gd name="T33" fmla="*/ 0 h 233"/>
              <a:gd name="T34" fmla="*/ 6 w 249"/>
              <a:gd name="T35" fmla="*/ 27 h 233"/>
              <a:gd name="T36" fmla="*/ 5 w 249"/>
              <a:gd name="T37" fmla="*/ 35 h 233"/>
              <a:gd name="T38" fmla="*/ 0 w 249"/>
              <a:gd name="T39" fmla="*/ 46 h 233"/>
              <a:gd name="T40" fmla="*/ 1 w 249"/>
              <a:gd name="T41" fmla="*/ 52 h 233"/>
              <a:gd name="T42" fmla="*/ 3 w 249"/>
              <a:gd name="T43" fmla="*/ 56 h 233"/>
              <a:gd name="T44" fmla="*/ 8 w 249"/>
              <a:gd name="T45" fmla="*/ 69 h 233"/>
              <a:gd name="T46" fmla="*/ 8 w 249"/>
              <a:gd name="T47" fmla="*/ 75 h 233"/>
              <a:gd name="T48" fmla="*/ 19 w 249"/>
              <a:gd name="T49" fmla="*/ 110 h 233"/>
              <a:gd name="T50" fmla="*/ 35 w 249"/>
              <a:gd name="T51" fmla="*/ 146 h 233"/>
              <a:gd name="T52" fmla="*/ 40 w 249"/>
              <a:gd name="T53" fmla="*/ 153 h 233"/>
              <a:gd name="T54" fmla="*/ 88 w 249"/>
              <a:gd name="T55" fmla="*/ 203 h 233"/>
              <a:gd name="T56" fmla="*/ 111 w 249"/>
              <a:gd name="T57" fmla="*/ 221 h 233"/>
              <a:gd name="T58" fmla="*/ 118 w 249"/>
              <a:gd name="T59" fmla="*/ 223 h 233"/>
              <a:gd name="T60" fmla="*/ 140 w 249"/>
              <a:gd name="T61" fmla="*/ 231 h 233"/>
              <a:gd name="T62" fmla="*/ 158 w 249"/>
              <a:gd name="T63" fmla="*/ 233 h 233"/>
              <a:gd name="T64" fmla="*/ 179 w 249"/>
              <a:gd name="T65" fmla="*/ 232 h 233"/>
              <a:gd name="T66" fmla="*/ 190 w 249"/>
              <a:gd name="T67" fmla="*/ 228 h 233"/>
              <a:gd name="T68" fmla="*/ 203 w 249"/>
              <a:gd name="T69" fmla="*/ 220 h 233"/>
              <a:gd name="T70" fmla="*/ 226 w 249"/>
              <a:gd name="T71" fmla="*/ 195 h 233"/>
              <a:gd name="T72" fmla="*/ 243 w 249"/>
              <a:gd name="T73" fmla="*/ 166 h 233"/>
              <a:gd name="T74" fmla="*/ 249 w 249"/>
              <a:gd name="T75" fmla="*/ 143 h 233"/>
              <a:gd name="T76" fmla="*/ 246 w 249"/>
              <a:gd name="T77" fmla="*/ 136 h 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49" h="233">
                <a:moveTo>
                  <a:pt x="246" y="136"/>
                </a:moveTo>
                <a:lnTo>
                  <a:pt x="246" y="136"/>
                </a:lnTo>
                <a:lnTo>
                  <a:pt x="243" y="133"/>
                </a:lnTo>
                <a:lnTo>
                  <a:pt x="238" y="131"/>
                </a:lnTo>
                <a:lnTo>
                  <a:pt x="233" y="130"/>
                </a:lnTo>
                <a:lnTo>
                  <a:pt x="233" y="130"/>
                </a:lnTo>
                <a:lnTo>
                  <a:pt x="227" y="131"/>
                </a:lnTo>
                <a:lnTo>
                  <a:pt x="222" y="135"/>
                </a:lnTo>
                <a:lnTo>
                  <a:pt x="211" y="148"/>
                </a:lnTo>
                <a:lnTo>
                  <a:pt x="200" y="162"/>
                </a:lnTo>
                <a:lnTo>
                  <a:pt x="194" y="166"/>
                </a:lnTo>
                <a:lnTo>
                  <a:pt x="188" y="170"/>
                </a:lnTo>
                <a:lnTo>
                  <a:pt x="188" y="170"/>
                </a:lnTo>
                <a:lnTo>
                  <a:pt x="181" y="171"/>
                </a:lnTo>
                <a:lnTo>
                  <a:pt x="175" y="171"/>
                </a:lnTo>
                <a:lnTo>
                  <a:pt x="168" y="170"/>
                </a:lnTo>
                <a:lnTo>
                  <a:pt x="158" y="170"/>
                </a:lnTo>
                <a:lnTo>
                  <a:pt x="158" y="170"/>
                </a:lnTo>
                <a:lnTo>
                  <a:pt x="129" y="171"/>
                </a:lnTo>
                <a:lnTo>
                  <a:pt x="112" y="174"/>
                </a:lnTo>
                <a:lnTo>
                  <a:pt x="105" y="175"/>
                </a:lnTo>
                <a:lnTo>
                  <a:pt x="99" y="175"/>
                </a:lnTo>
                <a:lnTo>
                  <a:pt x="94" y="174"/>
                </a:lnTo>
                <a:lnTo>
                  <a:pt x="88" y="171"/>
                </a:lnTo>
                <a:lnTo>
                  <a:pt x="88" y="171"/>
                </a:lnTo>
                <a:lnTo>
                  <a:pt x="82" y="168"/>
                </a:lnTo>
                <a:lnTo>
                  <a:pt x="76" y="160"/>
                </a:lnTo>
                <a:lnTo>
                  <a:pt x="70" y="152"/>
                </a:lnTo>
                <a:lnTo>
                  <a:pt x="64" y="140"/>
                </a:lnTo>
                <a:lnTo>
                  <a:pt x="50" y="113"/>
                </a:lnTo>
                <a:lnTo>
                  <a:pt x="40" y="84"/>
                </a:lnTo>
                <a:lnTo>
                  <a:pt x="30" y="55"/>
                </a:lnTo>
                <a:lnTo>
                  <a:pt x="21" y="29"/>
                </a:lnTo>
                <a:lnTo>
                  <a:pt x="12" y="0"/>
                </a:lnTo>
                <a:lnTo>
                  <a:pt x="6" y="27"/>
                </a:lnTo>
                <a:lnTo>
                  <a:pt x="6" y="27"/>
                </a:lnTo>
                <a:lnTo>
                  <a:pt x="6" y="31"/>
                </a:lnTo>
                <a:lnTo>
                  <a:pt x="5" y="35"/>
                </a:lnTo>
                <a:lnTo>
                  <a:pt x="1" y="41"/>
                </a:lnTo>
                <a:lnTo>
                  <a:pt x="0" y="46"/>
                </a:lnTo>
                <a:lnTo>
                  <a:pt x="0" y="49"/>
                </a:lnTo>
                <a:lnTo>
                  <a:pt x="1" y="52"/>
                </a:lnTo>
                <a:lnTo>
                  <a:pt x="1" y="52"/>
                </a:lnTo>
                <a:lnTo>
                  <a:pt x="3" y="56"/>
                </a:lnTo>
                <a:lnTo>
                  <a:pt x="6" y="62"/>
                </a:lnTo>
                <a:lnTo>
                  <a:pt x="8" y="69"/>
                </a:lnTo>
                <a:lnTo>
                  <a:pt x="8" y="75"/>
                </a:lnTo>
                <a:lnTo>
                  <a:pt x="8" y="75"/>
                </a:lnTo>
                <a:lnTo>
                  <a:pt x="12" y="87"/>
                </a:lnTo>
                <a:lnTo>
                  <a:pt x="19" y="110"/>
                </a:lnTo>
                <a:lnTo>
                  <a:pt x="30" y="136"/>
                </a:lnTo>
                <a:lnTo>
                  <a:pt x="35" y="146"/>
                </a:lnTo>
                <a:lnTo>
                  <a:pt x="40" y="153"/>
                </a:lnTo>
                <a:lnTo>
                  <a:pt x="40" y="153"/>
                </a:lnTo>
                <a:lnTo>
                  <a:pt x="67" y="182"/>
                </a:lnTo>
                <a:lnTo>
                  <a:pt x="88" y="203"/>
                </a:lnTo>
                <a:lnTo>
                  <a:pt x="105" y="216"/>
                </a:lnTo>
                <a:lnTo>
                  <a:pt x="111" y="221"/>
                </a:lnTo>
                <a:lnTo>
                  <a:pt x="118" y="223"/>
                </a:lnTo>
                <a:lnTo>
                  <a:pt x="118" y="223"/>
                </a:lnTo>
                <a:lnTo>
                  <a:pt x="132" y="228"/>
                </a:lnTo>
                <a:lnTo>
                  <a:pt x="140" y="231"/>
                </a:lnTo>
                <a:lnTo>
                  <a:pt x="148" y="233"/>
                </a:lnTo>
                <a:lnTo>
                  <a:pt x="158" y="233"/>
                </a:lnTo>
                <a:lnTo>
                  <a:pt x="168" y="233"/>
                </a:lnTo>
                <a:lnTo>
                  <a:pt x="179" y="232"/>
                </a:lnTo>
                <a:lnTo>
                  <a:pt x="190" y="228"/>
                </a:lnTo>
                <a:lnTo>
                  <a:pt x="190" y="228"/>
                </a:lnTo>
                <a:lnTo>
                  <a:pt x="196" y="225"/>
                </a:lnTo>
                <a:lnTo>
                  <a:pt x="203" y="220"/>
                </a:lnTo>
                <a:lnTo>
                  <a:pt x="215" y="209"/>
                </a:lnTo>
                <a:lnTo>
                  <a:pt x="226" y="195"/>
                </a:lnTo>
                <a:lnTo>
                  <a:pt x="236" y="181"/>
                </a:lnTo>
                <a:lnTo>
                  <a:pt x="243" y="166"/>
                </a:lnTo>
                <a:lnTo>
                  <a:pt x="246" y="153"/>
                </a:lnTo>
                <a:lnTo>
                  <a:pt x="249" y="143"/>
                </a:lnTo>
                <a:lnTo>
                  <a:pt x="248" y="139"/>
                </a:lnTo>
                <a:lnTo>
                  <a:pt x="246" y="136"/>
                </a:lnTo>
                <a:lnTo>
                  <a:pt x="246" y="136"/>
                </a:lnTo>
                <a:close/>
              </a:path>
            </a:pathLst>
          </a:custGeom>
          <a:solidFill>
            <a:srgbClr val="2D2B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342">
            <a:extLst>
              <a:ext uri="{FF2B5EF4-FFF2-40B4-BE49-F238E27FC236}">
                <a16:creationId xmlns:a16="http://schemas.microsoft.com/office/drawing/2014/main" id="{2C8F08B6-3907-3344-8090-BE4C9FE39AAA}"/>
              </a:ext>
            </a:extLst>
          </p:cNvPr>
          <p:cNvSpPr>
            <a:spLocks/>
          </p:cNvSpPr>
          <p:nvPr/>
        </p:nvSpPr>
        <p:spPr bwMode="auto">
          <a:xfrm>
            <a:off x="901061" y="4319097"/>
            <a:ext cx="183386" cy="1150746"/>
          </a:xfrm>
          <a:custGeom>
            <a:avLst/>
            <a:gdLst>
              <a:gd name="T0" fmla="*/ 6 w 81"/>
              <a:gd name="T1" fmla="*/ 496 h 503"/>
              <a:gd name="T2" fmla="*/ 6 w 81"/>
              <a:gd name="T3" fmla="*/ 496 h 503"/>
              <a:gd name="T4" fmla="*/ 23 w 81"/>
              <a:gd name="T5" fmla="*/ 503 h 503"/>
              <a:gd name="T6" fmla="*/ 81 w 81"/>
              <a:gd name="T7" fmla="*/ 0 h 503"/>
              <a:gd name="T8" fmla="*/ 0 w 81"/>
              <a:gd name="T9" fmla="*/ 33 h 503"/>
              <a:gd name="T10" fmla="*/ 0 w 81"/>
              <a:gd name="T11" fmla="*/ 33 h 503"/>
              <a:gd name="T12" fmla="*/ 2 w 81"/>
              <a:gd name="T13" fmla="*/ 149 h 503"/>
              <a:gd name="T14" fmla="*/ 5 w 81"/>
              <a:gd name="T15" fmla="*/ 266 h 503"/>
              <a:gd name="T16" fmla="*/ 5 w 81"/>
              <a:gd name="T17" fmla="*/ 380 h 503"/>
              <a:gd name="T18" fmla="*/ 5 w 81"/>
              <a:gd name="T19" fmla="*/ 486 h 503"/>
              <a:gd name="T20" fmla="*/ 6 w 81"/>
              <a:gd name="T21" fmla="*/ 496 h 5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1" h="503">
                <a:moveTo>
                  <a:pt x="6" y="496"/>
                </a:moveTo>
                <a:lnTo>
                  <a:pt x="6" y="496"/>
                </a:lnTo>
                <a:lnTo>
                  <a:pt x="23" y="503"/>
                </a:lnTo>
                <a:lnTo>
                  <a:pt x="81" y="0"/>
                </a:lnTo>
                <a:lnTo>
                  <a:pt x="0" y="33"/>
                </a:lnTo>
                <a:lnTo>
                  <a:pt x="0" y="33"/>
                </a:lnTo>
                <a:lnTo>
                  <a:pt x="2" y="149"/>
                </a:lnTo>
                <a:lnTo>
                  <a:pt x="5" y="266"/>
                </a:lnTo>
                <a:lnTo>
                  <a:pt x="5" y="380"/>
                </a:lnTo>
                <a:lnTo>
                  <a:pt x="5" y="486"/>
                </a:lnTo>
                <a:lnTo>
                  <a:pt x="6" y="496"/>
                </a:lnTo>
                <a:close/>
              </a:path>
            </a:pathLst>
          </a:custGeom>
          <a:solidFill>
            <a:srgbClr val="028C8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343">
            <a:extLst>
              <a:ext uri="{FF2B5EF4-FFF2-40B4-BE49-F238E27FC236}">
                <a16:creationId xmlns:a16="http://schemas.microsoft.com/office/drawing/2014/main" id="{235DCD85-E4FB-E041-869B-7F7F9C706E35}"/>
              </a:ext>
            </a:extLst>
          </p:cNvPr>
          <p:cNvSpPr>
            <a:spLocks/>
          </p:cNvSpPr>
          <p:nvPr/>
        </p:nvSpPr>
        <p:spPr bwMode="auto">
          <a:xfrm>
            <a:off x="1455801" y="3172937"/>
            <a:ext cx="325511" cy="265909"/>
          </a:xfrm>
          <a:custGeom>
            <a:avLst/>
            <a:gdLst>
              <a:gd name="T0" fmla="*/ 5 w 142"/>
              <a:gd name="T1" fmla="*/ 1 h 116"/>
              <a:gd name="T2" fmla="*/ 0 w 142"/>
              <a:gd name="T3" fmla="*/ 116 h 116"/>
              <a:gd name="T4" fmla="*/ 142 w 142"/>
              <a:gd name="T5" fmla="*/ 103 h 116"/>
              <a:gd name="T6" fmla="*/ 15 w 142"/>
              <a:gd name="T7" fmla="*/ 0 h 116"/>
              <a:gd name="T8" fmla="*/ 5 w 142"/>
              <a:gd name="T9" fmla="*/ 1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2" h="116">
                <a:moveTo>
                  <a:pt x="5" y="1"/>
                </a:moveTo>
                <a:lnTo>
                  <a:pt x="0" y="116"/>
                </a:lnTo>
                <a:lnTo>
                  <a:pt x="142" y="103"/>
                </a:lnTo>
                <a:lnTo>
                  <a:pt x="15" y="0"/>
                </a:lnTo>
                <a:lnTo>
                  <a:pt x="5" y="1"/>
                </a:lnTo>
                <a:close/>
              </a:path>
            </a:pathLst>
          </a:custGeom>
          <a:solidFill>
            <a:srgbClr val="ED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344">
            <a:extLst>
              <a:ext uri="{FF2B5EF4-FFF2-40B4-BE49-F238E27FC236}">
                <a16:creationId xmlns:a16="http://schemas.microsoft.com/office/drawing/2014/main" id="{45A77FF2-A960-CC4A-ABCA-601FB6DE9277}"/>
              </a:ext>
            </a:extLst>
          </p:cNvPr>
          <p:cNvSpPr>
            <a:spLocks/>
          </p:cNvSpPr>
          <p:nvPr/>
        </p:nvSpPr>
        <p:spPr bwMode="auto">
          <a:xfrm>
            <a:off x="1781312" y="3168351"/>
            <a:ext cx="256740" cy="252157"/>
          </a:xfrm>
          <a:custGeom>
            <a:avLst/>
            <a:gdLst>
              <a:gd name="T0" fmla="*/ 59 w 111"/>
              <a:gd name="T1" fmla="*/ 0 h 110"/>
              <a:gd name="T2" fmla="*/ 111 w 111"/>
              <a:gd name="T3" fmla="*/ 110 h 110"/>
              <a:gd name="T4" fmla="*/ 0 w 111"/>
              <a:gd name="T5" fmla="*/ 105 h 110"/>
              <a:gd name="T6" fmla="*/ 59 w 111"/>
              <a:gd name="T7" fmla="*/ 0 h 110"/>
              <a:gd name="T8" fmla="*/ 59 w 111"/>
              <a:gd name="T9" fmla="*/ 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1" h="110">
                <a:moveTo>
                  <a:pt x="59" y="0"/>
                </a:moveTo>
                <a:lnTo>
                  <a:pt x="111" y="110"/>
                </a:lnTo>
                <a:lnTo>
                  <a:pt x="0" y="105"/>
                </a:lnTo>
                <a:lnTo>
                  <a:pt x="59" y="0"/>
                </a:lnTo>
                <a:lnTo>
                  <a:pt x="59" y="0"/>
                </a:lnTo>
                <a:close/>
              </a:path>
            </a:pathLst>
          </a:custGeom>
          <a:solidFill>
            <a:srgbClr val="ED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345">
            <a:extLst>
              <a:ext uri="{FF2B5EF4-FFF2-40B4-BE49-F238E27FC236}">
                <a16:creationId xmlns:a16="http://schemas.microsoft.com/office/drawing/2014/main" id="{07596B88-6616-6144-A7FE-EDAB7CE49BEF}"/>
              </a:ext>
            </a:extLst>
          </p:cNvPr>
          <p:cNvSpPr>
            <a:spLocks/>
          </p:cNvSpPr>
          <p:nvPr/>
        </p:nvSpPr>
        <p:spPr bwMode="auto">
          <a:xfrm>
            <a:off x="-460578" y="3305890"/>
            <a:ext cx="1953057" cy="2324414"/>
          </a:xfrm>
          <a:custGeom>
            <a:avLst/>
            <a:gdLst>
              <a:gd name="T0" fmla="*/ 377 w 852"/>
              <a:gd name="T1" fmla="*/ 700 h 1013"/>
              <a:gd name="T2" fmla="*/ 419 w 852"/>
              <a:gd name="T3" fmla="*/ 732 h 1013"/>
              <a:gd name="T4" fmla="*/ 485 w 852"/>
              <a:gd name="T5" fmla="*/ 787 h 1013"/>
              <a:gd name="T6" fmla="*/ 535 w 852"/>
              <a:gd name="T7" fmla="*/ 833 h 1013"/>
              <a:gd name="T8" fmla="*/ 581 w 852"/>
              <a:gd name="T9" fmla="*/ 881 h 1013"/>
              <a:gd name="T10" fmla="*/ 617 w 852"/>
              <a:gd name="T11" fmla="*/ 929 h 1013"/>
              <a:gd name="T12" fmla="*/ 629 w 852"/>
              <a:gd name="T13" fmla="*/ 952 h 1013"/>
              <a:gd name="T14" fmla="*/ 637 w 852"/>
              <a:gd name="T15" fmla="*/ 973 h 1013"/>
              <a:gd name="T16" fmla="*/ 638 w 852"/>
              <a:gd name="T17" fmla="*/ 993 h 1013"/>
              <a:gd name="T18" fmla="*/ 635 w 852"/>
              <a:gd name="T19" fmla="*/ 999 h 1013"/>
              <a:gd name="T20" fmla="*/ 623 w 852"/>
              <a:gd name="T21" fmla="*/ 1008 h 1013"/>
              <a:gd name="T22" fmla="*/ 604 w 852"/>
              <a:gd name="T23" fmla="*/ 1013 h 1013"/>
              <a:gd name="T24" fmla="*/ 576 w 852"/>
              <a:gd name="T25" fmla="*/ 1013 h 1013"/>
              <a:gd name="T26" fmla="*/ 522 w 852"/>
              <a:gd name="T27" fmla="*/ 1007 h 1013"/>
              <a:gd name="T28" fmla="*/ 432 w 852"/>
              <a:gd name="T29" fmla="*/ 987 h 1013"/>
              <a:gd name="T30" fmla="*/ 332 w 852"/>
              <a:gd name="T31" fmla="*/ 955 h 1013"/>
              <a:gd name="T32" fmla="*/ 229 w 852"/>
              <a:gd name="T33" fmla="*/ 914 h 1013"/>
              <a:gd name="T34" fmla="*/ 132 w 852"/>
              <a:gd name="T35" fmla="*/ 866 h 1013"/>
              <a:gd name="T36" fmla="*/ 89 w 852"/>
              <a:gd name="T37" fmla="*/ 840 h 1013"/>
              <a:gd name="T38" fmla="*/ 50 w 852"/>
              <a:gd name="T39" fmla="*/ 814 h 1013"/>
              <a:gd name="T40" fmla="*/ 17 w 852"/>
              <a:gd name="T41" fmla="*/ 786 h 1013"/>
              <a:gd name="T42" fmla="*/ 11 w 852"/>
              <a:gd name="T43" fmla="*/ 779 h 1013"/>
              <a:gd name="T44" fmla="*/ 4 w 852"/>
              <a:gd name="T45" fmla="*/ 762 h 1013"/>
              <a:gd name="T46" fmla="*/ 0 w 852"/>
              <a:gd name="T47" fmla="*/ 740 h 1013"/>
              <a:gd name="T48" fmla="*/ 3 w 852"/>
              <a:gd name="T49" fmla="*/ 716 h 1013"/>
              <a:gd name="T50" fmla="*/ 9 w 852"/>
              <a:gd name="T51" fmla="*/ 688 h 1013"/>
              <a:gd name="T52" fmla="*/ 26 w 852"/>
              <a:gd name="T53" fmla="*/ 642 h 1013"/>
              <a:gd name="T54" fmla="*/ 58 w 852"/>
              <a:gd name="T55" fmla="*/ 574 h 1013"/>
              <a:gd name="T56" fmla="*/ 101 w 852"/>
              <a:gd name="T57" fmla="*/ 503 h 1013"/>
              <a:gd name="T58" fmla="*/ 147 w 852"/>
              <a:gd name="T59" fmla="*/ 434 h 1013"/>
              <a:gd name="T60" fmla="*/ 195 w 852"/>
              <a:gd name="T61" fmla="*/ 368 h 1013"/>
              <a:gd name="T62" fmla="*/ 240 w 852"/>
              <a:gd name="T63" fmla="*/ 311 h 1013"/>
              <a:gd name="T64" fmla="*/ 283 w 852"/>
              <a:gd name="T65" fmla="*/ 260 h 1013"/>
              <a:gd name="T66" fmla="*/ 364 w 852"/>
              <a:gd name="T67" fmla="*/ 174 h 1013"/>
              <a:gd name="T68" fmla="*/ 437 w 852"/>
              <a:gd name="T69" fmla="*/ 108 h 1013"/>
              <a:gd name="T70" fmla="*/ 504 w 852"/>
              <a:gd name="T71" fmla="*/ 59 h 1013"/>
              <a:gd name="T72" fmla="*/ 564 w 852"/>
              <a:gd name="T73" fmla="*/ 27 h 1013"/>
              <a:gd name="T74" fmla="*/ 616 w 852"/>
              <a:gd name="T75" fmla="*/ 7 h 1013"/>
              <a:gd name="T76" fmla="*/ 663 w 852"/>
              <a:gd name="T77" fmla="*/ 0 h 1013"/>
              <a:gd name="T78" fmla="*/ 704 w 852"/>
              <a:gd name="T79" fmla="*/ 2 h 1013"/>
              <a:gd name="T80" fmla="*/ 739 w 852"/>
              <a:gd name="T81" fmla="*/ 12 h 1013"/>
              <a:gd name="T82" fmla="*/ 770 w 852"/>
              <a:gd name="T83" fmla="*/ 28 h 1013"/>
              <a:gd name="T84" fmla="*/ 795 w 852"/>
              <a:gd name="T85" fmla="*/ 47 h 1013"/>
              <a:gd name="T86" fmla="*/ 814 w 852"/>
              <a:gd name="T87" fmla="*/ 69 h 1013"/>
              <a:gd name="T88" fmla="*/ 836 w 852"/>
              <a:gd name="T89" fmla="*/ 99 h 1013"/>
              <a:gd name="T90" fmla="*/ 852 w 852"/>
              <a:gd name="T91" fmla="*/ 132 h 1013"/>
              <a:gd name="T92" fmla="*/ 647 w 852"/>
              <a:gd name="T93" fmla="*/ 418 h 1013"/>
              <a:gd name="T94" fmla="*/ 604 w 852"/>
              <a:gd name="T95" fmla="*/ 465 h 1013"/>
              <a:gd name="T96" fmla="*/ 377 w 852"/>
              <a:gd name="T97" fmla="*/ 700 h 10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52" h="1013">
                <a:moveTo>
                  <a:pt x="377" y="700"/>
                </a:moveTo>
                <a:lnTo>
                  <a:pt x="377" y="700"/>
                </a:lnTo>
                <a:lnTo>
                  <a:pt x="389" y="709"/>
                </a:lnTo>
                <a:lnTo>
                  <a:pt x="419" y="732"/>
                </a:lnTo>
                <a:lnTo>
                  <a:pt x="461" y="767"/>
                </a:lnTo>
                <a:lnTo>
                  <a:pt x="485" y="787"/>
                </a:lnTo>
                <a:lnTo>
                  <a:pt x="511" y="810"/>
                </a:lnTo>
                <a:lnTo>
                  <a:pt x="535" y="833"/>
                </a:lnTo>
                <a:lnTo>
                  <a:pt x="559" y="857"/>
                </a:lnTo>
                <a:lnTo>
                  <a:pt x="581" y="881"/>
                </a:lnTo>
                <a:lnTo>
                  <a:pt x="600" y="906"/>
                </a:lnTo>
                <a:lnTo>
                  <a:pt x="617" y="929"/>
                </a:lnTo>
                <a:lnTo>
                  <a:pt x="623" y="941"/>
                </a:lnTo>
                <a:lnTo>
                  <a:pt x="629" y="952"/>
                </a:lnTo>
                <a:lnTo>
                  <a:pt x="633" y="962"/>
                </a:lnTo>
                <a:lnTo>
                  <a:pt x="637" y="973"/>
                </a:lnTo>
                <a:lnTo>
                  <a:pt x="638" y="983"/>
                </a:lnTo>
                <a:lnTo>
                  <a:pt x="638" y="993"/>
                </a:lnTo>
                <a:lnTo>
                  <a:pt x="638" y="993"/>
                </a:lnTo>
                <a:lnTo>
                  <a:pt x="635" y="999"/>
                </a:lnTo>
                <a:lnTo>
                  <a:pt x="630" y="1004"/>
                </a:lnTo>
                <a:lnTo>
                  <a:pt x="623" y="1008"/>
                </a:lnTo>
                <a:lnTo>
                  <a:pt x="615" y="1011"/>
                </a:lnTo>
                <a:lnTo>
                  <a:pt x="604" y="1013"/>
                </a:lnTo>
                <a:lnTo>
                  <a:pt x="591" y="1013"/>
                </a:lnTo>
                <a:lnTo>
                  <a:pt x="576" y="1013"/>
                </a:lnTo>
                <a:lnTo>
                  <a:pt x="559" y="1012"/>
                </a:lnTo>
                <a:lnTo>
                  <a:pt x="522" y="1007"/>
                </a:lnTo>
                <a:lnTo>
                  <a:pt x="479" y="999"/>
                </a:lnTo>
                <a:lnTo>
                  <a:pt x="432" y="987"/>
                </a:lnTo>
                <a:lnTo>
                  <a:pt x="383" y="972"/>
                </a:lnTo>
                <a:lnTo>
                  <a:pt x="332" y="955"/>
                </a:lnTo>
                <a:lnTo>
                  <a:pt x="280" y="936"/>
                </a:lnTo>
                <a:lnTo>
                  <a:pt x="229" y="914"/>
                </a:lnTo>
                <a:lnTo>
                  <a:pt x="179" y="891"/>
                </a:lnTo>
                <a:lnTo>
                  <a:pt x="132" y="866"/>
                </a:lnTo>
                <a:lnTo>
                  <a:pt x="110" y="854"/>
                </a:lnTo>
                <a:lnTo>
                  <a:pt x="89" y="840"/>
                </a:lnTo>
                <a:lnTo>
                  <a:pt x="69" y="827"/>
                </a:lnTo>
                <a:lnTo>
                  <a:pt x="50" y="814"/>
                </a:lnTo>
                <a:lnTo>
                  <a:pt x="33" y="800"/>
                </a:lnTo>
                <a:lnTo>
                  <a:pt x="17" y="786"/>
                </a:lnTo>
                <a:lnTo>
                  <a:pt x="17" y="786"/>
                </a:lnTo>
                <a:lnTo>
                  <a:pt x="11" y="779"/>
                </a:lnTo>
                <a:lnTo>
                  <a:pt x="6" y="771"/>
                </a:lnTo>
                <a:lnTo>
                  <a:pt x="4" y="762"/>
                </a:lnTo>
                <a:lnTo>
                  <a:pt x="2" y="752"/>
                </a:lnTo>
                <a:lnTo>
                  <a:pt x="0" y="740"/>
                </a:lnTo>
                <a:lnTo>
                  <a:pt x="2" y="728"/>
                </a:lnTo>
                <a:lnTo>
                  <a:pt x="3" y="716"/>
                </a:lnTo>
                <a:lnTo>
                  <a:pt x="5" y="702"/>
                </a:lnTo>
                <a:lnTo>
                  <a:pt x="9" y="688"/>
                </a:lnTo>
                <a:lnTo>
                  <a:pt x="14" y="673"/>
                </a:lnTo>
                <a:lnTo>
                  <a:pt x="26" y="642"/>
                </a:lnTo>
                <a:lnTo>
                  <a:pt x="42" y="608"/>
                </a:lnTo>
                <a:lnTo>
                  <a:pt x="58" y="574"/>
                </a:lnTo>
                <a:lnTo>
                  <a:pt x="79" y="539"/>
                </a:lnTo>
                <a:lnTo>
                  <a:pt x="101" y="503"/>
                </a:lnTo>
                <a:lnTo>
                  <a:pt x="124" y="468"/>
                </a:lnTo>
                <a:lnTo>
                  <a:pt x="147" y="434"/>
                </a:lnTo>
                <a:lnTo>
                  <a:pt x="171" y="400"/>
                </a:lnTo>
                <a:lnTo>
                  <a:pt x="195" y="368"/>
                </a:lnTo>
                <a:lnTo>
                  <a:pt x="218" y="337"/>
                </a:lnTo>
                <a:lnTo>
                  <a:pt x="240" y="311"/>
                </a:lnTo>
                <a:lnTo>
                  <a:pt x="240" y="311"/>
                </a:lnTo>
                <a:lnTo>
                  <a:pt x="283" y="260"/>
                </a:lnTo>
                <a:lnTo>
                  <a:pt x="325" y="214"/>
                </a:lnTo>
                <a:lnTo>
                  <a:pt x="364" y="174"/>
                </a:lnTo>
                <a:lnTo>
                  <a:pt x="402" y="138"/>
                </a:lnTo>
                <a:lnTo>
                  <a:pt x="437" y="108"/>
                </a:lnTo>
                <a:lnTo>
                  <a:pt x="472" y="81"/>
                </a:lnTo>
                <a:lnTo>
                  <a:pt x="504" y="59"/>
                </a:lnTo>
                <a:lnTo>
                  <a:pt x="535" y="41"/>
                </a:lnTo>
                <a:lnTo>
                  <a:pt x="564" y="27"/>
                </a:lnTo>
                <a:lnTo>
                  <a:pt x="591" y="14"/>
                </a:lnTo>
                <a:lnTo>
                  <a:pt x="616" y="7"/>
                </a:lnTo>
                <a:lnTo>
                  <a:pt x="640" y="2"/>
                </a:lnTo>
                <a:lnTo>
                  <a:pt x="663" y="0"/>
                </a:lnTo>
                <a:lnTo>
                  <a:pt x="685" y="0"/>
                </a:lnTo>
                <a:lnTo>
                  <a:pt x="704" y="2"/>
                </a:lnTo>
                <a:lnTo>
                  <a:pt x="722" y="6"/>
                </a:lnTo>
                <a:lnTo>
                  <a:pt x="739" y="12"/>
                </a:lnTo>
                <a:lnTo>
                  <a:pt x="755" y="19"/>
                </a:lnTo>
                <a:lnTo>
                  <a:pt x="770" y="28"/>
                </a:lnTo>
                <a:lnTo>
                  <a:pt x="783" y="37"/>
                </a:lnTo>
                <a:lnTo>
                  <a:pt x="795" y="47"/>
                </a:lnTo>
                <a:lnTo>
                  <a:pt x="805" y="58"/>
                </a:lnTo>
                <a:lnTo>
                  <a:pt x="814" y="69"/>
                </a:lnTo>
                <a:lnTo>
                  <a:pt x="823" y="80"/>
                </a:lnTo>
                <a:lnTo>
                  <a:pt x="836" y="99"/>
                </a:lnTo>
                <a:lnTo>
                  <a:pt x="845" y="116"/>
                </a:lnTo>
                <a:lnTo>
                  <a:pt x="852" y="132"/>
                </a:lnTo>
                <a:lnTo>
                  <a:pt x="647" y="418"/>
                </a:lnTo>
                <a:lnTo>
                  <a:pt x="647" y="418"/>
                </a:lnTo>
                <a:lnTo>
                  <a:pt x="639" y="427"/>
                </a:lnTo>
                <a:lnTo>
                  <a:pt x="604" y="465"/>
                </a:lnTo>
                <a:lnTo>
                  <a:pt x="522" y="550"/>
                </a:lnTo>
                <a:lnTo>
                  <a:pt x="377" y="700"/>
                </a:lnTo>
                <a:lnTo>
                  <a:pt x="377" y="700"/>
                </a:lnTo>
                <a:close/>
              </a:path>
            </a:pathLst>
          </a:custGeom>
          <a:solidFill>
            <a:srgbClr val="00A1A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346">
            <a:extLst>
              <a:ext uri="{FF2B5EF4-FFF2-40B4-BE49-F238E27FC236}">
                <a16:creationId xmlns:a16="http://schemas.microsoft.com/office/drawing/2014/main" id="{3474D183-91D5-C345-8D66-1E50A253960C}"/>
              </a:ext>
            </a:extLst>
          </p:cNvPr>
          <p:cNvSpPr>
            <a:spLocks/>
          </p:cNvSpPr>
          <p:nvPr/>
        </p:nvSpPr>
        <p:spPr bwMode="auto">
          <a:xfrm>
            <a:off x="4069046" y="3319645"/>
            <a:ext cx="394279" cy="449295"/>
          </a:xfrm>
          <a:custGeom>
            <a:avLst/>
            <a:gdLst>
              <a:gd name="T0" fmla="*/ 87 w 172"/>
              <a:gd name="T1" fmla="*/ 187 h 195"/>
              <a:gd name="T2" fmla="*/ 87 w 172"/>
              <a:gd name="T3" fmla="*/ 187 h 195"/>
              <a:gd name="T4" fmla="*/ 96 w 172"/>
              <a:gd name="T5" fmla="*/ 184 h 195"/>
              <a:gd name="T6" fmla="*/ 115 w 172"/>
              <a:gd name="T7" fmla="*/ 170 h 195"/>
              <a:gd name="T8" fmla="*/ 127 w 172"/>
              <a:gd name="T9" fmla="*/ 161 h 195"/>
              <a:gd name="T10" fmla="*/ 139 w 172"/>
              <a:gd name="T11" fmla="*/ 150 h 195"/>
              <a:gd name="T12" fmla="*/ 150 w 172"/>
              <a:gd name="T13" fmla="*/ 138 h 195"/>
              <a:gd name="T14" fmla="*/ 161 w 172"/>
              <a:gd name="T15" fmla="*/ 123 h 195"/>
              <a:gd name="T16" fmla="*/ 161 w 172"/>
              <a:gd name="T17" fmla="*/ 123 h 195"/>
              <a:gd name="T18" fmla="*/ 165 w 172"/>
              <a:gd name="T19" fmla="*/ 117 h 195"/>
              <a:gd name="T20" fmla="*/ 167 w 172"/>
              <a:gd name="T21" fmla="*/ 110 h 195"/>
              <a:gd name="T22" fmla="*/ 171 w 172"/>
              <a:gd name="T23" fmla="*/ 96 h 195"/>
              <a:gd name="T24" fmla="*/ 172 w 172"/>
              <a:gd name="T25" fmla="*/ 79 h 195"/>
              <a:gd name="T26" fmla="*/ 172 w 172"/>
              <a:gd name="T27" fmla="*/ 63 h 195"/>
              <a:gd name="T28" fmla="*/ 171 w 172"/>
              <a:gd name="T29" fmla="*/ 47 h 195"/>
              <a:gd name="T30" fmla="*/ 170 w 172"/>
              <a:gd name="T31" fmla="*/ 33 h 195"/>
              <a:gd name="T32" fmla="*/ 165 w 172"/>
              <a:gd name="T33" fmla="*/ 11 h 195"/>
              <a:gd name="T34" fmla="*/ 165 w 172"/>
              <a:gd name="T35" fmla="*/ 11 h 195"/>
              <a:gd name="T36" fmla="*/ 164 w 172"/>
              <a:gd name="T37" fmla="*/ 7 h 195"/>
              <a:gd name="T38" fmla="*/ 161 w 172"/>
              <a:gd name="T39" fmla="*/ 5 h 195"/>
              <a:gd name="T40" fmla="*/ 159 w 172"/>
              <a:gd name="T41" fmla="*/ 2 h 195"/>
              <a:gd name="T42" fmla="*/ 155 w 172"/>
              <a:gd name="T43" fmla="*/ 1 h 195"/>
              <a:gd name="T44" fmla="*/ 155 w 172"/>
              <a:gd name="T45" fmla="*/ 1 h 195"/>
              <a:gd name="T46" fmla="*/ 144 w 172"/>
              <a:gd name="T47" fmla="*/ 0 h 195"/>
              <a:gd name="T48" fmla="*/ 137 w 172"/>
              <a:gd name="T49" fmla="*/ 1 h 195"/>
              <a:gd name="T50" fmla="*/ 131 w 172"/>
              <a:gd name="T51" fmla="*/ 1 h 195"/>
              <a:gd name="T52" fmla="*/ 122 w 172"/>
              <a:gd name="T53" fmla="*/ 4 h 195"/>
              <a:gd name="T54" fmla="*/ 114 w 172"/>
              <a:gd name="T55" fmla="*/ 7 h 195"/>
              <a:gd name="T56" fmla="*/ 106 w 172"/>
              <a:gd name="T57" fmla="*/ 12 h 195"/>
              <a:gd name="T58" fmla="*/ 97 w 172"/>
              <a:gd name="T59" fmla="*/ 18 h 195"/>
              <a:gd name="T60" fmla="*/ 97 w 172"/>
              <a:gd name="T61" fmla="*/ 18 h 195"/>
              <a:gd name="T62" fmla="*/ 86 w 172"/>
              <a:gd name="T63" fmla="*/ 28 h 195"/>
              <a:gd name="T64" fmla="*/ 76 w 172"/>
              <a:gd name="T65" fmla="*/ 33 h 195"/>
              <a:gd name="T66" fmla="*/ 68 w 172"/>
              <a:gd name="T67" fmla="*/ 35 h 195"/>
              <a:gd name="T68" fmla="*/ 61 w 172"/>
              <a:gd name="T69" fmla="*/ 37 h 195"/>
              <a:gd name="T70" fmla="*/ 55 w 172"/>
              <a:gd name="T71" fmla="*/ 39 h 195"/>
              <a:gd name="T72" fmla="*/ 49 w 172"/>
              <a:gd name="T73" fmla="*/ 40 h 195"/>
              <a:gd name="T74" fmla="*/ 41 w 172"/>
              <a:gd name="T75" fmla="*/ 42 h 195"/>
              <a:gd name="T76" fmla="*/ 34 w 172"/>
              <a:gd name="T77" fmla="*/ 48 h 195"/>
              <a:gd name="T78" fmla="*/ 34 w 172"/>
              <a:gd name="T79" fmla="*/ 48 h 195"/>
              <a:gd name="T80" fmla="*/ 29 w 172"/>
              <a:gd name="T81" fmla="*/ 53 h 195"/>
              <a:gd name="T82" fmla="*/ 26 w 172"/>
              <a:gd name="T83" fmla="*/ 58 h 195"/>
              <a:gd name="T84" fmla="*/ 18 w 172"/>
              <a:gd name="T85" fmla="*/ 74 h 195"/>
              <a:gd name="T86" fmla="*/ 12 w 172"/>
              <a:gd name="T87" fmla="*/ 91 h 195"/>
              <a:gd name="T88" fmla="*/ 6 w 172"/>
              <a:gd name="T89" fmla="*/ 110 h 195"/>
              <a:gd name="T90" fmla="*/ 3 w 172"/>
              <a:gd name="T91" fmla="*/ 129 h 195"/>
              <a:gd name="T92" fmla="*/ 0 w 172"/>
              <a:gd name="T93" fmla="*/ 146 h 195"/>
              <a:gd name="T94" fmla="*/ 0 w 172"/>
              <a:gd name="T95" fmla="*/ 161 h 195"/>
              <a:gd name="T96" fmla="*/ 2 w 172"/>
              <a:gd name="T97" fmla="*/ 170 h 195"/>
              <a:gd name="T98" fmla="*/ 2 w 172"/>
              <a:gd name="T99" fmla="*/ 170 h 195"/>
              <a:gd name="T100" fmla="*/ 4 w 172"/>
              <a:gd name="T101" fmla="*/ 178 h 195"/>
              <a:gd name="T102" fmla="*/ 9 w 172"/>
              <a:gd name="T103" fmla="*/ 184 h 195"/>
              <a:gd name="T104" fmla="*/ 14 w 172"/>
              <a:gd name="T105" fmla="*/ 187 h 195"/>
              <a:gd name="T106" fmla="*/ 21 w 172"/>
              <a:gd name="T107" fmla="*/ 191 h 195"/>
              <a:gd name="T108" fmla="*/ 27 w 172"/>
              <a:gd name="T109" fmla="*/ 193 h 195"/>
              <a:gd name="T110" fmla="*/ 34 w 172"/>
              <a:gd name="T111" fmla="*/ 195 h 195"/>
              <a:gd name="T112" fmla="*/ 49 w 172"/>
              <a:gd name="T113" fmla="*/ 195 h 195"/>
              <a:gd name="T114" fmla="*/ 63 w 172"/>
              <a:gd name="T115" fmla="*/ 193 h 195"/>
              <a:gd name="T116" fmla="*/ 75 w 172"/>
              <a:gd name="T117" fmla="*/ 191 h 195"/>
              <a:gd name="T118" fmla="*/ 87 w 172"/>
              <a:gd name="T119" fmla="*/ 187 h 195"/>
              <a:gd name="T120" fmla="*/ 87 w 172"/>
              <a:gd name="T121" fmla="*/ 187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2" h="195">
                <a:moveTo>
                  <a:pt x="87" y="187"/>
                </a:moveTo>
                <a:lnTo>
                  <a:pt x="87" y="187"/>
                </a:lnTo>
                <a:lnTo>
                  <a:pt x="96" y="184"/>
                </a:lnTo>
                <a:lnTo>
                  <a:pt x="115" y="170"/>
                </a:lnTo>
                <a:lnTo>
                  <a:pt x="127" y="161"/>
                </a:lnTo>
                <a:lnTo>
                  <a:pt x="139" y="150"/>
                </a:lnTo>
                <a:lnTo>
                  <a:pt x="150" y="138"/>
                </a:lnTo>
                <a:lnTo>
                  <a:pt x="161" y="123"/>
                </a:lnTo>
                <a:lnTo>
                  <a:pt x="161" y="123"/>
                </a:lnTo>
                <a:lnTo>
                  <a:pt x="165" y="117"/>
                </a:lnTo>
                <a:lnTo>
                  <a:pt x="167" y="110"/>
                </a:lnTo>
                <a:lnTo>
                  <a:pt x="171" y="96"/>
                </a:lnTo>
                <a:lnTo>
                  <a:pt x="172" y="79"/>
                </a:lnTo>
                <a:lnTo>
                  <a:pt x="172" y="63"/>
                </a:lnTo>
                <a:lnTo>
                  <a:pt x="171" y="47"/>
                </a:lnTo>
                <a:lnTo>
                  <a:pt x="170" y="33"/>
                </a:lnTo>
                <a:lnTo>
                  <a:pt x="165" y="11"/>
                </a:lnTo>
                <a:lnTo>
                  <a:pt x="165" y="11"/>
                </a:lnTo>
                <a:lnTo>
                  <a:pt x="164" y="7"/>
                </a:lnTo>
                <a:lnTo>
                  <a:pt x="161" y="5"/>
                </a:lnTo>
                <a:lnTo>
                  <a:pt x="159" y="2"/>
                </a:lnTo>
                <a:lnTo>
                  <a:pt x="155" y="1"/>
                </a:lnTo>
                <a:lnTo>
                  <a:pt x="155" y="1"/>
                </a:lnTo>
                <a:lnTo>
                  <a:pt x="144" y="0"/>
                </a:lnTo>
                <a:lnTo>
                  <a:pt x="137" y="1"/>
                </a:lnTo>
                <a:lnTo>
                  <a:pt x="131" y="1"/>
                </a:lnTo>
                <a:lnTo>
                  <a:pt x="122" y="4"/>
                </a:lnTo>
                <a:lnTo>
                  <a:pt x="114" y="7"/>
                </a:lnTo>
                <a:lnTo>
                  <a:pt x="106" y="12"/>
                </a:lnTo>
                <a:lnTo>
                  <a:pt x="97" y="18"/>
                </a:lnTo>
                <a:lnTo>
                  <a:pt x="97" y="18"/>
                </a:lnTo>
                <a:lnTo>
                  <a:pt x="86" y="28"/>
                </a:lnTo>
                <a:lnTo>
                  <a:pt x="76" y="33"/>
                </a:lnTo>
                <a:lnTo>
                  <a:pt x="68" y="35"/>
                </a:lnTo>
                <a:lnTo>
                  <a:pt x="61" y="37"/>
                </a:lnTo>
                <a:lnTo>
                  <a:pt x="55" y="39"/>
                </a:lnTo>
                <a:lnTo>
                  <a:pt x="49" y="40"/>
                </a:lnTo>
                <a:lnTo>
                  <a:pt x="41" y="42"/>
                </a:lnTo>
                <a:lnTo>
                  <a:pt x="34" y="48"/>
                </a:lnTo>
                <a:lnTo>
                  <a:pt x="34" y="48"/>
                </a:lnTo>
                <a:lnTo>
                  <a:pt x="29" y="53"/>
                </a:lnTo>
                <a:lnTo>
                  <a:pt x="26" y="58"/>
                </a:lnTo>
                <a:lnTo>
                  <a:pt x="18" y="74"/>
                </a:lnTo>
                <a:lnTo>
                  <a:pt x="12" y="91"/>
                </a:lnTo>
                <a:lnTo>
                  <a:pt x="6" y="110"/>
                </a:lnTo>
                <a:lnTo>
                  <a:pt x="3" y="129"/>
                </a:lnTo>
                <a:lnTo>
                  <a:pt x="0" y="146"/>
                </a:lnTo>
                <a:lnTo>
                  <a:pt x="0" y="161"/>
                </a:lnTo>
                <a:lnTo>
                  <a:pt x="2" y="170"/>
                </a:lnTo>
                <a:lnTo>
                  <a:pt x="2" y="170"/>
                </a:lnTo>
                <a:lnTo>
                  <a:pt x="4" y="178"/>
                </a:lnTo>
                <a:lnTo>
                  <a:pt x="9" y="184"/>
                </a:lnTo>
                <a:lnTo>
                  <a:pt x="14" y="187"/>
                </a:lnTo>
                <a:lnTo>
                  <a:pt x="21" y="191"/>
                </a:lnTo>
                <a:lnTo>
                  <a:pt x="27" y="193"/>
                </a:lnTo>
                <a:lnTo>
                  <a:pt x="34" y="195"/>
                </a:lnTo>
                <a:lnTo>
                  <a:pt x="49" y="195"/>
                </a:lnTo>
                <a:lnTo>
                  <a:pt x="63" y="193"/>
                </a:lnTo>
                <a:lnTo>
                  <a:pt x="75" y="191"/>
                </a:lnTo>
                <a:lnTo>
                  <a:pt x="87" y="187"/>
                </a:lnTo>
                <a:lnTo>
                  <a:pt x="87" y="187"/>
                </a:lnTo>
                <a:close/>
              </a:path>
            </a:pathLst>
          </a:custGeom>
          <a:solidFill>
            <a:srgbClr val="FFD6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347">
            <a:extLst>
              <a:ext uri="{FF2B5EF4-FFF2-40B4-BE49-F238E27FC236}">
                <a16:creationId xmlns:a16="http://schemas.microsoft.com/office/drawing/2014/main" id="{2EE30625-E008-B641-BE85-094D6EE633C5}"/>
              </a:ext>
            </a:extLst>
          </p:cNvPr>
          <p:cNvSpPr>
            <a:spLocks/>
          </p:cNvSpPr>
          <p:nvPr/>
        </p:nvSpPr>
        <p:spPr bwMode="auto">
          <a:xfrm>
            <a:off x="506782" y="5258947"/>
            <a:ext cx="1467085" cy="1421238"/>
          </a:xfrm>
          <a:custGeom>
            <a:avLst/>
            <a:gdLst>
              <a:gd name="T0" fmla="*/ 227 w 640"/>
              <a:gd name="T1" fmla="*/ 620 h 620"/>
              <a:gd name="T2" fmla="*/ 0 w 640"/>
              <a:gd name="T3" fmla="*/ 359 h 620"/>
              <a:gd name="T4" fmla="*/ 414 w 640"/>
              <a:gd name="T5" fmla="*/ 0 h 620"/>
              <a:gd name="T6" fmla="*/ 640 w 640"/>
              <a:gd name="T7" fmla="*/ 261 h 620"/>
              <a:gd name="T8" fmla="*/ 227 w 640"/>
              <a:gd name="T9" fmla="*/ 620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40" h="620">
                <a:moveTo>
                  <a:pt x="227" y="620"/>
                </a:moveTo>
                <a:lnTo>
                  <a:pt x="0" y="359"/>
                </a:lnTo>
                <a:lnTo>
                  <a:pt x="414" y="0"/>
                </a:lnTo>
                <a:lnTo>
                  <a:pt x="640" y="261"/>
                </a:lnTo>
                <a:lnTo>
                  <a:pt x="227" y="62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348">
            <a:extLst>
              <a:ext uri="{FF2B5EF4-FFF2-40B4-BE49-F238E27FC236}">
                <a16:creationId xmlns:a16="http://schemas.microsoft.com/office/drawing/2014/main" id="{FDCA8FA8-AE1A-BD4F-8348-D06F636B7EE6}"/>
              </a:ext>
            </a:extLst>
          </p:cNvPr>
          <p:cNvSpPr>
            <a:spLocks/>
          </p:cNvSpPr>
          <p:nvPr/>
        </p:nvSpPr>
        <p:spPr bwMode="auto">
          <a:xfrm>
            <a:off x="832290" y="5469840"/>
            <a:ext cx="508896" cy="334680"/>
          </a:xfrm>
          <a:custGeom>
            <a:avLst/>
            <a:gdLst>
              <a:gd name="T0" fmla="*/ 68 w 221"/>
              <a:gd name="T1" fmla="*/ 0 h 145"/>
              <a:gd name="T2" fmla="*/ 68 w 221"/>
              <a:gd name="T3" fmla="*/ 0 h 145"/>
              <a:gd name="T4" fmla="*/ 77 w 221"/>
              <a:gd name="T5" fmla="*/ 0 h 145"/>
              <a:gd name="T6" fmla="*/ 100 w 221"/>
              <a:gd name="T7" fmla="*/ 3 h 145"/>
              <a:gd name="T8" fmla="*/ 116 w 221"/>
              <a:gd name="T9" fmla="*/ 5 h 145"/>
              <a:gd name="T10" fmla="*/ 132 w 221"/>
              <a:gd name="T11" fmla="*/ 9 h 145"/>
              <a:gd name="T12" fmla="*/ 148 w 221"/>
              <a:gd name="T13" fmla="*/ 13 h 145"/>
              <a:gd name="T14" fmla="*/ 163 w 221"/>
              <a:gd name="T15" fmla="*/ 22 h 145"/>
              <a:gd name="T16" fmla="*/ 163 w 221"/>
              <a:gd name="T17" fmla="*/ 22 h 145"/>
              <a:gd name="T18" fmla="*/ 169 w 221"/>
              <a:gd name="T19" fmla="*/ 26 h 145"/>
              <a:gd name="T20" fmla="*/ 175 w 221"/>
              <a:gd name="T21" fmla="*/ 30 h 145"/>
              <a:gd name="T22" fmla="*/ 186 w 221"/>
              <a:gd name="T23" fmla="*/ 41 h 145"/>
              <a:gd name="T24" fmla="*/ 195 w 221"/>
              <a:gd name="T25" fmla="*/ 55 h 145"/>
              <a:gd name="T26" fmla="*/ 203 w 221"/>
              <a:gd name="T27" fmla="*/ 69 h 145"/>
              <a:gd name="T28" fmla="*/ 209 w 221"/>
              <a:gd name="T29" fmla="*/ 84 h 145"/>
              <a:gd name="T30" fmla="*/ 214 w 221"/>
              <a:gd name="T31" fmla="*/ 97 h 145"/>
              <a:gd name="T32" fmla="*/ 221 w 221"/>
              <a:gd name="T33" fmla="*/ 117 h 145"/>
              <a:gd name="T34" fmla="*/ 221 w 221"/>
              <a:gd name="T35" fmla="*/ 117 h 145"/>
              <a:gd name="T36" fmla="*/ 221 w 221"/>
              <a:gd name="T37" fmla="*/ 121 h 145"/>
              <a:gd name="T38" fmla="*/ 221 w 221"/>
              <a:gd name="T39" fmla="*/ 125 h 145"/>
              <a:gd name="T40" fmla="*/ 220 w 221"/>
              <a:gd name="T41" fmla="*/ 128 h 145"/>
              <a:gd name="T42" fmla="*/ 218 w 221"/>
              <a:gd name="T43" fmla="*/ 131 h 145"/>
              <a:gd name="T44" fmla="*/ 218 w 221"/>
              <a:gd name="T45" fmla="*/ 131 h 145"/>
              <a:gd name="T46" fmla="*/ 208 w 221"/>
              <a:gd name="T47" fmla="*/ 137 h 145"/>
              <a:gd name="T48" fmla="*/ 202 w 221"/>
              <a:gd name="T49" fmla="*/ 140 h 145"/>
              <a:gd name="T50" fmla="*/ 196 w 221"/>
              <a:gd name="T51" fmla="*/ 143 h 145"/>
              <a:gd name="T52" fmla="*/ 187 w 221"/>
              <a:gd name="T53" fmla="*/ 144 h 145"/>
              <a:gd name="T54" fmla="*/ 179 w 221"/>
              <a:gd name="T55" fmla="*/ 145 h 145"/>
              <a:gd name="T56" fmla="*/ 169 w 221"/>
              <a:gd name="T57" fmla="*/ 145 h 145"/>
              <a:gd name="T58" fmla="*/ 158 w 221"/>
              <a:gd name="T59" fmla="*/ 144 h 145"/>
              <a:gd name="T60" fmla="*/ 158 w 221"/>
              <a:gd name="T61" fmla="*/ 144 h 145"/>
              <a:gd name="T62" fmla="*/ 151 w 221"/>
              <a:gd name="T63" fmla="*/ 142 h 145"/>
              <a:gd name="T64" fmla="*/ 145 w 221"/>
              <a:gd name="T65" fmla="*/ 139 h 145"/>
              <a:gd name="T66" fmla="*/ 134 w 221"/>
              <a:gd name="T67" fmla="*/ 134 h 145"/>
              <a:gd name="T68" fmla="*/ 127 w 221"/>
              <a:gd name="T69" fmla="*/ 127 h 145"/>
              <a:gd name="T70" fmla="*/ 121 w 221"/>
              <a:gd name="T71" fmla="*/ 120 h 145"/>
              <a:gd name="T72" fmla="*/ 116 w 221"/>
              <a:gd name="T73" fmla="*/ 113 h 145"/>
              <a:gd name="T74" fmla="*/ 110 w 221"/>
              <a:gd name="T75" fmla="*/ 107 h 145"/>
              <a:gd name="T76" fmla="*/ 103 w 221"/>
              <a:gd name="T77" fmla="*/ 101 h 145"/>
              <a:gd name="T78" fmla="*/ 99 w 221"/>
              <a:gd name="T79" fmla="*/ 99 h 145"/>
              <a:gd name="T80" fmla="*/ 94 w 221"/>
              <a:gd name="T81" fmla="*/ 97 h 145"/>
              <a:gd name="T82" fmla="*/ 94 w 221"/>
              <a:gd name="T83" fmla="*/ 97 h 145"/>
              <a:gd name="T84" fmla="*/ 68 w 221"/>
              <a:gd name="T85" fmla="*/ 91 h 145"/>
              <a:gd name="T86" fmla="*/ 53 w 221"/>
              <a:gd name="T87" fmla="*/ 87 h 145"/>
              <a:gd name="T88" fmla="*/ 39 w 221"/>
              <a:gd name="T89" fmla="*/ 82 h 145"/>
              <a:gd name="T90" fmla="*/ 24 w 221"/>
              <a:gd name="T91" fmla="*/ 76 h 145"/>
              <a:gd name="T92" fmla="*/ 13 w 221"/>
              <a:gd name="T93" fmla="*/ 70 h 145"/>
              <a:gd name="T94" fmla="*/ 5 w 221"/>
              <a:gd name="T95" fmla="*/ 64 h 145"/>
              <a:gd name="T96" fmla="*/ 2 w 221"/>
              <a:gd name="T97" fmla="*/ 61 h 145"/>
              <a:gd name="T98" fmla="*/ 1 w 221"/>
              <a:gd name="T99" fmla="*/ 57 h 145"/>
              <a:gd name="T100" fmla="*/ 1 w 221"/>
              <a:gd name="T101" fmla="*/ 57 h 145"/>
              <a:gd name="T102" fmla="*/ 0 w 221"/>
              <a:gd name="T103" fmla="*/ 50 h 145"/>
              <a:gd name="T104" fmla="*/ 1 w 221"/>
              <a:gd name="T105" fmla="*/ 42 h 145"/>
              <a:gd name="T106" fmla="*/ 5 w 221"/>
              <a:gd name="T107" fmla="*/ 36 h 145"/>
              <a:gd name="T108" fmla="*/ 8 w 221"/>
              <a:gd name="T109" fmla="*/ 30 h 145"/>
              <a:gd name="T110" fmla="*/ 13 w 221"/>
              <a:gd name="T111" fmla="*/ 26 h 145"/>
              <a:gd name="T112" fmla="*/ 19 w 221"/>
              <a:gd name="T113" fmla="*/ 21 h 145"/>
              <a:gd name="T114" fmla="*/ 31 w 221"/>
              <a:gd name="T115" fmla="*/ 13 h 145"/>
              <a:gd name="T116" fmla="*/ 45 w 221"/>
              <a:gd name="T117" fmla="*/ 7 h 145"/>
              <a:gd name="T118" fmla="*/ 57 w 221"/>
              <a:gd name="T119" fmla="*/ 4 h 145"/>
              <a:gd name="T120" fmla="*/ 68 w 221"/>
              <a:gd name="T121" fmla="*/ 0 h 145"/>
              <a:gd name="T122" fmla="*/ 68 w 221"/>
              <a:gd name="T123" fmla="*/ 0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21" h="145">
                <a:moveTo>
                  <a:pt x="68" y="0"/>
                </a:moveTo>
                <a:lnTo>
                  <a:pt x="68" y="0"/>
                </a:lnTo>
                <a:lnTo>
                  <a:pt x="77" y="0"/>
                </a:lnTo>
                <a:lnTo>
                  <a:pt x="100" y="3"/>
                </a:lnTo>
                <a:lnTo>
                  <a:pt x="116" y="5"/>
                </a:lnTo>
                <a:lnTo>
                  <a:pt x="132" y="9"/>
                </a:lnTo>
                <a:lnTo>
                  <a:pt x="148" y="13"/>
                </a:lnTo>
                <a:lnTo>
                  <a:pt x="163" y="22"/>
                </a:lnTo>
                <a:lnTo>
                  <a:pt x="163" y="22"/>
                </a:lnTo>
                <a:lnTo>
                  <a:pt x="169" y="26"/>
                </a:lnTo>
                <a:lnTo>
                  <a:pt x="175" y="30"/>
                </a:lnTo>
                <a:lnTo>
                  <a:pt x="186" y="41"/>
                </a:lnTo>
                <a:lnTo>
                  <a:pt x="195" y="55"/>
                </a:lnTo>
                <a:lnTo>
                  <a:pt x="203" y="69"/>
                </a:lnTo>
                <a:lnTo>
                  <a:pt x="209" y="84"/>
                </a:lnTo>
                <a:lnTo>
                  <a:pt x="214" y="97"/>
                </a:lnTo>
                <a:lnTo>
                  <a:pt x="221" y="117"/>
                </a:lnTo>
                <a:lnTo>
                  <a:pt x="221" y="117"/>
                </a:lnTo>
                <a:lnTo>
                  <a:pt x="221" y="121"/>
                </a:lnTo>
                <a:lnTo>
                  <a:pt x="221" y="125"/>
                </a:lnTo>
                <a:lnTo>
                  <a:pt x="220" y="128"/>
                </a:lnTo>
                <a:lnTo>
                  <a:pt x="218" y="131"/>
                </a:lnTo>
                <a:lnTo>
                  <a:pt x="218" y="131"/>
                </a:lnTo>
                <a:lnTo>
                  <a:pt x="208" y="137"/>
                </a:lnTo>
                <a:lnTo>
                  <a:pt x="202" y="140"/>
                </a:lnTo>
                <a:lnTo>
                  <a:pt x="196" y="143"/>
                </a:lnTo>
                <a:lnTo>
                  <a:pt x="187" y="144"/>
                </a:lnTo>
                <a:lnTo>
                  <a:pt x="179" y="145"/>
                </a:lnTo>
                <a:lnTo>
                  <a:pt x="169" y="145"/>
                </a:lnTo>
                <a:lnTo>
                  <a:pt x="158" y="144"/>
                </a:lnTo>
                <a:lnTo>
                  <a:pt x="158" y="144"/>
                </a:lnTo>
                <a:lnTo>
                  <a:pt x="151" y="142"/>
                </a:lnTo>
                <a:lnTo>
                  <a:pt x="145" y="139"/>
                </a:lnTo>
                <a:lnTo>
                  <a:pt x="134" y="134"/>
                </a:lnTo>
                <a:lnTo>
                  <a:pt x="127" y="127"/>
                </a:lnTo>
                <a:lnTo>
                  <a:pt x="121" y="120"/>
                </a:lnTo>
                <a:lnTo>
                  <a:pt x="116" y="113"/>
                </a:lnTo>
                <a:lnTo>
                  <a:pt x="110" y="107"/>
                </a:lnTo>
                <a:lnTo>
                  <a:pt x="103" y="101"/>
                </a:lnTo>
                <a:lnTo>
                  <a:pt x="99" y="99"/>
                </a:lnTo>
                <a:lnTo>
                  <a:pt x="94" y="97"/>
                </a:lnTo>
                <a:lnTo>
                  <a:pt x="94" y="97"/>
                </a:lnTo>
                <a:lnTo>
                  <a:pt x="68" y="91"/>
                </a:lnTo>
                <a:lnTo>
                  <a:pt x="53" y="87"/>
                </a:lnTo>
                <a:lnTo>
                  <a:pt x="39" y="82"/>
                </a:lnTo>
                <a:lnTo>
                  <a:pt x="24" y="76"/>
                </a:lnTo>
                <a:lnTo>
                  <a:pt x="13" y="70"/>
                </a:lnTo>
                <a:lnTo>
                  <a:pt x="5" y="64"/>
                </a:lnTo>
                <a:lnTo>
                  <a:pt x="2" y="61"/>
                </a:lnTo>
                <a:lnTo>
                  <a:pt x="1" y="57"/>
                </a:lnTo>
                <a:lnTo>
                  <a:pt x="1" y="57"/>
                </a:lnTo>
                <a:lnTo>
                  <a:pt x="0" y="50"/>
                </a:lnTo>
                <a:lnTo>
                  <a:pt x="1" y="42"/>
                </a:lnTo>
                <a:lnTo>
                  <a:pt x="5" y="36"/>
                </a:lnTo>
                <a:lnTo>
                  <a:pt x="8" y="30"/>
                </a:lnTo>
                <a:lnTo>
                  <a:pt x="13" y="26"/>
                </a:lnTo>
                <a:lnTo>
                  <a:pt x="19" y="21"/>
                </a:lnTo>
                <a:lnTo>
                  <a:pt x="31" y="13"/>
                </a:lnTo>
                <a:lnTo>
                  <a:pt x="45" y="7"/>
                </a:lnTo>
                <a:lnTo>
                  <a:pt x="57" y="4"/>
                </a:lnTo>
                <a:lnTo>
                  <a:pt x="68" y="0"/>
                </a:lnTo>
                <a:lnTo>
                  <a:pt x="68" y="0"/>
                </a:lnTo>
                <a:close/>
              </a:path>
            </a:pathLst>
          </a:custGeom>
          <a:solidFill>
            <a:srgbClr val="FFD6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349">
            <a:extLst>
              <a:ext uri="{FF2B5EF4-FFF2-40B4-BE49-F238E27FC236}">
                <a16:creationId xmlns:a16="http://schemas.microsoft.com/office/drawing/2014/main" id="{B7163F7F-B0E1-4545-95FC-204382D24698}"/>
              </a:ext>
            </a:extLst>
          </p:cNvPr>
          <p:cNvSpPr>
            <a:spLocks/>
          </p:cNvSpPr>
          <p:nvPr/>
        </p:nvSpPr>
        <p:spPr bwMode="auto">
          <a:xfrm>
            <a:off x="1804234" y="2627363"/>
            <a:ext cx="64185" cy="132956"/>
          </a:xfrm>
          <a:custGeom>
            <a:avLst/>
            <a:gdLst>
              <a:gd name="T0" fmla="*/ 0 w 27"/>
              <a:gd name="T1" fmla="*/ 0 h 60"/>
              <a:gd name="T2" fmla="*/ 0 w 27"/>
              <a:gd name="T3" fmla="*/ 0 h 60"/>
              <a:gd name="T4" fmla="*/ 5 w 27"/>
              <a:gd name="T5" fmla="*/ 15 h 60"/>
              <a:gd name="T6" fmla="*/ 9 w 27"/>
              <a:gd name="T7" fmla="*/ 26 h 60"/>
              <a:gd name="T8" fmla="*/ 11 w 27"/>
              <a:gd name="T9" fmla="*/ 29 h 60"/>
              <a:gd name="T10" fmla="*/ 13 w 27"/>
              <a:gd name="T11" fmla="*/ 32 h 60"/>
              <a:gd name="T12" fmla="*/ 13 w 27"/>
              <a:gd name="T13" fmla="*/ 32 h 60"/>
              <a:gd name="T14" fmla="*/ 21 w 27"/>
              <a:gd name="T15" fmla="*/ 37 h 60"/>
              <a:gd name="T16" fmla="*/ 25 w 27"/>
              <a:gd name="T17" fmla="*/ 39 h 60"/>
              <a:gd name="T18" fmla="*/ 27 w 27"/>
              <a:gd name="T19" fmla="*/ 43 h 60"/>
              <a:gd name="T20" fmla="*/ 27 w 27"/>
              <a:gd name="T21" fmla="*/ 43 h 60"/>
              <a:gd name="T22" fmla="*/ 27 w 27"/>
              <a:gd name="T23" fmla="*/ 45 h 60"/>
              <a:gd name="T24" fmla="*/ 26 w 27"/>
              <a:gd name="T25" fmla="*/ 48 h 60"/>
              <a:gd name="T26" fmla="*/ 22 w 27"/>
              <a:gd name="T27" fmla="*/ 52 h 60"/>
              <a:gd name="T28" fmla="*/ 16 w 27"/>
              <a:gd name="T29" fmla="*/ 57 h 60"/>
              <a:gd name="T30" fmla="*/ 10 w 27"/>
              <a:gd name="T31" fmla="*/ 60 h 60"/>
              <a:gd name="T32" fmla="*/ 10 w 27"/>
              <a:gd name="T33" fmla="*/ 60 h 60"/>
              <a:gd name="T34" fmla="*/ 15 w 27"/>
              <a:gd name="T35" fmla="*/ 55 h 60"/>
              <a:gd name="T36" fmla="*/ 20 w 27"/>
              <a:gd name="T37" fmla="*/ 50 h 60"/>
              <a:gd name="T38" fmla="*/ 22 w 27"/>
              <a:gd name="T39" fmla="*/ 46 h 60"/>
              <a:gd name="T40" fmla="*/ 22 w 27"/>
              <a:gd name="T41" fmla="*/ 46 h 60"/>
              <a:gd name="T42" fmla="*/ 21 w 27"/>
              <a:gd name="T43" fmla="*/ 44 h 60"/>
              <a:gd name="T44" fmla="*/ 20 w 27"/>
              <a:gd name="T45" fmla="*/ 43 h 60"/>
              <a:gd name="T46" fmla="*/ 16 w 27"/>
              <a:gd name="T47" fmla="*/ 39 h 60"/>
              <a:gd name="T48" fmla="*/ 13 w 27"/>
              <a:gd name="T49" fmla="*/ 37 h 60"/>
              <a:gd name="T50" fmla="*/ 10 w 27"/>
              <a:gd name="T51" fmla="*/ 34 h 60"/>
              <a:gd name="T52" fmla="*/ 10 w 27"/>
              <a:gd name="T53" fmla="*/ 34 h 60"/>
              <a:gd name="T54" fmla="*/ 8 w 27"/>
              <a:gd name="T55" fmla="*/ 32 h 60"/>
              <a:gd name="T56" fmla="*/ 4 w 27"/>
              <a:gd name="T57" fmla="*/ 25 h 60"/>
              <a:gd name="T58" fmla="*/ 3 w 27"/>
              <a:gd name="T59" fmla="*/ 21 h 60"/>
              <a:gd name="T60" fmla="*/ 2 w 27"/>
              <a:gd name="T61" fmla="*/ 15 h 60"/>
              <a:gd name="T62" fmla="*/ 0 w 27"/>
              <a:gd name="T63" fmla="*/ 9 h 60"/>
              <a:gd name="T64" fmla="*/ 0 w 27"/>
              <a:gd name="T65" fmla="*/ 0 h 60"/>
              <a:gd name="T66" fmla="*/ 0 w 27"/>
              <a:gd name="T67" fmla="*/ 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7" h="60">
                <a:moveTo>
                  <a:pt x="0" y="0"/>
                </a:moveTo>
                <a:lnTo>
                  <a:pt x="0" y="0"/>
                </a:lnTo>
                <a:lnTo>
                  <a:pt x="5" y="15"/>
                </a:lnTo>
                <a:lnTo>
                  <a:pt x="9" y="26"/>
                </a:lnTo>
                <a:lnTo>
                  <a:pt x="11" y="29"/>
                </a:lnTo>
                <a:lnTo>
                  <a:pt x="13" y="32"/>
                </a:lnTo>
                <a:lnTo>
                  <a:pt x="13" y="32"/>
                </a:lnTo>
                <a:lnTo>
                  <a:pt x="21" y="37"/>
                </a:lnTo>
                <a:lnTo>
                  <a:pt x="25" y="39"/>
                </a:lnTo>
                <a:lnTo>
                  <a:pt x="27" y="43"/>
                </a:lnTo>
                <a:lnTo>
                  <a:pt x="27" y="43"/>
                </a:lnTo>
                <a:lnTo>
                  <a:pt x="27" y="45"/>
                </a:lnTo>
                <a:lnTo>
                  <a:pt x="26" y="48"/>
                </a:lnTo>
                <a:lnTo>
                  <a:pt x="22" y="52"/>
                </a:lnTo>
                <a:lnTo>
                  <a:pt x="16" y="57"/>
                </a:lnTo>
                <a:lnTo>
                  <a:pt x="10" y="60"/>
                </a:lnTo>
                <a:lnTo>
                  <a:pt x="10" y="60"/>
                </a:lnTo>
                <a:lnTo>
                  <a:pt x="15" y="55"/>
                </a:lnTo>
                <a:lnTo>
                  <a:pt x="20" y="50"/>
                </a:lnTo>
                <a:lnTo>
                  <a:pt x="22" y="46"/>
                </a:lnTo>
                <a:lnTo>
                  <a:pt x="22" y="46"/>
                </a:lnTo>
                <a:lnTo>
                  <a:pt x="21" y="44"/>
                </a:lnTo>
                <a:lnTo>
                  <a:pt x="20" y="43"/>
                </a:lnTo>
                <a:lnTo>
                  <a:pt x="16" y="39"/>
                </a:lnTo>
                <a:lnTo>
                  <a:pt x="13" y="37"/>
                </a:lnTo>
                <a:lnTo>
                  <a:pt x="10" y="34"/>
                </a:lnTo>
                <a:lnTo>
                  <a:pt x="10" y="34"/>
                </a:lnTo>
                <a:lnTo>
                  <a:pt x="8" y="32"/>
                </a:lnTo>
                <a:lnTo>
                  <a:pt x="4" y="25"/>
                </a:lnTo>
                <a:lnTo>
                  <a:pt x="3" y="21"/>
                </a:lnTo>
                <a:lnTo>
                  <a:pt x="2" y="15"/>
                </a:lnTo>
                <a:lnTo>
                  <a:pt x="0" y="9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C58F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350">
            <a:extLst>
              <a:ext uri="{FF2B5EF4-FFF2-40B4-BE49-F238E27FC236}">
                <a16:creationId xmlns:a16="http://schemas.microsoft.com/office/drawing/2014/main" id="{711DD788-A030-F94E-9577-22949C8A879D}"/>
              </a:ext>
            </a:extLst>
          </p:cNvPr>
          <p:cNvSpPr>
            <a:spLocks/>
          </p:cNvSpPr>
          <p:nvPr/>
        </p:nvSpPr>
        <p:spPr bwMode="auto">
          <a:xfrm>
            <a:off x="1657526" y="2590686"/>
            <a:ext cx="36677" cy="32094"/>
          </a:xfrm>
          <a:custGeom>
            <a:avLst/>
            <a:gdLst>
              <a:gd name="T0" fmla="*/ 16 w 16"/>
              <a:gd name="T1" fmla="*/ 7 h 14"/>
              <a:gd name="T2" fmla="*/ 16 w 16"/>
              <a:gd name="T3" fmla="*/ 7 h 14"/>
              <a:gd name="T4" fmla="*/ 15 w 16"/>
              <a:gd name="T5" fmla="*/ 5 h 14"/>
              <a:gd name="T6" fmla="*/ 14 w 16"/>
              <a:gd name="T7" fmla="*/ 2 h 14"/>
              <a:gd name="T8" fmla="*/ 11 w 16"/>
              <a:gd name="T9" fmla="*/ 1 h 14"/>
              <a:gd name="T10" fmla="*/ 8 w 16"/>
              <a:gd name="T11" fmla="*/ 0 h 14"/>
              <a:gd name="T12" fmla="*/ 8 w 16"/>
              <a:gd name="T13" fmla="*/ 0 h 14"/>
              <a:gd name="T14" fmla="*/ 5 w 16"/>
              <a:gd name="T15" fmla="*/ 1 h 14"/>
              <a:gd name="T16" fmla="*/ 3 w 16"/>
              <a:gd name="T17" fmla="*/ 2 h 14"/>
              <a:gd name="T18" fmla="*/ 2 w 16"/>
              <a:gd name="T19" fmla="*/ 5 h 14"/>
              <a:gd name="T20" fmla="*/ 0 w 16"/>
              <a:gd name="T21" fmla="*/ 7 h 14"/>
              <a:gd name="T22" fmla="*/ 0 w 16"/>
              <a:gd name="T23" fmla="*/ 7 h 14"/>
              <a:gd name="T24" fmla="*/ 2 w 16"/>
              <a:gd name="T25" fmla="*/ 9 h 14"/>
              <a:gd name="T26" fmla="*/ 3 w 16"/>
              <a:gd name="T27" fmla="*/ 12 h 14"/>
              <a:gd name="T28" fmla="*/ 5 w 16"/>
              <a:gd name="T29" fmla="*/ 14 h 14"/>
              <a:gd name="T30" fmla="*/ 8 w 16"/>
              <a:gd name="T31" fmla="*/ 14 h 14"/>
              <a:gd name="T32" fmla="*/ 8 w 16"/>
              <a:gd name="T33" fmla="*/ 14 h 14"/>
              <a:gd name="T34" fmla="*/ 11 w 16"/>
              <a:gd name="T35" fmla="*/ 14 h 14"/>
              <a:gd name="T36" fmla="*/ 14 w 16"/>
              <a:gd name="T37" fmla="*/ 12 h 14"/>
              <a:gd name="T38" fmla="*/ 15 w 16"/>
              <a:gd name="T39" fmla="*/ 9 h 14"/>
              <a:gd name="T40" fmla="*/ 16 w 16"/>
              <a:gd name="T41" fmla="*/ 7 h 14"/>
              <a:gd name="T42" fmla="*/ 16 w 16"/>
              <a:gd name="T43" fmla="*/ 7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" h="14">
                <a:moveTo>
                  <a:pt x="16" y="7"/>
                </a:moveTo>
                <a:lnTo>
                  <a:pt x="16" y="7"/>
                </a:lnTo>
                <a:lnTo>
                  <a:pt x="15" y="5"/>
                </a:lnTo>
                <a:lnTo>
                  <a:pt x="14" y="2"/>
                </a:lnTo>
                <a:lnTo>
                  <a:pt x="11" y="1"/>
                </a:lnTo>
                <a:lnTo>
                  <a:pt x="8" y="0"/>
                </a:lnTo>
                <a:lnTo>
                  <a:pt x="8" y="0"/>
                </a:lnTo>
                <a:lnTo>
                  <a:pt x="5" y="1"/>
                </a:lnTo>
                <a:lnTo>
                  <a:pt x="3" y="2"/>
                </a:lnTo>
                <a:lnTo>
                  <a:pt x="2" y="5"/>
                </a:lnTo>
                <a:lnTo>
                  <a:pt x="0" y="7"/>
                </a:lnTo>
                <a:lnTo>
                  <a:pt x="0" y="7"/>
                </a:lnTo>
                <a:lnTo>
                  <a:pt x="2" y="9"/>
                </a:lnTo>
                <a:lnTo>
                  <a:pt x="3" y="12"/>
                </a:lnTo>
                <a:lnTo>
                  <a:pt x="5" y="14"/>
                </a:lnTo>
                <a:lnTo>
                  <a:pt x="8" y="14"/>
                </a:lnTo>
                <a:lnTo>
                  <a:pt x="8" y="14"/>
                </a:lnTo>
                <a:lnTo>
                  <a:pt x="11" y="14"/>
                </a:lnTo>
                <a:lnTo>
                  <a:pt x="14" y="12"/>
                </a:lnTo>
                <a:lnTo>
                  <a:pt x="15" y="9"/>
                </a:lnTo>
                <a:lnTo>
                  <a:pt x="16" y="7"/>
                </a:lnTo>
                <a:lnTo>
                  <a:pt x="16" y="7"/>
                </a:lnTo>
                <a:close/>
              </a:path>
            </a:pathLst>
          </a:custGeom>
          <a:solidFill>
            <a:srgbClr val="2D2B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351">
            <a:extLst>
              <a:ext uri="{FF2B5EF4-FFF2-40B4-BE49-F238E27FC236}">
                <a16:creationId xmlns:a16="http://schemas.microsoft.com/office/drawing/2014/main" id="{ADC286F9-2F86-ED4E-8685-B8581CE324C7}"/>
              </a:ext>
            </a:extLst>
          </p:cNvPr>
          <p:cNvSpPr>
            <a:spLocks/>
          </p:cNvSpPr>
          <p:nvPr/>
        </p:nvSpPr>
        <p:spPr bwMode="auto">
          <a:xfrm>
            <a:off x="1850080" y="2554009"/>
            <a:ext cx="27508" cy="32094"/>
          </a:xfrm>
          <a:custGeom>
            <a:avLst/>
            <a:gdLst>
              <a:gd name="T0" fmla="*/ 12 w 12"/>
              <a:gd name="T1" fmla="*/ 7 h 13"/>
              <a:gd name="T2" fmla="*/ 12 w 12"/>
              <a:gd name="T3" fmla="*/ 7 h 13"/>
              <a:gd name="T4" fmla="*/ 12 w 12"/>
              <a:gd name="T5" fmla="*/ 5 h 13"/>
              <a:gd name="T6" fmla="*/ 11 w 12"/>
              <a:gd name="T7" fmla="*/ 2 h 13"/>
              <a:gd name="T8" fmla="*/ 9 w 12"/>
              <a:gd name="T9" fmla="*/ 1 h 13"/>
              <a:gd name="T10" fmla="*/ 7 w 12"/>
              <a:gd name="T11" fmla="*/ 0 h 13"/>
              <a:gd name="T12" fmla="*/ 7 w 12"/>
              <a:gd name="T13" fmla="*/ 0 h 13"/>
              <a:gd name="T14" fmla="*/ 3 w 12"/>
              <a:gd name="T15" fmla="*/ 0 h 13"/>
              <a:gd name="T16" fmla="*/ 2 w 12"/>
              <a:gd name="T17" fmla="*/ 1 h 13"/>
              <a:gd name="T18" fmla="*/ 0 w 12"/>
              <a:gd name="T19" fmla="*/ 4 h 13"/>
              <a:gd name="T20" fmla="*/ 0 w 12"/>
              <a:gd name="T21" fmla="*/ 6 h 13"/>
              <a:gd name="T22" fmla="*/ 0 w 12"/>
              <a:gd name="T23" fmla="*/ 6 h 13"/>
              <a:gd name="T24" fmla="*/ 0 w 12"/>
              <a:gd name="T25" fmla="*/ 8 h 13"/>
              <a:gd name="T26" fmla="*/ 1 w 12"/>
              <a:gd name="T27" fmla="*/ 11 h 13"/>
              <a:gd name="T28" fmla="*/ 2 w 12"/>
              <a:gd name="T29" fmla="*/ 12 h 13"/>
              <a:gd name="T30" fmla="*/ 6 w 12"/>
              <a:gd name="T31" fmla="*/ 13 h 13"/>
              <a:gd name="T32" fmla="*/ 6 w 12"/>
              <a:gd name="T33" fmla="*/ 13 h 13"/>
              <a:gd name="T34" fmla="*/ 8 w 12"/>
              <a:gd name="T35" fmla="*/ 12 h 13"/>
              <a:gd name="T36" fmla="*/ 9 w 12"/>
              <a:gd name="T37" fmla="*/ 11 h 13"/>
              <a:gd name="T38" fmla="*/ 12 w 12"/>
              <a:gd name="T39" fmla="*/ 10 h 13"/>
              <a:gd name="T40" fmla="*/ 12 w 12"/>
              <a:gd name="T41" fmla="*/ 7 h 13"/>
              <a:gd name="T42" fmla="*/ 12 w 12"/>
              <a:gd name="T43" fmla="*/ 7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2" h="13">
                <a:moveTo>
                  <a:pt x="12" y="7"/>
                </a:moveTo>
                <a:lnTo>
                  <a:pt x="12" y="7"/>
                </a:lnTo>
                <a:lnTo>
                  <a:pt x="12" y="5"/>
                </a:lnTo>
                <a:lnTo>
                  <a:pt x="11" y="2"/>
                </a:lnTo>
                <a:lnTo>
                  <a:pt x="9" y="1"/>
                </a:lnTo>
                <a:lnTo>
                  <a:pt x="7" y="0"/>
                </a:lnTo>
                <a:lnTo>
                  <a:pt x="7" y="0"/>
                </a:lnTo>
                <a:lnTo>
                  <a:pt x="3" y="0"/>
                </a:lnTo>
                <a:lnTo>
                  <a:pt x="2" y="1"/>
                </a:lnTo>
                <a:lnTo>
                  <a:pt x="0" y="4"/>
                </a:lnTo>
                <a:lnTo>
                  <a:pt x="0" y="6"/>
                </a:lnTo>
                <a:lnTo>
                  <a:pt x="0" y="6"/>
                </a:lnTo>
                <a:lnTo>
                  <a:pt x="0" y="8"/>
                </a:lnTo>
                <a:lnTo>
                  <a:pt x="1" y="11"/>
                </a:lnTo>
                <a:lnTo>
                  <a:pt x="2" y="12"/>
                </a:lnTo>
                <a:lnTo>
                  <a:pt x="6" y="13"/>
                </a:lnTo>
                <a:lnTo>
                  <a:pt x="6" y="13"/>
                </a:lnTo>
                <a:lnTo>
                  <a:pt x="8" y="12"/>
                </a:lnTo>
                <a:lnTo>
                  <a:pt x="9" y="11"/>
                </a:lnTo>
                <a:lnTo>
                  <a:pt x="12" y="10"/>
                </a:lnTo>
                <a:lnTo>
                  <a:pt x="12" y="7"/>
                </a:lnTo>
                <a:lnTo>
                  <a:pt x="12" y="7"/>
                </a:lnTo>
                <a:close/>
              </a:path>
            </a:pathLst>
          </a:custGeom>
          <a:solidFill>
            <a:srgbClr val="2D2B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352">
            <a:extLst>
              <a:ext uri="{FF2B5EF4-FFF2-40B4-BE49-F238E27FC236}">
                <a16:creationId xmlns:a16="http://schemas.microsoft.com/office/drawing/2014/main" id="{697C5923-BF35-6C4D-B943-6C6607CB82CF}"/>
              </a:ext>
            </a:extLst>
          </p:cNvPr>
          <p:cNvSpPr>
            <a:spLocks/>
          </p:cNvSpPr>
          <p:nvPr/>
        </p:nvSpPr>
        <p:spPr bwMode="auto">
          <a:xfrm>
            <a:off x="1584171" y="2512748"/>
            <a:ext cx="105448" cy="50432"/>
          </a:xfrm>
          <a:custGeom>
            <a:avLst/>
            <a:gdLst>
              <a:gd name="T0" fmla="*/ 41 w 45"/>
              <a:gd name="T1" fmla="*/ 0 h 22"/>
              <a:gd name="T2" fmla="*/ 41 w 45"/>
              <a:gd name="T3" fmla="*/ 0 h 22"/>
              <a:gd name="T4" fmla="*/ 33 w 45"/>
              <a:gd name="T5" fmla="*/ 0 h 22"/>
              <a:gd name="T6" fmla="*/ 24 w 45"/>
              <a:gd name="T7" fmla="*/ 2 h 22"/>
              <a:gd name="T8" fmla="*/ 14 w 45"/>
              <a:gd name="T9" fmla="*/ 5 h 22"/>
              <a:gd name="T10" fmla="*/ 5 w 45"/>
              <a:gd name="T11" fmla="*/ 11 h 22"/>
              <a:gd name="T12" fmla="*/ 5 w 45"/>
              <a:gd name="T13" fmla="*/ 11 h 22"/>
              <a:gd name="T14" fmla="*/ 1 w 45"/>
              <a:gd name="T15" fmla="*/ 14 h 22"/>
              <a:gd name="T16" fmla="*/ 1 w 45"/>
              <a:gd name="T17" fmla="*/ 17 h 22"/>
              <a:gd name="T18" fmla="*/ 0 w 45"/>
              <a:gd name="T19" fmla="*/ 19 h 22"/>
              <a:gd name="T20" fmla="*/ 1 w 45"/>
              <a:gd name="T21" fmla="*/ 20 h 22"/>
              <a:gd name="T22" fmla="*/ 4 w 45"/>
              <a:gd name="T23" fmla="*/ 22 h 22"/>
              <a:gd name="T24" fmla="*/ 6 w 45"/>
              <a:gd name="T25" fmla="*/ 22 h 22"/>
              <a:gd name="T26" fmla="*/ 11 w 45"/>
              <a:gd name="T27" fmla="*/ 20 h 22"/>
              <a:gd name="T28" fmla="*/ 11 w 45"/>
              <a:gd name="T29" fmla="*/ 20 h 22"/>
              <a:gd name="T30" fmla="*/ 16 w 45"/>
              <a:gd name="T31" fmla="*/ 18 h 22"/>
              <a:gd name="T32" fmla="*/ 22 w 45"/>
              <a:gd name="T33" fmla="*/ 14 h 22"/>
              <a:gd name="T34" fmla="*/ 29 w 45"/>
              <a:gd name="T35" fmla="*/ 11 h 22"/>
              <a:gd name="T36" fmla="*/ 33 w 45"/>
              <a:gd name="T37" fmla="*/ 10 h 22"/>
              <a:gd name="T38" fmla="*/ 37 w 45"/>
              <a:gd name="T39" fmla="*/ 10 h 22"/>
              <a:gd name="T40" fmla="*/ 37 w 45"/>
              <a:gd name="T41" fmla="*/ 10 h 22"/>
              <a:gd name="T42" fmla="*/ 41 w 45"/>
              <a:gd name="T43" fmla="*/ 10 h 22"/>
              <a:gd name="T44" fmla="*/ 42 w 45"/>
              <a:gd name="T45" fmla="*/ 8 h 22"/>
              <a:gd name="T46" fmla="*/ 45 w 45"/>
              <a:gd name="T47" fmla="*/ 5 h 22"/>
              <a:gd name="T48" fmla="*/ 45 w 45"/>
              <a:gd name="T49" fmla="*/ 4 h 22"/>
              <a:gd name="T50" fmla="*/ 45 w 45"/>
              <a:gd name="T51" fmla="*/ 1 h 22"/>
              <a:gd name="T52" fmla="*/ 43 w 45"/>
              <a:gd name="T53" fmla="*/ 0 h 22"/>
              <a:gd name="T54" fmla="*/ 41 w 45"/>
              <a:gd name="T55" fmla="*/ 0 h 22"/>
              <a:gd name="T56" fmla="*/ 41 w 45"/>
              <a:gd name="T57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5" h="22">
                <a:moveTo>
                  <a:pt x="41" y="0"/>
                </a:moveTo>
                <a:lnTo>
                  <a:pt x="41" y="0"/>
                </a:lnTo>
                <a:lnTo>
                  <a:pt x="33" y="0"/>
                </a:lnTo>
                <a:lnTo>
                  <a:pt x="24" y="2"/>
                </a:lnTo>
                <a:lnTo>
                  <a:pt x="14" y="5"/>
                </a:lnTo>
                <a:lnTo>
                  <a:pt x="5" y="11"/>
                </a:lnTo>
                <a:lnTo>
                  <a:pt x="5" y="11"/>
                </a:lnTo>
                <a:lnTo>
                  <a:pt x="1" y="14"/>
                </a:lnTo>
                <a:lnTo>
                  <a:pt x="1" y="17"/>
                </a:lnTo>
                <a:lnTo>
                  <a:pt x="0" y="19"/>
                </a:lnTo>
                <a:lnTo>
                  <a:pt x="1" y="20"/>
                </a:lnTo>
                <a:lnTo>
                  <a:pt x="4" y="22"/>
                </a:lnTo>
                <a:lnTo>
                  <a:pt x="6" y="22"/>
                </a:lnTo>
                <a:lnTo>
                  <a:pt x="11" y="20"/>
                </a:lnTo>
                <a:lnTo>
                  <a:pt x="11" y="20"/>
                </a:lnTo>
                <a:lnTo>
                  <a:pt x="16" y="18"/>
                </a:lnTo>
                <a:lnTo>
                  <a:pt x="22" y="14"/>
                </a:lnTo>
                <a:lnTo>
                  <a:pt x="29" y="11"/>
                </a:lnTo>
                <a:lnTo>
                  <a:pt x="33" y="10"/>
                </a:lnTo>
                <a:lnTo>
                  <a:pt x="37" y="10"/>
                </a:lnTo>
                <a:lnTo>
                  <a:pt x="37" y="10"/>
                </a:lnTo>
                <a:lnTo>
                  <a:pt x="41" y="10"/>
                </a:lnTo>
                <a:lnTo>
                  <a:pt x="42" y="8"/>
                </a:lnTo>
                <a:lnTo>
                  <a:pt x="45" y="5"/>
                </a:lnTo>
                <a:lnTo>
                  <a:pt x="45" y="4"/>
                </a:lnTo>
                <a:lnTo>
                  <a:pt x="45" y="1"/>
                </a:lnTo>
                <a:lnTo>
                  <a:pt x="43" y="0"/>
                </a:lnTo>
                <a:lnTo>
                  <a:pt x="41" y="0"/>
                </a:lnTo>
                <a:lnTo>
                  <a:pt x="41" y="0"/>
                </a:lnTo>
                <a:close/>
              </a:path>
            </a:pathLst>
          </a:custGeom>
          <a:solidFill>
            <a:srgbClr val="2D2B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353">
            <a:extLst>
              <a:ext uri="{FF2B5EF4-FFF2-40B4-BE49-F238E27FC236}">
                <a16:creationId xmlns:a16="http://schemas.microsoft.com/office/drawing/2014/main" id="{256149EE-3B17-4D43-8059-CB3D63E3E8AB}"/>
              </a:ext>
            </a:extLst>
          </p:cNvPr>
          <p:cNvSpPr>
            <a:spLocks/>
          </p:cNvSpPr>
          <p:nvPr/>
        </p:nvSpPr>
        <p:spPr bwMode="auto">
          <a:xfrm>
            <a:off x="1799651" y="2480655"/>
            <a:ext cx="91693" cy="36677"/>
          </a:xfrm>
          <a:custGeom>
            <a:avLst/>
            <a:gdLst>
              <a:gd name="T0" fmla="*/ 2 w 40"/>
              <a:gd name="T1" fmla="*/ 7 h 14"/>
              <a:gd name="T2" fmla="*/ 2 w 40"/>
              <a:gd name="T3" fmla="*/ 7 h 14"/>
              <a:gd name="T4" fmla="*/ 9 w 40"/>
              <a:gd name="T5" fmla="*/ 4 h 14"/>
              <a:gd name="T6" fmla="*/ 16 w 40"/>
              <a:gd name="T7" fmla="*/ 2 h 14"/>
              <a:gd name="T8" fmla="*/ 23 w 40"/>
              <a:gd name="T9" fmla="*/ 0 h 14"/>
              <a:gd name="T10" fmla="*/ 33 w 40"/>
              <a:gd name="T11" fmla="*/ 1 h 14"/>
              <a:gd name="T12" fmla="*/ 33 w 40"/>
              <a:gd name="T13" fmla="*/ 1 h 14"/>
              <a:gd name="T14" fmla="*/ 38 w 40"/>
              <a:gd name="T15" fmla="*/ 2 h 14"/>
              <a:gd name="T16" fmla="*/ 40 w 40"/>
              <a:gd name="T17" fmla="*/ 4 h 14"/>
              <a:gd name="T18" fmla="*/ 40 w 40"/>
              <a:gd name="T19" fmla="*/ 7 h 14"/>
              <a:gd name="T20" fmla="*/ 39 w 40"/>
              <a:gd name="T21" fmla="*/ 8 h 14"/>
              <a:gd name="T22" fmla="*/ 36 w 40"/>
              <a:gd name="T23" fmla="*/ 9 h 14"/>
              <a:gd name="T24" fmla="*/ 33 w 40"/>
              <a:gd name="T25" fmla="*/ 10 h 14"/>
              <a:gd name="T26" fmla="*/ 33 w 40"/>
              <a:gd name="T27" fmla="*/ 10 h 14"/>
              <a:gd name="T28" fmla="*/ 28 w 40"/>
              <a:gd name="T29" fmla="*/ 10 h 14"/>
              <a:gd name="T30" fmla="*/ 22 w 40"/>
              <a:gd name="T31" fmla="*/ 9 h 14"/>
              <a:gd name="T32" fmla="*/ 16 w 40"/>
              <a:gd name="T33" fmla="*/ 10 h 14"/>
              <a:gd name="T34" fmla="*/ 9 w 40"/>
              <a:gd name="T35" fmla="*/ 13 h 14"/>
              <a:gd name="T36" fmla="*/ 9 w 40"/>
              <a:gd name="T37" fmla="*/ 13 h 14"/>
              <a:gd name="T38" fmla="*/ 6 w 40"/>
              <a:gd name="T39" fmla="*/ 14 h 14"/>
              <a:gd name="T40" fmla="*/ 4 w 40"/>
              <a:gd name="T41" fmla="*/ 14 h 14"/>
              <a:gd name="T42" fmla="*/ 1 w 40"/>
              <a:gd name="T43" fmla="*/ 12 h 14"/>
              <a:gd name="T44" fmla="*/ 0 w 40"/>
              <a:gd name="T45" fmla="*/ 9 h 14"/>
              <a:gd name="T46" fmla="*/ 0 w 40"/>
              <a:gd name="T47" fmla="*/ 8 h 14"/>
              <a:gd name="T48" fmla="*/ 2 w 40"/>
              <a:gd name="T49" fmla="*/ 7 h 14"/>
              <a:gd name="T50" fmla="*/ 2 w 40"/>
              <a:gd name="T51" fmla="*/ 7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0" h="14">
                <a:moveTo>
                  <a:pt x="2" y="7"/>
                </a:moveTo>
                <a:lnTo>
                  <a:pt x="2" y="7"/>
                </a:lnTo>
                <a:lnTo>
                  <a:pt x="9" y="4"/>
                </a:lnTo>
                <a:lnTo>
                  <a:pt x="16" y="2"/>
                </a:lnTo>
                <a:lnTo>
                  <a:pt x="23" y="0"/>
                </a:lnTo>
                <a:lnTo>
                  <a:pt x="33" y="1"/>
                </a:lnTo>
                <a:lnTo>
                  <a:pt x="33" y="1"/>
                </a:lnTo>
                <a:lnTo>
                  <a:pt x="38" y="2"/>
                </a:lnTo>
                <a:lnTo>
                  <a:pt x="40" y="4"/>
                </a:lnTo>
                <a:lnTo>
                  <a:pt x="40" y="7"/>
                </a:lnTo>
                <a:lnTo>
                  <a:pt x="39" y="8"/>
                </a:lnTo>
                <a:lnTo>
                  <a:pt x="36" y="9"/>
                </a:lnTo>
                <a:lnTo>
                  <a:pt x="33" y="10"/>
                </a:lnTo>
                <a:lnTo>
                  <a:pt x="33" y="10"/>
                </a:lnTo>
                <a:lnTo>
                  <a:pt x="28" y="10"/>
                </a:lnTo>
                <a:lnTo>
                  <a:pt x="22" y="9"/>
                </a:lnTo>
                <a:lnTo>
                  <a:pt x="16" y="10"/>
                </a:lnTo>
                <a:lnTo>
                  <a:pt x="9" y="13"/>
                </a:lnTo>
                <a:lnTo>
                  <a:pt x="9" y="13"/>
                </a:lnTo>
                <a:lnTo>
                  <a:pt x="6" y="14"/>
                </a:lnTo>
                <a:lnTo>
                  <a:pt x="4" y="14"/>
                </a:lnTo>
                <a:lnTo>
                  <a:pt x="1" y="12"/>
                </a:lnTo>
                <a:lnTo>
                  <a:pt x="0" y="9"/>
                </a:lnTo>
                <a:lnTo>
                  <a:pt x="0" y="8"/>
                </a:lnTo>
                <a:lnTo>
                  <a:pt x="2" y="7"/>
                </a:lnTo>
                <a:lnTo>
                  <a:pt x="2" y="7"/>
                </a:lnTo>
                <a:close/>
              </a:path>
            </a:pathLst>
          </a:custGeom>
          <a:solidFill>
            <a:srgbClr val="2D2B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354">
            <a:extLst>
              <a:ext uri="{FF2B5EF4-FFF2-40B4-BE49-F238E27FC236}">
                <a16:creationId xmlns:a16="http://schemas.microsoft.com/office/drawing/2014/main" id="{7E7DEF19-2AC1-B747-B73C-44B1C8DF8560}"/>
              </a:ext>
            </a:extLst>
          </p:cNvPr>
          <p:cNvSpPr>
            <a:spLocks/>
          </p:cNvSpPr>
          <p:nvPr/>
        </p:nvSpPr>
        <p:spPr bwMode="auto">
          <a:xfrm>
            <a:off x="1726297" y="2796996"/>
            <a:ext cx="155878" cy="77940"/>
          </a:xfrm>
          <a:custGeom>
            <a:avLst/>
            <a:gdLst>
              <a:gd name="T0" fmla="*/ 68 w 68"/>
              <a:gd name="T1" fmla="*/ 0 h 35"/>
              <a:gd name="T2" fmla="*/ 68 w 68"/>
              <a:gd name="T3" fmla="*/ 0 h 35"/>
              <a:gd name="T4" fmla="*/ 64 w 68"/>
              <a:gd name="T5" fmla="*/ 4 h 35"/>
              <a:gd name="T6" fmla="*/ 61 w 68"/>
              <a:gd name="T7" fmla="*/ 6 h 35"/>
              <a:gd name="T8" fmla="*/ 55 w 68"/>
              <a:gd name="T9" fmla="*/ 9 h 35"/>
              <a:gd name="T10" fmla="*/ 46 w 68"/>
              <a:gd name="T11" fmla="*/ 11 h 35"/>
              <a:gd name="T12" fmla="*/ 34 w 68"/>
              <a:gd name="T13" fmla="*/ 14 h 35"/>
              <a:gd name="T14" fmla="*/ 20 w 68"/>
              <a:gd name="T15" fmla="*/ 16 h 35"/>
              <a:gd name="T16" fmla="*/ 0 w 68"/>
              <a:gd name="T17" fmla="*/ 16 h 35"/>
              <a:gd name="T18" fmla="*/ 0 w 68"/>
              <a:gd name="T19" fmla="*/ 16 h 35"/>
              <a:gd name="T20" fmla="*/ 3 w 68"/>
              <a:gd name="T21" fmla="*/ 20 h 35"/>
              <a:gd name="T22" fmla="*/ 5 w 68"/>
              <a:gd name="T23" fmla="*/ 23 h 35"/>
              <a:gd name="T24" fmla="*/ 10 w 68"/>
              <a:gd name="T25" fmla="*/ 27 h 35"/>
              <a:gd name="T26" fmla="*/ 15 w 68"/>
              <a:gd name="T27" fmla="*/ 30 h 35"/>
              <a:gd name="T28" fmla="*/ 22 w 68"/>
              <a:gd name="T29" fmla="*/ 34 h 35"/>
              <a:gd name="T30" fmla="*/ 31 w 68"/>
              <a:gd name="T31" fmla="*/ 35 h 35"/>
              <a:gd name="T32" fmla="*/ 40 w 68"/>
              <a:gd name="T33" fmla="*/ 35 h 35"/>
              <a:gd name="T34" fmla="*/ 40 w 68"/>
              <a:gd name="T35" fmla="*/ 35 h 35"/>
              <a:gd name="T36" fmla="*/ 45 w 68"/>
              <a:gd name="T37" fmla="*/ 34 h 35"/>
              <a:gd name="T38" fmla="*/ 50 w 68"/>
              <a:gd name="T39" fmla="*/ 33 h 35"/>
              <a:gd name="T40" fmla="*/ 56 w 68"/>
              <a:gd name="T41" fmla="*/ 28 h 35"/>
              <a:gd name="T42" fmla="*/ 61 w 68"/>
              <a:gd name="T43" fmla="*/ 23 h 35"/>
              <a:gd name="T44" fmla="*/ 64 w 68"/>
              <a:gd name="T45" fmla="*/ 17 h 35"/>
              <a:gd name="T46" fmla="*/ 67 w 68"/>
              <a:gd name="T47" fmla="*/ 11 h 35"/>
              <a:gd name="T48" fmla="*/ 67 w 68"/>
              <a:gd name="T49" fmla="*/ 6 h 35"/>
              <a:gd name="T50" fmla="*/ 68 w 68"/>
              <a:gd name="T51" fmla="*/ 0 h 35"/>
              <a:gd name="T52" fmla="*/ 68 w 68"/>
              <a:gd name="T53" fmla="*/ 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8" h="35">
                <a:moveTo>
                  <a:pt x="68" y="0"/>
                </a:moveTo>
                <a:lnTo>
                  <a:pt x="68" y="0"/>
                </a:lnTo>
                <a:lnTo>
                  <a:pt x="64" y="4"/>
                </a:lnTo>
                <a:lnTo>
                  <a:pt x="61" y="6"/>
                </a:lnTo>
                <a:lnTo>
                  <a:pt x="55" y="9"/>
                </a:lnTo>
                <a:lnTo>
                  <a:pt x="46" y="11"/>
                </a:lnTo>
                <a:lnTo>
                  <a:pt x="34" y="14"/>
                </a:lnTo>
                <a:lnTo>
                  <a:pt x="20" y="16"/>
                </a:lnTo>
                <a:lnTo>
                  <a:pt x="0" y="16"/>
                </a:lnTo>
                <a:lnTo>
                  <a:pt x="0" y="16"/>
                </a:lnTo>
                <a:lnTo>
                  <a:pt x="3" y="20"/>
                </a:lnTo>
                <a:lnTo>
                  <a:pt x="5" y="23"/>
                </a:lnTo>
                <a:lnTo>
                  <a:pt x="10" y="27"/>
                </a:lnTo>
                <a:lnTo>
                  <a:pt x="15" y="30"/>
                </a:lnTo>
                <a:lnTo>
                  <a:pt x="22" y="34"/>
                </a:lnTo>
                <a:lnTo>
                  <a:pt x="31" y="35"/>
                </a:lnTo>
                <a:lnTo>
                  <a:pt x="40" y="35"/>
                </a:lnTo>
                <a:lnTo>
                  <a:pt x="40" y="35"/>
                </a:lnTo>
                <a:lnTo>
                  <a:pt x="45" y="34"/>
                </a:lnTo>
                <a:lnTo>
                  <a:pt x="50" y="33"/>
                </a:lnTo>
                <a:lnTo>
                  <a:pt x="56" y="28"/>
                </a:lnTo>
                <a:lnTo>
                  <a:pt x="61" y="23"/>
                </a:lnTo>
                <a:lnTo>
                  <a:pt x="64" y="17"/>
                </a:lnTo>
                <a:lnTo>
                  <a:pt x="67" y="11"/>
                </a:lnTo>
                <a:lnTo>
                  <a:pt x="67" y="6"/>
                </a:lnTo>
                <a:lnTo>
                  <a:pt x="68" y="0"/>
                </a:lnTo>
                <a:lnTo>
                  <a:pt x="6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355">
            <a:extLst>
              <a:ext uri="{FF2B5EF4-FFF2-40B4-BE49-F238E27FC236}">
                <a16:creationId xmlns:a16="http://schemas.microsoft.com/office/drawing/2014/main" id="{C5D0A49E-7749-AC46-8123-090F27435020}"/>
              </a:ext>
            </a:extLst>
          </p:cNvPr>
          <p:cNvSpPr>
            <a:spLocks/>
          </p:cNvSpPr>
          <p:nvPr/>
        </p:nvSpPr>
        <p:spPr bwMode="auto">
          <a:xfrm>
            <a:off x="1744635" y="2590686"/>
            <a:ext cx="59602" cy="27508"/>
          </a:xfrm>
          <a:custGeom>
            <a:avLst/>
            <a:gdLst>
              <a:gd name="T0" fmla="*/ 1 w 26"/>
              <a:gd name="T1" fmla="*/ 12 h 12"/>
              <a:gd name="T2" fmla="*/ 1 w 26"/>
              <a:gd name="T3" fmla="*/ 12 h 12"/>
              <a:gd name="T4" fmla="*/ 0 w 26"/>
              <a:gd name="T5" fmla="*/ 12 h 12"/>
              <a:gd name="T6" fmla="*/ 0 w 26"/>
              <a:gd name="T7" fmla="*/ 12 h 12"/>
              <a:gd name="T8" fmla="*/ 0 w 26"/>
              <a:gd name="T9" fmla="*/ 11 h 12"/>
              <a:gd name="T10" fmla="*/ 0 w 26"/>
              <a:gd name="T11" fmla="*/ 9 h 12"/>
              <a:gd name="T12" fmla="*/ 0 w 26"/>
              <a:gd name="T13" fmla="*/ 9 h 12"/>
              <a:gd name="T14" fmla="*/ 2 w 26"/>
              <a:gd name="T15" fmla="*/ 7 h 12"/>
              <a:gd name="T16" fmla="*/ 8 w 26"/>
              <a:gd name="T17" fmla="*/ 2 h 12"/>
              <a:gd name="T18" fmla="*/ 12 w 26"/>
              <a:gd name="T19" fmla="*/ 1 h 12"/>
              <a:gd name="T20" fmla="*/ 17 w 26"/>
              <a:gd name="T21" fmla="*/ 0 h 12"/>
              <a:gd name="T22" fmla="*/ 22 w 26"/>
              <a:gd name="T23" fmla="*/ 0 h 12"/>
              <a:gd name="T24" fmla="*/ 26 w 26"/>
              <a:gd name="T25" fmla="*/ 2 h 12"/>
              <a:gd name="T26" fmla="*/ 26 w 26"/>
              <a:gd name="T27" fmla="*/ 2 h 12"/>
              <a:gd name="T28" fmla="*/ 26 w 26"/>
              <a:gd name="T29" fmla="*/ 3 h 12"/>
              <a:gd name="T30" fmla="*/ 26 w 26"/>
              <a:gd name="T31" fmla="*/ 3 h 12"/>
              <a:gd name="T32" fmla="*/ 26 w 26"/>
              <a:gd name="T33" fmla="*/ 3 h 12"/>
              <a:gd name="T34" fmla="*/ 25 w 26"/>
              <a:gd name="T35" fmla="*/ 5 h 12"/>
              <a:gd name="T36" fmla="*/ 24 w 26"/>
              <a:gd name="T37" fmla="*/ 5 h 12"/>
              <a:gd name="T38" fmla="*/ 24 w 26"/>
              <a:gd name="T39" fmla="*/ 5 h 12"/>
              <a:gd name="T40" fmla="*/ 20 w 26"/>
              <a:gd name="T41" fmla="*/ 3 h 12"/>
              <a:gd name="T42" fmla="*/ 17 w 26"/>
              <a:gd name="T43" fmla="*/ 3 h 12"/>
              <a:gd name="T44" fmla="*/ 13 w 26"/>
              <a:gd name="T45" fmla="*/ 3 h 12"/>
              <a:gd name="T46" fmla="*/ 10 w 26"/>
              <a:gd name="T47" fmla="*/ 6 h 12"/>
              <a:gd name="T48" fmla="*/ 3 w 26"/>
              <a:gd name="T49" fmla="*/ 9 h 12"/>
              <a:gd name="T50" fmla="*/ 2 w 26"/>
              <a:gd name="T51" fmla="*/ 11 h 12"/>
              <a:gd name="T52" fmla="*/ 2 w 26"/>
              <a:gd name="T53" fmla="*/ 11 h 12"/>
              <a:gd name="T54" fmla="*/ 1 w 26"/>
              <a:gd name="T55" fmla="*/ 12 h 12"/>
              <a:gd name="T56" fmla="*/ 1 w 26"/>
              <a:gd name="T57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6" h="12">
                <a:moveTo>
                  <a:pt x="1" y="12"/>
                </a:moveTo>
                <a:lnTo>
                  <a:pt x="1" y="12"/>
                </a:lnTo>
                <a:lnTo>
                  <a:pt x="0" y="12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0" y="9"/>
                </a:lnTo>
                <a:lnTo>
                  <a:pt x="2" y="7"/>
                </a:lnTo>
                <a:lnTo>
                  <a:pt x="8" y="2"/>
                </a:lnTo>
                <a:lnTo>
                  <a:pt x="12" y="1"/>
                </a:lnTo>
                <a:lnTo>
                  <a:pt x="17" y="0"/>
                </a:lnTo>
                <a:lnTo>
                  <a:pt x="22" y="0"/>
                </a:lnTo>
                <a:lnTo>
                  <a:pt x="26" y="2"/>
                </a:lnTo>
                <a:lnTo>
                  <a:pt x="26" y="2"/>
                </a:lnTo>
                <a:lnTo>
                  <a:pt x="26" y="3"/>
                </a:lnTo>
                <a:lnTo>
                  <a:pt x="26" y="3"/>
                </a:lnTo>
                <a:lnTo>
                  <a:pt x="26" y="3"/>
                </a:lnTo>
                <a:lnTo>
                  <a:pt x="25" y="5"/>
                </a:lnTo>
                <a:lnTo>
                  <a:pt x="24" y="5"/>
                </a:lnTo>
                <a:lnTo>
                  <a:pt x="24" y="5"/>
                </a:lnTo>
                <a:lnTo>
                  <a:pt x="20" y="3"/>
                </a:lnTo>
                <a:lnTo>
                  <a:pt x="17" y="3"/>
                </a:lnTo>
                <a:lnTo>
                  <a:pt x="13" y="3"/>
                </a:lnTo>
                <a:lnTo>
                  <a:pt x="10" y="6"/>
                </a:lnTo>
                <a:lnTo>
                  <a:pt x="3" y="9"/>
                </a:lnTo>
                <a:lnTo>
                  <a:pt x="2" y="11"/>
                </a:lnTo>
                <a:lnTo>
                  <a:pt x="2" y="11"/>
                </a:lnTo>
                <a:lnTo>
                  <a:pt x="1" y="12"/>
                </a:lnTo>
                <a:lnTo>
                  <a:pt x="1" y="12"/>
                </a:lnTo>
                <a:close/>
              </a:path>
            </a:pathLst>
          </a:custGeom>
          <a:solidFill>
            <a:srgbClr val="2D2B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Freeform 356">
            <a:extLst>
              <a:ext uri="{FF2B5EF4-FFF2-40B4-BE49-F238E27FC236}">
                <a16:creationId xmlns:a16="http://schemas.microsoft.com/office/drawing/2014/main" id="{398BC1E5-8940-7F4B-91F0-6082B3A17D5B}"/>
              </a:ext>
            </a:extLst>
          </p:cNvPr>
          <p:cNvSpPr>
            <a:spLocks noEditPoints="1"/>
          </p:cNvSpPr>
          <p:nvPr/>
        </p:nvSpPr>
        <p:spPr bwMode="auto">
          <a:xfrm>
            <a:off x="1579588" y="2563178"/>
            <a:ext cx="169633" cy="142125"/>
          </a:xfrm>
          <a:custGeom>
            <a:avLst/>
            <a:gdLst>
              <a:gd name="T0" fmla="*/ 35 w 75"/>
              <a:gd name="T1" fmla="*/ 62 h 62"/>
              <a:gd name="T2" fmla="*/ 22 w 75"/>
              <a:gd name="T3" fmla="*/ 58 h 62"/>
              <a:gd name="T4" fmla="*/ 9 w 75"/>
              <a:gd name="T5" fmla="*/ 51 h 62"/>
              <a:gd name="T6" fmla="*/ 5 w 75"/>
              <a:gd name="T7" fmla="*/ 46 h 62"/>
              <a:gd name="T8" fmla="*/ 0 w 75"/>
              <a:gd name="T9" fmla="*/ 35 h 62"/>
              <a:gd name="T10" fmla="*/ 0 w 75"/>
              <a:gd name="T11" fmla="*/ 30 h 62"/>
              <a:gd name="T12" fmla="*/ 5 w 75"/>
              <a:gd name="T13" fmla="*/ 18 h 62"/>
              <a:gd name="T14" fmla="*/ 16 w 75"/>
              <a:gd name="T15" fmla="*/ 8 h 62"/>
              <a:gd name="T16" fmla="*/ 29 w 75"/>
              <a:gd name="T17" fmla="*/ 2 h 62"/>
              <a:gd name="T18" fmla="*/ 44 w 75"/>
              <a:gd name="T19" fmla="*/ 0 h 62"/>
              <a:gd name="T20" fmla="*/ 52 w 75"/>
              <a:gd name="T21" fmla="*/ 0 h 62"/>
              <a:gd name="T22" fmla="*/ 63 w 75"/>
              <a:gd name="T23" fmla="*/ 3 h 62"/>
              <a:gd name="T24" fmla="*/ 68 w 75"/>
              <a:gd name="T25" fmla="*/ 7 h 62"/>
              <a:gd name="T26" fmla="*/ 74 w 75"/>
              <a:gd name="T27" fmla="*/ 16 h 62"/>
              <a:gd name="T28" fmla="*/ 75 w 75"/>
              <a:gd name="T29" fmla="*/ 29 h 62"/>
              <a:gd name="T30" fmla="*/ 74 w 75"/>
              <a:gd name="T31" fmla="*/ 36 h 62"/>
              <a:gd name="T32" fmla="*/ 68 w 75"/>
              <a:gd name="T33" fmla="*/ 47 h 62"/>
              <a:gd name="T34" fmla="*/ 58 w 75"/>
              <a:gd name="T35" fmla="*/ 55 h 62"/>
              <a:gd name="T36" fmla="*/ 46 w 75"/>
              <a:gd name="T37" fmla="*/ 60 h 62"/>
              <a:gd name="T38" fmla="*/ 40 w 75"/>
              <a:gd name="T39" fmla="*/ 62 h 62"/>
              <a:gd name="T40" fmla="*/ 35 w 75"/>
              <a:gd name="T41" fmla="*/ 62 h 62"/>
              <a:gd name="T42" fmla="*/ 47 w 75"/>
              <a:gd name="T43" fmla="*/ 2 h 62"/>
              <a:gd name="T44" fmla="*/ 45 w 75"/>
              <a:gd name="T45" fmla="*/ 2 h 62"/>
              <a:gd name="T46" fmla="*/ 31 w 75"/>
              <a:gd name="T47" fmla="*/ 5 h 62"/>
              <a:gd name="T48" fmla="*/ 17 w 75"/>
              <a:gd name="T49" fmla="*/ 11 h 62"/>
              <a:gd name="T50" fmla="*/ 8 w 75"/>
              <a:gd name="T51" fmla="*/ 19 h 62"/>
              <a:gd name="T52" fmla="*/ 3 w 75"/>
              <a:gd name="T53" fmla="*/ 30 h 62"/>
              <a:gd name="T54" fmla="*/ 3 w 75"/>
              <a:gd name="T55" fmla="*/ 35 h 62"/>
              <a:gd name="T56" fmla="*/ 8 w 75"/>
              <a:gd name="T57" fmla="*/ 45 h 62"/>
              <a:gd name="T58" fmla="*/ 11 w 75"/>
              <a:gd name="T59" fmla="*/ 48 h 62"/>
              <a:gd name="T60" fmla="*/ 24 w 75"/>
              <a:gd name="T61" fmla="*/ 57 h 62"/>
              <a:gd name="T62" fmla="*/ 40 w 75"/>
              <a:gd name="T63" fmla="*/ 58 h 62"/>
              <a:gd name="T64" fmla="*/ 51 w 75"/>
              <a:gd name="T65" fmla="*/ 55 h 62"/>
              <a:gd name="T66" fmla="*/ 61 w 75"/>
              <a:gd name="T67" fmla="*/ 49 h 62"/>
              <a:gd name="T68" fmla="*/ 69 w 75"/>
              <a:gd name="T69" fmla="*/ 41 h 62"/>
              <a:gd name="T70" fmla="*/ 72 w 75"/>
              <a:gd name="T71" fmla="*/ 29 h 62"/>
              <a:gd name="T72" fmla="*/ 72 w 75"/>
              <a:gd name="T73" fmla="*/ 23 h 62"/>
              <a:gd name="T74" fmla="*/ 69 w 75"/>
              <a:gd name="T75" fmla="*/ 12 h 62"/>
              <a:gd name="T76" fmla="*/ 66 w 75"/>
              <a:gd name="T77" fmla="*/ 8 h 62"/>
              <a:gd name="T78" fmla="*/ 58 w 75"/>
              <a:gd name="T79" fmla="*/ 3 h 62"/>
              <a:gd name="T80" fmla="*/ 47 w 75"/>
              <a:gd name="T81" fmla="*/ 2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5" h="62">
                <a:moveTo>
                  <a:pt x="35" y="62"/>
                </a:moveTo>
                <a:lnTo>
                  <a:pt x="35" y="62"/>
                </a:lnTo>
                <a:lnTo>
                  <a:pt x="29" y="60"/>
                </a:lnTo>
                <a:lnTo>
                  <a:pt x="22" y="58"/>
                </a:lnTo>
                <a:lnTo>
                  <a:pt x="15" y="55"/>
                </a:lnTo>
                <a:lnTo>
                  <a:pt x="9" y="51"/>
                </a:lnTo>
                <a:lnTo>
                  <a:pt x="9" y="51"/>
                </a:lnTo>
                <a:lnTo>
                  <a:pt x="5" y="46"/>
                </a:lnTo>
                <a:lnTo>
                  <a:pt x="2" y="41"/>
                </a:lnTo>
                <a:lnTo>
                  <a:pt x="0" y="35"/>
                </a:lnTo>
                <a:lnTo>
                  <a:pt x="0" y="30"/>
                </a:lnTo>
                <a:lnTo>
                  <a:pt x="0" y="30"/>
                </a:lnTo>
                <a:lnTo>
                  <a:pt x="2" y="24"/>
                </a:lnTo>
                <a:lnTo>
                  <a:pt x="5" y="18"/>
                </a:lnTo>
                <a:lnTo>
                  <a:pt x="10" y="13"/>
                </a:lnTo>
                <a:lnTo>
                  <a:pt x="16" y="8"/>
                </a:lnTo>
                <a:lnTo>
                  <a:pt x="22" y="5"/>
                </a:lnTo>
                <a:lnTo>
                  <a:pt x="29" y="2"/>
                </a:lnTo>
                <a:lnTo>
                  <a:pt x="38" y="1"/>
                </a:lnTo>
                <a:lnTo>
                  <a:pt x="44" y="0"/>
                </a:lnTo>
                <a:lnTo>
                  <a:pt x="44" y="0"/>
                </a:lnTo>
                <a:lnTo>
                  <a:pt x="52" y="0"/>
                </a:lnTo>
                <a:lnTo>
                  <a:pt x="58" y="1"/>
                </a:lnTo>
                <a:lnTo>
                  <a:pt x="63" y="3"/>
                </a:lnTo>
                <a:lnTo>
                  <a:pt x="68" y="7"/>
                </a:lnTo>
                <a:lnTo>
                  <a:pt x="68" y="7"/>
                </a:lnTo>
                <a:lnTo>
                  <a:pt x="72" y="11"/>
                </a:lnTo>
                <a:lnTo>
                  <a:pt x="74" y="16"/>
                </a:lnTo>
                <a:lnTo>
                  <a:pt x="75" y="23"/>
                </a:lnTo>
                <a:lnTo>
                  <a:pt x="75" y="29"/>
                </a:lnTo>
                <a:lnTo>
                  <a:pt x="75" y="29"/>
                </a:lnTo>
                <a:lnTo>
                  <a:pt x="74" y="36"/>
                </a:lnTo>
                <a:lnTo>
                  <a:pt x="72" y="42"/>
                </a:lnTo>
                <a:lnTo>
                  <a:pt x="68" y="47"/>
                </a:lnTo>
                <a:lnTo>
                  <a:pt x="63" y="52"/>
                </a:lnTo>
                <a:lnTo>
                  <a:pt x="58" y="55"/>
                </a:lnTo>
                <a:lnTo>
                  <a:pt x="52" y="58"/>
                </a:lnTo>
                <a:lnTo>
                  <a:pt x="46" y="60"/>
                </a:lnTo>
                <a:lnTo>
                  <a:pt x="40" y="62"/>
                </a:lnTo>
                <a:lnTo>
                  <a:pt x="40" y="62"/>
                </a:lnTo>
                <a:lnTo>
                  <a:pt x="35" y="62"/>
                </a:lnTo>
                <a:lnTo>
                  <a:pt x="35" y="62"/>
                </a:lnTo>
                <a:close/>
                <a:moveTo>
                  <a:pt x="47" y="2"/>
                </a:moveTo>
                <a:lnTo>
                  <a:pt x="47" y="2"/>
                </a:lnTo>
                <a:lnTo>
                  <a:pt x="45" y="2"/>
                </a:lnTo>
                <a:lnTo>
                  <a:pt x="45" y="2"/>
                </a:lnTo>
                <a:lnTo>
                  <a:pt x="38" y="3"/>
                </a:lnTo>
                <a:lnTo>
                  <a:pt x="31" y="5"/>
                </a:lnTo>
                <a:lnTo>
                  <a:pt x="24" y="7"/>
                </a:lnTo>
                <a:lnTo>
                  <a:pt x="17" y="11"/>
                </a:lnTo>
                <a:lnTo>
                  <a:pt x="11" y="14"/>
                </a:lnTo>
                <a:lnTo>
                  <a:pt x="8" y="19"/>
                </a:lnTo>
                <a:lnTo>
                  <a:pt x="4" y="24"/>
                </a:lnTo>
                <a:lnTo>
                  <a:pt x="3" y="30"/>
                </a:lnTo>
                <a:lnTo>
                  <a:pt x="3" y="30"/>
                </a:lnTo>
                <a:lnTo>
                  <a:pt x="3" y="35"/>
                </a:lnTo>
                <a:lnTo>
                  <a:pt x="5" y="40"/>
                </a:lnTo>
                <a:lnTo>
                  <a:pt x="8" y="45"/>
                </a:lnTo>
                <a:lnTo>
                  <a:pt x="11" y="48"/>
                </a:lnTo>
                <a:lnTo>
                  <a:pt x="11" y="48"/>
                </a:lnTo>
                <a:lnTo>
                  <a:pt x="17" y="53"/>
                </a:lnTo>
                <a:lnTo>
                  <a:pt x="24" y="57"/>
                </a:lnTo>
                <a:lnTo>
                  <a:pt x="33" y="58"/>
                </a:lnTo>
                <a:lnTo>
                  <a:pt x="40" y="58"/>
                </a:lnTo>
                <a:lnTo>
                  <a:pt x="40" y="58"/>
                </a:lnTo>
                <a:lnTo>
                  <a:pt x="51" y="55"/>
                </a:lnTo>
                <a:lnTo>
                  <a:pt x="56" y="53"/>
                </a:lnTo>
                <a:lnTo>
                  <a:pt x="61" y="49"/>
                </a:lnTo>
                <a:lnTo>
                  <a:pt x="66" y="46"/>
                </a:lnTo>
                <a:lnTo>
                  <a:pt x="69" y="41"/>
                </a:lnTo>
                <a:lnTo>
                  <a:pt x="70" y="36"/>
                </a:lnTo>
                <a:lnTo>
                  <a:pt x="72" y="29"/>
                </a:lnTo>
                <a:lnTo>
                  <a:pt x="72" y="29"/>
                </a:lnTo>
                <a:lnTo>
                  <a:pt x="72" y="23"/>
                </a:lnTo>
                <a:lnTo>
                  <a:pt x="70" y="17"/>
                </a:lnTo>
                <a:lnTo>
                  <a:pt x="69" y="12"/>
                </a:lnTo>
                <a:lnTo>
                  <a:pt x="66" y="8"/>
                </a:lnTo>
                <a:lnTo>
                  <a:pt x="66" y="8"/>
                </a:lnTo>
                <a:lnTo>
                  <a:pt x="62" y="6"/>
                </a:lnTo>
                <a:lnTo>
                  <a:pt x="58" y="3"/>
                </a:lnTo>
                <a:lnTo>
                  <a:pt x="54" y="3"/>
                </a:lnTo>
                <a:lnTo>
                  <a:pt x="47" y="2"/>
                </a:lnTo>
                <a:lnTo>
                  <a:pt x="47" y="2"/>
                </a:lnTo>
                <a:close/>
              </a:path>
            </a:pathLst>
          </a:custGeom>
          <a:solidFill>
            <a:srgbClr val="2D2B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4" name="Freeform 357">
            <a:extLst>
              <a:ext uri="{FF2B5EF4-FFF2-40B4-BE49-F238E27FC236}">
                <a16:creationId xmlns:a16="http://schemas.microsoft.com/office/drawing/2014/main" id="{B3A35C40-7531-7749-BD48-DEEC168878B1}"/>
              </a:ext>
            </a:extLst>
          </p:cNvPr>
          <p:cNvSpPr>
            <a:spLocks noEditPoints="1"/>
          </p:cNvSpPr>
          <p:nvPr/>
        </p:nvSpPr>
        <p:spPr bwMode="auto">
          <a:xfrm>
            <a:off x="1799651" y="2521918"/>
            <a:ext cx="155878" cy="137539"/>
          </a:xfrm>
          <a:custGeom>
            <a:avLst/>
            <a:gdLst>
              <a:gd name="T0" fmla="*/ 33 w 69"/>
              <a:gd name="T1" fmla="*/ 59 h 59"/>
              <a:gd name="T2" fmla="*/ 18 w 69"/>
              <a:gd name="T3" fmla="*/ 55 h 59"/>
              <a:gd name="T4" fmla="*/ 6 w 69"/>
              <a:gd name="T5" fmla="*/ 46 h 59"/>
              <a:gd name="T6" fmla="*/ 6 w 69"/>
              <a:gd name="T7" fmla="*/ 46 h 59"/>
              <a:gd name="T8" fmla="*/ 0 w 69"/>
              <a:gd name="T9" fmla="*/ 34 h 59"/>
              <a:gd name="T10" fmla="*/ 0 w 69"/>
              <a:gd name="T11" fmla="*/ 23 h 59"/>
              <a:gd name="T12" fmla="*/ 2 w 69"/>
              <a:gd name="T13" fmla="*/ 18 h 59"/>
              <a:gd name="T14" fmla="*/ 10 w 69"/>
              <a:gd name="T15" fmla="*/ 9 h 59"/>
              <a:gd name="T16" fmla="*/ 15 w 69"/>
              <a:gd name="T17" fmla="*/ 6 h 59"/>
              <a:gd name="T18" fmla="*/ 28 w 69"/>
              <a:gd name="T19" fmla="*/ 2 h 59"/>
              <a:gd name="T20" fmla="*/ 42 w 69"/>
              <a:gd name="T21" fmla="*/ 0 h 59"/>
              <a:gd name="T22" fmla="*/ 56 w 69"/>
              <a:gd name="T23" fmla="*/ 2 h 59"/>
              <a:gd name="T24" fmla="*/ 65 w 69"/>
              <a:gd name="T25" fmla="*/ 11 h 59"/>
              <a:gd name="T26" fmla="*/ 68 w 69"/>
              <a:gd name="T27" fmla="*/ 15 h 59"/>
              <a:gd name="T28" fmla="*/ 69 w 69"/>
              <a:gd name="T29" fmla="*/ 28 h 59"/>
              <a:gd name="T30" fmla="*/ 68 w 69"/>
              <a:gd name="T31" fmla="*/ 34 h 59"/>
              <a:gd name="T32" fmla="*/ 61 w 69"/>
              <a:gd name="T33" fmla="*/ 47 h 59"/>
              <a:gd name="T34" fmla="*/ 50 w 69"/>
              <a:gd name="T35" fmla="*/ 55 h 59"/>
              <a:gd name="T36" fmla="*/ 41 w 69"/>
              <a:gd name="T37" fmla="*/ 58 h 59"/>
              <a:gd name="T38" fmla="*/ 33 w 69"/>
              <a:gd name="T39" fmla="*/ 59 h 59"/>
              <a:gd name="T40" fmla="*/ 41 w 69"/>
              <a:gd name="T41" fmla="*/ 3 h 59"/>
              <a:gd name="T42" fmla="*/ 28 w 69"/>
              <a:gd name="T43" fmla="*/ 5 h 59"/>
              <a:gd name="T44" fmla="*/ 17 w 69"/>
              <a:gd name="T45" fmla="*/ 9 h 59"/>
              <a:gd name="T46" fmla="*/ 11 w 69"/>
              <a:gd name="T47" fmla="*/ 12 h 59"/>
              <a:gd name="T48" fmla="*/ 5 w 69"/>
              <a:gd name="T49" fmla="*/ 19 h 59"/>
              <a:gd name="T50" fmla="*/ 2 w 69"/>
              <a:gd name="T51" fmla="*/ 24 h 59"/>
              <a:gd name="T52" fmla="*/ 4 w 69"/>
              <a:gd name="T53" fmla="*/ 34 h 59"/>
              <a:gd name="T54" fmla="*/ 9 w 69"/>
              <a:gd name="T55" fmla="*/ 44 h 59"/>
              <a:gd name="T56" fmla="*/ 9 w 69"/>
              <a:gd name="T57" fmla="*/ 44 h 59"/>
              <a:gd name="T58" fmla="*/ 17 w 69"/>
              <a:gd name="T59" fmla="*/ 52 h 59"/>
              <a:gd name="T60" fmla="*/ 28 w 69"/>
              <a:gd name="T61" fmla="*/ 55 h 59"/>
              <a:gd name="T62" fmla="*/ 38 w 69"/>
              <a:gd name="T63" fmla="*/ 55 h 59"/>
              <a:gd name="T64" fmla="*/ 48 w 69"/>
              <a:gd name="T65" fmla="*/ 53 h 59"/>
              <a:gd name="T66" fmla="*/ 58 w 69"/>
              <a:gd name="T67" fmla="*/ 44 h 59"/>
              <a:gd name="T68" fmla="*/ 65 w 69"/>
              <a:gd name="T69" fmla="*/ 32 h 59"/>
              <a:gd name="T70" fmla="*/ 67 w 69"/>
              <a:gd name="T71" fmla="*/ 28 h 59"/>
              <a:gd name="T72" fmla="*/ 65 w 69"/>
              <a:gd name="T73" fmla="*/ 17 h 59"/>
              <a:gd name="T74" fmla="*/ 63 w 69"/>
              <a:gd name="T75" fmla="*/ 12 h 59"/>
              <a:gd name="T76" fmla="*/ 53 w 69"/>
              <a:gd name="T77" fmla="*/ 5 h 59"/>
              <a:gd name="T78" fmla="*/ 41 w 69"/>
              <a:gd name="T79" fmla="*/ 3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9" h="59">
                <a:moveTo>
                  <a:pt x="33" y="59"/>
                </a:moveTo>
                <a:lnTo>
                  <a:pt x="33" y="59"/>
                </a:lnTo>
                <a:lnTo>
                  <a:pt x="25" y="58"/>
                </a:lnTo>
                <a:lnTo>
                  <a:pt x="18" y="55"/>
                </a:lnTo>
                <a:lnTo>
                  <a:pt x="12" y="52"/>
                </a:lnTo>
                <a:lnTo>
                  <a:pt x="6" y="46"/>
                </a:lnTo>
                <a:lnTo>
                  <a:pt x="6" y="46"/>
                </a:lnTo>
                <a:lnTo>
                  <a:pt x="6" y="46"/>
                </a:lnTo>
                <a:lnTo>
                  <a:pt x="2" y="40"/>
                </a:lnTo>
                <a:lnTo>
                  <a:pt x="0" y="34"/>
                </a:lnTo>
                <a:lnTo>
                  <a:pt x="0" y="28"/>
                </a:lnTo>
                <a:lnTo>
                  <a:pt x="0" y="23"/>
                </a:lnTo>
                <a:lnTo>
                  <a:pt x="0" y="23"/>
                </a:lnTo>
                <a:lnTo>
                  <a:pt x="2" y="18"/>
                </a:lnTo>
                <a:lnTo>
                  <a:pt x="5" y="14"/>
                </a:lnTo>
                <a:lnTo>
                  <a:pt x="10" y="9"/>
                </a:lnTo>
                <a:lnTo>
                  <a:pt x="15" y="6"/>
                </a:lnTo>
                <a:lnTo>
                  <a:pt x="15" y="6"/>
                </a:lnTo>
                <a:lnTo>
                  <a:pt x="21" y="3"/>
                </a:lnTo>
                <a:lnTo>
                  <a:pt x="28" y="2"/>
                </a:lnTo>
                <a:lnTo>
                  <a:pt x="35" y="1"/>
                </a:lnTo>
                <a:lnTo>
                  <a:pt x="42" y="0"/>
                </a:lnTo>
                <a:lnTo>
                  <a:pt x="48" y="1"/>
                </a:lnTo>
                <a:lnTo>
                  <a:pt x="56" y="2"/>
                </a:lnTo>
                <a:lnTo>
                  <a:pt x="61" y="6"/>
                </a:lnTo>
                <a:lnTo>
                  <a:pt x="65" y="11"/>
                </a:lnTo>
                <a:lnTo>
                  <a:pt x="65" y="11"/>
                </a:lnTo>
                <a:lnTo>
                  <a:pt x="68" y="15"/>
                </a:lnTo>
                <a:lnTo>
                  <a:pt x="69" y="21"/>
                </a:lnTo>
                <a:lnTo>
                  <a:pt x="69" y="28"/>
                </a:lnTo>
                <a:lnTo>
                  <a:pt x="68" y="34"/>
                </a:lnTo>
                <a:lnTo>
                  <a:pt x="68" y="34"/>
                </a:lnTo>
                <a:lnTo>
                  <a:pt x="65" y="41"/>
                </a:lnTo>
                <a:lnTo>
                  <a:pt x="61" y="47"/>
                </a:lnTo>
                <a:lnTo>
                  <a:pt x="56" y="52"/>
                </a:lnTo>
                <a:lnTo>
                  <a:pt x="50" y="55"/>
                </a:lnTo>
                <a:lnTo>
                  <a:pt x="50" y="55"/>
                </a:lnTo>
                <a:lnTo>
                  <a:pt x="41" y="58"/>
                </a:lnTo>
                <a:lnTo>
                  <a:pt x="33" y="59"/>
                </a:lnTo>
                <a:lnTo>
                  <a:pt x="33" y="59"/>
                </a:lnTo>
                <a:close/>
                <a:moveTo>
                  <a:pt x="41" y="3"/>
                </a:moveTo>
                <a:lnTo>
                  <a:pt x="41" y="3"/>
                </a:lnTo>
                <a:lnTo>
                  <a:pt x="35" y="3"/>
                </a:lnTo>
                <a:lnTo>
                  <a:pt x="28" y="5"/>
                </a:lnTo>
                <a:lnTo>
                  <a:pt x="22" y="7"/>
                </a:lnTo>
                <a:lnTo>
                  <a:pt x="17" y="9"/>
                </a:lnTo>
                <a:lnTo>
                  <a:pt x="17" y="9"/>
                </a:lnTo>
                <a:lnTo>
                  <a:pt x="11" y="12"/>
                </a:lnTo>
                <a:lnTo>
                  <a:pt x="7" y="15"/>
                </a:lnTo>
                <a:lnTo>
                  <a:pt x="5" y="19"/>
                </a:lnTo>
                <a:lnTo>
                  <a:pt x="2" y="24"/>
                </a:lnTo>
                <a:lnTo>
                  <a:pt x="2" y="24"/>
                </a:lnTo>
                <a:lnTo>
                  <a:pt x="2" y="28"/>
                </a:lnTo>
                <a:lnTo>
                  <a:pt x="4" y="34"/>
                </a:lnTo>
                <a:lnTo>
                  <a:pt x="5" y="38"/>
                </a:lnTo>
                <a:lnTo>
                  <a:pt x="9" y="44"/>
                </a:lnTo>
                <a:lnTo>
                  <a:pt x="9" y="44"/>
                </a:lnTo>
                <a:lnTo>
                  <a:pt x="9" y="44"/>
                </a:lnTo>
                <a:lnTo>
                  <a:pt x="12" y="48"/>
                </a:lnTo>
                <a:lnTo>
                  <a:pt x="17" y="52"/>
                </a:lnTo>
                <a:lnTo>
                  <a:pt x="22" y="54"/>
                </a:lnTo>
                <a:lnTo>
                  <a:pt x="28" y="55"/>
                </a:lnTo>
                <a:lnTo>
                  <a:pt x="33" y="57"/>
                </a:lnTo>
                <a:lnTo>
                  <a:pt x="38" y="55"/>
                </a:lnTo>
                <a:lnTo>
                  <a:pt x="48" y="53"/>
                </a:lnTo>
                <a:lnTo>
                  <a:pt x="48" y="53"/>
                </a:lnTo>
                <a:lnTo>
                  <a:pt x="53" y="49"/>
                </a:lnTo>
                <a:lnTo>
                  <a:pt x="58" y="44"/>
                </a:lnTo>
                <a:lnTo>
                  <a:pt x="63" y="40"/>
                </a:lnTo>
                <a:lnTo>
                  <a:pt x="65" y="32"/>
                </a:lnTo>
                <a:lnTo>
                  <a:pt x="65" y="32"/>
                </a:lnTo>
                <a:lnTo>
                  <a:pt x="67" y="28"/>
                </a:lnTo>
                <a:lnTo>
                  <a:pt x="67" y="21"/>
                </a:lnTo>
                <a:lnTo>
                  <a:pt x="65" y="17"/>
                </a:lnTo>
                <a:lnTo>
                  <a:pt x="63" y="12"/>
                </a:lnTo>
                <a:lnTo>
                  <a:pt x="63" y="12"/>
                </a:lnTo>
                <a:lnTo>
                  <a:pt x="59" y="8"/>
                </a:lnTo>
                <a:lnTo>
                  <a:pt x="53" y="5"/>
                </a:lnTo>
                <a:lnTo>
                  <a:pt x="47" y="3"/>
                </a:lnTo>
                <a:lnTo>
                  <a:pt x="41" y="3"/>
                </a:lnTo>
                <a:lnTo>
                  <a:pt x="41" y="3"/>
                </a:lnTo>
                <a:close/>
              </a:path>
            </a:pathLst>
          </a:custGeom>
          <a:solidFill>
            <a:srgbClr val="2D2B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Freeform 358">
            <a:extLst>
              <a:ext uri="{FF2B5EF4-FFF2-40B4-BE49-F238E27FC236}">
                <a16:creationId xmlns:a16="http://schemas.microsoft.com/office/drawing/2014/main" id="{5F46AA71-7D17-C24C-AFBB-A3BE85F5BCEE}"/>
              </a:ext>
            </a:extLst>
          </p:cNvPr>
          <p:cNvSpPr>
            <a:spLocks/>
          </p:cNvSpPr>
          <p:nvPr/>
        </p:nvSpPr>
        <p:spPr bwMode="auto">
          <a:xfrm>
            <a:off x="1409955" y="2631949"/>
            <a:ext cx="169633" cy="32094"/>
          </a:xfrm>
          <a:custGeom>
            <a:avLst/>
            <a:gdLst>
              <a:gd name="T0" fmla="*/ 0 w 74"/>
              <a:gd name="T1" fmla="*/ 14 h 14"/>
              <a:gd name="T2" fmla="*/ 0 w 74"/>
              <a:gd name="T3" fmla="*/ 12 h 14"/>
              <a:gd name="T4" fmla="*/ 74 w 74"/>
              <a:gd name="T5" fmla="*/ 0 h 14"/>
              <a:gd name="T6" fmla="*/ 74 w 74"/>
              <a:gd name="T7" fmla="*/ 2 h 14"/>
              <a:gd name="T8" fmla="*/ 0 w 74"/>
              <a:gd name="T9" fmla="*/ 1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4" h="14">
                <a:moveTo>
                  <a:pt x="0" y="14"/>
                </a:moveTo>
                <a:lnTo>
                  <a:pt x="0" y="12"/>
                </a:lnTo>
                <a:lnTo>
                  <a:pt x="74" y="0"/>
                </a:lnTo>
                <a:lnTo>
                  <a:pt x="74" y="2"/>
                </a:lnTo>
                <a:lnTo>
                  <a:pt x="0" y="14"/>
                </a:lnTo>
                <a:close/>
              </a:path>
            </a:pathLst>
          </a:custGeom>
          <a:solidFill>
            <a:srgbClr val="2D2B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0" name="Freeform 578">
            <a:extLst>
              <a:ext uri="{FF2B5EF4-FFF2-40B4-BE49-F238E27FC236}">
                <a16:creationId xmlns:a16="http://schemas.microsoft.com/office/drawing/2014/main" id="{6C245C45-918F-B043-AF5C-8CD2B6E85CDC}"/>
              </a:ext>
            </a:extLst>
          </p:cNvPr>
          <p:cNvSpPr>
            <a:spLocks/>
          </p:cNvSpPr>
          <p:nvPr/>
        </p:nvSpPr>
        <p:spPr bwMode="auto">
          <a:xfrm rot="572483">
            <a:off x="4508663" y="1696421"/>
            <a:ext cx="768777" cy="751881"/>
          </a:xfrm>
          <a:custGeom>
            <a:avLst/>
            <a:gdLst>
              <a:gd name="T0" fmla="*/ 673 w 1273"/>
              <a:gd name="T1" fmla="*/ 989 h 1244"/>
              <a:gd name="T2" fmla="*/ 395 w 1273"/>
              <a:gd name="T3" fmla="*/ 1224 h 1244"/>
              <a:gd name="T4" fmla="*/ 371 w 1273"/>
              <a:gd name="T5" fmla="*/ 1238 h 1244"/>
              <a:gd name="T6" fmla="*/ 346 w 1273"/>
              <a:gd name="T7" fmla="*/ 1244 h 1244"/>
              <a:gd name="T8" fmla="*/ 320 w 1273"/>
              <a:gd name="T9" fmla="*/ 1242 h 1244"/>
              <a:gd name="T10" fmla="*/ 299 w 1273"/>
              <a:gd name="T11" fmla="*/ 1231 h 1244"/>
              <a:gd name="T12" fmla="*/ 279 w 1273"/>
              <a:gd name="T13" fmla="*/ 1215 h 1244"/>
              <a:gd name="T14" fmla="*/ 266 w 1273"/>
              <a:gd name="T15" fmla="*/ 1195 h 1244"/>
              <a:gd name="T16" fmla="*/ 259 w 1273"/>
              <a:gd name="T17" fmla="*/ 1169 h 1244"/>
              <a:gd name="T18" fmla="*/ 261 w 1273"/>
              <a:gd name="T19" fmla="*/ 1141 h 1244"/>
              <a:gd name="T20" fmla="*/ 39 w 1273"/>
              <a:gd name="T21" fmla="*/ 596 h 1244"/>
              <a:gd name="T22" fmla="*/ 28 w 1273"/>
              <a:gd name="T23" fmla="*/ 587 h 1244"/>
              <a:gd name="T24" fmla="*/ 11 w 1273"/>
              <a:gd name="T25" fmla="*/ 567 h 1244"/>
              <a:gd name="T26" fmla="*/ 1 w 1273"/>
              <a:gd name="T27" fmla="*/ 543 h 1244"/>
              <a:gd name="T28" fmla="*/ 0 w 1273"/>
              <a:gd name="T29" fmla="*/ 519 h 1244"/>
              <a:gd name="T30" fmla="*/ 6 w 1273"/>
              <a:gd name="T31" fmla="*/ 494 h 1244"/>
              <a:gd name="T32" fmla="*/ 19 w 1273"/>
              <a:gd name="T33" fmla="*/ 473 h 1244"/>
              <a:gd name="T34" fmla="*/ 37 w 1273"/>
              <a:gd name="T35" fmla="*/ 456 h 1244"/>
              <a:gd name="T36" fmla="*/ 63 w 1273"/>
              <a:gd name="T37" fmla="*/ 445 h 1244"/>
              <a:gd name="T38" fmla="*/ 440 w 1273"/>
              <a:gd name="T39" fmla="*/ 417 h 1244"/>
              <a:gd name="T40" fmla="*/ 526 w 1273"/>
              <a:gd name="T41" fmla="*/ 63 h 1244"/>
              <a:gd name="T42" fmla="*/ 538 w 1273"/>
              <a:gd name="T43" fmla="*/ 37 h 1244"/>
              <a:gd name="T44" fmla="*/ 555 w 1273"/>
              <a:gd name="T45" fmla="*/ 18 h 1244"/>
              <a:gd name="T46" fmla="*/ 577 w 1273"/>
              <a:gd name="T47" fmla="*/ 6 h 1244"/>
              <a:gd name="T48" fmla="*/ 601 w 1273"/>
              <a:gd name="T49" fmla="*/ 0 h 1244"/>
              <a:gd name="T50" fmla="*/ 625 w 1273"/>
              <a:gd name="T51" fmla="*/ 2 h 1244"/>
              <a:gd name="T52" fmla="*/ 649 w 1273"/>
              <a:gd name="T53" fmla="*/ 11 h 1244"/>
              <a:gd name="T54" fmla="*/ 669 w 1273"/>
              <a:gd name="T55" fmla="*/ 28 h 1244"/>
              <a:gd name="T56" fmla="*/ 683 w 1273"/>
              <a:gd name="T57" fmla="*/ 52 h 1244"/>
              <a:gd name="T58" fmla="*/ 1184 w 1273"/>
              <a:gd name="T59" fmla="*/ 363 h 1244"/>
              <a:gd name="T60" fmla="*/ 1198 w 1273"/>
              <a:gd name="T61" fmla="*/ 363 h 1244"/>
              <a:gd name="T62" fmla="*/ 1224 w 1273"/>
              <a:gd name="T63" fmla="*/ 369 h 1244"/>
              <a:gd name="T64" fmla="*/ 1246 w 1273"/>
              <a:gd name="T65" fmla="*/ 383 h 1244"/>
              <a:gd name="T66" fmla="*/ 1261 w 1273"/>
              <a:gd name="T67" fmla="*/ 402 h 1244"/>
              <a:gd name="T68" fmla="*/ 1271 w 1273"/>
              <a:gd name="T69" fmla="*/ 425 h 1244"/>
              <a:gd name="T70" fmla="*/ 1273 w 1273"/>
              <a:gd name="T71" fmla="*/ 450 h 1244"/>
              <a:gd name="T72" fmla="*/ 1267 w 1273"/>
              <a:gd name="T73" fmla="*/ 475 h 1244"/>
              <a:gd name="T74" fmla="*/ 1254 w 1273"/>
              <a:gd name="T75" fmla="*/ 498 h 1244"/>
              <a:gd name="T76" fmla="*/ 965 w 1273"/>
              <a:gd name="T77" fmla="*/ 742 h 1244"/>
              <a:gd name="T78" fmla="*/ 1103 w 1273"/>
              <a:gd name="T79" fmla="*/ 1080 h 1244"/>
              <a:gd name="T80" fmla="*/ 1109 w 1273"/>
              <a:gd name="T81" fmla="*/ 1107 h 1244"/>
              <a:gd name="T82" fmla="*/ 1106 w 1273"/>
              <a:gd name="T83" fmla="*/ 1133 h 1244"/>
              <a:gd name="T84" fmla="*/ 1096 w 1273"/>
              <a:gd name="T85" fmla="*/ 1156 h 1244"/>
              <a:gd name="T86" fmla="*/ 1080 w 1273"/>
              <a:gd name="T87" fmla="*/ 1174 h 1244"/>
              <a:gd name="T88" fmla="*/ 1058 w 1273"/>
              <a:gd name="T89" fmla="*/ 1187 h 1244"/>
              <a:gd name="T90" fmla="*/ 1034 w 1273"/>
              <a:gd name="T91" fmla="*/ 1193 h 1244"/>
              <a:gd name="T92" fmla="*/ 1008 w 1273"/>
              <a:gd name="T93" fmla="*/ 1192 h 1244"/>
              <a:gd name="T94" fmla="*/ 982 w 1273"/>
              <a:gd name="T95" fmla="*/ 1181 h 1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273" h="1244">
                <a:moveTo>
                  <a:pt x="982" y="1181"/>
                </a:moveTo>
                <a:lnTo>
                  <a:pt x="673" y="989"/>
                </a:lnTo>
                <a:lnTo>
                  <a:pt x="395" y="1224"/>
                </a:lnTo>
                <a:lnTo>
                  <a:pt x="395" y="1224"/>
                </a:lnTo>
                <a:lnTo>
                  <a:pt x="383" y="1232"/>
                </a:lnTo>
                <a:lnTo>
                  <a:pt x="371" y="1238"/>
                </a:lnTo>
                <a:lnTo>
                  <a:pt x="358" y="1243"/>
                </a:lnTo>
                <a:lnTo>
                  <a:pt x="346" y="1244"/>
                </a:lnTo>
                <a:lnTo>
                  <a:pt x="332" y="1243"/>
                </a:lnTo>
                <a:lnTo>
                  <a:pt x="320" y="1242"/>
                </a:lnTo>
                <a:lnTo>
                  <a:pt x="309" y="1237"/>
                </a:lnTo>
                <a:lnTo>
                  <a:pt x="299" y="1231"/>
                </a:lnTo>
                <a:lnTo>
                  <a:pt x="288" y="1224"/>
                </a:lnTo>
                <a:lnTo>
                  <a:pt x="279" y="1215"/>
                </a:lnTo>
                <a:lnTo>
                  <a:pt x="272" y="1205"/>
                </a:lnTo>
                <a:lnTo>
                  <a:pt x="266" y="1195"/>
                </a:lnTo>
                <a:lnTo>
                  <a:pt x="261" y="1182"/>
                </a:lnTo>
                <a:lnTo>
                  <a:pt x="259" y="1169"/>
                </a:lnTo>
                <a:lnTo>
                  <a:pt x="259" y="1156"/>
                </a:lnTo>
                <a:lnTo>
                  <a:pt x="261" y="1141"/>
                </a:lnTo>
                <a:lnTo>
                  <a:pt x="348" y="788"/>
                </a:lnTo>
                <a:lnTo>
                  <a:pt x="39" y="596"/>
                </a:lnTo>
                <a:lnTo>
                  <a:pt x="39" y="596"/>
                </a:lnTo>
                <a:lnTo>
                  <a:pt x="28" y="587"/>
                </a:lnTo>
                <a:lnTo>
                  <a:pt x="18" y="578"/>
                </a:lnTo>
                <a:lnTo>
                  <a:pt x="11" y="567"/>
                </a:lnTo>
                <a:lnTo>
                  <a:pt x="5" y="555"/>
                </a:lnTo>
                <a:lnTo>
                  <a:pt x="1" y="543"/>
                </a:lnTo>
                <a:lnTo>
                  <a:pt x="0" y="531"/>
                </a:lnTo>
                <a:lnTo>
                  <a:pt x="0" y="519"/>
                </a:lnTo>
                <a:lnTo>
                  <a:pt x="2" y="505"/>
                </a:lnTo>
                <a:lnTo>
                  <a:pt x="6" y="494"/>
                </a:lnTo>
                <a:lnTo>
                  <a:pt x="12" y="482"/>
                </a:lnTo>
                <a:lnTo>
                  <a:pt x="19" y="473"/>
                </a:lnTo>
                <a:lnTo>
                  <a:pt x="28" y="463"/>
                </a:lnTo>
                <a:lnTo>
                  <a:pt x="37" y="456"/>
                </a:lnTo>
                <a:lnTo>
                  <a:pt x="49" y="450"/>
                </a:lnTo>
                <a:lnTo>
                  <a:pt x="63" y="445"/>
                </a:lnTo>
                <a:lnTo>
                  <a:pt x="76" y="444"/>
                </a:lnTo>
                <a:lnTo>
                  <a:pt x="440" y="417"/>
                </a:lnTo>
                <a:lnTo>
                  <a:pt x="526" y="63"/>
                </a:lnTo>
                <a:lnTo>
                  <a:pt x="526" y="63"/>
                </a:lnTo>
                <a:lnTo>
                  <a:pt x="531" y="49"/>
                </a:lnTo>
                <a:lnTo>
                  <a:pt x="538" y="37"/>
                </a:lnTo>
                <a:lnTo>
                  <a:pt x="545" y="26"/>
                </a:lnTo>
                <a:lnTo>
                  <a:pt x="555" y="18"/>
                </a:lnTo>
                <a:lnTo>
                  <a:pt x="566" y="11"/>
                </a:lnTo>
                <a:lnTo>
                  <a:pt x="577" y="6"/>
                </a:lnTo>
                <a:lnTo>
                  <a:pt x="589" y="2"/>
                </a:lnTo>
                <a:lnTo>
                  <a:pt x="601" y="0"/>
                </a:lnTo>
                <a:lnTo>
                  <a:pt x="613" y="0"/>
                </a:lnTo>
                <a:lnTo>
                  <a:pt x="625" y="2"/>
                </a:lnTo>
                <a:lnTo>
                  <a:pt x="637" y="6"/>
                </a:lnTo>
                <a:lnTo>
                  <a:pt x="649" y="11"/>
                </a:lnTo>
                <a:lnTo>
                  <a:pt x="659" y="18"/>
                </a:lnTo>
                <a:lnTo>
                  <a:pt x="669" y="28"/>
                </a:lnTo>
                <a:lnTo>
                  <a:pt x="677" y="38"/>
                </a:lnTo>
                <a:lnTo>
                  <a:pt x="683" y="52"/>
                </a:lnTo>
                <a:lnTo>
                  <a:pt x="821" y="389"/>
                </a:lnTo>
                <a:lnTo>
                  <a:pt x="1184" y="363"/>
                </a:lnTo>
                <a:lnTo>
                  <a:pt x="1184" y="363"/>
                </a:lnTo>
                <a:lnTo>
                  <a:pt x="1198" y="363"/>
                </a:lnTo>
                <a:lnTo>
                  <a:pt x="1212" y="365"/>
                </a:lnTo>
                <a:lnTo>
                  <a:pt x="1224" y="369"/>
                </a:lnTo>
                <a:lnTo>
                  <a:pt x="1236" y="375"/>
                </a:lnTo>
                <a:lnTo>
                  <a:pt x="1246" y="383"/>
                </a:lnTo>
                <a:lnTo>
                  <a:pt x="1254" y="392"/>
                </a:lnTo>
                <a:lnTo>
                  <a:pt x="1261" y="402"/>
                </a:lnTo>
                <a:lnTo>
                  <a:pt x="1266" y="413"/>
                </a:lnTo>
                <a:lnTo>
                  <a:pt x="1271" y="425"/>
                </a:lnTo>
                <a:lnTo>
                  <a:pt x="1272" y="438"/>
                </a:lnTo>
                <a:lnTo>
                  <a:pt x="1273" y="450"/>
                </a:lnTo>
                <a:lnTo>
                  <a:pt x="1271" y="463"/>
                </a:lnTo>
                <a:lnTo>
                  <a:pt x="1267" y="475"/>
                </a:lnTo>
                <a:lnTo>
                  <a:pt x="1261" y="487"/>
                </a:lnTo>
                <a:lnTo>
                  <a:pt x="1254" y="498"/>
                </a:lnTo>
                <a:lnTo>
                  <a:pt x="1243" y="508"/>
                </a:lnTo>
                <a:lnTo>
                  <a:pt x="965" y="742"/>
                </a:lnTo>
                <a:lnTo>
                  <a:pt x="1103" y="1080"/>
                </a:lnTo>
                <a:lnTo>
                  <a:pt x="1103" y="1080"/>
                </a:lnTo>
                <a:lnTo>
                  <a:pt x="1106" y="1093"/>
                </a:lnTo>
                <a:lnTo>
                  <a:pt x="1109" y="1107"/>
                </a:lnTo>
                <a:lnTo>
                  <a:pt x="1109" y="1121"/>
                </a:lnTo>
                <a:lnTo>
                  <a:pt x="1106" y="1133"/>
                </a:lnTo>
                <a:lnTo>
                  <a:pt x="1102" y="1145"/>
                </a:lnTo>
                <a:lnTo>
                  <a:pt x="1096" y="1156"/>
                </a:lnTo>
                <a:lnTo>
                  <a:pt x="1088" y="1166"/>
                </a:lnTo>
                <a:lnTo>
                  <a:pt x="1080" y="1174"/>
                </a:lnTo>
                <a:lnTo>
                  <a:pt x="1069" y="1181"/>
                </a:lnTo>
                <a:lnTo>
                  <a:pt x="1058" y="1187"/>
                </a:lnTo>
                <a:lnTo>
                  <a:pt x="1046" y="1191"/>
                </a:lnTo>
                <a:lnTo>
                  <a:pt x="1034" y="1193"/>
                </a:lnTo>
                <a:lnTo>
                  <a:pt x="1022" y="1195"/>
                </a:lnTo>
                <a:lnTo>
                  <a:pt x="1008" y="1192"/>
                </a:lnTo>
                <a:lnTo>
                  <a:pt x="995" y="1188"/>
                </a:lnTo>
                <a:lnTo>
                  <a:pt x="982" y="1181"/>
                </a:lnTo>
                <a:lnTo>
                  <a:pt x="982" y="1181"/>
                </a:lnTo>
                <a:close/>
              </a:path>
            </a:pathLst>
          </a:custGeom>
          <a:solidFill>
            <a:srgbClr val="FFDA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51" name="Group 450">
            <a:extLst>
              <a:ext uri="{FF2B5EF4-FFF2-40B4-BE49-F238E27FC236}">
                <a16:creationId xmlns:a16="http://schemas.microsoft.com/office/drawing/2014/main" id="{81596816-1340-AC4E-8BBC-85258C381A59}"/>
              </a:ext>
            </a:extLst>
          </p:cNvPr>
          <p:cNvGrpSpPr/>
          <p:nvPr/>
        </p:nvGrpSpPr>
        <p:grpSpPr>
          <a:xfrm flipH="1">
            <a:off x="9274853" y="4383843"/>
            <a:ext cx="4080149" cy="2526143"/>
            <a:chOff x="3363913" y="4510088"/>
            <a:chExt cx="912813" cy="565150"/>
          </a:xfrm>
        </p:grpSpPr>
        <p:sp>
          <p:nvSpPr>
            <p:cNvPr id="452" name="Freeform 581">
              <a:extLst>
                <a:ext uri="{FF2B5EF4-FFF2-40B4-BE49-F238E27FC236}">
                  <a16:creationId xmlns:a16="http://schemas.microsoft.com/office/drawing/2014/main" id="{A9CA593E-2C03-D445-ACF9-04AD6007F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913" y="4510088"/>
              <a:ext cx="520700" cy="382588"/>
            </a:xfrm>
            <a:custGeom>
              <a:avLst/>
              <a:gdLst>
                <a:gd name="T0" fmla="*/ 627 w 656"/>
                <a:gd name="T1" fmla="*/ 161 h 483"/>
                <a:gd name="T2" fmla="*/ 566 w 656"/>
                <a:gd name="T3" fmla="*/ 138 h 483"/>
                <a:gd name="T4" fmla="*/ 528 w 656"/>
                <a:gd name="T5" fmla="*/ 224 h 483"/>
                <a:gd name="T6" fmla="*/ 497 w 656"/>
                <a:gd name="T7" fmla="*/ 242 h 483"/>
                <a:gd name="T8" fmla="*/ 486 w 656"/>
                <a:gd name="T9" fmla="*/ 215 h 483"/>
                <a:gd name="T10" fmla="*/ 530 w 656"/>
                <a:gd name="T11" fmla="*/ 114 h 483"/>
                <a:gd name="T12" fmla="*/ 497 w 656"/>
                <a:gd name="T13" fmla="*/ 38 h 483"/>
                <a:gd name="T14" fmla="*/ 429 w 656"/>
                <a:gd name="T15" fmla="*/ 6 h 483"/>
                <a:gd name="T16" fmla="*/ 406 w 656"/>
                <a:gd name="T17" fmla="*/ 14 h 483"/>
                <a:gd name="T18" fmla="*/ 431 w 656"/>
                <a:gd name="T19" fmla="*/ 78 h 483"/>
                <a:gd name="T20" fmla="*/ 406 w 656"/>
                <a:gd name="T21" fmla="*/ 90 h 483"/>
                <a:gd name="T22" fmla="*/ 383 w 656"/>
                <a:gd name="T23" fmla="*/ 53 h 483"/>
                <a:gd name="T24" fmla="*/ 310 w 656"/>
                <a:gd name="T25" fmla="*/ 9 h 483"/>
                <a:gd name="T26" fmla="*/ 244 w 656"/>
                <a:gd name="T27" fmla="*/ 20 h 483"/>
                <a:gd name="T28" fmla="*/ 303 w 656"/>
                <a:gd name="T29" fmla="*/ 81 h 483"/>
                <a:gd name="T30" fmla="*/ 281 w 656"/>
                <a:gd name="T31" fmla="*/ 95 h 483"/>
                <a:gd name="T32" fmla="*/ 247 w 656"/>
                <a:gd name="T33" fmla="*/ 88 h 483"/>
                <a:gd name="T34" fmla="*/ 215 w 656"/>
                <a:gd name="T35" fmla="*/ 45 h 483"/>
                <a:gd name="T36" fmla="*/ 123 w 656"/>
                <a:gd name="T37" fmla="*/ 23 h 483"/>
                <a:gd name="T38" fmla="*/ 79 w 656"/>
                <a:gd name="T39" fmla="*/ 34 h 483"/>
                <a:gd name="T40" fmla="*/ 14 w 656"/>
                <a:gd name="T41" fmla="*/ 6 h 483"/>
                <a:gd name="T42" fmla="*/ 1 w 656"/>
                <a:gd name="T43" fmla="*/ 14 h 483"/>
                <a:gd name="T44" fmla="*/ 29 w 656"/>
                <a:gd name="T45" fmla="*/ 102 h 483"/>
                <a:gd name="T46" fmla="*/ 67 w 656"/>
                <a:gd name="T47" fmla="*/ 130 h 483"/>
                <a:gd name="T48" fmla="*/ 150 w 656"/>
                <a:gd name="T49" fmla="*/ 143 h 483"/>
                <a:gd name="T50" fmla="*/ 177 w 656"/>
                <a:gd name="T51" fmla="*/ 153 h 483"/>
                <a:gd name="T52" fmla="*/ 157 w 656"/>
                <a:gd name="T53" fmla="*/ 182 h 483"/>
                <a:gd name="T54" fmla="*/ 81 w 656"/>
                <a:gd name="T55" fmla="*/ 184 h 483"/>
                <a:gd name="T56" fmla="*/ 78 w 656"/>
                <a:gd name="T57" fmla="*/ 213 h 483"/>
                <a:gd name="T58" fmla="*/ 123 w 656"/>
                <a:gd name="T59" fmla="*/ 251 h 483"/>
                <a:gd name="T60" fmla="*/ 176 w 656"/>
                <a:gd name="T61" fmla="*/ 253 h 483"/>
                <a:gd name="T62" fmla="*/ 251 w 656"/>
                <a:gd name="T63" fmla="*/ 226 h 483"/>
                <a:gd name="T64" fmla="*/ 286 w 656"/>
                <a:gd name="T65" fmla="*/ 232 h 483"/>
                <a:gd name="T66" fmla="*/ 268 w 656"/>
                <a:gd name="T67" fmla="*/ 261 h 483"/>
                <a:gd name="T68" fmla="*/ 202 w 656"/>
                <a:gd name="T69" fmla="*/ 318 h 483"/>
                <a:gd name="T70" fmla="*/ 137 w 656"/>
                <a:gd name="T71" fmla="*/ 319 h 483"/>
                <a:gd name="T72" fmla="*/ 133 w 656"/>
                <a:gd name="T73" fmla="*/ 334 h 483"/>
                <a:gd name="T74" fmla="*/ 195 w 656"/>
                <a:gd name="T75" fmla="*/ 398 h 483"/>
                <a:gd name="T76" fmla="*/ 252 w 656"/>
                <a:gd name="T77" fmla="*/ 413 h 483"/>
                <a:gd name="T78" fmla="*/ 296 w 656"/>
                <a:gd name="T79" fmla="*/ 388 h 483"/>
                <a:gd name="T80" fmla="*/ 348 w 656"/>
                <a:gd name="T81" fmla="*/ 311 h 483"/>
                <a:gd name="T82" fmla="*/ 385 w 656"/>
                <a:gd name="T83" fmla="*/ 295 h 483"/>
                <a:gd name="T84" fmla="*/ 384 w 656"/>
                <a:gd name="T85" fmla="*/ 327 h 483"/>
                <a:gd name="T86" fmla="*/ 351 w 656"/>
                <a:gd name="T87" fmla="*/ 393 h 483"/>
                <a:gd name="T88" fmla="*/ 285 w 656"/>
                <a:gd name="T89" fmla="*/ 446 h 483"/>
                <a:gd name="T90" fmla="*/ 344 w 656"/>
                <a:gd name="T91" fmla="*/ 473 h 483"/>
                <a:gd name="T92" fmla="*/ 447 w 656"/>
                <a:gd name="T93" fmla="*/ 481 h 483"/>
                <a:gd name="T94" fmla="*/ 512 w 656"/>
                <a:gd name="T95" fmla="*/ 443 h 483"/>
                <a:gd name="T96" fmla="*/ 538 w 656"/>
                <a:gd name="T97" fmla="*/ 388 h 483"/>
                <a:gd name="T98" fmla="*/ 516 w 656"/>
                <a:gd name="T99" fmla="*/ 344 h 483"/>
                <a:gd name="T100" fmla="*/ 509 w 656"/>
                <a:gd name="T101" fmla="*/ 309 h 483"/>
                <a:gd name="T102" fmla="*/ 570 w 656"/>
                <a:gd name="T103" fmla="*/ 304 h 483"/>
                <a:gd name="T104" fmla="*/ 621 w 656"/>
                <a:gd name="T105" fmla="*/ 282 h 483"/>
                <a:gd name="T106" fmla="*/ 653 w 656"/>
                <a:gd name="T107" fmla="*/ 242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56" h="483">
                  <a:moveTo>
                    <a:pt x="651" y="202"/>
                  </a:moveTo>
                  <a:lnTo>
                    <a:pt x="651" y="202"/>
                  </a:lnTo>
                  <a:lnTo>
                    <a:pt x="644" y="189"/>
                  </a:lnTo>
                  <a:lnTo>
                    <a:pt x="636" y="174"/>
                  </a:lnTo>
                  <a:lnTo>
                    <a:pt x="636" y="174"/>
                  </a:lnTo>
                  <a:lnTo>
                    <a:pt x="627" y="161"/>
                  </a:lnTo>
                  <a:lnTo>
                    <a:pt x="618" y="148"/>
                  </a:lnTo>
                  <a:lnTo>
                    <a:pt x="596" y="122"/>
                  </a:lnTo>
                  <a:lnTo>
                    <a:pt x="596" y="122"/>
                  </a:lnTo>
                  <a:lnTo>
                    <a:pt x="575" y="102"/>
                  </a:lnTo>
                  <a:lnTo>
                    <a:pt x="575" y="102"/>
                  </a:lnTo>
                  <a:lnTo>
                    <a:pt x="566" y="138"/>
                  </a:lnTo>
                  <a:lnTo>
                    <a:pt x="556" y="169"/>
                  </a:lnTo>
                  <a:lnTo>
                    <a:pt x="556" y="169"/>
                  </a:lnTo>
                  <a:lnTo>
                    <a:pt x="547" y="191"/>
                  </a:lnTo>
                  <a:lnTo>
                    <a:pt x="541" y="203"/>
                  </a:lnTo>
                  <a:lnTo>
                    <a:pt x="535" y="214"/>
                  </a:lnTo>
                  <a:lnTo>
                    <a:pt x="528" y="224"/>
                  </a:lnTo>
                  <a:lnTo>
                    <a:pt x="521" y="232"/>
                  </a:lnTo>
                  <a:lnTo>
                    <a:pt x="514" y="238"/>
                  </a:lnTo>
                  <a:lnTo>
                    <a:pt x="509" y="241"/>
                  </a:lnTo>
                  <a:lnTo>
                    <a:pt x="505" y="242"/>
                  </a:lnTo>
                  <a:lnTo>
                    <a:pt x="505" y="242"/>
                  </a:lnTo>
                  <a:lnTo>
                    <a:pt x="497" y="242"/>
                  </a:lnTo>
                  <a:lnTo>
                    <a:pt x="491" y="241"/>
                  </a:lnTo>
                  <a:lnTo>
                    <a:pt x="487" y="238"/>
                  </a:lnTo>
                  <a:lnTo>
                    <a:pt x="485" y="234"/>
                  </a:lnTo>
                  <a:lnTo>
                    <a:pt x="483" y="229"/>
                  </a:lnTo>
                  <a:lnTo>
                    <a:pt x="483" y="223"/>
                  </a:lnTo>
                  <a:lnTo>
                    <a:pt x="486" y="215"/>
                  </a:lnTo>
                  <a:lnTo>
                    <a:pt x="489" y="208"/>
                  </a:lnTo>
                  <a:lnTo>
                    <a:pt x="489" y="208"/>
                  </a:lnTo>
                  <a:lnTo>
                    <a:pt x="498" y="191"/>
                  </a:lnTo>
                  <a:lnTo>
                    <a:pt x="506" y="173"/>
                  </a:lnTo>
                  <a:lnTo>
                    <a:pt x="530" y="114"/>
                  </a:lnTo>
                  <a:lnTo>
                    <a:pt x="530" y="114"/>
                  </a:lnTo>
                  <a:lnTo>
                    <a:pt x="534" y="103"/>
                  </a:lnTo>
                  <a:lnTo>
                    <a:pt x="538" y="92"/>
                  </a:lnTo>
                  <a:lnTo>
                    <a:pt x="541" y="72"/>
                  </a:lnTo>
                  <a:lnTo>
                    <a:pt x="541" y="72"/>
                  </a:lnTo>
                  <a:lnTo>
                    <a:pt x="518" y="55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86" y="32"/>
                  </a:lnTo>
                  <a:lnTo>
                    <a:pt x="486" y="32"/>
                  </a:lnTo>
                  <a:lnTo>
                    <a:pt x="453" y="17"/>
                  </a:lnTo>
                  <a:lnTo>
                    <a:pt x="453" y="17"/>
                  </a:lnTo>
                  <a:lnTo>
                    <a:pt x="429" y="6"/>
                  </a:lnTo>
                  <a:lnTo>
                    <a:pt x="429" y="6"/>
                  </a:lnTo>
                  <a:lnTo>
                    <a:pt x="422" y="3"/>
                  </a:lnTo>
                  <a:lnTo>
                    <a:pt x="422" y="3"/>
                  </a:lnTo>
                  <a:lnTo>
                    <a:pt x="402" y="0"/>
                  </a:lnTo>
                  <a:lnTo>
                    <a:pt x="402" y="0"/>
                  </a:lnTo>
                  <a:lnTo>
                    <a:pt x="406" y="14"/>
                  </a:lnTo>
                  <a:lnTo>
                    <a:pt x="414" y="32"/>
                  </a:lnTo>
                  <a:lnTo>
                    <a:pt x="414" y="32"/>
                  </a:lnTo>
                  <a:lnTo>
                    <a:pt x="422" y="47"/>
                  </a:lnTo>
                  <a:lnTo>
                    <a:pt x="426" y="59"/>
                  </a:lnTo>
                  <a:lnTo>
                    <a:pt x="430" y="69"/>
                  </a:lnTo>
                  <a:lnTo>
                    <a:pt x="431" y="78"/>
                  </a:lnTo>
                  <a:lnTo>
                    <a:pt x="430" y="84"/>
                  </a:lnTo>
                  <a:lnTo>
                    <a:pt x="428" y="87"/>
                  </a:lnTo>
                  <a:lnTo>
                    <a:pt x="423" y="90"/>
                  </a:lnTo>
                  <a:lnTo>
                    <a:pt x="418" y="90"/>
                  </a:lnTo>
                  <a:lnTo>
                    <a:pt x="418" y="90"/>
                  </a:lnTo>
                  <a:lnTo>
                    <a:pt x="406" y="90"/>
                  </a:lnTo>
                  <a:lnTo>
                    <a:pt x="401" y="88"/>
                  </a:lnTo>
                  <a:lnTo>
                    <a:pt x="397" y="86"/>
                  </a:lnTo>
                  <a:lnTo>
                    <a:pt x="393" y="82"/>
                  </a:lnTo>
                  <a:lnTo>
                    <a:pt x="389" y="75"/>
                  </a:lnTo>
                  <a:lnTo>
                    <a:pt x="385" y="66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73" y="12"/>
                  </a:lnTo>
                  <a:lnTo>
                    <a:pt x="371" y="3"/>
                  </a:lnTo>
                  <a:lnTo>
                    <a:pt x="371" y="3"/>
                  </a:lnTo>
                  <a:lnTo>
                    <a:pt x="351" y="5"/>
                  </a:lnTo>
                  <a:lnTo>
                    <a:pt x="310" y="9"/>
                  </a:lnTo>
                  <a:lnTo>
                    <a:pt x="310" y="9"/>
                  </a:lnTo>
                  <a:lnTo>
                    <a:pt x="258" y="9"/>
                  </a:lnTo>
                  <a:lnTo>
                    <a:pt x="228" y="9"/>
                  </a:lnTo>
                  <a:lnTo>
                    <a:pt x="228" y="9"/>
                  </a:lnTo>
                  <a:lnTo>
                    <a:pt x="233" y="12"/>
                  </a:lnTo>
                  <a:lnTo>
                    <a:pt x="244" y="20"/>
                  </a:lnTo>
                  <a:lnTo>
                    <a:pt x="261" y="34"/>
                  </a:lnTo>
                  <a:lnTo>
                    <a:pt x="280" y="53"/>
                  </a:lnTo>
                  <a:lnTo>
                    <a:pt x="280" y="53"/>
                  </a:lnTo>
                  <a:lnTo>
                    <a:pt x="297" y="70"/>
                  </a:lnTo>
                  <a:lnTo>
                    <a:pt x="302" y="76"/>
                  </a:lnTo>
                  <a:lnTo>
                    <a:pt x="303" y="81"/>
                  </a:lnTo>
                  <a:lnTo>
                    <a:pt x="303" y="82"/>
                  </a:lnTo>
                  <a:lnTo>
                    <a:pt x="303" y="84"/>
                  </a:lnTo>
                  <a:lnTo>
                    <a:pt x="298" y="87"/>
                  </a:lnTo>
                  <a:lnTo>
                    <a:pt x="292" y="91"/>
                  </a:lnTo>
                  <a:lnTo>
                    <a:pt x="281" y="95"/>
                  </a:lnTo>
                  <a:lnTo>
                    <a:pt x="281" y="95"/>
                  </a:lnTo>
                  <a:lnTo>
                    <a:pt x="275" y="96"/>
                  </a:lnTo>
                  <a:lnTo>
                    <a:pt x="270" y="97"/>
                  </a:lnTo>
                  <a:lnTo>
                    <a:pt x="266" y="97"/>
                  </a:lnTo>
                  <a:lnTo>
                    <a:pt x="261" y="97"/>
                  </a:lnTo>
                  <a:lnTo>
                    <a:pt x="254" y="93"/>
                  </a:lnTo>
                  <a:lnTo>
                    <a:pt x="247" y="88"/>
                  </a:lnTo>
                  <a:lnTo>
                    <a:pt x="241" y="81"/>
                  </a:lnTo>
                  <a:lnTo>
                    <a:pt x="237" y="74"/>
                  </a:lnTo>
                  <a:lnTo>
                    <a:pt x="228" y="59"/>
                  </a:lnTo>
                  <a:lnTo>
                    <a:pt x="228" y="59"/>
                  </a:lnTo>
                  <a:lnTo>
                    <a:pt x="222" y="52"/>
                  </a:lnTo>
                  <a:lnTo>
                    <a:pt x="215" y="45"/>
                  </a:lnTo>
                  <a:lnTo>
                    <a:pt x="198" y="29"/>
                  </a:lnTo>
                  <a:lnTo>
                    <a:pt x="177" y="14"/>
                  </a:lnTo>
                  <a:lnTo>
                    <a:pt x="177" y="14"/>
                  </a:lnTo>
                  <a:lnTo>
                    <a:pt x="169" y="15"/>
                  </a:lnTo>
                  <a:lnTo>
                    <a:pt x="148" y="17"/>
                  </a:lnTo>
                  <a:lnTo>
                    <a:pt x="123" y="23"/>
                  </a:lnTo>
                  <a:lnTo>
                    <a:pt x="111" y="27"/>
                  </a:lnTo>
                  <a:lnTo>
                    <a:pt x="100" y="32"/>
                  </a:lnTo>
                  <a:lnTo>
                    <a:pt x="100" y="32"/>
                  </a:lnTo>
                  <a:lnTo>
                    <a:pt x="95" y="33"/>
                  </a:lnTo>
                  <a:lnTo>
                    <a:pt x="90" y="34"/>
                  </a:lnTo>
                  <a:lnTo>
                    <a:pt x="79" y="34"/>
                  </a:lnTo>
                  <a:lnTo>
                    <a:pt x="67" y="33"/>
                  </a:lnTo>
                  <a:lnTo>
                    <a:pt x="55" y="28"/>
                  </a:lnTo>
                  <a:lnTo>
                    <a:pt x="43" y="23"/>
                  </a:lnTo>
                  <a:lnTo>
                    <a:pt x="32" y="17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7" y="3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4"/>
                  </a:lnTo>
                  <a:lnTo>
                    <a:pt x="0" y="7"/>
                  </a:lnTo>
                  <a:lnTo>
                    <a:pt x="1" y="14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12" y="50"/>
                  </a:lnTo>
                  <a:lnTo>
                    <a:pt x="19" y="78"/>
                  </a:lnTo>
                  <a:lnTo>
                    <a:pt x="24" y="91"/>
                  </a:lnTo>
                  <a:lnTo>
                    <a:pt x="29" y="102"/>
                  </a:lnTo>
                  <a:lnTo>
                    <a:pt x="33" y="111"/>
                  </a:lnTo>
                  <a:lnTo>
                    <a:pt x="38" y="118"/>
                  </a:lnTo>
                  <a:lnTo>
                    <a:pt x="38" y="118"/>
                  </a:lnTo>
                  <a:lnTo>
                    <a:pt x="44" y="121"/>
                  </a:lnTo>
                  <a:lnTo>
                    <a:pt x="55" y="126"/>
                  </a:lnTo>
                  <a:lnTo>
                    <a:pt x="67" y="130"/>
                  </a:lnTo>
                  <a:lnTo>
                    <a:pt x="82" y="134"/>
                  </a:lnTo>
                  <a:lnTo>
                    <a:pt x="99" y="138"/>
                  </a:lnTo>
                  <a:lnTo>
                    <a:pt x="116" y="140"/>
                  </a:lnTo>
                  <a:lnTo>
                    <a:pt x="133" y="143"/>
                  </a:lnTo>
                  <a:lnTo>
                    <a:pt x="150" y="143"/>
                  </a:lnTo>
                  <a:lnTo>
                    <a:pt x="150" y="143"/>
                  </a:lnTo>
                  <a:lnTo>
                    <a:pt x="164" y="143"/>
                  </a:lnTo>
                  <a:lnTo>
                    <a:pt x="169" y="144"/>
                  </a:lnTo>
                  <a:lnTo>
                    <a:pt x="173" y="145"/>
                  </a:lnTo>
                  <a:lnTo>
                    <a:pt x="175" y="147"/>
                  </a:lnTo>
                  <a:lnTo>
                    <a:pt x="177" y="149"/>
                  </a:lnTo>
                  <a:lnTo>
                    <a:pt x="177" y="153"/>
                  </a:lnTo>
                  <a:lnTo>
                    <a:pt x="177" y="155"/>
                  </a:lnTo>
                  <a:lnTo>
                    <a:pt x="175" y="162"/>
                  </a:lnTo>
                  <a:lnTo>
                    <a:pt x="171" y="168"/>
                  </a:lnTo>
                  <a:lnTo>
                    <a:pt x="164" y="176"/>
                  </a:lnTo>
                  <a:lnTo>
                    <a:pt x="157" y="182"/>
                  </a:lnTo>
                  <a:lnTo>
                    <a:pt x="157" y="182"/>
                  </a:lnTo>
                  <a:lnTo>
                    <a:pt x="153" y="184"/>
                  </a:lnTo>
                  <a:lnTo>
                    <a:pt x="147" y="186"/>
                  </a:lnTo>
                  <a:lnTo>
                    <a:pt x="135" y="188"/>
                  </a:lnTo>
                  <a:lnTo>
                    <a:pt x="121" y="188"/>
                  </a:lnTo>
                  <a:lnTo>
                    <a:pt x="106" y="186"/>
                  </a:lnTo>
                  <a:lnTo>
                    <a:pt x="81" y="184"/>
                  </a:lnTo>
                  <a:lnTo>
                    <a:pt x="72" y="184"/>
                  </a:lnTo>
                  <a:lnTo>
                    <a:pt x="71" y="185"/>
                  </a:lnTo>
                  <a:lnTo>
                    <a:pt x="70" y="186"/>
                  </a:lnTo>
                  <a:lnTo>
                    <a:pt x="70" y="186"/>
                  </a:lnTo>
                  <a:lnTo>
                    <a:pt x="72" y="197"/>
                  </a:lnTo>
                  <a:lnTo>
                    <a:pt x="78" y="213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90" y="236"/>
                  </a:lnTo>
                  <a:lnTo>
                    <a:pt x="104" y="243"/>
                  </a:lnTo>
                  <a:lnTo>
                    <a:pt x="112" y="247"/>
                  </a:lnTo>
                  <a:lnTo>
                    <a:pt x="123" y="251"/>
                  </a:lnTo>
                  <a:lnTo>
                    <a:pt x="135" y="254"/>
                  </a:lnTo>
                  <a:lnTo>
                    <a:pt x="148" y="257"/>
                  </a:lnTo>
                  <a:lnTo>
                    <a:pt x="148" y="257"/>
                  </a:lnTo>
                  <a:lnTo>
                    <a:pt x="154" y="257"/>
                  </a:lnTo>
                  <a:lnTo>
                    <a:pt x="162" y="257"/>
                  </a:lnTo>
                  <a:lnTo>
                    <a:pt x="176" y="253"/>
                  </a:lnTo>
                  <a:lnTo>
                    <a:pt x="189" y="247"/>
                  </a:lnTo>
                  <a:lnTo>
                    <a:pt x="204" y="241"/>
                  </a:lnTo>
                  <a:lnTo>
                    <a:pt x="220" y="235"/>
                  </a:lnTo>
                  <a:lnTo>
                    <a:pt x="235" y="230"/>
                  </a:lnTo>
                  <a:lnTo>
                    <a:pt x="243" y="228"/>
                  </a:lnTo>
                  <a:lnTo>
                    <a:pt x="251" y="226"/>
                  </a:lnTo>
                  <a:lnTo>
                    <a:pt x="260" y="226"/>
                  </a:lnTo>
                  <a:lnTo>
                    <a:pt x="269" y="226"/>
                  </a:lnTo>
                  <a:lnTo>
                    <a:pt x="269" y="226"/>
                  </a:lnTo>
                  <a:lnTo>
                    <a:pt x="277" y="228"/>
                  </a:lnTo>
                  <a:lnTo>
                    <a:pt x="283" y="230"/>
                  </a:lnTo>
                  <a:lnTo>
                    <a:pt x="286" y="232"/>
                  </a:lnTo>
                  <a:lnTo>
                    <a:pt x="289" y="235"/>
                  </a:lnTo>
                  <a:lnTo>
                    <a:pt x="289" y="238"/>
                  </a:lnTo>
                  <a:lnTo>
                    <a:pt x="286" y="242"/>
                  </a:lnTo>
                  <a:lnTo>
                    <a:pt x="284" y="246"/>
                  </a:lnTo>
                  <a:lnTo>
                    <a:pt x="279" y="251"/>
                  </a:lnTo>
                  <a:lnTo>
                    <a:pt x="268" y="261"/>
                  </a:lnTo>
                  <a:lnTo>
                    <a:pt x="254" y="275"/>
                  </a:lnTo>
                  <a:lnTo>
                    <a:pt x="237" y="289"/>
                  </a:lnTo>
                  <a:lnTo>
                    <a:pt x="220" y="305"/>
                  </a:lnTo>
                  <a:lnTo>
                    <a:pt x="220" y="305"/>
                  </a:lnTo>
                  <a:lnTo>
                    <a:pt x="211" y="312"/>
                  </a:lnTo>
                  <a:lnTo>
                    <a:pt x="202" y="318"/>
                  </a:lnTo>
                  <a:lnTo>
                    <a:pt x="193" y="322"/>
                  </a:lnTo>
                  <a:lnTo>
                    <a:pt x="183" y="323"/>
                  </a:lnTo>
                  <a:lnTo>
                    <a:pt x="175" y="324"/>
                  </a:lnTo>
                  <a:lnTo>
                    <a:pt x="166" y="324"/>
                  </a:lnTo>
                  <a:lnTo>
                    <a:pt x="151" y="322"/>
                  </a:lnTo>
                  <a:lnTo>
                    <a:pt x="137" y="319"/>
                  </a:lnTo>
                  <a:lnTo>
                    <a:pt x="133" y="319"/>
                  </a:lnTo>
                  <a:lnTo>
                    <a:pt x="130" y="319"/>
                  </a:lnTo>
                  <a:lnTo>
                    <a:pt x="128" y="321"/>
                  </a:lnTo>
                  <a:lnTo>
                    <a:pt x="128" y="323"/>
                  </a:lnTo>
                  <a:lnTo>
                    <a:pt x="129" y="328"/>
                  </a:lnTo>
                  <a:lnTo>
                    <a:pt x="133" y="334"/>
                  </a:lnTo>
                  <a:lnTo>
                    <a:pt x="133" y="334"/>
                  </a:lnTo>
                  <a:lnTo>
                    <a:pt x="142" y="348"/>
                  </a:lnTo>
                  <a:lnTo>
                    <a:pt x="153" y="363"/>
                  </a:lnTo>
                  <a:lnTo>
                    <a:pt x="165" y="375"/>
                  </a:lnTo>
                  <a:lnTo>
                    <a:pt x="180" y="387"/>
                  </a:lnTo>
                  <a:lnTo>
                    <a:pt x="195" y="398"/>
                  </a:lnTo>
                  <a:lnTo>
                    <a:pt x="204" y="402"/>
                  </a:lnTo>
                  <a:lnTo>
                    <a:pt x="212" y="405"/>
                  </a:lnTo>
                  <a:lnTo>
                    <a:pt x="222" y="409"/>
                  </a:lnTo>
                  <a:lnTo>
                    <a:pt x="232" y="410"/>
                  </a:lnTo>
                  <a:lnTo>
                    <a:pt x="241" y="413"/>
                  </a:lnTo>
                  <a:lnTo>
                    <a:pt x="252" y="413"/>
                  </a:lnTo>
                  <a:lnTo>
                    <a:pt x="252" y="413"/>
                  </a:lnTo>
                  <a:lnTo>
                    <a:pt x="262" y="413"/>
                  </a:lnTo>
                  <a:lnTo>
                    <a:pt x="272" y="409"/>
                  </a:lnTo>
                  <a:lnTo>
                    <a:pt x="280" y="404"/>
                  </a:lnTo>
                  <a:lnTo>
                    <a:pt x="289" y="397"/>
                  </a:lnTo>
                  <a:lnTo>
                    <a:pt x="296" y="388"/>
                  </a:lnTo>
                  <a:lnTo>
                    <a:pt x="303" y="379"/>
                  </a:lnTo>
                  <a:lnTo>
                    <a:pt x="315" y="358"/>
                  </a:lnTo>
                  <a:lnTo>
                    <a:pt x="329" y="338"/>
                  </a:lnTo>
                  <a:lnTo>
                    <a:pt x="335" y="328"/>
                  </a:lnTo>
                  <a:lnTo>
                    <a:pt x="341" y="318"/>
                  </a:lnTo>
                  <a:lnTo>
                    <a:pt x="348" y="311"/>
                  </a:lnTo>
                  <a:lnTo>
                    <a:pt x="355" y="304"/>
                  </a:lnTo>
                  <a:lnTo>
                    <a:pt x="362" y="299"/>
                  </a:lnTo>
                  <a:lnTo>
                    <a:pt x="371" y="296"/>
                  </a:lnTo>
                  <a:lnTo>
                    <a:pt x="371" y="296"/>
                  </a:lnTo>
                  <a:lnTo>
                    <a:pt x="379" y="295"/>
                  </a:lnTo>
                  <a:lnTo>
                    <a:pt x="385" y="295"/>
                  </a:lnTo>
                  <a:lnTo>
                    <a:pt x="389" y="296"/>
                  </a:lnTo>
                  <a:lnTo>
                    <a:pt x="393" y="299"/>
                  </a:lnTo>
                  <a:lnTo>
                    <a:pt x="394" y="301"/>
                  </a:lnTo>
                  <a:lnTo>
                    <a:pt x="393" y="305"/>
                  </a:lnTo>
                  <a:lnTo>
                    <a:pt x="390" y="315"/>
                  </a:lnTo>
                  <a:lnTo>
                    <a:pt x="384" y="327"/>
                  </a:lnTo>
                  <a:lnTo>
                    <a:pt x="376" y="341"/>
                  </a:lnTo>
                  <a:lnTo>
                    <a:pt x="367" y="358"/>
                  </a:lnTo>
                  <a:lnTo>
                    <a:pt x="360" y="376"/>
                  </a:lnTo>
                  <a:lnTo>
                    <a:pt x="360" y="376"/>
                  </a:lnTo>
                  <a:lnTo>
                    <a:pt x="356" y="385"/>
                  </a:lnTo>
                  <a:lnTo>
                    <a:pt x="351" y="393"/>
                  </a:lnTo>
                  <a:lnTo>
                    <a:pt x="345" y="402"/>
                  </a:lnTo>
                  <a:lnTo>
                    <a:pt x="339" y="409"/>
                  </a:lnTo>
                  <a:lnTo>
                    <a:pt x="325" y="422"/>
                  </a:lnTo>
                  <a:lnTo>
                    <a:pt x="310" y="432"/>
                  </a:lnTo>
                  <a:lnTo>
                    <a:pt x="296" y="440"/>
                  </a:lnTo>
                  <a:lnTo>
                    <a:pt x="285" y="446"/>
                  </a:lnTo>
                  <a:lnTo>
                    <a:pt x="274" y="451"/>
                  </a:lnTo>
                  <a:lnTo>
                    <a:pt x="274" y="451"/>
                  </a:lnTo>
                  <a:lnTo>
                    <a:pt x="286" y="456"/>
                  </a:lnTo>
                  <a:lnTo>
                    <a:pt x="302" y="461"/>
                  </a:lnTo>
                  <a:lnTo>
                    <a:pt x="321" y="467"/>
                  </a:lnTo>
                  <a:lnTo>
                    <a:pt x="344" y="473"/>
                  </a:lnTo>
                  <a:lnTo>
                    <a:pt x="371" y="478"/>
                  </a:lnTo>
                  <a:lnTo>
                    <a:pt x="401" y="481"/>
                  </a:lnTo>
                  <a:lnTo>
                    <a:pt x="416" y="483"/>
                  </a:lnTo>
                  <a:lnTo>
                    <a:pt x="431" y="483"/>
                  </a:lnTo>
                  <a:lnTo>
                    <a:pt x="431" y="483"/>
                  </a:lnTo>
                  <a:lnTo>
                    <a:pt x="447" y="481"/>
                  </a:lnTo>
                  <a:lnTo>
                    <a:pt x="460" y="478"/>
                  </a:lnTo>
                  <a:lnTo>
                    <a:pt x="474" y="473"/>
                  </a:lnTo>
                  <a:lnTo>
                    <a:pt x="486" y="467"/>
                  </a:lnTo>
                  <a:lnTo>
                    <a:pt x="495" y="460"/>
                  </a:lnTo>
                  <a:lnTo>
                    <a:pt x="505" y="451"/>
                  </a:lnTo>
                  <a:lnTo>
                    <a:pt x="512" y="443"/>
                  </a:lnTo>
                  <a:lnTo>
                    <a:pt x="520" y="433"/>
                  </a:lnTo>
                  <a:lnTo>
                    <a:pt x="526" y="423"/>
                  </a:lnTo>
                  <a:lnTo>
                    <a:pt x="530" y="414"/>
                  </a:lnTo>
                  <a:lnTo>
                    <a:pt x="534" y="405"/>
                  </a:lnTo>
                  <a:lnTo>
                    <a:pt x="537" y="397"/>
                  </a:lnTo>
                  <a:lnTo>
                    <a:pt x="538" y="388"/>
                  </a:lnTo>
                  <a:lnTo>
                    <a:pt x="538" y="382"/>
                  </a:lnTo>
                  <a:lnTo>
                    <a:pt x="538" y="376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26" y="358"/>
                  </a:lnTo>
                  <a:lnTo>
                    <a:pt x="516" y="344"/>
                  </a:lnTo>
                  <a:lnTo>
                    <a:pt x="505" y="325"/>
                  </a:lnTo>
                  <a:lnTo>
                    <a:pt x="505" y="325"/>
                  </a:lnTo>
                  <a:lnTo>
                    <a:pt x="505" y="318"/>
                  </a:lnTo>
                  <a:lnTo>
                    <a:pt x="505" y="315"/>
                  </a:lnTo>
                  <a:lnTo>
                    <a:pt x="505" y="311"/>
                  </a:lnTo>
                  <a:lnTo>
                    <a:pt x="509" y="309"/>
                  </a:lnTo>
                  <a:lnTo>
                    <a:pt x="514" y="306"/>
                  </a:lnTo>
                  <a:lnTo>
                    <a:pt x="521" y="305"/>
                  </a:lnTo>
                  <a:lnTo>
                    <a:pt x="532" y="305"/>
                  </a:lnTo>
                  <a:lnTo>
                    <a:pt x="532" y="305"/>
                  </a:lnTo>
                  <a:lnTo>
                    <a:pt x="551" y="306"/>
                  </a:lnTo>
                  <a:lnTo>
                    <a:pt x="570" y="304"/>
                  </a:lnTo>
                  <a:lnTo>
                    <a:pt x="580" y="301"/>
                  </a:lnTo>
                  <a:lnTo>
                    <a:pt x="590" y="299"/>
                  </a:lnTo>
                  <a:lnTo>
                    <a:pt x="598" y="295"/>
                  </a:lnTo>
                  <a:lnTo>
                    <a:pt x="608" y="292"/>
                  </a:lnTo>
                  <a:lnTo>
                    <a:pt x="608" y="292"/>
                  </a:lnTo>
                  <a:lnTo>
                    <a:pt x="621" y="282"/>
                  </a:lnTo>
                  <a:lnTo>
                    <a:pt x="634" y="271"/>
                  </a:lnTo>
                  <a:lnTo>
                    <a:pt x="639" y="264"/>
                  </a:lnTo>
                  <a:lnTo>
                    <a:pt x="644" y="258"/>
                  </a:lnTo>
                  <a:lnTo>
                    <a:pt x="649" y="251"/>
                  </a:lnTo>
                  <a:lnTo>
                    <a:pt x="653" y="242"/>
                  </a:lnTo>
                  <a:lnTo>
                    <a:pt x="653" y="242"/>
                  </a:lnTo>
                  <a:lnTo>
                    <a:pt x="655" y="232"/>
                  </a:lnTo>
                  <a:lnTo>
                    <a:pt x="656" y="221"/>
                  </a:lnTo>
                  <a:lnTo>
                    <a:pt x="655" y="212"/>
                  </a:lnTo>
                  <a:lnTo>
                    <a:pt x="651" y="202"/>
                  </a:lnTo>
                  <a:lnTo>
                    <a:pt x="651" y="202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582">
              <a:extLst>
                <a:ext uri="{FF2B5EF4-FFF2-40B4-BE49-F238E27FC236}">
                  <a16:creationId xmlns:a16="http://schemas.microsoft.com/office/drawing/2014/main" id="{134731E7-9485-B24F-ADC4-4C85E2870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776" y="4721225"/>
              <a:ext cx="361950" cy="274638"/>
            </a:xfrm>
            <a:custGeom>
              <a:avLst/>
              <a:gdLst>
                <a:gd name="T0" fmla="*/ 23 w 456"/>
                <a:gd name="T1" fmla="*/ 176 h 346"/>
                <a:gd name="T2" fmla="*/ 1 w 456"/>
                <a:gd name="T3" fmla="*/ 139 h 346"/>
                <a:gd name="T4" fmla="*/ 5 w 456"/>
                <a:gd name="T5" fmla="*/ 98 h 346"/>
                <a:gd name="T6" fmla="*/ 36 w 456"/>
                <a:gd name="T7" fmla="*/ 59 h 346"/>
                <a:gd name="T8" fmla="*/ 112 w 456"/>
                <a:gd name="T9" fmla="*/ 15 h 346"/>
                <a:gd name="T10" fmla="*/ 100 w 456"/>
                <a:gd name="T11" fmla="*/ 53 h 346"/>
                <a:gd name="T12" fmla="*/ 105 w 456"/>
                <a:gd name="T13" fmla="*/ 92 h 346"/>
                <a:gd name="T14" fmla="*/ 124 w 456"/>
                <a:gd name="T15" fmla="*/ 143 h 346"/>
                <a:gd name="T16" fmla="*/ 138 w 456"/>
                <a:gd name="T17" fmla="*/ 136 h 346"/>
                <a:gd name="T18" fmla="*/ 139 w 456"/>
                <a:gd name="T19" fmla="*/ 96 h 346"/>
                <a:gd name="T20" fmla="*/ 130 w 456"/>
                <a:gd name="T21" fmla="*/ 41 h 346"/>
                <a:gd name="T22" fmla="*/ 151 w 456"/>
                <a:gd name="T23" fmla="*/ 15 h 346"/>
                <a:gd name="T24" fmla="*/ 211 w 456"/>
                <a:gd name="T25" fmla="*/ 1 h 346"/>
                <a:gd name="T26" fmla="*/ 244 w 456"/>
                <a:gd name="T27" fmla="*/ 9 h 346"/>
                <a:gd name="T28" fmla="*/ 215 w 456"/>
                <a:gd name="T29" fmla="*/ 34 h 346"/>
                <a:gd name="T30" fmla="*/ 207 w 456"/>
                <a:gd name="T31" fmla="*/ 59 h 346"/>
                <a:gd name="T32" fmla="*/ 205 w 456"/>
                <a:gd name="T33" fmla="*/ 125 h 346"/>
                <a:gd name="T34" fmla="*/ 220 w 456"/>
                <a:gd name="T35" fmla="*/ 121 h 346"/>
                <a:gd name="T36" fmla="*/ 248 w 456"/>
                <a:gd name="T37" fmla="*/ 74 h 346"/>
                <a:gd name="T38" fmla="*/ 272 w 456"/>
                <a:gd name="T39" fmla="*/ 45 h 346"/>
                <a:gd name="T40" fmla="*/ 304 w 456"/>
                <a:gd name="T41" fmla="*/ 32 h 346"/>
                <a:gd name="T42" fmla="*/ 336 w 456"/>
                <a:gd name="T43" fmla="*/ 47 h 346"/>
                <a:gd name="T44" fmla="*/ 303 w 456"/>
                <a:gd name="T45" fmla="*/ 76 h 346"/>
                <a:gd name="T46" fmla="*/ 295 w 456"/>
                <a:gd name="T47" fmla="*/ 97 h 346"/>
                <a:gd name="T48" fmla="*/ 304 w 456"/>
                <a:gd name="T49" fmla="*/ 115 h 346"/>
                <a:gd name="T50" fmla="*/ 335 w 456"/>
                <a:gd name="T51" fmla="*/ 90 h 346"/>
                <a:gd name="T52" fmla="*/ 383 w 456"/>
                <a:gd name="T53" fmla="*/ 66 h 346"/>
                <a:gd name="T54" fmla="*/ 441 w 456"/>
                <a:gd name="T55" fmla="*/ 93 h 346"/>
                <a:gd name="T56" fmla="*/ 447 w 456"/>
                <a:gd name="T57" fmla="*/ 107 h 346"/>
                <a:gd name="T58" fmla="*/ 422 w 456"/>
                <a:gd name="T59" fmla="*/ 120 h 346"/>
                <a:gd name="T60" fmla="*/ 404 w 456"/>
                <a:gd name="T61" fmla="*/ 145 h 346"/>
                <a:gd name="T62" fmla="*/ 354 w 456"/>
                <a:gd name="T63" fmla="*/ 189 h 346"/>
                <a:gd name="T64" fmla="*/ 292 w 456"/>
                <a:gd name="T65" fmla="*/ 174 h 346"/>
                <a:gd name="T66" fmla="*/ 251 w 456"/>
                <a:gd name="T67" fmla="*/ 174 h 346"/>
                <a:gd name="T68" fmla="*/ 244 w 456"/>
                <a:gd name="T69" fmla="*/ 188 h 346"/>
                <a:gd name="T70" fmla="*/ 266 w 456"/>
                <a:gd name="T71" fmla="*/ 206 h 346"/>
                <a:gd name="T72" fmla="*/ 317 w 456"/>
                <a:gd name="T73" fmla="*/ 213 h 346"/>
                <a:gd name="T74" fmla="*/ 334 w 456"/>
                <a:gd name="T75" fmla="*/ 243 h 346"/>
                <a:gd name="T76" fmla="*/ 294 w 456"/>
                <a:gd name="T77" fmla="*/ 288 h 346"/>
                <a:gd name="T78" fmla="*/ 215 w 456"/>
                <a:gd name="T79" fmla="*/ 242 h 346"/>
                <a:gd name="T80" fmla="*/ 192 w 456"/>
                <a:gd name="T81" fmla="*/ 242 h 346"/>
                <a:gd name="T82" fmla="*/ 196 w 456"/>
                <a:gd name="T83" fmla="*/ 261 h 346"/>
                <a:gd name="T84" fmla="*/ 232 w 456"/>
                <a:gd name="T85" fmla="*/ 278 h 346"/>
                <a:gd name="T86" fmla="*/ 271 w 456"/>
                <a:gd name="T87" fmla="*/ 305 h 346"/>
                <a:gd name="T88" fmla="*/ 220 w 456"/>
                <a:gd name="T89" fmla="*/ 336 h 346"/>
                <a:gd name="T90" fmla="*/ 164 w 456"/>
                <a:gd name="T91" fmla="*/ 329 h 346"/>
                <a:gd name="T92" fmla="*/ 130 w 456"/>
                <a:gd name="T93" fmla="*/ 259 h 346"/>
                <a:gd name="T94" fmla="*/ 118 w 456"/>
                <a:gd name="T95" fmla="*/ 224 h 346"/>
                <a:gd name="T96" fmla="*/ 103 w 456"/>
                <a:gd name="T97" fmla="*/ 220 h 346"/>
                <a:gd name="T98" fmla="*/ 95 w 456"/>
                <a:gd name="T99" fmla="*/ 245 h 346"/>
                <a:gd name="T100" fmla="*/ 128 w 456"/>
                <a:gd name="T101" fmla="*/ 321 h 346"/>
                <a:gd name="T102" fmla="*/ 93 w 456"/>
                <a:gd name="T103" fmla="*/ 345 h 346"/>
                <a:gd name="T104" fmla="*/ 47 w 456"/>
                <a:gd name="T105" fmla="*/ 327 h 346"/>
                <a:gd name="T106" fmla="*/ 25 w 456"/>
                <a:gd name="T107" fmla="*/ 292 h 346"/>
                <a:gd name="T108" fmla="*/ 24 w 456"/>
                <a:gd name="T109" fmla="*/ 252 h 346"/>
                <a:gd name="T110" fmla="*/ 55 w 456"/>
                <a:gd name="T111" fmla="*/ 207 h 346"/>
                <a:gd name="T112" fmla="*/ 65 w 456"/>
                <a:gd name="T113" fmla="*/ 191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56" h="346">
                  <a:moveTo>
                    <a:pt x="59" y="184"/>
                  </a:moveTo>
                  <a:lnTo>
                    <a:pt x="59" y="184"/>
                  </a:lnTo>
                  <a:lnTo>
                    <a:pt x="46" y="180"/>
                  </a:lnTo>
                  <a:lnTo>
                    <a:pt x="23" y="176"/>
                  </a:lnTo>
                  <a:lnTo>
                    <a:pt x="23" y="176"/>
                  </a:lnTo>
                  <a:lnTo>
                    <a:pt x="19" y="174"/>
                  </a:lnTo>
                  <a:lnTo>
                    <a:pt x="17" y="173"/>
                  </a:lnTo>
                  <a:lnTo>
                    <a:pt x="11" y="165"/>
                  </a:lnTo>
                  <a:lnTo>
                    <a:pt x="5" y="154"/>
                  </a:lnTo>
                  <a:lnTo>
                    <a:pt x="1" y="139"/>
                  </a:lnTo>
                  <a:lnTo>
                    <a:pt x="0" y="132"/>
                  </a:lnTo>
                  <a:lnTo>
                    <a:pt x="0" y="124"/>
                  </a:lnTo>
                  <a:lnTo>
                    <a:pt x="1" y="115"/>
                  </a:lnTo>
                  <a:lnTo>
                    <a:pt x="2" y="107"/>
                  </a:lnTo>
                  <a:lnTo>
                    <a:pt x="5" y="98"/>
                  </a:lnTo>
                  <a:lnTo>
                    <a:pt x="8" y="90"/>
                  </a:lnTo>
                  <a:lnTo>
                    <a:pt x="14" y="82"/>
                  </a:lnTo>
                  <a:lnTo>
                    <a:pt x="20" y="74"/>
                  </a:lnTo>
                  <a:lnTo>
                    <a:pt x="20" y="74"/>
                  </a:lnTo>
                  <a:lnTo>
                    <a:pt x="36" y="59"/>
                  </a:lnTo>
                  <a:lnTo>
                    <a:pt x="52" y="47"/>
                  </a:lnTo>
                  <a:lnTo>
                    <a:pt x="67" y="38"/>
                  </a:lnTo>
                  <a:lnTo>
                    <a:pt x="81" y="29"/>
                  </a:lnTo>
                  <a:lnTo>
                    <a:pt x="104" y="18"/>
                  </a:lnTo>
                  <a:lnTo>
                    <a:pt x="112" y="15"/>
                  </a:lnTo>
                  <a:lnTo>
                    <a:pt x="112" y="15"/>
                  </a:lnTo>
                  <a:lnTo>
                    <a:pt x="109" y="22"/>
                  </a:lnTo>
                  <a:lnTo>
                    <a:pt x="106" y="30"/>
                  </a:lnTo>
                  <a:lnTo>
                    <a:pt x="103" y="41"/>
                  </a:lnTo>
                  <a:lnTo>
                    <a:pt x="100" y="53"/>
                  </a:lnTo>
                  <a:lnTo>
                    <a:pt x="100" y="66"/>
                  </a:lnTo>
                  <a:lnTo>
                    <a:pt x="101" y="79"/>
                  </a:lnTo>
                  <a:lnTo>
                    <a:pt x="103" y="85"/>
                  </a:lnTo>
                  <a:lnTo>
                    <a:pt x="105" y="92"/>
                  </a:lnTo>
                  <a:lnTo>
                    <a:pt x="105" y="92"/>
                  </a:lnTo>
                  <a:lnTo>
                    <a:pt x="110" y="104"/>
                  </a:lnTo>
                  <a:lnTo>
                    <a:pt x="115" y="116"/>
                  </a:lnTo>
                  <a:lnTo>
                    <a:pt x="119" y="136"/>
                  </a:lnTo>
                  <a:lnTo>
                    <a:pt x="123" y="142"/>
                  </a:lnTo>
                  <a:lnTo>
                    <a:pt x="124" y="143"/>
                  </a:lnTo>
                  <a:lnTo>
                    <a:pt x="127" y="144"/>
                  </a:lnTo>
                  <a:lnTo>
                    <a:pt x="129" y="144"/>
                  </a:lnTo>
                  <a:lnTo>
                    <a:pt x="132" y="143"/>
                  </a:lnTo>
                  <a:lnTo>
                    <a:pt x="138" y="136"/>
                  </a:lnTo>
                  <a:lnTo>
                    <a:pt x="138" y="136"/>
                  </a:lnTo>
                  <a:lnTo>
                    <a:pt x="140" y="130"/>
                  </a:lnTo>
                  <a:lnTo>
                    <a:pt x="141" y="125"/>
                  </a:lnTo>
                  <a:lnTo>
                    <a:pt x="142" y="118"/>
                  </a:lnTo>
                  <a:lnTo>
                    <a:pt x="142" y="110"/>
                  </a:lnTo>
                  <a:lnTo>
                    <a:pt x="139" y="96"/>
                  </a:lnTo>
                  <a:lnTo>
                    <a:pt x="135" y="79"/>
                  </a:lnTo>
                  <a:lnTo>
                    <a:pt x="132" y="63"/>
                  </a:lnTo>
                  <a:lnTo>
                    <a:pt x="130" y="56"/>
                  </a:lnTo>
                  <a:lnTo>
                    <a:pt x="130" y="49"/>
                  </a:lnTo>
                  <a:lnTo>
                    <a:pt x="130" y="41"/>
                  </a:lnTo>
                  <a:lnTo>
                    <a:pt x="133" y="34"/>
                  </a:lnTo>
                  <a:lnTo>
                    <a:pt x="135" y="28"/>
                  </a:lnTo>
                  <a:lnTo>
                    <a:pt x="140" y="23"/>
                  </a:lnTo>
                  <a:lnTo>
                    <a:pt x="140" y="23"/>
                  </a:lnTo>
                  <a:lnTo>
                    <a:pt x="151" y="15"/>
                  </a:lnTo>
                  <a:lnTo>
                    <a:pt x="163" y="7"/>
                  </a:lnTo>
                  <a:lnTo>
                    <a:pt x="175" y="4"/>
                  </a:lnTo>
                  <a:lnTo>
                    <a:pt x="187" y="1"/>
                  </a:lnTo>
                  <a:lnTo>
                    <a:pt x="199" y="0"/>
                  </a:lnTo>
                  <a:lnTo>
                    <a:pt x="211" y="1"/>
                  </a:lnTo>
                  <a:lnTo>
                    <a:pt x="223" y="3"/>
                  </a:lnTo>
                  <a:lnTo>
                    <a:pt x="236" y="5"/>
                  </a:lnTo>
                  <a:lnTo>
                    <a:pt x="236" y="5"/>
                  </a:lnTo>
                  <a:lnTo>
                    <a:pt x="243" y="7"/>
                  </a:lnTo>
                  <a:lnTo>
                    <a:pt x="244" y="9"/>
                  </a:lnTo>
                  <a:lnTo>
                    <a:pt x="243" y="11"/>
                  </a:lnTo>
                  <a:lnTo>
                    <a:pt x="239" y="15"/>
                  </a:lnTo>
                  <a:lnTo>
                    <a:pt x="232" y="18"/>
                  </a:lnTo>
                  <a:lnTo>
                    <a:pt x="223" y="26"/>
                  </a:lnTo>
                  <a:lnTo>
                    <a:pt x="215" y="34"/>
                  </a:lnTo>
                  <a:lnTo>
                    <a:pt x="211" y="39"/>
                  </a:lnTo>
                  <a:lnTo>
                    <a:pt x="209" y="45"/>
                  </a:lnTo>
                  <a:lnTo>
                    <a:pt x="208" y="52"/>
                  </a:lnTo>
                  <a:lnTo>
                    <a:pt x="207" y="59"/>
                  </a:lnTo>
                  <a:lnTo>
                    <a:pt x="207" y="59"/>
                  </a:lnTo>
                  <a:lnTo>
                    <a:pt x="207" y="76"/>
                  </a:lnTo>
                  <a:lnTo>
                    <a:pt x="205" y="91"/>
                  </a:lnTo>
                  <a:lnTo>
                    <a:pt x="203" y="114"/>
                  </a:lnTo>
                  <a:lnTo>
                    <a:pt x="204" y="122"/>
                  </a:lnTo>
                  <a:lnTo>
                    <a:pt x="205" y="125"/>
                  </a:lnTo>
                  <a:lnTo>
                    <a:pt x="207" y="126"/>
                  </a:lnTo>
                  <a:lnTo>
                    <a:pt x="209" y="126"/>
                  </a:lnTo>
                  <a:lnTo>
                    <a:pt x="211" y="126"/>
                  </a:lnTo>
                  <a:lnTo>
                    <a:pt x="220" y="121"/>
                  </a:lnTo>
                  <a:lnTo>
                    <a:pt x="220" y="121"/>
                  </a:lnTo>
                  <a:lnTo>
                    <a:pt x="228" y="113"/>
                  </a:lnTo>
                  <a:lnTo>
                    <a:pt x="234" y="104"/>
                  </a:lnTo>
                  <a:lnTo>
                    <a:pt x="240" y="93"/>
                  </a:lnTo>
                  <a:lnTo>
                    <a:pt x="244" y="84"/>
                  </a:lnTo>
                  <a:lnTo>
                    <a:pt x="248" y="74"/>
                  </a:lnTo>
                  <a:lnTo>
                    <a:pt x="252" y="64"/>
                  </a:lnTo>
                  <a:lnTo>
                    <a:pt x="257" y="56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72" y="45"/>
                  </a:lnTo>
                  <a:lnTo>
                    <a:pt x="279" y="40"/>
                  </a:lnTo>
                  <a:lnTo>
                    <a:pt x="292" y="35"/>
                  </a:lnTo>
                  <a:lnTo>
                    <a:pt x="301" y="32"/>
                  </a:lnTo>
                  <a:lnTo>
                    <a:pt x="304" y="32"/>
                  </a:lnTo>
                  <a:lnTo>
                    <a:pt x="304" y="32"/>
                  </a:lnTo>
                  <a:lnTo>
                    <a:pt x="318" y="38"/>
                  </a:lnTo>
                  <a:lnTo>
                    <a:pt x="329" y="43"/>
                  </a:lnTo>
                  <a:lnTo>
                    <a:pt x="335" y="46"/>
                  </a:lnTo>
                  <a:lnTo>
                    <a:pt x="335" y="46"/>
                  </a:lnTo>
                  <a:lnTo>
                    <a:pt x="336" y="47"/>
                  </a:lnTo>
                  <a:lnTo>
                    <a:pt x="335" y="49"/>
                  </a:lnTo>
                  <a:lnTo>
                    <a:pt x="331" y="53"/>
                  </a:lnTo>
                  <a:lnTo>
                    <a:pt x="318" y="63"/>
                  </a:lnTo>
                  <a:lnTo>
                    <a:pt x="311" y="70"/>
                  </a:lnTo>
                  <a:lnTo>
                    <a:pt x="303" y="76"/>
                  </a:lnTo>
                  <a:lnTo>
                    <a:pt x="297" y="84"/>
                  </a:lnTo>
                  <a:lnTo>
                    <a:pt x="296" y="87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7"/>
                  </a:lnTo>
                  <a:lnTo>
                    <a:pt x="295" y="103"/>
                  </a:lnTo>
                  <a:lnTo>
                    <a:pt x="296" y="108"/>
                  </a:lnTo>
                  <a:lnTo>
                    <a:pt x="297" y="113"/>
                  </a:lnTo>
                  <a:lnTo>
                    <a:pt x="301" y="115"/>
                  </a:lnTo>
                  <a:lnTo>
                    <a:pt x="304" y="115"/>
                  </a:lnTo>
                  <a:lnTo>
                    <a:pt x="311" y="111"/>
                  </a:lnTo>
                  <a:lnTo>
                    <a:pt x="317" y="105"/>
                  </a:lnTo>
                  <a:lnTo>
                    <a:pt x="317" y="105"/>
                  </a:lnTo>
                  <a:lnTo>
                    <a:pt x="325" y="97"/>
                  </a:lnTo>
                  <a:lnTo>
                    <a:pt x="335" y="90"/>
                  </a:lnTo>
                  <a:lnTo>
                    <a:pt x="344" y="84"/>
                  </a:lnTo>
                  <a:lnTo>
                    <a:pt x="354" y="78"/>
                  </a:lnTo>
                  <a:lnTo>
                    <a:pt x="371" y="69"/>
                  </a:lnTo>
                  <a:lnTo>
                    <a:pt x="383" y="66"/>
                  </a:lnTo>
                  <a:lnTo>
                    <a:pt x="383" y="66"/>
                  </a:lnTo>
                  <a:lnTo>
                    <a:pt x="388" y="66"/>
                  </a:lnTo>
                  <a:lnTo>
                    <a:pt x="394" y="68"/>
                  </a:lnTo>
                  <a:lnTo>
                    <a:pt x="411" y="75"/>
                  </a:lnTo>
                  <a:lnTo>
                    <a:pt x="441" y="93"/>
                  </a:lnTo>
                  <a:lnTo>
                    <a:pt x="441" y="93"/>
                  </a:lnTo>
                  <a:lnTo>
                    <a:pt x="451" y="98"/>
                  </a:lnTo>
                  <a:lnTo>
                    <a:pt x="456" y="102"/>
                  </a:lnTo>
                  <a:lnTo>
                    <a:pt x="456" y="103"/>
                  </a:lnTo>
                  <a:lnTo>
                    <a:pt x="454" y="104"/>
                  </a:lnTo>
                  <a:lnTo>
                    <a:pt x="447" y="107"/>
                  </a:lnTo>
                  <a:lnTo>
                    <a:pt x="447" y="107"/>
                  </a:lnTo>
                  <a:lnTo>
                    <a:pt x="441" y="109"/>
                  </a:lnTo>
                  <a:lnTo>
                    <a:pt x="435" y="111"/>
                  </a:lnTo>
                  <a:lnTo>
                    <a:pt x="428" y="116"/>
                  </a:lnTo>
                  <a:lnTo>
                    <a:pt x="422" y="120"/>
                  </a:lnTo>
                  <a:lnTo>
                    <a:pt x="416" y="126"/>
                  </a:lnTo>
                  <a:lnTo>
                    <a:pt x="411" y="132"/>
                  </a:lnTo>
                  <a:lnTo>
                    <a:pt x="406" y="138"/>
                  </a:lnTo>
                  <a:lnTo>
                    <a:pt x="404" y="145"/>
                  </a:lnTo>
                  <a:lnTo>
                    <a:pt x="404" y="145"/>
                  </a:lnTo>
                  <a:lnTo>
                    <a:pt x="396" y="160"/>
                  </a:lnTo>
                  <a:lnTo>
                    <a:pt x="388" y="176"/>
                  </a:lnTo>
                  <a:lnTo>
                    <a:pt x="378" y="191"/>
                  </a:lnTo>
                  <a:lnTo>
                    <a:pt x="378" y="191"/>
                  </a:lnTo>
                  <a:lnTo>
                    <a:pt x="354" y="189"/>
                  </a:lnTo>
                  <a:lnTo>
                    <a:pt x="334" y="185"/>
                  </a:lnTo>
                  <a:lnTo>
                    <a:pt x="319" y="183"/>
                  </a:lnTo>
                  <a:lnTo>
                    <a:pt x="319" y="183"/>
                  </a:lnTo>
                  <a:lnTo>
                    <a:pt x="302" y="178"/>
                  </a:lnTo>
                  <a:lnTo>
                    <a:pt x="292" y="174"/>
                  </a:lnTo>
                  <a:lnTo>
                    <a:pt x="280" y="172"/>
                  </a:lnTo>
                  <a:lnTo>
                    <a:pt x="269" y="171"/>
                  </a:lnTo>
                  <a:lnTo>
                    <a:pt x="260" y="172"/>
                  </a:lnTo>
                  <a:lnTo>
                    <a:pt x="255" y="172"/>
                  </a:lnTo>
                  <a:lnTo>
                    <a:pt x="251" y="174"/>
                  </a:lnTo>
                  <a:lnTo>
                    <a:pt x="249" y="177"/>
                  </a:lnTo>
                  <a:lnTo>
                    <a:pt x="246" y="180"/>
                  </a:lnTo>
                  <a:lnTo>
                    <a:pt x="246" y="180"/>
                  </a:lnTo>
                  <a:lnTo>
                    <a:pt x="245" y="184"/>
                  </a:lnTo>
                  <a:lnTo>
                    <a:pt x="244" y="188"/>
                  </a:lnTo>
                  <a:lnTo>
                    <a:pt x="245" y="191"/>
                  </a:lnTo>
                  <a:lnTo>
                    <a:pt x="246" y="194"/>
                  </a:lnTo>
                  <a:lnTo>
                    <a:pt x="250" y="199"/>
                  </a:lnTo>
                  <a:lnTo>
                    <a:pt x="257" y="202"/>
                  </a:lnTo>
                  <a:lnTo>
                    <a:pt x="266" y="206"/>
                  </a:lnTo>
                  <a:lnTo>
                    <a:pt x="275" y="208"/>
                  </a:lnTo>
                  <a:lnTo>
                    <a:pt x="296" y="211"/>
                  </a:lnTo>
                  <a:lnTo>
                    <a:pt x="296" y="211"/>
                  </a:lnTo>
                  <a:lnTo>
                    <a:pt x="307" y="211"/>
                  </a:lnTo>
                  <a:lnTo>
                    <a:pt x="317" y="213"/>
                  </a:lnTo>
                  <a:lnTo>
                    <a:pt x="337" y="218"/>
                  </a:lnTo>
                  <a:lnTo>
                    <a:pt x="356" y="224"/>
                  </a:lnTo>
                  <a:lnTo>
                    <a:pt x="356" y="224"/>
                  </a:lnTo>
                  <a:lnTo>
                    <a:pt x="344" y="234"/>
                  </a:lnTo>
                  <a:lnTo>
                    <a:pt x="334" y="243"/>
                  </a:lnTo>
                  <a:lnTo>
                    <a:pt x="323" y="253"/>
                  </a:lnTo>
                  <a:lnTo>
                    <a:pt x="323" y="253"/>
                  </a:lnTo>
                  <a:lnTo>
                    <a:pt x="303" y="276"/>
                  </a:lnTo>
                  <a:lnTo>
                    <a:pt x="294" y="288"/>
                  </a:lnTo>
                  <a:lnTo>
                    <a:pt x="294" y="288"/>
                  </a:lnTo>
                  <a:lnTo>
                    <a:pt x="279" y="278"/>
                  </a:lnTo>
                  <a:lnTo>
                    <a:pt x="246" y="259"/>
                  </a:lnTo>
                  <a:lnTo>
                    <a:pt x="246" y="259"/>
                  </a:lnTo>
                  <a:lnTo>
                    <a:pt x="230" y="248"/>
                  </a:lnTo>
                  <a:lnTo>
                    <a:pt x="215" y="242"/>
                  </a:lnTo>
                  <a:lnTo>
                    <a:pt x="208" y="240"/>
                  </a:lnTo>
                  <a:lnTo>
                    <a:pt x="202" y="238"/>
                  </a:lnTo>
                  <a:lnTo>
                    <a:pt x="197" y="240"/>
                  </a:lnTo>
                  <a:lnTo>
                    <a:pt x="192" y="242"/>
                  </a:lnTo>
                  <a:lnTo>
                    <a:pt x="192" y="242"/>
                  </a:lnTo>
                  <a:lnTo>
                    <a:pt x="190" y="245"/>
                  </a:lnTo>
                  <a:lnTo>
                    <a:pt x="188" y="248"/>
                  </a:lnTo>
                  <a:lnTo>
                    <a:pt x="190" y="253"/>
                  </a:lnTo>
                  <a:lnTo>
                    <a:pt x="192" y="257"/>
                  </a:lnTo>
                  <a:lnTo>
                    <a:pt x="196" y="261"/>
                  </a:lnTo>
                  <a:lnTo>
                    <a:pt x="202" y="266"/>
                  </a:lnTo>
                  <a:lnTo>
                    <a:pt x="210" y="270"/>
                  </a:lnTo>
                  <a:lnTo>
                    <a:pt x="220" y="275"/>
                  </a:lnTo>
                  <a:lnTo>
                    <a:pt x="220" y="275"/>
                  </a:lnTo>
                  <a:lnTo>
                    <a:pt x="232" y="278"/>
                  </a:lnTo>
                  <a:lnTo>
                    <a:pt x="242" y="283"/>
                  </a:lnTo>
                  <a:lnTo>
                    <a:pt x="257" y="294"/>
                  </a:lnTo>
                  <a:lnTo>
                    <a:pt x="267" y="301"/>
                  </a:lnTo>
                  <a:lnTo>
                    <a:pt x="271" y="305"/>
                  </a:lnTo>
                  <a:lnTo>
                    <a:pt x="271" y="305"/>
                  </a:lnTo>
                  <a:lnTo>
                    <a:pt x="251" y="319"/>
                  </a:lnTo>
                  <a:lnTo>
                    <a:pt x="234" y="330"/>
                  </a:lnTo>
                  <a:lnTo>
                    <a:pt x="227" y="334"/>
                  </a:lnTo>
                  <a:lnTo>
                    <a:pt x="220" y="336"/>
                  </a:lnTo>
                  <a:lnTo>
                    <a:pt x="220" y="336"/>
                  </a:lnTo>
                  <a:lnTo>
                    <a:pt x="182" y="345"/>
                  </a:lnTo>
                  <a:lnTo>
                    <a:pt x="182" y="345"/>
                  </a:lnTo>
                  <a:lnTo>
                    <a:pt x="179" y="342"/>
                  </a:lnTo>
                  <a:lnTo>
                    <a:pt x="170" y="335"/>
                  </a:lnTo>
                  <a:lnTo>
                    <a:pt x="164" y="329"/>
                  </a:lnTo>
                  <a:lnTo>
                    <a:pt x="158" y="321"/>
                  </a:lnTo>
                  <a:lnTo>
                    <a:pt x="152" y="311"/>
                  </a:lnTo>
                  <a:lnTo>
                    <a:pt x="147" y="299"/>
                  </a:lnTo>
                  <a:lnTo>
                    <a:pt x="147" y="299"/>
                  </a:lnTo>
                  <a:lnTo>
                    <a:pt x="130" y="259"/>
                  </a:lnTo>
                  <a:lnTo>
                    <a:pt x="126" y="246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1" y="229"/>
                  </a:lnTo>
                  <a:lnTo>
                    <a:pt x="118" y="224"/>
                  </a:lnTo>
                  <a:lnTo>
                    <a:pt x="116" y="220"/>
                  </a:lnTo>
                  <a:lnTo>
                    <a:pt x="112" y="219"/>
                  </a:lnTo>
                  <a:lnTo>
                    <a:pt x="109" y="218"/>
                  </a:lnTo>
                  <a:lnTo>
                    <a:pt x="106" y="219"/>
                  </a:lnTo>
                  <a:lnTo>
                    <a:pt x="103" y="220"/>
                  </a:lnTo>
                  <a:lnTo>
                    <a:pt x="99" y="225"/>
                  </a:lnTo>
                  <a:lnTo>
                    <a:pt x="99" y="225"/>
                  </a:lnTo>
                  <a:lnTo>
                    <a:pt x="96" y="230"/>
                  </a:lnTo>
                  <a:lnTo>
                    <a:pt x="95" y="237"/>
                  </a:lnTo>
                  <a:lnTo>
                    <a:pt x="95" y="245"/>
                  </a:lnTo>
                  <a:lnTo>
                    <a:pt x="96" y="253"/>
                  </a:lnTo>
                  <a:lnTo>
                    <a:pt x="103" y="269"/>
                  </a:lnTo>
                  <a:lnTo>
                    <a:pt x="109" y="284"/>
                  </a:lnTo>
                  <a:lnTo>
                    <a:pt x="109" y="284"/>
                  </a:lnTo>
                  <a:lnTo>
                    <a:pt x="128" y="321"/>
                  </a:lnTo>
                  <a:lnTo>
                    <a:pt x="141" y="345"/>
                  </a:lnTo>
                  <a:lnTo>
                    <a:pt x="141" y="345"/>
                  </a:lnTo>
                  <a:lnTo>
                    <a:pt x="127" y="346"/>
                  </a:lnTo>
                  <a:lnTo>
                    <a:pt x="111" y="346"/>
                  </a:lnTo>
                  <a:lnTo>
                    <a:pt x="93" y="345"/>
                  </a:lnTo>
                  <a:lnTo>
                    <a:pt x="83" y="342"/>
                  </a:lnTo>
                  <a:lnTo>
                    <a:pt x="72" y="340"/>
                  </a:lnTo>
                  <a:lnTo>
                    <a:pt x="64" y="338"/>
                  </a:lnTo>
                  <a:lnTo>
                    <a:pt x="54" y="333"/>
                  </a:lnTo>
                  <a:lnTo>
                    <a:pt x="47" y="327"/>
                  </a:lnTo>
                  <a:lnTo>
                    <a:pt x="40" y="321"/>
                  </a:lnTo>
                  <a:lnTo>
                    <a:pt x="34" y="312"/>
                  </a:lnTo>
                  <a:lnTo>
                    <a:pt x="29" y="303"/>
                  </a:lnTo>
                  <a:lnTo>
                    <a:pt x="29" y="303"/>
                  </a:lnTo>
                  <a:lnTo>
                    <a:pt x="25" y="292"/>
                  </a:lnTo>
                  <a:lnTo>
                    <a:pt x="24" y="282"/>
                  </a:lnTo>
                  <a:lnTo>
                    <a:pt x="23" y="274"/>
                  </a:lnTo>
                  <a:lnTo>
                    <a:pt x="22" y="265"/>
                  </a:lnTo>
                  <a:lnTo>
                    <a:pt x="23" y="258"/>
                  </a:lnTo>
                  <a:lnTo>
                    <a:pt x="24" y="252"/>
                  </a:lnTo>
                  <a:lnTo>
                    <a:pt x="28" y="240"/>
                  </a:lnTo>
                  <a:lnTo>
                    <a:pt x="34" y="229"/>
                  </a:lnTo>
                  <a:lnTo>
                    <a:pt x="41" y="220"/>
                  </a:lnTo>
                  <a:lnTo>
                    <a:pt x="48" y="213"/>
                  </a:lnTo>
                  <a:lnTo>
                    <a:pt x="55" y="207"/>
                  </a:lnTo>
                  <a:lnTo>
                    <a:pt x="55" y="207"/>
                  </a:lnTo>
                  <a:lnTo>
                    <a:pt x="61" y="202"/>
                  </a:lnTo>
                  <a:lnTo>
                    <a:pt x="64" y="197"/>
                  </a:lnTo>
                  <a:lnTo>
                    <a:pt x="66" y="194"/>
                  </a:lnTo>
                  <a:lnTo>
                    <a:pt x="65" y="191"/>
                  </a:lnTo>
                  <a:lnTo>
                    <a:pt x="64" y="190"/>
                  </a:lnTo>
                  <a:lnTo>
                    <a:pt x="63" y="188"/>
                  </a:lnTo>
                  <a:lnTo>
                    <a:pt x="59" y="184"/>
                  </a:lnTo>
                  <a:lnTo>
                    <a:pt x="59" y="184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583">
              <a:extLst>
                <a:ext uri="{FF2B5EF4-FFF2-40B4-BE49-F238E27FC236}">
                  <a16:creationId xmlns:a16="http://schemas.microsoft.com/office/drawing/2014/main" id="{B8C0293E-D195-A14A-A392-DF543373D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813" y="4713288"/>
              <a:ext cx="185738" cy="361950"/>
            </a:xfrm>
            <a:custGeom>
              <a:avLst/>
              <a:gdLst>
                <a:gd name="T0" fmla="*/ 233 w 233"/>
                <a:gd name="T1" fmla="*/ 456 h 456"/>
                <a:gd name="T2" fmla="*/ 214 w 233"/>
                <a:gd name="T3" fmla="*/ 456 h 456"/>
                <a:gd name="T4" fmla="*/ 214 w 233"/>
                <a:gd name="T5" fmla="*/ 305 h 456"/>
                <a:gd name="T6" fmla="*/ 214 w 233"/>
                <a:gd name="T7" fmla="*/ 305 h 456"/>
                <a:gd name="T8" fmla="*/ 212 w 233"/>
                <a:gd name="T9" fmla="*/ 277 h 456"/>
                <a:gd name="T10" fmla="*/ 209 w 233"/>
                <a:gd name="T11" fmla="*/ 253 h 456"/>
                <a:gd name="T12" fmla="*/ 209 w 233"/>
                <a:gd name="T13" fmla="*/ 253 h 456"/>
                <a:gd name="T14" fmla="*/ 206 w 233"/>
                <a:gd name="T15" fmla="*/ 237 h 456"/>
                <a:gd name="T16" fmla="*/ 201 w 233"/>
                <a:gd name="T17" fmla="*/ 223 h 456"/>
                <a:gd name="T18" fmla="*/ 197 w 233"/>
                <a:gd name="T19" fmla="*/ 210 h 456"/>
                <a:gd name="T20" fmla="*/ 191 w 233"/>
                <a:gd name="T21" fmla="*/ 195 h 456"/>
                <a:gd name="T22" fmla="*/ 185 w 233"/>
                <a:gd name="T23" fmla="*/ 183 h 456"/>
                <a:gd name="T24" fmla="*/ 179 w 233"/>
                <a:gd name="T25" fmla="*/ 170 h 456"/>
                <a:gd name="T26" fmla="*/ 163 w 233"/>
                <a:gd name="T27" fmla="*/ 147 h 456"/>
                <a:gd name="T28" fmla="*/ 147 w 233"/>
                <a:gd name="T29" fmla="*/ 126 h 456"/>
                <a:gd name="T30" fmla="*/ 129 w 233"/>
                <a:gd name="T31" fmla="*/ 107 h 456"/>
                <a:gd name="T32" fmla="*/ 111 w 233"/>
                <a:gd name="T33" fmla="*/ 89 h 456"/>
                <a:gd name="T34" fmla="*/ 93 w 233"/>
                <a:gd name="T35" fmla="*/ 74 h 456"/>
                <a:gd name="T36" fmla="*/ 76 w 233"/>
                <a:gd name="T37" fmla="*/ 61 h 456"/>
                <a:gd name="T38" fmla="*/ 59 w 233"/>
                <a:gd name="T39" fmla="*/ 49 h 456"/>
                <a:gd name="T40" fmla="*/ 43 w 233"/>
                <a:gd name="T41" fmla="*/ 39 h 456"/>
                <a:gd name="T42" fmla="*/ 29 w 233"/>
                <a:gd name="T43" fmla="*/ 32 h 456"/>
                <a:gd name="T44" fmla="*/ 8 w 233"/>
                <a:gd name="T45" fmla="*/ 21 h 456"/>
                <a:gd name="T46" fmla="*/ 0 w 233"/>
                <a:gd name="T47" fmla="*/ 17 h 456"/>
                <a:gd name="T48" fmla="*/ 7 w 233"/>
                <a:gd name="T49" fmla="*/ 0 h 456"/>
                <a:gd name="T50" fmla="*/ 7 w 233"/>
                <a:gd name="T51" fmla="*/ 0 h 456"/>
                <a:gd name="T52" fmla="*/ 18 w 233"/>
                <a:gd name="T53" fmla="*/ 4 h 456"/>
                <a:gd name="T54" fmla="*/ 39 w 233"/>
                <a:gd name="T55" fmla="*/ 16 h 456"/>
                <a:gd name="T56" fmla="*/ 55 w 233"/>
                <a:gd name="T57" fmla="*/ 25 h 456"/>
                <a:gd name="T58" fmla="*/ 71 w 233"/>
                <a:gd name="T59" fmla="*/ 34 h 456"/>
                <a:gd name="T60" fmla="*/ 89 w 233"/>
                <a:gd name="T61" fmla="*/ 46 h 456"/>
                <a:gd name="T62" fmla="*/ 107 w 233"/>
                <a:gd name="T63" fmla="*/ 61 h 456"/>
                <a:gd name="T64" fmla="*/ 126 w 233"/>
                <a:gd name="T65" fmla="*/ 77 h 456"/>
                <a:gd name="T66" fmla="*/ 145 w 233"/>
                <a:gd name="T67" fmla="*/ 95 h 456"/>
                <a:gd name="T68" fmla="*/ 163 w 233"/>
                <a:gd name="T69" fmla="*/ 115 h 456"/>
                <a:gd name="T70" fmla="*/ 180 w 233"/>
                <a:gd name="T71" fmla="*/ 137 h 456"/>
                <a:gd name="T72" fmla="*/ 195 w 233"/>
                <a:gd name="T73" fmla="*/ 161 h 456"/>
                <a:gd name="T74" fmla="*/ 203 w 233"/>
                <a:gd name="T75" fmla="*/ 174 h 456"/>
                <a:gd name="T76" fmla="*/ 209 w 233"/>
                <a:gd name="T77" fmla="*/ 189 h 456"/>
                <a:gd name="T78" fmla="*/ 215 w 233"/>
                <a:gd name="T79" fmla="*/ 202 h 456"/>
                <a:gd name="T80" fmla="*/ 220 w 233"/>
                <a:gd name="T81" fmla="*/ 218 h 456"/>
                <a:gd name="T82" fmla="*/ 224 w 233"/>
                <a:gd name="T83" fmla="*/ 234 h 456"/>
                <a:gd name="T84" fmla="*/ 228 w 233"/>
                <a:gd name="T85" fmla="*/ 249 h 456"/>
                <a:gd name="T86" fmla="*/ 228 w 233"/>
                <a:gd name="T87" fmla="*/ 249 h 456"/>
                <a:gd name="T88" fmla="*/ 232 w 233"/>
                <a:gd name="T89" fmla="*/ 276 h 456"/>
                <a:gd name="T90" fmla="*/ 233 w 233"/>
                <a:gd name="T91" fmla="*/ 305 h 456"/>
                <a:gd name="T92" fmla="*/ 233 w 233"/>
                <a:gd name="T9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3" h="456">
                  <a:moveTo>
                    <a:pt x="233" y="456"/>
                  </a:moveTo>
                  <a:lnTo>
                    <a:pt x="214" y="456"/>
                  </a:lnTo>
                  <a:lnTo>
                    <a:pt x="214" y="305"/>
                  </a:lnTo>
                  <a:lnTo>
                    <a:pt x="214" y="305"/>
                  </a:lnTo>
                  <a:lnTo>
                    <a:pt x="212" y="277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06" y="237"/>
                  </a:lnTo>
                  <a:lnTo>
                    <a:pt x="201" y="223"/>
                  </a:lnTo>
                  <a:lnTo>
                    <a:pt x="197" y="210"/>
                  </a:lnTo>
                  <a:lnTo>
                    <a:pt x="191" y="195"/>
                  </a:lnTo>
                  <a:lnTo>
                    <a:pt x="185" y="183"/>
                  </a:lnTo>
                  <a:lnTo>
                    <a:pt x="179" y="170"/>
                  </a:lnTo>
                  <a:lnTo>
                    <a:pt x="163" y="147"/>
                  </a:lnTo>
                  <a:lnTo>
                    <a:pt x="147" y="126"/>
                  </a:lnTo>
                  <a:lnTo>
                    <a:pt x="129" y="107"/>
                  </a:lnTo>
                  <a:lnTo>
                    <a:pt x="111" y="89"/>
                  </a:lnTo>
                  <a:lnTo>
                    <a:pt x="93" y="74"/>
                  </a:lnTo>
                  <a:lnTo>
                    <a:pt x="76" y="61"/>
                  </a:lnTo>
                  <a:lnTo>
                    <a:pt x="59" y="49"/>
                  </a:lnTo>
                  <a:lnTo>
                    <a:pt x="43" y="39"/>
                  </a:lnTo>
                  <a:lnTo>
                    <a:pt x="29" y="32"/>
                  </a:lnTo>
                  <a:lnTo>
                    <a:pt x="8" y="21"/>
                  </a:lnTo>
                  <a:lnTo>
                    <a:pt x="0" y="17"/>
                  </a:lnTo>
                  <a:lnTo>
                    <a:pt x="7" y="0"/>
                  </a:lnTo>
                  <a:lnTo>
                    <a:pt x="7" y="0"/>
                  </a:lnTo>
                  <a:lnTo>
                    <a:pt x="18" y="4"/>
                  </a:lnTo>
                  <a:lnTo>
                    <a:pt x="39" y="16"/>
                  </a:lnTo>
                  <a:lnTo>
                    <a:pt x="55" y="25"/>
                  </a:lnTo>
                  <a:lnTo>
                    <a:pt x="71" y="34"/>
                  </a:lnTo>
                  <a:lnTo>
                    <a:pt x="89" y="46"/>
                  </a:lnTo>
                  <a:lnTo>
                    <a:pt x="107" y="61"/>
                  </a:lnTo>
                  <a:lnTo>
                    <a:pt x="126" y="77"/>
                  </a:lnTo>
                  <a:lnTo>
                    <a:pt x="145" y="95"/>
                  </a:lnTo>
                  <a:lnTo>
                    <a:pt x="163" y="115"/>
                  </a:lnTo>
                  <a:lnTo>
                    <a:pt x="180" y="137"/>
                  </a:lnTo>
                  <a:lnTo>
                    <a:pt x="195" y="161"/>
                  </a:lnTo>
                  <a:lnTo>
                    <a:pt x="203" y="174"/>
                  </a:lnTo>
                  <a:lnTo>
                    <a:pt x="209" y="189"/>
                  </a:lnTo>
                  <a:lnTo>
                    <a:pt x="215" y="202"/>
                  </a:lnTo>
                  <a:lnTo>
                    <a:pt x="220" y="218"/>
                  </a:lnTo>
                  <a:lnTo>
                    <a:pt x="224" y="234"/>
                  </a:lnTo>
                  <a:lnTo>
                    <a:pt x="228" y="249"/>
                  </a:lnTo>
                  <a:lnTo>
                    <a:pt x="228" y="249"/>
                  </a:lnTo>
                  <a:lnTo>
                    <a:pt x="232" y="276"/>
                  </a:lnTo>
                  <a:lnTo>
                    <a:pt x="233" y="305"/>
                  </a:lnTo>
                  <a:lnTo>
                    <a:pt x="233" y="456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584">
              <a:extLst>
                <a:ext uri="{FF2B5EF4-FFF2-40B4-BE49-F238E27FC236}">
                  <a16:creationId xmlns:a16="http://schemas.microsoft.com/office/drawing/2014/main" id="{237EDACE-5662-7944-B367-870C50DDB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438" y="4856163"/>
              <a:ext cx="106363" cy="215900"/>
            </a:xfrm>
            <a:custGeom>
              <a:avLst/>
              <a:gdLst>
                <a:gd name="T0" fmla="*/ 0 w 135"/>
                <a:gd name="T1" fmla="*/ 272 h 272"/>
                <a:gd name="T2" fmla="*/ 0 w 135"/>
                <a:gd name="T3" fmla="*/ 272 h 272"/>
                <a:gd name="T4" fmla="*/ 0 w 135"/>
                <a:gd name="T5" fmla="*/ 262 h 272"/>
                <a:gd name="T6" fmla="*/ 2 w 135"/>
                <a:gd name="T7" fmla="*/ 238 h 272"/>
                <a:gd name="T8" fmla="*/ 3 w 135"/>
                <a:gd name="T9" fmla="*/ 221 h 272"/>
                <a:gd name="T10" fmla="*/ 5 w 135"/>
                <a:gd name="T11" fmla="*/ 201 h 272"/>
                <a:gd name="T12" fmla="*/ 9 w 135"/>
                <a:gd name="T13" fmla="*/ 181 h 272"/>
                <a:gd name="T14" fmla="*/ 14 w 135"/>
                <a:gd name="T15" fmla="*/ 159 h 272"/>
                <a:gd name="T16" fmla="*/ 20 w 135"/>
                <a:gd name="T17" fmla="*/ 136 h 272"/>
                <a:gd name="T18" fmla="*/ 28 w 135"/>
                <a:gd name="T19" fmla="*/ 113 h 272"/>
                <a:gd name="T20" fmla="*/ 39 w 135"/>
                <a:gd name="T21" fmla="*/ 90 h 272"/>
                <a:gd name="T22" fmla="*/ 51 w 135"/>
                <a:gd name="T23" fmla="*/ 68 h 272"/>
                <a:gd name="T24" fmla="*/ 58 w 135"/>
                <a:gd name="T25" fmla="*/ 59 h 272"/>
                <a:gd name="T26" fmla="*/ 67 w 135"/>
                <a:gd name="T27" fmla="*/ 48 h 272"/>
                <a:gd name="T28" fmla="*/ 75 w 135"/>
                <a:gd name="T29" fmla="*/ 38 h 272"/>
                <a:gd name="T30" fmla="*/ 85 w 135"/>
                <a:gd name="T31" fmla="*/ 30 h 272"/>
                <a:gd name="T32" fmla="*/ 95 w 135"/>
                <a:gd name="T33" fmla="*/ 21 h 272"/>
                <a:gd name="T34" fmla="*/ 106 w 135"/>
                <a:gd name="T35" fmla="*/ 13 h 272"/>
                <a:gd name="T36" fmla="*/ 118 w 135"/>
                <a:gd name="T37" fmla="*/ 6 h 272"/>
                <a:gd name="T38" fmla="*/ 131 w 135"/>
                <a:gd name="T39" fmla="*/ 0 h 272"/>
                <a:gd name="T40" fmla="*/ 135 w 135"/>
                <a:gd name="T41" fmla="*/ 8 h 272"/>
                <a:gd name="T42" fmla="*/ 135 w 135"/>
                <a:gd name="T43" fmla="*/ 8 h 272"/>
                <a:gd name="T44" fmla="*/ 123 w 135"/>
                <a:gd name="T45" fmla="*/ 14 h 272"/>
                <a:gd name="T46" fmla="*/ 112 w 135"/>
                <a:gd name="T47" fmla="*/ 21 h 272"/>
                <a:gd name="T48" fmla="*/ 101 w 135"/>
                <a:gd name="T49" fmla="*/ 29 h 272"/>
                <a:gd name="T50" fmla="*/ 91 w 135"/>
                <a:gd name="T51" fmla="*/ 37 h 272"/>
                <a:gd name="T52" fmla="*/ 81 w 135"/>
                <a:gd name="T53" fmla="*/ 45 h 272"/>
                <a:gd name="T54" fmla="*/ 73 w 135"/>
                <a:gd name="T55" fmla="*/ 55 h 272"/>
                <a:gd name="T56" fmla="*/ 66 w 135"/>
                <a:gd name="T57" fmla="*/ 65 h 272"/>
                <a:gd name="T58" fmla="*/ 58 w 135"/>
                <a:gd name="T59" fmla="*/ 75 h 272"/>
                <a:gd name="T60" fmla="*/ 46 w 135"/>
                <a:gd name="T61" fmla="*/ 96 h 272"/>
                <a:gd name="T62" fmla="*/ 37 w 135"/>
                <a:gd name="T63" fmla="*/ 118 h 272"/>
                <a:gd name="T64" fmla="*/ 28 w 135"/>
                <a:gd name="T65" fmla="*/ 140 h 272"/>
                <a:gd name="T66" fmla="*/ 22 w 135"/>
                <a:gd name="T67" fmla="*/ 162 h 272"/>
                <a:gd name="T68" fmla="*/ 17 w 135"/>
                <a:gd name="T69" fmla="*/ 183 h 272"/>
                <a:gd name="T70" fmla="*/ 14 w 135"/>
                <a:gd name="T71" fmla="*/ 204 h 272"/>
                <a:gd name="T72" fmla="*/ 13 w 135"/>
                <a:gd name="T73" fmla="*/ 222 h 272"/>
                <a:gd name="T74" fmla="*/ 10 w 135"/>
                <a:gd name="T75" fmla="*/ 238 h 272"/>
                <a:gd name="T76" fmla="*/ 10 w 135"/>
                <a:gd name="T77" fmla="*/ 262 h 272"/>
                <a:gd name="T78" fmla="*/ 10 w 135"/>
                <a:gd name="T79" fmla="*/ 272 h 272"/>
                <a:gd name="T80" fmla="*/ 0 w 135"/>
                <a:gd name="T81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5" h="272">
                  <a:moveTo>
                    <a:pt x="0" y="272"/>
                  </a:moveTo>
                  <a:lnTo>
                    <a:pt x="0" y="272"/>
                  </a:lnTo>
                  <a:lnTo>
                    <a:pt x="0" y="262"/>
                  </a:lnTo>
                  <a:lnTo>
                    <a:pt x="2" y="238"/>
                  </a:lnTo>
                  <a:lnTo>
                    <a:pt x="3" y="221"/>
                  </a:lnTo>
                  <a:lnTo>
                    <a:pt x="5" y="201"/>
                  </a:lnTo>
                  <a:lnTo>
                    <a:pt x="9" y="181"/>
                  </a:lnTo>
                  <a:lnTo>
                    <a:pt x="14" y="159"/>
                  </a:lnTo>
                  <a:lnTo>
                    <a:pt x="20" y="136"/>
                  </a:lnTo>
                  <a:lnTo>
                    <a:pt x="28" y="113"/>
                  </a:lnTo>
                  <a:lnTo>
                    <a:pt x="39" y="90"/>
                  </a:lnTo>
                  <a:lnTo>
                    <a:pt x="51" y="68"/>
                  </a:lnTo>
                  <a:lnTo>
                    <a:pt x="58" y="59"/>
                  </a:lnTo>
                  <a:lnTo>
                    <a:pt x="67" y="48"/>
                  </a:lnTo>
                  <a:lnTo>
                    <a:pt x="75" y="38"/>
                  </a:lnTo>
                  <a:lnTo>
                    <a:pt x="85" y="30"/>
                  </a:lnTo>
                  <a:lnTo>
                    <a:pt x="95" y="21"/>
                  </a:lnTo>
                  <a:lnTo>
                    <a:pt x="106" y="13"/>
                  </a:lnTo>
                  <a:lnTo>
                    <a:pt x="118" y="6"/>
                  </a:lnTo>
                  <a:lnTo>
                    <a:pt x="131" y="0"/>
                  </a:lnTo>
                  <a:lnTo>
                    <a:pt x="135" y="8"/>
                  </a:lnTo>
                  <a:lnTo>
                    <a:pt x="135" y="8"/>
                  </a:lnTo>
                  <a:lnTo>
                    <a:pt x="123" y="14"/>
                  </a:lnTo>
                  <a:lnTo>
                    <a:pt x="112" y="21"/>
                  </a:lnTo>
                  <a:lnTo>
                    <a:pt x="101" y="29"/>
                  </a:lnTo>
                  <a:lnTo>
                    <a:pt x="91" y="37"/>
                  </a:lnTo>
                  <a:lnTo>
                    <a:pt x="81" y="45"/>
                  </a:lnTo>
                  <a:lnTo>
                    <a:pt x="73" y="55"/>
                  </a:lnTo>
                  <a:lnTo>
                    <a:pt x="66" y="65"/>
                  </a:lnTo>
                  <a:lnTo>
                    <a:pt x="58" y="75"/>
                  </a:lnTo>
                  <a:lnTo>
                    <a:pt x="46" y="96"/>
                  </a:lnTo>
                  <a:lnTo>
                    <a:pt x="37" y="118"/>
                  </a:lnTo>
                  <a:lnTo>
                    <a:pt x="28" y="140"/>
                  </a:lnTo>
                  <a:lnTo>
                    <a:pt x="22" y="162"/>
                  </a:lnTo>
                  <a:lnTo>
                    <a:pt x="17" y="183"/>
                  </a:lnTo>
                  <a:lnTo>
                    <a:pt x="14" y="204"/>
                  </a:lnTo>
                  <a:lnTo>
                    <a:pt x="13" y="222"/>
                  </a:lnTo>
                  <a:lnTo>
                    <a:pt x="10" y="238"/>
                  </a:lnTo>
                  <a:lnTo>
                    <a:pt x="10" y="262"/>
                  </a:lnTo>
                  <a:lnTo>
                    <a:pt x="10" y="272"/>
                  </a:lnTo>
                  <a:lnTo>
                    <a:pt x="0" y="272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58" name="Freeform 457">
            <a:extLst>
              <a:ext uri="{FF2B5EF4-FFF2-40B4-BE49-F238E27FC236}">
                <a16:creationId xmlns:a16="http://schemas.microsoft.com/office/drawing/2014/main" id="{FF4F24C0-E874-BB47-A587-35C2C253374F}"/>
              </a:ext>
            </a:extLst>
          </p:cNvPr>
          <p:cNvSpPr>
            <a:spLocks/>
          </p:cNvSpPr>
          <p:nvPr/>
        </p:nvSpPr>
        <p:spPr bwMode="auto">
          <a:xfrm>
            <a:off x="11173183" y="738397"/>
            <a:ext cx="831146" cy="200797"/>
          </a:xfrm>
          <a:custGeom>
            <a:avLst/>
            <a:gdLst>
              <a:gd name="T0" fmla="*/ 305 w 347"/>
              <a:gd name="T1" fmla="*/ 84 h 84"/>
              <a:gd name="T2" fmla="*/ 42 w 347"/>
              <a:gd name="T3" fmla="*/ 84 h 84"/>
              <a:gd name="T4" fmla="*/ 0 w 347"/>
              <a:gd name="T5" fmla="*/ 42 h 84"/>
              <a:gd name="T6" fmla="*/ 42 w 347"/>
              <a:gd name="T7" fmla="*/ 0 h 84"/>
              <a:gd name="T8" fmla="*/ 305 w 347"/>
              <a:gd name="T9" fmla="*/ 0 h 84"/>
              <a:gd name="T10" fmla="*/ 347 w 347"/>
              <a:gd name="T11" fmla="*/ 42 h 84"/>
              <a:gd name="T12" fmla="*/ 305 w 347"/>
              <a:gd name="T1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7" h="84">
                <a:moveTo>
                  <a:pt x="305" y="84"/>
                </a:moveTo>
                <a:cubicBezTo>
                  <a:pt x="42" y="84"/>
                  <a:pt x="42" y="84"/>
                  <a:pt x="42" y="84"/>
                </a:cubicBezTo>
                <a:cubicBezTo>
                  <a:pt x="18" y="84"/>
                  <a:pt x="0" y="65"/>
                  <a:pt x="0" y="42"/>
                </a:cubicBezTo>
                <a:cubicBezTo>
                  <a:pt x="0" y="19"/>
                  <a:pt x="18" y="0"/>
                  <a:pt x="42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7" y="19"/>
                  <a:pt x="347" y="42"/>
                </a:cubicBezTo>
                <a:cubicBezTo>
                  <a:pt x="347" y="65"/>
                  <a:pt x="328" y="84"/>
                  <a:pt x="305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459" name="Freeform 319">
            <a:extLst>
              <a:ext uri="{FF2B5EF4-FFF2-40B4-BE49-F238E27FC236}">
                <a16:creationId xmlns:a16="http://schemas.microsoft.com/office/drawing/2014/main" id="{AE1198B1-761B-2347-937F-C11DFE51B897}"/>
              </a:ext>
            </a:extLst>
          </p:cNvPr>
          <p:cNvSpPr>
            <a:spLocks/>
          </p:cNvSpPr>
          <p:nvPr/>
        </p:nvSpPr>
        <p:spPr bwMode="auto">
          <a:xfrm>
            <a:off x="10803947" y="740790"/>
            <a:ext cx="195263" cy="195263"/>
          </a:xfrm>
          <a:custGeom>
            <a:avLst/>
            <a:gdLst>
              <a:gd name="T0" fmla="*/ 245 w 245"/>
              <a:gd name="T1" fmla="*/ 123 h 245"/>
              <a:gd name="T2" fmla="*/ 243 w 245"/>
              <a:gd name="T3" fmla="*/ 147 h 245"/>
              <a:gd name="T4" fmla="*/ 235 w 245"/>
              <a:gd name="T5" fmla="*/ 170 h 245"/>
              <a:gd name="T6" fmla="*/ 225 w 245"/>
              <a:gd name="T7" fmla="*/ 191 h 245"/>
              <a:gd name="T8" fmla="*/ 209 w 245"/>
              <a:gd name="T9" fmla="*/ 209 h 245"/>
              <a:gd name="T10" fmla="*/ 191 w 245"/>
              <a:gd name="T11" fmla="*/ 225 h 245"/>
              <a:gd name="T12" fmla="*/ 170 w 245"/>
              <a:gd name="T13" fmla="*/ 236 h 245"/>
              <a:gd name="T14" fmla="*/ 147 w 245"/>
              <a:gd name="T15" fmla="*/ 243 h 245"/>
              <a:gd name="T16" fmla="*/ 123 w 245"/>
              <a:gd name="T17" fmla="*/ 245 h 245"/>
              <a:gd name="T18" fmla="*/ 110 w 245"/>
              <a:gd name="T19" fmla="*/ 245 h 245"/>
              <a:gd name="T20" fmla="*/ 86 w 245"/>
              <a:gd name="T21" fmla="*/ 240 h 245"/>
              <a:gd name="T22" fmla="*/ 64 w 245"/>
              <a:gd name="T23" fmla="*/ 231 h 245"/>
              <a:gd name="T24" fmla="*/ 44 w 245"/>
              <a:gd name="T25" fmla="*/ 217 h 245"/>
              <a:gd name="T26" fmla="*/ 27 w 245"/>
              <a:gd name="T27" fmla="*/ 200 h 245"/>
              <a:gd name="T28" fmla="*/ 14 w 245"/>
              <a:gd name="T29" fmla="*/ 181 h 245"/>
              <a:gd name="T30" fmla="*/ 6 w 245"/>
              <a:gd name="T31" fmla="*/ 159 h 245"/>
              <a:gd name="T32" fmla="*/ 1 w 245"/>
              <a:gd name="T33" fmla="*/ 135 h 245"/>
              <a:gd name="T34" fmla="*/ 0 w 245"/>
              <a:gd name="T35" fmla="*/ 123 h 245"/>
              <a:gd name="T36" fmla="*/ 2 w 245"/>
              <a:gd name="T37" fmla="*/ 98 h 245"/>
              <a:gd name="T38" fmla="*/ 9 w 245"/>
              <a:gd name="T39" fmla="*/ 75 h 245"/>
              <a:gd name="T40" fmla="*/ 21 w 245"/>
              <a:gd name="T41" fmla="*/ 54 h 245"/>
              <a:gd name="T42" fmla="*/ 36 w 245"/>
              <a:gd name="T43" fmla="*/ 36 h 245"/>
              <a:gd name="T44" fmla="*/ 54 w 245"/>
              <a:gd name="T45" fmla="*/ 22 h 245"/>
              <a:gd name="T46" fmla="*/ 75 w 245"/>
              <a:gd name="T47" fmla="*/ 9 h 245"/>
              <a:gd name="T48" fmla="*/ 98 w 245"/>
              <a:gd name="T49" fmla="*/ 2 h 245"/>
              <a:gd name="T50" fmla="*/ 123 w 245"/>
              <a:gd name="T51" fmla="*/ 0 h 245"/>
              <a:gd name="T52" fmla="*/ 135 w 245"/>
              <a:gd name="T53" fmla="*/ 1 h 245"/>
              <a:gd name="T54" fmla="*/ 159 w 245"/>
              <a:gd name="T55" fmla="*/ 6 h 245"/>
              <a:gd name="T56" fmla="*/ 181 w 245"/>
              <a:gd name="T57" fmla="*/ 14 h 245"/>
              <a:gd name="T58" fmla="*/ 200 w 245"/>
              <a:gd name="T59" fmla="*/ 28 h 245"/>
              <a:gd name="T60" fmla="*/ 217 w 245"/>
              <a:gd name="T61" fmla="*/ 44 h 245"/>
              <a:gd name="T62" fmla="*/ 231 w 245"/>
              <a:gd name="T63" fmla="*/ 64 h 245"/>
              <a:gd name="T64" fmla="*/ 240 w 245"/>
              <a:gd name="T65" fmla="*/ 87 h 245"/>
              <a:gd name="T66" fmla="*/ 245 w 245"/>
              <a:gd name="T67" fmla="*/ 110 h 245"/>
              <a:gd name="T68" fmla="*/ 245 w 245"/>
              <a:gd name="T69" fmla="*/ 12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45" h="245">
                <a:moveTo>
                  <a:pt x="245" y="123"/>
                </a:moveTo>
                <a:lnTo>
                  <a:pt x="245" y="123"/>
                </a:lnTo>
                <a:lnTo>
                  <a:pt x="245" y="135"/>
                </a:lnTo>
                <a:lnTo>
                  <a:pt x="243" y="147"/>
                </a:lnTo>
                <a:lnTo>
                  <a:pt x="240" y="159"/>
                </a:lnTo>
                <a:lnTo>
                  <a:pt x="235" y="170"/>
                </a:lnTo>
                <a:lnTo>
                  <a:pt x="231" y="181"/>
                </a:lnTo>
                <a:lnTo>
                  <a:pt x="225" y="191"/>
                </a:lnTo>
                <a:lnTo>
                  <a:pt x="217" y="200"/>
                </a:lnTo>
                <a:lnTo>
                  <a:pt x="209" y="209"/>
                </a:lnTo>
                <a:lnTo>
                  <a:pt x="200" y="217"/>
                </a:lnTo>
                <a:lnTo>
                  <a:pt x="191" y="225"/>
                </a:lnTo>
                <a:lnTo>
                  <a:pt x="181" y="231"/>
                </a:lnTo>
                <a:lnTo>
                  <a:pt x="170" y="236"/>
                </a:lnTo>
                <a:lnTo>
                  <a:pt x="159" y="240"/>
                </a:lnTo>
                <a:lnTo>
                  <a:pt x="147" y="243"/>
                </a:lnTo>
                <a:lnTo>
                  <a:pt x="135" y="245"/>
                </a:lnTo>
                <a:lnTo>
                  <a:pt x="123" y="245"/>
                </a:lnTo>
                <a:lnTo>
                  <a:pt x="123" y="245"/>
                </a:lnTo>
                <a:lnTo>
                  <a:pt x="110" y="245"/>
                </a:lnTo>
                <a:lnTo>
                  <a:pt x="98" y="243"/>
                </a:lnTo>
                <a:lnTo>
                  <a:pt x="86" y="240"/>
                </a:lnTo>
                <a:lnTo>
                  <a:pt x="75" y="236"/>
                </a:lnTo>
                <a:lnTo>
                  <a:pt x="64" y="231"/>
                </a:lnTo>
                <a:lnTo>
                  <a:pt x="54" y="225"/>
                </a:lnTo>
                <a:lnTo>
                  <a:pt x="44" y="217"/>
                </a:lnTo>
                <a:lnTo>
                  <a:pt x="36" y="209"/>
                </a:lnTo>
                <a:lnTo>
                  <a:pt x="27" y="200"/>
                </a:lnTo>
                <a:lnTo>
                  <a:pt x="21" y="191"/>
                </a:lnTo>
                <a:lnTo>
                  <a:pt x="14" y="181"/>
                </a:lnTo>
                <a:lnTo>
                  <a:pt x="9" y="170"/>
                </a:lnTo>
                <a:lnTo>
                  <a:pt x="6" y="159"/>
                </a:lnTo>
                <a:lnTo>
                  <a:pt x="2" y="147"/>
                </a:lnTo>
                <a:lnTo>
                  <a:pt x="1" y="135"/>
                </a:lnTo>
                <a:lnTo>
                  <a:pt x="0" y="123"/>
                </a:lnTo>
                <a:lnTo>
                  <a:pt x="0" y="123"/>
                </a:lnTo>
                <a:lnTo>
                  <a:pt x="1" y="110"/>
                </a:lnTo>
                <a:lnTo>
                  <a:pt x="2" y="98"/>
                </a:lnTo>
                <a:lnTo>
                  <a:pt x="6" y="87"/>
                </a:lnTo>
                <a:lnTo>
                  <a:pt x="9" y="75"/>
                </a:lnTo>
                <a:lnTo>
                  <a:pt x="14" y="64"/>
                </a:lnTo>
                <a:lnTo>
                  <a:pt x="21" y="54"/>
                </a:lnTo>
                <a:lnTo>
                  <a:pt x="27" y="44"/>
                </a:lnTo>
                <a:lnTo>
                  <a:pt x="36" y="36"/>
                </a:lnTo>
                <a:lnTo>
                  <a:pt x="44" y="28"/>
                </a:lnTo>
                <a:lnTo>
                  <a:pt x="54" y="22"/>
                </a:lnTo>
                <a:lnTo>
                  <a:pt x="64" y="14"/>
                </a:lnTo>
                <a:lnTo>
                  <a:pt x="75" y="9"/>
                </a:lnTo>
                <a:lnTo>
                  <a:pt x="86" y="6"/>
                </a:lnTo>
                <a:lnTo>
                  <a:pt x="98" y="2"/>
                </a:lnTo>
                <a:lnTo>
                  <a:pt x="110" y="1"/>
                </a:lnTo>
                <a:lnTo>
                  <a:pt x="123" y="0"/>
                </a:lnTo>
                <a:lnTo>
                  <a:pt x="123" y="0"/>
                </a:lnTo>
                <a:lnTo>
                  <a:pt x="135" y="1"/>
                </a:lnTo>
                <a:lnTo>
                  <a:pt x="147" y="2"/>
                </a:lnTo>
                <a:lnTo>
                  <a:pt x="159" y="6"/>
                </a:lnTo>
                <a:lnTo>
                  <a:pt x="170" y="9"/>
                </a:lnTo>
                <a:lnTo>
                  <a:pt x="181" y="14"/>
                </a:lnTo>
                <a:lnTo>
                  <a:pt x="191" y="22"/>
                </a:lnTo>
                <a:lnTo>
                  <a:pt x="200" y="28"/>
                </a:lnTo>
                <a:lnTo>
                  <a:pt x="209" y="36"/>
                </a:lnTo>
                <a:lnTo>
                  <a:pt x="217" y="44"/>
                </a:lnTo>
                <a:lnTo>
                  <a:pt x="225" y="54"/>
                </a:lnTo>
                <a:lnTo>
                  <a:pt x="231" y="64"/>
                </a:lnTo>
                <a:lnTo>
                  <a:pt x="235" y="75"/>
                </a:lnTo>
                <a:lnTo>
                  <a:pt x="240" y="87"/>
                </a:lnTo>
                <a:lnTo>
                  <a:pt x="243" y="98"/>
                </a:lnTo>
                <a:lnTo>
                  <a:pt x="245" y="110"/>
                </a:lnTo>
                <a:lnTo>
                  <a:pt x="245" y="123"/>
                </a:lnTo>
                <a:lnTo>
                  <a:pt x="245" y="123"/>
                </a:lnTo>
                <a:close/>
              </a:path>
            </a:pathLst>
          </a:custGeom>
          <a:solidFill>
            <a:schemeClr val="bg1"/>
          </a:solidFill>
          <a:ln w="3810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0" name="Freeform 459">
            <a:extLst>
              <a:ext uri="{FF2B5EF4-FFF2-40B4-BE49-F238E27FC236}">
                <a16:creationId xmlns:a16="http://schemas.microsoft.com/office/drawing/2014/main" id="{5EEBA578-A2E1-494C-A911-4BCA5C028A5E}"/>
              </a:ext>
            </a:extLst>
          </p:cNvPr>
          <p:cNvSpPr>
            <a:spLocks/>
          </p:cNvSpPr>
          <p:nvPr/>
        </p:nvSpPr>
        <p:spPr bwMode="auto">
          <a:xfrm>
            <a:off x="10419204" y="398017"/>
            <a:ext cx="580006" cy="140124"/>
          </a:xfrm>
          <a:custGeom>
            <a:avLst/>
            <a:gdLst>
              <a:gd name="T0" fmla="*/ 305 w 347"/>
              <a:gd name="T1" fmla="*/ 84 h 84"/>
              <a:gd name="T2" fmla="*/ 42 w 347"/>
              <a:gd name="T3" fmla="*/ 84 h 84"/>
              <a:gd name="T4" fmla="*/ 0 w 347"/>
              <a:gd name="T5" fmla="*/ 42 h 84"/>
              <a:gd name="T6" fmla="*/ 42 w 347"/>
              <a:gd name="T7" fmla="*/ 0 h 84"/>
              <a:gd name="T8" fmla="*/ 305 w 347"/>
              <a:gd name="T9" fmla="*/ 0 h 84"/>
              <a:gd name="T10" fmla="*/ 347 w 347"/>
              <a:gd name="T11" fmla="*/ 42 h 84"/>
              <a:gd name="T12" fmla="*/ 305 w 347"/>
              <a:gd name="T1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7" h="84">
                <a:moveTo>
                  <a:pt x="305" y="84"/>
                </a:moveTo>
                <a:cubicBezTo>
                  <a:pt x="42" y="84"/>
                  <a:pt x="42" y="84"/>
                  <a:pt x="42" y="84"/>
                </a:cubicBezTo>
                <a:cubicBezTo>
                  <a:pt x="18" y="84"/>
                  <a:pt x="0" y="65"/>
                  <a:pt x="0" y="42"/>
                </a:cubicBezTo>
                <a:cubicBezTo>
                  <a:pt x="0" y="19"/>
                  <a:pt x="18" y="0"/>
                  <a:pt x="42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7" y="19"/>
                  <a:pt x="347" y="42"/>
                </a:cubicBezTo>
                <a:cubicBezTo>
                  <a:pt x="347" y="65"/>
                  <a:pt x="328" y="84"/>
                  <a:pt x="305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461" name="Freeform 460">
            <a:extLst>
              <a:ext uri="{FF2B5EF4-FFF2-40B4-BE49-F238E27FC236}">
                <a16:creationId xmlns:a16="http://schemas.microsoft.com/office/drawing/2014/main" id="{E46C7BA7-8537-DD4C-9364-EF2774E323EF}"/>
              </a:ext>
            </a:extLst>
          </p:cNvPr>
          <p:cNvSpPr>
            <a:spLocks/>
          </p:cNvSpPr>
          <p:nvPr/>
        </p:nvSpPr>
        <p:spPr bwMode="auto">
          <a:xfrm>
            <a:off x="3237900" y="6217104"/>
            <a:ext cx="831146" cy="200797"/>
          </a:xfrm>
          <a:custGeom>
            <a:avLst/>
            <a:gdLst>
              <a:gd name="T0" fmla="*/ 305 w 347"/>
              <a:gd name="T1" fmla="*/ 84 h 84"/>
              <a:gd name="T2" fmla="*/ 42 w 347"/>
              <a:gd name="T3" fmla="*/ 84 h 84"/>
              <a:gd name="T4" fmla="*/ 0 w 347"/>
              <a:gd name="T5" fmla="*/ 42 h 84"/>
              <a:gd name="T6" fmla="*/ 42 w 347"/>
              <a:gd name="T7" fmla="*/ 0 h 84"/>
              <a:gd name="T8" fmla="*/ 305 w 347"/>
              <a:gd name="T9" fmla="*/ 0 h 84"/>
              <a:gd name="T10" fmla="*/ 347 w 347"/>
              <a:gd name="T11" fmla="*/ 42 h 84"/>
              <a:gd name="T12" fmla="*/ 305 w 347"/>
              <a:gd name="T1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7" h="84">
                <a:moveTo>
                  <a:pt x="305" y="84"/>
                </a:moveTo>
                <a:cubicBezTo>
                  <a:pt x="42" y="84"/>
                  <a:pt x="42" y="84"/>
                  <a:pt x="42" y="84"/>
                </a:cubicBezTo>
                <a:cubicBezTo>
                  <a:pt x="18" y="84"/>
                  <a:pt x="0" y="65"/>
                  <a:pt x="0" y="42"/>
                </a:cubicBezTo>
                <a:cubicBezTo>
                  <a:pt x="0" y="19"/>
                  <a:pt x="18" y="0"/>
                  <a:pt x="42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7" y="19"/>
                  <a:pt x="347" y="42"/>
                </a:cubicBezTo>
                <a:cubicBezTo>
                  <a:pt x="347" y="65"/>
                  <a:pt x="328" y="84"/>
                  <a:pt x="305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462" name="Freeform 319">
            <a:extLst>
              <a:ext uri="{FF2B5EF4-FFF2-40B4-BE49-F238E27FC236}">
                <a16:creationId xmlns:a16="http://schemas.microsoft.com/office/drawing/2014/main" id="{BF24986C-CB5E-C64D-AF52-DA45F78584AC}"/>
              </a:ext>
            </a:extLst>
          </p:cNvPr>
          <p:cNvSpPr>
            <a:spLocks/>
          </p:cNvSpPr>
          <p:nvPr/>
        </p:nvSpPr>
        <p:spPr bwMode="auto">
          <a:xfrm>
            <a:off x="4258769" y="6211147"/>
            <a:ext cx="195263" cy="195263"/>
          </a:xfrm>
          <a:custGeom>
            <a:avLst/>
            <a:gdLst>
              <a:gd name="T0" fmla="*/ 245 w 245"/>
              <a:gd name="T1" fmla="*/ 123 h 245"/>
              <a:gd name="T2" fmla="*/ 243 w 245"/>
              <a:gd name="T3" fmla="*/ 147 h 245"/>
              <a:gd name="T4" fmla="*/ 235 w 245"/>
              <a:gd name="T5" fmla="*/ 170 h 245"/>
              <a:gd name="T6" fmla="*/ 225 w 245"/>
              <a:gd name="T7" fmla="*/ 191 h 245"/>
              <a:gd name="T8" fmla="*/ 209 w 245"/>
              <a:gd name="T9" fmla="*/ 209 h 245"/>
              <a:gd name="T10" fmla="*/ 191 w 245"/>
              <a:gd name="T11" fmla="*/ 225 h 245"/>
              <a:gd name="T12" fmla="*/ 170 w 245"/>
              <a:gd name="T13" fmla="*/ 236 h 245"/>
              <a:gd name="T14" fmla="*/ 147 w 245"/>
              <a:gd name="T15" fmla="*/ 243 h 245"/>
              <a:gd name="T16" fmla="*/ 123 w 245"/>
              <a:gd name="T17" fmla="*/ 245 h 245"/>
              <a:gd name="T18" fmla="*/ 110 w 245"/>
              <a:gd name="T19" fmla="*/ 245 h 245"/>
              <a:gd name="T20" fmla="*/ 86 w 245"/>
              <a:gd name="T21" fmla="*/ 240 h 245"/>
              <a:gd name="T22" fmla="*/ 64 w 245"/>
              <a:gd name="T23" fmla="*/ 231 h 245"/>
              <a:gd name="T24" fmla="*/ 44 w 245"/>
              <a:gd name="T25" fmla="*/ 217 h 245"/>
              <a:gd name="T26" fmla="*/ 27 w 245"/>
              <a:gd name="T27" fmla="*/ 200 h 245"/>
              <a:gd name="T28" fmla="*/ 14 w 245"/>
              <a:gd name="T29" fmla="*/ 181 h 245"/>
              <a:gd name="T30" fmla="*/ 6 w 245"/>
              <a:gd name="T31" fmla="*/ 159 h 245"/>
              <a:gd name="T32" fmla="*/ 1 w 245"/>
              <a:gd name="T33" fmla="*/ 135 h 245"/>
              <a:gd name="T34" fmla="*/ 0 w 245"/>
              <a:gd name="T35" fmla="*/ 123 h 245"/>
              <a:gd name="T36" fmla="*/ 2 w 245"/>
              <a:gd name="T37" fmla="*/ 98 h 245"/>
              <a:gd name="T38" fmla="*/ 9 w 245"/>
              <a:gd name="T39" fmla="*/ 75 h 245"/>
              <a:gd name="T40" fmla="*/ 21 w 245"/>
              <a:gd name="T41" fmla="*/ 54 h 245"/>
              <a:gd name="T42" fmla="*/ 36 w 245"/>
              <a:gd name="T43" fmla="*/ 36 h 245"/>
              <a:gd name="T44" fmla="*/ 54 w 245"/>
              <a:gd name="T45" fmla="*/ 22 h 245"/>
              <a:gd name="T46" fmla="*/ 75 w 245"/>
              <a:gd name="T47" fmla="*/ 9 h 245"/>
              <a:gd name="T48" fmla="*/ 98 w 245"/>
              <a:gd name="T49" fmla="*/ 2 h 245"/>
              <a:gd name="T50" fmla="*/ 123 w 245"/>
              <a:gd name="T51" fmla="*/ 0 h 245"/>
              <a:gd name="T52" fmla="*/ 135 w 245"/>
              <a:gd name="T53" fmla="*/ 1 h 245"/>
              <a:gd name="T54" fmla="*/ 159 w 245"/>
              <a:gd name="T55" fmla="*/ 6 h 245"/>
              <a:gd name="T56" fmla="*/ 181 w 245"/>
              <a:gd name="T57" fmla="*/ 14 h 245"/>
              <a:gd name="T58" fmla="*/ 200 w 245"/>
              <a:gd name="T59" fmla="*/ 28 h 245"/>
              <a:gd name="T60" fmla="*/ 217 w 245"/>
              <a:gd name="T61" fmla="*/ 44 h 245"/>
              <a:gd name="T62" fmla="*/ 231 w 245"/>
              <a:gd name="T63" fmla="*/ 64 h 245"/>
              <a:gd name="T64" fmla="*/ 240 w 245"/>
              <a:gd name="T65" fmla="*/ 87 h 245"/>
              <a:gd name="T66" fmla="*/ 245 w 245"/>
              <a:gd name="T67" fmla="*/ 110 h 245"/>
              <a:gd name="T68" fmla="*/ 245 w 245"/>
              <a:gd name="T69" fmla="*/ 12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45" h="245">
                <a:moveTo>
                  <a:pt x="245" y="123"/>
                </a:moveTo>
                <a:lnTo>
                  <a:pt x="245" y="123"/>
                </a:lnTo>
                <a:lnTo>
                  <a:pt x="245" y="135"/>
                </a:lnTo>
                <a:lnTo>
                  <a:pt x="243" y="147"/>
                </a:lnTo>
                <a:lnTo>
                  <a:pt x="240" y="159"/>
                </a:lnTo>
                <a:lnTo>
                  <a:pt x="235" y="170"/>
                </a:lnTo>
                <a:lnTo>
                  <a:pt x="231" y="181"/>
                </a:lnTo>
                <a:lnTo>
                  <a:pt x="225" y="191"/>
                </a:lnTo>
                <a:lnTo>
                  <a:pt x="217" y="200"/>
                </a:lnTo>
                <a:lnTo>
                  <a:pt x="209" y="209"/>
                </a:lnTo>
                <a:lnTo>
                  <a:pt x="200" y="217"/>
                </a:lnTo>
                <a:lnTo>
                  <a:pt x="191" y="225"/>
                </a:lnTo>
                <a:lnTo>
                  <a:pt x="181" y="231"/>
                </a:lnTo>
                <a:lnTo>
                  <a:pt x="170" y="236"/>
                </a:lnTo>
                <a:lnTo>
                  <a:pt x="159" y="240"/>
                </a:lnTo>
                <a:lnTo>
                  <a:pt x="147" y="243"/>
                </a:lnTo>
                <a:lnTo>
                  <a:pt x="135" y="245"/>
                </a:lnTo>
                <a:lnTo>
                  <a:pt x="123" y="245"/>
                </a:lnTo>
                <a:lnTo>
                  <a:pt x="123" y="245"/>
                </a:lnTo>
                <a:lnTo>
                  <a:pt x="110" y="245"/>
                </a:lnTo>
                <a:lnTo>
                  <a:pt x="98" y="243"/>
                </a:lnTo>
                <a:lnTo>
                  <a:pt x="86" y="240"/>
                </a:lnTo>
                <a:lnTo>
                  <a:pt x="75" y="236"/>
                </a:lnTo>
                <a:lnTo>
                  <a:pt x="64" y="231"/>
                </a:lnTo>
                <a:lnTo>
                  <a:pt x="54" y="225"/>
                </a:lnTo>
                <a:lnTo>
                  <a:pt x="44" y="217"/>
                </a:lnTo>
                <a:lnTo>
                  <a:pt x="36" y="209"/>
                </a:lnTo>
                <a:lnTo>
                  <a:pt x="27" y="200"/>
                </a:lnTo>
                <a:lnTo>
                  <a:pt x="21" y="191"/>
                </a:lnTo>
                <a:lnTo>
                  <a:pt x="14" y="181"/>
                </a:lnTo>
                <a:lnTo>
                  <a:pt x="9" y="170"/>
                </a:lnTo>
                <a:lnTo>
                  <a:pt x="6" y="159"/>
                </a:lnTo>
                <a:lnTo>
                  <a:pt x="2" y="147"/>
                </a:lnTo>
                <a:lnTo>
                  <a:pt x="1" y="135"/>
                </a:lnTo>
                <a:lnTo>
                  <a:pt x="0" y="123"/>
                </a:lnTo>
                <a:lnTo>
                  <a:pt x="0" y="123"/>
                </a:lnTo>
                <a:lnTo>
                  <a:pt x="1" y="110"/>
                </a:lnTo>
                <a:lnTo>
                  <a:pt x="2" y="98"/>
                </a:lnTo>
                <a:lnTo>
                  <a:pt x="6" y="87"/>
                </a:lnTo>
                <a:lnTo>
                  <a:pt x="9" y="75"/>
                </a:lnTo>
                <a:lnTo>
                  <a:pt x="14" y="64"/>
                </a:lnTo>
                <a:lnTo>
                  <a:pt x="21" y="54"/>
                </a:lnTo>
                <a:lnTo>
                  <a:pt x="27" y="44"/>
                </a:lnTo>
                <a:lnTo>
                  <a:pt x="36" y="36"/>
                </a:lnTo>
                <a:lnTo>
                  <a:pt x="44" y="28"/>
                </a:lnTo>
                <a:lnTo>
                  <a:pt x="54" y="22"/>
                </a:lnTo>
                <a:lnTo>
                  <a:pt x="64" y="14"/>
                </a:lnTo>
                <a:lnTo>
                  <a:pt x="75" y="9"/>
                </a:lnTo>
                <a:lnTo>
                  <a:pt x="86" y="6"/>
                </a:lnTo>
                <a:lnTo>
                  <a:pt x="98" y="2"/>
                </a:lnTo>
                <a:lnTo>
                  <a:pt x="110" y="1"/>
                </a:lnTo>
                <a:lnTo>
                  <a:pt x="123" y="0"/>
                </a:lnTo>
                <a:lnTo>
                  <a:pt x="123" y="0"/>
                </a:lnTo>
                <a:lnTo>
                  <a:pt x="135" y="1"/>
                </a:lnTo>
                <a:lnTo>
                  <a:pt x="147" y="2"/>
                </a:lnTo>
                <a:lnTo>
                  <a:pt x="159" y="6"/>
                </a:lnTo>
                <a:lnTo>
                  <a:pt x="170" y="9"/>
                </a:lnTo>
                <a:lnTo>
                  <a:pt x="181" y="14"/>
                </a:lnTo>
                <a:lnTo>
                  <a:pt x="191" y="22"/>
                </a:lnTo>
                <a:lnTo>
                  <a:pt x="200" y="28"/>
                </a:lnTo>
                <a:lnTo>
                  <a:pt x="209" y="36"/>
                </a:lnTo>
                <a:lnTo>
                  <a:pt x="217" y="44"/>
                </a:lnTo>
                <a:lnTo>
                  <a:pt x="225" y="54"/>
                </a:lnTo>
                <a:lnTo>
                  <a:pt x="231" y="64"/>
                </a:lnTo>
                <a:lnTo>
                  <a:pt x="235" y="75"/>
                </a:lnTo>
                <a:lnTo>
                  <a:pt x="240" y="87"/>
                </a:lnTo>
                <a:lnTo>
                  <a:pt x="243" y="98"/>
                </a:lnTo>
                <a:lnTo>
                  <a:pt x="245" y="110"/>
                </a:lnTo>
                <a:lnTo>
                  <a:pt x="245" y="123"/>
                </a:lnTo>
                <a:lnTo>
                  <a:pt x="245" y="123"/>
                </a:lnTo>
                <a:close/>
              </a:path>
            </a:pathLst>
          </a:custGeom>
          <a:solidFill>
            <a:schemeClr val="bg1"/>
          </a:solidFill>
          <a:ln w="3810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pic>
        <p:nvPicPr>
          <p:cNvPr id="463" name="Picture 462">
            <a:extLst>
              <a:ext uri="{FF2B5EF4-FFF2-40B4-BE49-F238E27FC236}">
                <a16:creationId xmlns:a16="http://schemas.microsoft.com/office/drawing/2014/main" id="{12CE41BF-0518-A34E-A24C-B5D5F708DF0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>
                    <a14:imgEffect>
                      <a14:brightnessContrast bright="100000" contrast="100000"/>
                    </a14:imgEffect>
                  </a14:imgLayer>
                </a14:imgProps>
              </a:ext>
            </a:extLst>
          </a:blip>
          <a:srcRect t="30610" b="34958"/>
          <a:stretch/>
        </p:blipFill>
        <p:spPr>
          <a:xfrm>
            <a:off x="6046210" y="4240796"/>
            <a:ext cx="848601" cy="2921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017452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" name="Freeform 579">
            <a:extLst>
              <a:ext uri="{FF2B5EF4-FFF2-40B4-BE49-F238E27FC236}">
                <a16:creationId xmlns:a16="http://schemas.microsoft.com/office/drawing/2014/main" id="{FC847E25-37D8-CB49-B8E7-162CDD05F66D}"/>
              </a:ext>
            </a:extLst>
          </p:cNvPr>
          <p:cNvSpPr>
            <a:spLocks/>
          </p:cNvSpPr>
          <p:nvPr/>
        </p:nvSpPr>
        <p:spPr bwMode="auto">
          <a:xfrm flipH="1">
            <a:off x="0" y="1688726"/>
            <a:ext cx="5753237" cy="5169274"/>
          </a:xfrm>
          <a:custGeom>
            <a:avLst/>
            <a:gdLst>
              <a:gd name="T0" fmla="*/ 3290 w 3332"/>
              <a:gd name="T1" fmla="*/ 2991 h 2992"/>
              <a:gd name="T2" fmla="*/ 3316 w 3332"/>
              <a:gd name="T3" fmla="*/ 2976 h 2992"/>
              <a:gd name="T4" fmla="*/ 3331 w 3332"/>
              <a:gd name="T5" fmla="*/ 2950 h 2992"/>
              <a:gd name="T6" fmla="*/ 3332 w 3332"/>
              <a:gd name="T7" fmla="*/ 0 h 2992"/>
              <a:gd name="T8" fmla="*/ 3313 w 3332"/>
              <a:gd name="T9" fmla="*/ 97 h 2992"/>
              <a:gd name="T10" fmla="*/ 3288 w 3332"/>
              <a:gd name="T11" fmla="*/ 183 h 2992"/>
              <a:gd name="T12" fmla="*/ 3259 w 3332"/>
              <a:gd name="T13" fmla="*/ 258 h 2992"/>
              <a:gd name="T14" fmla="*/ 3226 w 3332"/>
              <a:gd name="T15" fmla="*/ 323 h 2992"/>
              <a:gd name="T16" fmla="*/ 3188 w 3332"/>
              <a:gd name="T17" fmla="*/ 379 h 2992"/>
              <a:gd name="T18" fmla="*/ 3148 w 3332"/>
              <a:gd name="T19" fmla="*/ 427 h 2992"/>
              <a:gd name="T20" fmla="*/ 3103 w 3332"/>
              <a:gd name="T21" fmla="*/ 468 h 2992"/>
              <a:gd name="T22" fmla="*/ 3056 w 3332"/>
              <a:gd name="T23" fmla="*/ 504 h 2992"/>
              <a:gd name="T24" fmla="*/ 2953 w 3332"/>
              <a:gd name="T25" fmla="*/ 556 h 2992"/>
              <a:gd name="T26" fmla="*/ 2843 w 3332"/>
              <a:gd name="T27" fmla="*/ 591 h 2992"/>
              <a:gd name="T28" fmla="*/ 2686 w 3332"/>
              <a:gd name="T29" fmla="*/ 623 h 2992"/>
              <a:gd name="T30" fmla="*/ 2485 w 3332"/>
              <a:gd name="T31" fmla="*/ 661 h 2992"/>
              <a:gd name="T32" fmla="*/ 2367 w 3332"/>
              <a:gd name="T33" fmla="*/ 693 h 2992"/>
              <a:gd name="T34" fmla="*/ 2290 w 3332"/>
              <a:gd name="T35" fmla="*/ 722 h 2992"/>
              <a:gd name="T36" fmla="*/ 2182 w 3332"/>
              <a:gd name="T37" fmla="*/ 776 h 2992"/>
              <a:gd name="T38" fmla="*/ 2081 w 3332"/>
              <a:gd name="T39" fmla="*/ 836 h 2992"/>
              <a:gd name="T40" fmla="*/ 1990 w 3332"/>
              <a:gd name="T41" fmla="*/ 907 h 2992"/>
              <a:gd name="T42" fmla="*/ 1904 w 3332"/>
              <a:gd name="T43" fmla="*/ 988 h 2992"/>
              <a:gd name="T44" fmla="*/ 1821 w 3332"/>
              <a:gd name="T45" fmla="*/ 1083 h 2992"/>
              <a:gd name="T46" fmla="*/ 1743 w 3332"/>
              <a:gd name="T47" fmla="*/ 1192 h 2992"/>
              <a:gd name="T48" fmla="*/ 1667 w 3332"/>
              <a:gd name="T49" fmla="*/ 1316 h 2992"/>
              <a:gd name="T50" fmla="*/ 1589 w 3332"/>
              <a:gd name="T51" fmla="*/ 1459 h 2992"/>
              <a:gd name="T52" fmla="*/ 1483 w 3332"/>
              <a:gd name="T53" fmla="*/ 1679 h 2992"/>
              <a:gd name="T54" fmla="*/ 1370 w 3332"/>
              <a:gd name="T55" fmla="*/ 1936 h 2992"/>
              <a:gd name="T56" fmla="*/ 1327 w 3332"/>
              <a:gd name="T57" fmla="*/ 2024 h 2992"/>
              <a:gd name="T58" fmla="*/ 1293 w 3332"/>
              <a:gd name="T59" fmla="*/ 2076 h 2992"/>
              <a:gd name="T60" fmla="*/ 1258 w 3332"/>
              <a:gd name="T61" fmla="*/ 2119 h 2992"/>
              <a:gd name="T62" fmla="*/ 1220 w 3332"/>
              <a:gd name="T63" fmla="*/ 2154 h 2992"/>
              <a:gd name="T64" fmla="*/ 1183 w 3332"/>
              <a:gd name="T65" fmla="*/ 2181 h 2992"/>
              <a:gd name="T66" fmla="*/ 1130 w 3332"/>
              <a:gd name="T67" fmla="*/ 2205 h 2992"/>
              <a:gd name="T68" fmla="*/ 1046 w 3332"/>
              <a:gd name="T69" fmla="*/ 2224 h 2992"/>
              <a:gd name="T70" fmla="*/ 959 w 3332"/>
              <a:gd name="T71" fmla="*/ 2225 h 2992"/>
              <a:gd name="T72" fmla="*/ 839 w 3332"/>
              <a:gd name="T73" fmla="*/ 2213 h 2992"/>
              <a:gd name="T74" fmla="*/ 716 w 3332"/>
              <a:gd name="T75" fmla="*/ 2201 h 2992"/>
              <a:gd name="T76" fmla="*/ 624 w 3332"/>
              <a:gd name="T77" fmla="*/ 2201 h 2992"/>
              <a:gd name="T78" fmla="*/ 531 w 3332"/>
              <a:gd name="T79" fmla="*/ 2218 h 2992"/>
              <a:gd name="T80" fmla="*/ 471 w 3332"/>
              <a:gd name="T81" fmla="*/ 2240 h 2992"/>
              <a:gd name="T82" fmla="*/ 373 w 3332"/>
              <a:gd name="T83" fmla="*/ 2294 h 2992"/>
              <a:gd name="T84" fmla="*/ 289 w 3332"/>
              <a:gd name="T85" fmla="*/ 2355 h 2992"/>
              <a:gd name="T86" fmla="*/ 218 w 3332"/>
              <a:gd name="T87" fmla="*/ 2421 h 2992"/>
              <a:gd name="T88" fmla="*/ 160 w 3332"/>
              <a:gd name="T89" fmla="*/ 2491 h 2992"/>
              <a:gd name="T90" fmla="*/ 111 w 3332"/>
              <a:gd name="T91" fmla="*/ 2566 h 2992"/>
              <a:gd name="T92" fmla="*/ 74 w 3332"/>
              <a:gd name="T93" fmla="*/ 2643 h 2992"/>
              <a:gd name="T94" fmla="*/ 46 w 3332"/>
              <a:gd name="T95" fmla="*/ 2720 h 2992"/>
              <a:gd name="T96" fmla="*/ 24 w 3332"/>
              <a:gd name="T97" fmla="*/ 2797 h 2992"/>
              <a:gd name="T98" fmla="*/ 4 w 3332"/>
              <a:gd name="T99" fmla="*/ 2945 h 29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332" h="2992">
                <a:moveTo>
                  <a:pt x="3279" y="2992"/>
                </a:moveTo>
                <a:lnTo>
                  <a:pt x="3279" y="2992"/>
                </a:lnTo>
                <a:lnTo>
                  <a:pt x="3290" y="2991"/>
                </a:lnTo>
                <a:lnTo>
                  <a:pt x="3299" y="2987"/>
                </a:lnTo>
                <a:lnTo>
                  <a:pt x="3309" y="2982"/>
                </a:lnTo>
                <a:lnTo>
                  <a:pt x="3316" y="2976"/>
                </a:lnTo>
                <a:lnTo>
                  <a:pt x="3324" y="2969"/>
                </a:lnTo>
                <a:lnTo>
                  <a:pt x="3328" y="2959"/>
                </a:lnTo>
                <a:lnTo>
                  <a:pt x="3331" y="2950"/>
                </a:lnTo>
                <a:lnTo>
                  <a:pt x="3332" y="2939"/>
                </a:lnTo>
                <a:lnTo>
                  <a:pt x="3332" y="0"/>
                </a:lnTo>
                <a:lnTo>
                  <a:pt x="3332" y="0"/>
                </a:lnTo>
                <a:lnTo>
                  <a:pt x="3326" y="34"/>
                </a:lnTo>
                <a:lnTo>
                  <a:pt x="3320" y="66"/>
                </a:lnTo>
                <a:lnTo>
                  <a:pt x="3313" y="97"/>
                </a:lnTo>
                <a:lnTo>
                  <a:pt x="3305" y="126"/>
                </a:lnTo>
                <a:lnTo>
                  <a:pt x="3297" y="155"/>
                </a:lnTo>
                <a:lnTo>
                  <a:pt x="3288" y="183"/>
                </a:lnTo>
                <a:lnTo>
                  <a:pt x="3279" y="208"/>
                </a:lnTo>
                <a:lnTo>
                  <a:pt x="3269" y="234"/>
                </a:lnTo>
                <a:lnTo>
                  <a:pt x="3259" y="258"/>
                </a:lnTo>
                <a:lnTo>
                  <a:pt x="3249" y="281"/>
                </a:lnTo>
                <a:lnTo>
                  <a:pt x="3238" y="303"/>
                </a:lnTo>
                <a:lnTo>
                  <a:pt x="3226" y="323"/>
                </a:lnTo>
                <a:lnTo>
                  <a:pt x="3213" y="343"/>
                </a:lnTo>
                <a:lnTo>
                  <a:pt x="3201" y="362"/>
                </a:lnTo>
                <a:lnTo>
                  <a:pt x="3188" y="379"/>
                </a:lnTo>
                <a:lnTo>
                  <a:pt x="3176" y="396"/>
                </a:lnTo>
                <a:lnTo>
                  <a:pt x="3161" y="413"/>
                </a:lnTo>
                <a:lnTo>
                  <a:pt x="3148" y="427"/>
                </a:lnTo>
                <a:lnTo>
                  <a:pt x="3134" y="442"/>
                </a:lnTo>
                <a:lnTo>
                  <a:pt x="3118" y="456"/>
                </a:lnTo>
                <a:lnTo>
                  <a:pt x="3103" y="468"/>
                </a:lnTo>
                <a:lnTo>
                  <a:pt x="3088" y="481"/>
                </a:lnTo>
                <a:lnTo>
                  <a:pt x="3072" y="493"/>
                </a:lnTo>
                <a:lnTo>
                  <a:pt x="3056" y="504"/>
                </a:lnTo>
                <a:lnTo>
                  <a:pt x="3024" y="523"/>
                </a:lnTo>
                <a:lnTo>
                  <a:pt x="2989" y="540"/>
                </a:lnTo>
                <a:lnTo>
                  <a:pt x="2953" y="556"/>
                </a:lnTo>
                <a:lnTo>
                  <a:pt x="2917" y="569"/>
                </a:lnTo>
                <a:lnTo>
                  <a:pt x="2881" y="581"/>
                </a:lnTo>
                <a:lnTo>
                  <a:pt x="2843" y="591"/>
                </a:lnTo>
                <a:lnTo>
                  <a:pt x="2805" y="600"/>
                </a:lnTo>
                <a:lnTo>
                  <a:pt x="2766" y="609"/>
                </a:lnTo>
                <a:lnTo>
                  <a:pt x="2686" y="623"/>
                </a:lnTo>
                <a:lnTo>
                  <a:pt x="2606" y="638"/>
                </a:lnTo>
                <a:lnTo>
                  <a:pt x="2525" y="652"/>
                </a:lnTo>
                <a:lnTo>
                  <a:pt x="2485" y="661"/>
                </a:lnTo>
                <a:lnTo>
                  <a:pt x="2446" y="670"/>
                </a:lnTo>
                <a:lnTo>
                  <a:pt x="2406" y="681"/>
                </a:lnTo>
                <a:lnTo>
                  <a:pt x="2367" y="693"/>
                </a:lnTo>
                <a:lnTo>
                  <a:pt x="2328" y="707"/>
                </a:lnTo>
                <a:lnTo>
                  <a:pt x="2290" y="722"/>
                </a:lnTo>
                <a:lnTo>
                  <a:pt x="2290" y="722"/>
                </a:lnTo>
                <a:lnTo>
                  <a:pt x="2253" y="739"/>
                </a:lnTo>
                <a:lnTo>
                  <a:pt x="2217" y="756"/>
                </a:lnTo>
                <a:lnTo>
                  <a:pt x="2182" y="776"/>
                </a:lnTo>
                <a:lnTo>
                  <a:pt x="2147" y="795"/>
                </a:lnTo>
                <a:lnTo>
                  <a:pt x="2114" y="815"/>
                </a:lnTo>
                <a:lnTo>
                  <a:pt x="2081" y="836"/>
                </a:lnTo>
                <a:lnTo>
                  <a:pt x="2050" y="859"/>
                </a:lnTo>
                <a:lnTo>
                  <a:pt x="2020" y="882"/>
                </a:lnTo>
                <a:lnTo>
                  <a:pt x="1990" y="907"/>
                </a:lnTo>
                <a:lnTo>
                  <a:pt x="1961" y="933"/>
                </a:lnTo>
                <a:lnTo>
                  <a:pt x="1932" y="961"/>
                </a:lnTo>
                <a:lnTo>
                  <a:pt x="1904" y="988"/>
                </a:lnTo>
                <a:lnTo>
                  <a:pt x="1876" y="1019"/>
                </a:lnTo>
                <a:lnTo>
                  <a:pt x="1849" y="1050"/>
                </a:lnTo>
                <a:lnTo>
                  <a:pt x="1821" y="1083"/>
                </a:lnTo>
                <a:lnTo>
                  <a:pt x="1796" y="1118"/>
                </a:lnTo>
                <a:lnTo>
                  <a:pt x="1769" y="1154"/>
                </a:lnTo>
                <a:lnTo>
                  <a:pt x="1743" y="1192"/>
                </a:lnTo>
                <a:lnTo>
                  <a:pt x="1717" y="1231"/>
                </a:lnTo>
                <a:lnTo>
                  <a:pt x="1692" y="1273"/>
                </a:lnTo>
                <a:lnTo>
                  <a:pt x="1667" y="1316"/>
                </a:lnTo>
                <a:lnTo>
                  <a:pt x="1640" y="1362"/>
                </a:lnTo>
                <a:lnTo>
                  <a:pt x="1615" y="1409"/>
                </a:lnTo>
                <a:lnTo>
                  <a:pt x="1589" y="1459"/>
                </a:lnTo>
                <a:lnTo>
                  <a:pt x="1563" y="1511"/>
                </a:lnTo>
                <a:lnTo>
                  <a:pt x="1536" y="1564"/>
                </a:lnTo>
                <a:lnTo>
                  <a:pt x="1483" y="1679"/>
                </a:lnTo>
                <a:lnTo>
                  <a:pt x="1427" y="1802"/>
                </a:lnTo>
                <a:lnTo>
                  <a:pt x="1370" y="1936"/>
                </a:lnTo>
                <a:lnTo>
                  <a:pt x="1370" y="1936"/>
                </a:lnTo>
                <a:lnTo>
                  <a:pt x="1349" y="1982"/>
                </a:lnTo>
                <a:lnTo>
                  <a:pt x="1338" y="2003"/>
                </a:lnTo>
                <a:lnTo>
                  <a:pt x="1327" y="2024"/>
                </a:lnTo>
                <a:lnTo>
                  <a:pt x="1316" y="2042"/>
                </a:lnTo>
                <a:lnTo>
                  <a:pt x="1305" y="2060"/>
                </a:lnTo>
                <a:lnTo>
                  <a:pt x="1293" y="2076"/>
                </a:lnTo>
                <a:lnTo>
                  <a:pt x="1282" y="2091"/>
                </a:lnTo>
                <a:lnTo>
                  <a:pt x="1270" y="2106"/>
                </a:lnTo>
                <a:lnTo>
                  <a:pt x="1258" y="2119"/>
                </a:lnTo>
                <a:lnTo>
                  <a:pt x="1246" y="2132"/>
                </a:lnTo>
                <a:lnTo>
                  <a:pt x="1234" y="2143"/>
                </a:lnTo>
                <a:lnTo>
                  <a:pt x="1220" y="2154"/>
                </a:lnTo>
                <a:lnTo>
                  <a:pt x="1208" y="2164"/>
                </a:lnTo>
                <a:lnTo>
                  <a:pt x="1195" y="2172"/>
                </a:lnTo>
                <a:lnTo>
                  <a:pt x="1183" y="2181"/>
                </a:lnTo>
                <a:lnTo>
                  <a:pt x="1170" y="2188"/>
                </a:lnTo>
                <a:lnTo>
                  <a:pt x="1156" y="2194"/>
                </a:lnTo>
                <a:lnTo>
                  <a:pt x="1130" y="2205"/>
                </a:lnTo>
                <a:lnTo>
                  <a:pt x="1102" y="2213"/>
                </a:lnTo>
                <a:lnTo>
                  <a:pt x="1074" y="2219"/>
                </a:lnTo>
                <a:lnTo>
                  <a:pt x="1046" y="2224"/>
                </a:lnTo>
                <a:lnTo>
                  <a:pt x="1017" y="2225"/>
                </a:lnTo>
                <a:lnTo>
                  <a:pt x="988" y="2227"/>
                </a:lnTo>
                <a:lnTo>
                  <a:pt x="959" y="2225"/>
                </a:lnTo>
                <a:lnTo>
                  <a:pt x="930" y="2223"/>
                </a:lnTo>
                <a:lnTo>
                  <a:pt x="900" y="2221"/>
                </a:lnTo>
                <a:lnTo>
                  <a:pt x="839" y="2213"/>
                </a:lnTo>
                <a:lnTo>
                  <a:pt x="778" y="2207"/>
                </a:lnTo>
                <a:lnTo>
                  <a:pt x="748" y="2204"/>
                </a:lnTo>
                <a:lnTo>
                  <a:pt x="716" y="2201"/>
                </a:lnTo>
                <a:lnTo>
                  <a:pt x="686" y="2200"/>
                </a:lnTo>
                <a:lnTo>
                  <a:pt x="654" y="2200"/>
                </a:lnTo>
                <a:lnTo>
                  <a:pt x="624" y="2201"/>
                </a:lnTo>
                <a:lnTo>
                  <a:pt x="593" y="2205"/>
                </a:lnTo>
                <a:lnTo>
                  <a:pt x="563" y="2210"/>
                </a:lnTo>
                <a:lnTo>
                  <a:pt x="531" y="2218"/>
                </a:lnTo>
                <a:lnTo>
                  <a:pt x="501" y="2228"/>
                </a:lnTo>
                <a:lnTo>
                  <a:pt x="471" y="2240"/>
                </a:lnTo>
                <a:lnTo>
                  <a:pt x="471" y="2240"/>
                </a:lnTo>
                <a:lnTo>
                  <a:pt x="437" y="2257"/>
                </a:lnTo>
                <a:lnTo>
                  <a:pt x="404" y="2275"/>
                </a:lnTo>
                <a:lnTo>
                  <a:pt x="373" y="2294"/>
                </a:lnTo>
                <a:lnTo>
                  <a:pt x="344" y="2314"/>
                </a:lnTo>
                <a:lnTo>
                  <a:pt x="316" y="2333"/>
                </a:lnTo>
                <a:lnTo>
                  <a:pt x="289" y="2355"/>
                </a:lnTo>
                <a:lnTo>
                  <a:pt x="264" y="2377"/>
                </a:lnTo>
                <a:lnTo>
                  <a:pt x="241" y="2398"/>
                </a:lnTo>
                <a:lnTo>
                  <a:pt x="218" y="2421"/>
                </a:lnTo>
                <a:lnTo>
                  <a:pt x="197" y="2444"/>
                </a:lnTo>
                <a:lnTo>
                  <a:pt x="178" y="2467"/>
                </a:lnTo>
                <a:lnTo>
                  <a:pt x="160" y="2491"/>
                </a:lnTo>
                <a:lnTo>
                  <a:pt x="143" y="2517"/>
                </a:lnTo>
                <a:lnTo>
                  <a:pt x="126" y="2541"/>
                </a:lnTo>
                <a:lnTo>
                  <a:pt x="111" y="2566"/>
                </a:lnTo>
                <a:lnTo>
                  <a:pt x="98" y="2592"/>
                </a:lnTo>
                <a:lnTo>
                  <a:pt x="86" y="2617"/>
                </a:lnTo>
                <a:lnTo>
                  <a:pt x="74" y="2643"/>
                </a:lnTo>
                <a:lnTo>
                  <a:pt x="64" y="2668"/>
                </a:lnTo>
                <a:lnTo>
                  <a:pt x="55" y="2695"/>
                </a:lnTo>
                <a:lnTo>
                  <a:pt x="46" y="2720"/>
                </a:lnTo>
                <a:lnTo>
                  <a:pt x="38" y="2745"/>
                </a:lnTo>
                <a:lnTo>
                  <a:pt x="32" y="2772"/>
                </a:lnTo>
                <a:lnTo>
                  <a:pt x="24" y="2797"/>
                </a:lnTo>
                <a:lnTo>
                  <a:pt x="15" y="2848"/>
                </a:lnTo>
                <a:lnTo>
                  <a:pt x="7" y="2898"/>
                </a:lnTo>
                <a:lnTo>
                  <a:pt x="4" y="2945"/>
                </a:lnTo>
                <a:lnTo>
                  <a:pt x="0" y="2992"/>
                </a:lnTo>
                <a:lnTo>
                  <a:pt x="3279" y="29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70B6A034-D5AA-9548-975F-6CC73828C784}"/>
              </a:ext>
            </a:extLst>
          </p:cNvPr>
          <p:cNvGrpSpPr/>
          <p:nvPr/>
        </p:nvGrpSpPr>
        <p:grpSpPr>
          <a:xfrm>
            <a:off x="969179" y="1459832"/>
            <a:ext cx="2171684" cy="1306719"/>
            <a:chOff x="9915526" y="1892300"/>
            <a:chExt cx="1116012" cy="671513"/>
          </a:xfrm>
          <a:solidFill>
            <a:schemeClr val="bg2">
              <a:lumMod val="90000"/>
            </a:schemeClr>
          </a:solidFill>
        </p:grpSpPr>
        <p:sp>
          <p:nvSpPr>
            <p:cNvPr id="102" name="Freeform 80">
              <a:extLst>
                <a:ext uri="{FF2B5EF4-FFF2-40B4-BE49-F238E27FC236}">
                  <a16:creationId xmlns:a16="http://schemas.microsoft.com/office/drawing/2014/main" id="{99AEE164-785F-A047-95CA-4AC3C1DAD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81">
              <a:extLst>
                <a:ext uri="{FF2B5EF4-FFF2-40B4-BE49-F238E27FC236}">
                  <a16:creationId xmlns:a16="http://schemas.microsoft.com/office/drawing/2014/main" id="{298F05D9-0592-194F-B45B-F8EE3B4EC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82">
              <a:extLst>
                <a:ext uri="{FF2B5EF4-FFF2-40B4-BE49-F238E27FC236}">
                  <a16:creationId xmlns:a16="http://schemas.microsoft.com/office/drawing/2014/main" id="{C56168A8-46B0-3546-866F-418FDBD55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83">
              <a:extLst>
                <a:ext uri="{FF2B5EF4-FFF2-40B4-BE49-F238E27FC236}">
                  <a16:creationId xmlns:a16="http://schemas.microsoft.com/office/drawing/2014/main" id="{CC0588F6-12C5-D446-9A8A-1707D3823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84">
              <a:extLst>
                <a:ext uri="{FF2B5EF4-FFF2-40B4-BE49-F238E27FC236}">
                  <a16:creationId xmlns:a16="http://schemas.microsoft.com/office/drawing/2014/main" id="{F102F10D-8A62-3A4E-999F-EB4C28273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85">
              <a:extLst>
                <a:ext uri="{FF2B5EF4-FFF2-40B4-BE49-F238E27FC236}">
                  <a16:creationId xmlns:a16="http://schemas.microsoft.com/office/drawing/2014/main" id="{526E3219-E605-D242-A1B9-E5635886B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86">
              <a:extLst>
                <a:ext uri="{FF2B5EF4-FFF2-40B4-BE49-F238E27FC236}">
                  <a16:creationId xmlns:a16="http://schemas.microsoft.com/office/drawing/2014/main" id="{FD5B96A7-77A0-9D49-BAD1-D48350BA2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87">
              <a:extLst>
                <a:ext uri="{FF2B5EF4-FFF2-40B4-BE49-F238E27FC236}">
                  <a16:creationId xmlns:a16="http://schemas.microsoft.com/office/drawing/2014/main" id="{E56C9223-4FCD-4E44-B7BD-10F97AFC2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88">
              <a:extLst>
                <a:ext uri="{FF2B5EF4-FFF2-40B4-BE49-F238E27FC236}">
                  <a16:creationId xmlns:a16="http://schemas.microsoft.com/office/drawing/2014/main" id="{62080CA7-6B85-0448-AB7D-EFA81D7FA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89">
              <a:extLst>
                <a:ext uri="{FF2B5EF4-FFF2-40B4-BE49-F238E27FC236}">
                  <a16:creationId xmlns:a16="http://schemas.microsoft.com/office/drawing/2014/main" id="{8CD03CE8-359E-E147-88E8-9A45DFB51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90">
              <a:extLst>
                <a:ext uri="{FF2B5EF4-FFF2-40B4-BE49-F238E27FC236}">
                  <a16:creationId xmlns:a16="http://schemas.microsoft.com/office/drawing/2014/main" id="{394FB75B-682A-F04C-8F45-D81ECD512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91">
              <a:extLst>
                <a:ext uri="{FF2B5EF4-FFF2-40B4-BE49-F238E27FC236}">
                  <a16:creationId xmlns:a16="http://schemas.microsoft.com/office/drawing/2014/main" id="{A39104A7-8E50-2F46-9FF8-7ADBF7507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92">
              <a:extLst>
                <a:ext uri="{FF2B5EF4-FFF2-40B4-BE49-F238E27FC236}">
                  <a16:creationId xmlns:a16="http://schemas.microsoft.com/office/drawing/2014/main" id="{2F47DCE4-24AE-D645-9432-3556DD364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93">
              <a:extLst>
                <a:ext uri="{FF2B5EF4-FFF2-40B4-BE49-F238E27FC236}">
                  <a16:creationId xmlns:a16="http://schemas.microsoft.com/office/drawing/2014/main" id="{AC8A7BD5-4417-9842-BACC-211CE6B6F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94">
              <a:extLst>
                <a:ext uri="{FF2B5EF4-FFF2-40B4-BE49-F238E27FC236}">
                  <a16:creationId xmlns:a16="http://schemas.microsoft.com/office/drawing/2014/main" id="{CE90DD49-8347-6B45-A6F3-3631E3210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95">
              <a:extLst>
                <a:ext uri="{FF2B5EF4-FFF2-40B4-BE49-F238E27FC236}">
                  <a16:creationId xmlns:a16="http://schemas.microsoft.com/office/drawing/2014/main" id="{9E995CFC-8340-DB4A-84AE-236F5B498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96">
              <a:extLst>
                <a:ext uri="{FF2B5EF4-FFF2-40B4-BE49-F238E27FC236}">
                  <a16:creationId xmlns:a16="http://schemas.microsoft.com/office/drawing/2014/main" id="{295DA6FA-4BCB-8D42-AB3F-C64DDCA70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97">
              <a:extLst>
                <a:ext uri="{FF2B5EF4-FFF2-40B4-BE49-F238E27FC236}">
                  <a16:creationId xmlns:a16="http://schemas.microsoft.com/office/drawing/2014/main" id="{4C44AAAD-7B2C-4446-ABF4-5560F284D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98">
              <a:extLst>
                <a:ext uri="{FF2B5EF4-FFF2-40B4-BE49-F238E27FC236}">
                  <a16:creationId xmlns:a16="http://schemas.microsoft.com/office/drawing/2014/main" id="{D087599F-6601-904E-9812-E20252444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99">
              <a:extLst>
                <a:ext uri="{FF2B5EF4-FFF2-40B4-BE49-F238E27FC236}">
                  <a16:creationId xmlns:a16="http://schemas.microsoft.com/office/drawing/2014/main" id="{EFAF2151-8C33-CB4A-89B1-28129E3D5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00">
              <a:extLst>
                <a:ext uri="{FF2B5EF4-FFF2-40B4-BE49-F238E27FC236}">
                  <a16:creationId xmlns:a16="http://schemas.microsoft.com/office/drawing/2014/main" id="{2FC1D7D8-02F5-1B48-A4D8-8437ECD68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01">
              <a:extLst>
                <a:ext uri="{FF2B5EF4-FFF2-40B4-BE49-F238E27FC236}">
                  <a16:creationId xmlns:a16="http://schemas.microsoft.com/office/drawing/2014/main" id="{90009127-D504-2445-9F59-945D50B66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02">
              <a:extLst>
                <a:ext uri="{FF2B5EF4-FFF2-40B4-BE49-F238E27FC236}">
                  <a16:creationId xmlns:a16="http://schemas.microsoft.com/office/drawing/2014/main" id="{6E84B6BA-147B-6A44-9ECE-267439283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03">
              <a:extLst>
                <a:ext uri="{FF2B5EF4-FFF2-40B4-BE49-F238E27FC236}">
                  <a16:creationId xmlns:a16="http://schemas.microsoft.com/office/drawing/2014/main" id="{90D8F57A-5642-1E42-8581-7AE3C8B29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04">
              <a:extLst>
                <a:ext uri="{FF2B5EF4-FFF2-40B4-BE49-F238E27FC236}">
                  <a16:creationId xmlns:a16="http://schemas.microsoft.com/office/drawing/2014/main" id="{B6FAEAD7-F6FC-8241-A540-92F9105C4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05">
              <a:extLst>
                <a:ext uri="{FF2B5EF4-FFF2-40B4-BE49-F238E27FC236}">
                  <a16:creationId xmlns:a16="http://schemas.microsoft.com/office/drawing/2014/main" id="{3274ECBF-2180-3343-A689-554A52BC6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06">
              <a:extLst>
                <a:ext uri="{FF2B5EF4-FFF2-40B4-BE49-F238E27FC236}">
                  <a16:creationId xmlns:a16="http://schemas.microsoft.com/office/drawing/2014/main" id="{C4855508-AFF4-8C44-AFA4-B82B74A3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07">
              <a:extLst>
                <a:ext uri="{FF2B5EF4-FFF2-40B4-BE49-F238E27FC236}">
                  <a16:creationId xmlns:a16="http://schemas.microsoft.com/office/drawing/2014/main" id="{2CD38172-8FE6-7D4D-B7BD-F7CA4EF87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08">
              <a:extLst>
                <a:ext uri="{FF2B5EF4-FFF2-40B4-BE49-F238E27FC236}">
                  <a16:creationId xmlns:a16="http://schemas.microsoft.com/office/drawing/2014/main" id="{A66CFB19-5E96-2841-B79B-30403B43C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09">
              <a:extLst>
                <a:ext uri="{FF2B5EF4-FFF2-40B4-BE49-F238E27FC236}">
                  <a16:creationId xmlns:a16="http://schemas.microsoft.com/office/drawing/2014/main" id="{22E29C61-E071-D645-96AE-7C07A35B7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10">
              <a:extLst>
                <a:ext uri="{FF2B5EF4-FFF2-40B4-BE49-F238E27FC236}">
                  <a16:creationId xmlns:a16="http://schemas.microsoft.com/office/drawing/2014/main" id="{776E3924-2166-C04F-9AEC-967EDB00A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11">
              <a:extLst>
                <a:ext uri="{FF2B5EF4-FFF2-40B4-BE49-F238E27FC236}">
                  <a16:creationId xmlns:a16="http://schemas.microsoft.com/office/drawing/2014/main" id="{A24F4795-0C5F-D34C-B8DC-87F0A1E8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12">
              <a:extLst>
                <a:ext uri="{FF2B5EF4-FFF2-40B4-BE49-F238E27FC236}">
                  <a16:creationId xmlns:a16="http://schemas.microsoft.com/office/drawing/2014/main" id="{4AEEA7BB-90FB-6741-A04E-AB443E5C1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13">
              <a:extLst>
                <a:ext uri="{FF2B5EF4-FFF2-40B4-BE49-F238E27FC236}">
                  <a16:creationId xmlns:a16="http://schemas.microsoft.com/office/drawing/2014/main" id="{B10D86C0-B3DA-E245-8BDF-BCB245AD6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14">
              <a:extLst>
                <a:ext uri="{FF2B5EF4-FFF2-40B4-BE49-F238E27FC236}">
                  <a16:creationId xmlns:a16="http://schemas.microsoft.com/office/drawing/2014/main" id="{1F6490DA-5FA9-2B48-868A-8EBC917B2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15">
              <a:extLst>
                <a:ext uri="{FF2B5EF4-FFF2-40B4-BE49-F238E27FC236}">
                  <a16:creationId xmlns:a16="http://schemas.microsoft.com/office/drawing/2014/main" id="{C59B568A-8C48-A347-A52B-8909043B4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16">
              <a:extLst>
                <a:ext uri="{FF2B5EF4-FFF2-40B4-BE49-F238E27FC236}">
                  <a16:creationId xmlns:a16="http://schemas.microsoft.com/office/drawing/2014/main" id="{88265B05-7EE0-0645-83BF-7356FD471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17">
              <a:extLst>
                <a:ext uri="{FF2B5EF4-FFF2-40B4-BE49-F238E27FC236}">
                  <a16:creationId xmlns:a16="http://schemas.microsoft.com/office/drawing/2014/main" id="{E3E15561-78DA-4344-ACC1-DC37A7DD5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18">
              <a:extLst>
                <a:ext uri="{FF2B5EF4-FFF2-40B4-BE49-F238E27FC236}">
                  <a16:creationId xmlns:a16="http://schemas.microsoft.com/office/drawing/2014/main" id="{B4E9D901-534C-0446-BA62-9D4C45E94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19">
              <a:extLst>
                <a:ext uri="{FF2B5EF4-FFF2-40B4-BE49-F238E27FC236}">
                  <a16:creationId xmlns:a16="http://schemas.microsoft.com/office/drawing/2014/main" id="{7A00F37B-29A0-6A42-B412-142DAF144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20">
              <a:extLst>
                <a:ext uri="{FF2B5EF4-FFF2-40B4-BE49-F238E27FC236}">
                  <a16:creationId xmlns:a16="http://schemas.microsoft.com/office/drawing/2014/main" id="{2B5301AD-B005-4848-B69A-DDDD25545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21">
              <a:extLst>
                <a:ext uri="{FF2B5EF4-FFF2-40B4-BE49-F238E27FC236}">
                  <a16:creationId xmlns:a16="http://schemas.microsoft.com/office/drawing/2014/main" id="{52BFF616-FBE1-454D-8C24-2C369881F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22">
              <a:extLst>
                <a:ext uri="{FF2B5EF4-FFF2-40B4-BE49-F238E27FC236}">
                  <a16:creationId xmlns:a16="http://schemas.microsoft.com/office/drawing/2014/main" id="{2E513F32-0AFA-0A46-9374-3AAC90E89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23">
              <a:extLst>
                <a:ext uri="{FF2B5EF4-FFF2-40B4-BE49-F238E27FC236}">
                  <a16:creationId xmlns:a16="http://schemas.microsoft.com/office/drawing/2014/main" id="{C68A23C0-E908-0C42-92AA-56B4FF22F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24">
              <a:extLst>
                <a:ext uri="{FF2B5EF4-FFF2-40B4-BE49-F238E27FC236}">
                  <a16:creationId xmlns:a16="http://schemas.microsoft.com/office/drawing/2014/main" id="{6704AAEA-9A5A-8D4E-A2C0-6610BD271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25">
              <a:extLst>
                <a:ext uri="{FF2B5EF4-FFF2-40B4-BE49-F238E27FC236}">
                  <a16:creationId xmlns:a16="http://schemas.microsoft.com/office/drawing/2014/main" id="{FED9AA27-D6C8-7D4A-A4B3-CFF492509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26">
              <a:extLst>
                <a:ext uri="{FF2B5EF4-FFF2-40B4-BE49-F238E27FC236}">
                  <a16:creationId xmlns:a16="http://schemas.microsoft.com/office/drawing/2014/main" id="{F07D3F9F-0A46-F741-8CB3-E21BE43DE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27">
              <a:extLst>
                <a:ext uri="{FF2B5EF4-FFF2-40B4-BE49-F238E27FC236}">
                  <a16:creationId xmlns:a16="http://schemas.microsoft.com/office/drawing/2014/main" id="{F7D9BA44-C999-5C4D-80F0-E4ED45FA2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28">
              <a:extLst>
                <a:ext uri="{FF2B5EF4-FFF2-40B4-BE49-F238E27FC236}">
                  <a16:creationId xmlns:a16="http://schemas.microsoft.com/office/drawing/2014/main" id="{6E21DC09-CC8F-3D4A-9B7A-42BD6F966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29">
              <a:extLst>
                <a:ext uri="{FF2B5EF4-FFF2-40B4-BE49-F238E27FC236}">
                  <a16:creationId xmlns:a16="http://schemas.microsoft.com/office/drawing/2014/main" id="{2A3CD0AA-0684-0141-AC7D-E382F0EEC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30">
              <a:extLst>
                <a:ext uri="{FF2B5EF4-FFF2-40B4-BE49-F238E27FC236}">
                  <a16:creationId xmlns:a16="http://schemas.microsoft.com/office/drawing/2014/main" id="{5012CF35-8AAA-924B-84C1-1F56C911B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31">
              <a:extLst>
                <a:ext uri="{FF2B5EF4-FFF2-40B4-BE49-F238E27FC236}">
                  <a16:creationId xmlns:a16="http://schemas.microsoft.com/office/drawing/2014/main" id="{EA9F731A-4D9A-2544-81F5-63D1F48F3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32">
              <a:extLst>
                <a:ext uri="{FF2B5EF4-FFF2-40B4-BE49-F238E27FC236}">
                  <a16:creationId xmlns:a16="http://schemas.microsoft.com/office/drawing/2014/main" id="{6DC69917-0D67-6245-8A26-5D45BCF20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33">
              <a:extLst>
                <a:ext uri="{FF2B5EF4-FFF2-40B4-BE49-F238E27FC236}">
                  <a16:creationId xmlns:a16="http://schemas.microsoft.com/office/drawing/2014/main" id="{93F3DF5E-C752-0F4D-BDE1-86BF48EAF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34">
              <a:extLst>
                <a:ext uri="{FF2B5EF4-FFF2-40B4-BE49-F238E27FC236}">
                  <a16:creationId xmlns:a16="http://schemas.microsoft.com/office/drawing/2014/main" id="{27FE5F5E-16C5-694B-98A5-DF79EA858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35">
              <a:extLst>
                <a:ext uri="{FF2B5EF4-FFF2-40B4-BE49-F238E27FC236}">
                  <a16:creationId xmlns:a16="http://schemas.microsoft.com/office/drawing/2014/main" id="{F77940C1-952E-5345-B480-D14FCF556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36">
              <a:extLst>
                <a:ext uri="{FF2B5EF4-FFF2-40B4-BE49-F238E27FC236}">
                  <a16:creationId xmlns:a16="http://schemas.microsoft.com/office/drawing/2014/main" id="{E9B571F4-BA59-384A-91D5-94DB080AF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37">
              <a:extLst>
                <a:ext uri="{FF2B5EF4-FFF2-40B4-BE49-F238E27FC236}">
                  <a16:creationId xmlns:a16="http://schemas.microsoft.com/office/drawing/2014/main" id="{801D9AC3-CF93-D246-ADCF-545F91241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38">
              <a:extLst>
                <a:ext uri="{FF2B5EF4-FFF2-40B4-BE49-F238E27FC236}">
                  <a16:creationId xmlns:a16="http://schemas.microsoft.com/office/drawing/2014/main" id="{6202B9D3-3768-0A41-9E3D-ACF1818D9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39">
              <a:extLst>
                <a:ext uri="{FF2B5EF4-FFF2-40B4-BE49-F238E27FC236}">
                  <a16:creationId xmlns:a16="http://schemas.microsoft.com/office/drawing/2014/main" id="{35C18247-DB99-B144-8DC6-B62B2A6BB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40">
              <a:extLst>
                <a:ext uri="{FF2B5EF4-FFF2-40B4-BE49-F238E27FC236}">
                  <a16:creationId xmlns:a16="http://schemas.microsoft.com/office/drawing/2014/main" id="{DCE17F18-1CAF-4342-B25C-FBC79C82F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41">
              <a:extLst>
                <a:ext uri="{FF2B5EF4-FFF2-40B4-BE49-F238E27FC236}">
                  <a16:creationId xmlns:a16="http://schemas.microsoft.com/office/drawing/2014/main" id="{F2F206DF-28D0-5B45-9FE2-E52B5C916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42">
              <a:extLst>
                <a:ext uri="{FF2B5EF4-FFF2-40B4-BE49-F238E27FC236}">
                  <a16:creationId xmlns:a16="http://schemas.microsoft.com/office/drawing/2014/main" id="{5454791B-77A9-AB45-84CC-628576889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43">
              <a:extLst>
                <a:ext uri="{FF2B5EF4-FFF2-40B4-BE49-F238E27FC236}">
                  <a16:creationId xmlns:a16="http://schemas.microsoft.com/office/drawing/2014/main" id="{C03B8EBA-E8D1-704E-9688-CEDB083DA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44">
              <a:extLst>
                <a:ext uri="{FF2B5EF4-FFF2-40B4-BE49-F238E27FC236}">
                  <a16:creationId xmlns:a16="http://schemas.microsoft.com/office/drawing/2014/main" id="{0C35CD7C-B573-8B44-A998-711B40848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45">
              <a:extLst>
                <a:ext uri="{FF2B5EF4-FFF2-40B4-BE49-F238E27FC236}">
                  <a16:creationId xmlns:a16="http://schemas.microsoft.com/office/drawing/2014/main" id="{33FF660C-4C37-7D42-837D-88142320E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46">
              <a:extLst>
                <a:ext uri="{FF2B5EF4-FFF2-40B4-BE49-F238E27FC236}">
                  <a16:creationId xmlns:a16="http://schemas.microsoft.com/office/drawing/2014/main" id="{0618F43E-3F42-9C49-9C9B-6326C348F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47">
              <a:extLst>
                <a:ext uri="{FF2B5EF4-FFF2-40B4-BE49-F238E27FC236}">
                  <a16:creationId xmlns:a16="http://schemas.microsoft.com/office/drawing/2014/main" id="{7F1048DB-0E45-A143-81DB-672C98367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48">
              <a:extLst>
                <a:ext uri="{FF2B5EF4-FFF2-40B4-BE49-F238E27FC236}">
                  <a16:creationId xmlns:a16="http://schemas.microsoft.com/office/drawing/2014/main" id="{5E0C699A-0C0E-7B44-949B-D06D87A8D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49">
              <a:extLst>
                <a:ext uri="{FF2B5EF4-FFF2-40B4-BE49-F238E27FC236}">
                  <a16:creationId xmlns:a16="http://schemas.microsoft.com/office/drawing/2014/main" id="{AB129009-7F49-9B45-AE2A-5C64C2AC6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50">
              <a:extLst>
                <a:ext uri="{FF2B5EF4-FFF2-40B4-BE49-F238E27FC236}">
                  <a16:creationId xmlns:a16="http://schemas.microsoft.com/office/drawing/2014/main" id="{CD18FBB2-1CF4-5D41-B39A-4EF328B65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51">
              <a:extLst>
                <a:ext uri="{FF2B5EF4-FFF2-40B4-BE49-F238E27FC236}">
                  <a16:creationId xmlns:a16="http://schemas.microsoft.com/office/drawing/2014/main" id="{CD4BBEC5-27A8-8841-BA6F-CAA00E571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52">
              <a:extLst>
                <a:ext uri="{FF2B5EF4-FFF2-40B4-BE49-F238E27FC236}">
                  <a16:creationId xmlns:a16="http://schemas.microsoft.com/office/drawing/2014/main" id="{8C2304F8-F9B7-F34E-A5D0-54B1CBBC4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153">
              <a:extLst>
                <a:ext uri="{FF2B5EF4-FFF2-40B4-BE49-F238E27FC236}">
                  <a16:creationId xmlns:a16="http://schemas.microsoft.com/office/drawing/2014/main" id="{56DE8EAE-BCA9-054B-B848-DC856ED98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154">
              <a:extLst>
                <a:ext uri="{FF2B5EF4-FFF2-40B4-BE49-F238E27FC236}">
                  <a16:creationId xmlns:a16="http://schemas.microsoft.com/office/drawing/2014/main" id="{2C436BAD-FF41-7A4E-A46E-6AE28798D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155">
              <a:extLst>
                <a:ext uri="{FF2B5EF4-FFF2-40B4-BE49-F238E27FC236}">
                  <a16:creationId xmlns:a16="http://schemas.microsoft.com/office/drawing/2014/main" id="{9BD5B749-02EB-5648-BA98-568099BFE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156">
              <a:extLst>
                <a:ext uri="{FF2B5EF4-FFF2-40B4-BE49-F238E27FC236}">
                  <a16:creationId xmlns:a16="http://schemas.microsoft.com/office/drawing/2014/main" id="{433B2F2B-85C4-AE4A-9034-7B535F26B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157">
              <a:extLst>
                <a:ext uri="{FF2B5EF4-FFF2-40B4-BE49-F238E27FC236}">
                  <a16:creationId xmlns:a16="http://schemas.microsoft.com/office/drawing/2014/main" id="{E8392CC6-D29A-EF4E-AA7F-9422460F1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158">
              <a:extLst>
                <a:ext uri="{FF2B5EF4-FFF2-40B4-BE49-F238E27FC236}">
                  <a16:creationId xmlns:a16="http://schemas.microsoft.com/office/drawing/2014/main" id="{C5CC30A6-0F1F-C149-860C-2A20EB6B7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159">
              <a:extLst>
                <a:ext uri="{FF2B5EF4-FFF2-40B4-BE49-F238E27FC236}">
                  <a16:creationId xmlns:a16="http://schemas.microsoft.com/office/drawing/2014/main" id="{B08EEEA1-DF37-924A-A12E-0121A920C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160">
              <a:extLst>
                <a:ext uri="{FF2B5EF4-FFF2-40B4-BE49-F238E27FC236}">
                  <a16:creationId xmlns:a16="http://schemas.microsoft.com/office/drawing/2014/main" id="{414CD50B-FA78-7E47-9428-6E8436E64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161">
              <a:extLst>
                <a:ext uri="{FF2B5EF4-FFF2-40B4-BE49-F238E27FC236}">
                  <a16:creationId xmlns:a16="http://schemas.microsoft.com/office/drawing/2014/main" id="{10FCE71C-66B4-1B4B-A43C-9C7CB0083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162">
              <a:extLst>
                <a:ext uri="{FF2B5EF4-FFF2-40B4-BE49-F238E27FC236}">
                  <a16:creationId xmlns:a16="http://schemas.microsoft.com/office/drawing/2014/main" id="{9BE330C5-14EA-214A-8D07-57BC125BB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163">
              <a:extLst>
                <a:ext uri="{FF2B5EF4-FFF2-40B4-BE49-F238E27FC236}">
                  <a16:creationId xmlns:a16="http://schemas.microsoft.com/office/drawing/2014/main" id="{37C6FCDA-4F0D-4843-B649-C48E1C2F6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235">
              <a:extLst>
                <a:ext uri="{FF2B5EF4-FFF2-40B4-BE49-F238E27FC236}">
                  <a16:creationId xmlns:a16="http://schemas.microsoft.com/office/drawing/2014/main" id="{EB04D24B-7834-0F41-B461-2328FAA1A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242">
              <a:extLst>
                <a:ext uri="{FF2B5EF4-FFF2-40B4-BE49-F238E27FC236}">
                  <a16:creationId xmlns:a16="http://schemas.microsoft.com/office/drawing/2014/main" id="{15180E8F-96BB-494E-A9BB-5F68DA8B5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249">
              <a:extLst>
                <a:ext uri="{FF2B5EF4-FFF2-40B4-BE49-F238E27FC236}">
                  <a16:creationId xmlns:a16="http://schemas.microsoft.com/office/drawing/2014/main" id="{0B1EA8A2-6BB1-DA47-851C-446283A66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256">
              <a:extLst>
                <a:ext uri="{FF2B5EF4-FFF2-40B4-BE49-F238E27FC236}">
                  <a16:creationId xmlns:a16="http://schemas.microsoft.com/office/drawing/2014/main" id="{C8B0C941-3118-3B48-AE27-6DB32A0DC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263">
              <a:extLst>
                <a:ext uri="{FF2B5EF4-FFF2-40B4-BE49-F238E27FC236}">
                  <a16:creationId xmlns:a16="http://schemas.microsoft.com/office/drawing/2014/main" id="{22781B13-3348-934B-9763-CB11DD615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270">
              <a:extLst>
                <a:ext uri="{FF2B5EF4-FFF2-40B4-BE49-F238E27FC236}">
                  <a16:creationId xmlns:a16="http://schemas.microsoft.com/office/drawing/2014/main" id="{1DAC6D1D-56C6-F64B-8A42-A30C8641E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277">
              <a:extLst>
                <a:ext uri="{FF2B5EF4-FFF2-40B4-BE49-F238E27FC236}">
                  <a16:creationId xmlns:a16="http://schemas.microsoft.com/office/drawing/2014/main" id="{8AB94505-8A5E-CF4C-9731-107B4A06C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284">
              <a:extLst>
                <a:ext uri="{FF2B5EF4-FFF2-40B4-BE49-F238E27FC236}">
                  <a16:creationId xmlns:a16="http://schemas.microsoft.com/office/drawing/2014/main" id="{6CA751D2-6C19-514F-849C-CF6BCCACF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291">
              <a:extLst>
                <a:ext uri="{FF2B5EF4-FFF2-40B4-BE49-F238E27FC236}">
                  <a16:creationId xmlns:a16="http://schemas.microsoft.com/office/drawing/2014/main" id="{D9A4B4F3-0630-9141-B74A-AA0861433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298">
              <a:extLst>
                <a:ext uri="{FF2B5EF4-FFF2-40B4-BE49-F238E27FC236}">
                  <a16:creationId xmlns:a16="http://schemas.microsoft.com/office/drawing/2014/main" id="{E287F732-F11B-B141-9358-84BC3D683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305">
              <a:extLst>
                <a:ext uri="{FF2B5EF4-FFF2-40B4-BE49-F238E27FC236}">
                  <a16:creationId xmlns:a16="http://schemas.microsoft.com/office/drawing/2014/main" id="{590B22E4-EF1E-1B4C-9963-0210400EE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312">
              <a:extLst>
                <a:ext uri="{FF2B5EF4-FFF2-40B4-BE49-F238E27FC236}">
                  <a16:creationId xmlns:a16="http://schemas.microsoft.com/office/drawing/2014/main" id="{3BCB1E6F-18C2-E74F-9C66-EDEA0C7A6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95" name="Freeform 594">
            <a:extLst>
              <a:ext uri="{FF2B5EF4-FFF2-40B4-BE49-F238E27FC236}">
                <a16:creationId xmlns:a16="http://schemas.microsoft.com/office/drawing/2014/main" id="{FD9F7C31-2577-DB41-B8D4-CA5D61ED08CF}"/>
              </a:ext>
            </a:extLst>
          </p:cNvPr>
          <p:cNvSpPr>
            <a:spLocks/>
          </p:cNvSpPr>
          <p:nvPr/>
        </p:nvSpPr>
        <p:spPr bwMode="auto">
          <a:xfrm>
            <a:off x="936762" y="1209718"/>
            <a:ext cx="2704252" cy="8704302"/>
          </a:xfrm>
          <a:custGeom>
            <a:avLst/>
            <a:gdLst>
              <a:gd name="connsiteX0" fmla="*/ 1058885 w 2704252"/>
              <a:gd name="connsiteY0" fmla="*/ 2965309 h 8704302"/>
              <a:gd name="connsiteX1" fmla="*/ 896646 w 2704252"/>
              <a:gd name="connsiteY1" fmla="*/ 3244944 h 8704302"/>
              <a:gd name="connsiteX2" fmla="*/ 928386 w 2704252"/>
              <a:gd name="connsiteY2" fmla="*/ 3258162 h 8704302"/>
              <a:gd name="connsiteX3" fmla="*/ 1013025 w 2704252"/>
              <a:gd name="connsiteY3" fmla="*/ 3295173 h 8704302"/>
              <a:gd name="connsiteX4" fmla="*/ 1064353 w 2704252"/>
              <a:gd name="connsiteY4" fmla="*/ 3318207 h 8704302"/>
              <a:gd name="connsiteX5" fmla="*/ 1064353 w 2704252"/>
              <a:gd name="connsiteY5" fmla="*/ 3259618 h 8704302"/>
              <a:gd name="connsiteX6" fmla="*/ 1872377 w 2704252"/>
              <a:gd name="connsiteY6" fmla="*/ 0 h 8704302"/>
              <a:gd name="connsiteX7" fmla="*/ 1904068 w 2704252"/>
              <a:gd name="connsiteY7" fmla="*/ 0 h 8704302"/>
              <a:gd name="connsiteX8" fmla="*/ 1933117 w 2704252"/>
              <a:gd name="connsiteY8" fmla="*/ 0 h 8704302"/>
              <a:gd name="connsiteX9" fmla="*/ 1978012 w 2704252"/>
              <a:gd name="connsiteY9" fmla="*/ 5300 h 8704302"/>
              <a:gd name="connsiteX10" fmla="*/ 1999139 w 2704252"/>
              <a:gd name="connsiteY10" fmla="*/ 7949 h 8704302"/>
              <a:gd name="connsiteX11" fmla="*/ 2017625 w 2704252"/>
              <a:gd name="connsiteY11" fmla="*/ 13248 h 8704302"/>
              <a:gd name="connsiteX12" fmla="*/ 2046675 w 2704252"/>
              <a:gd name="connsiteY12" fmla="*/ 26496 h 8704302"/>
              <a:gd name="connsiteX13" fmla="*/ 2091570 w 2704252"/>
              <a:gd name="connsiteY13" fmla="*/ 50342 h 8704302"/>
              <a:gd name="connsiteX14" fmla="*/ 2117979 w 2704252"/>
              <a:gd name="connsiteY14" fmla="*/ 66239 h 8704302"/>
              <a:gd name="connsiteX15" fmla="*/ 2144387 w 2704252"/>
              <a:gd name="connsiteY15" fmla="*/ 84785 h 8704302"/>
              <a:gd name="connsiteX16" fmla="*/ 2168155 w 2704252"/>
              <a:gd name="connsiteY16" fmla="*/ 105982 h 8704302"/>
              <a:gd name="connsiteX17" fmla="*/ 2191923 w 2704252"/>
              <a:gd name="connsiteY17" fmla="*/ 132477 h 8704302"/>
              <a:gd name="connsiteX18" fmla="*/ 2210409 w 2704252"/>
              <a:gd name="connsiteY18" fmla="*/ 161622 h 8704302"/>
              <a:gd name="connsiteX19" fmla="*/ 2228895 w 2704252"/>
              <a:gd name="connsiteY19" fmla="*/ 193416 h 8704302"/>
              <a:gd name="connsiteX20" fmla="*/ 2242100 w 2704252"/>
              <a:gd name="connsiteY20" fmla="*/ 227860 h 8704302"/>
              <a:gd name="connsiteX21" fmla="*/ 2250022 w 2704252"/>
              <a:gd name="connsiteY21" fmla="*/ 267603 h 8704302"/>
              <a:gd name="connsiteX22" fmla="*/ 2250022 w 2704252"/>
              <a:gd name="connsiteY22" fmla="*/ 307346 h 8704302"/>
              <a:gd name="connsiteX23" fmla="*/ 2242100 w 2704252"/>
              <a:gd name="connsiteY23" fmla="*/ 357687 h 8704302"/>
              <a:gd name="connsiteX24" fmla="*/ 2231536 w 2704252"/>
              <a:gd name="connsiteY24" fmla="*/ 378883 h 8704302"/>
              <a:gd name="connsiteX25" fmla="*/ 2226254 w 2704252"/>
              <a:gd name="connsiteY25" fmla="*/ 405379 h 8704302"/>
              <a:gd name="connsiteX26" fmla="*/ 2197205 w 2704252"/>
              <a:gd name="connsiteY26" fmla="*/ 458369 h 8704302"/>
              <a:gd name="connsiteX27" fmla="*/ 2193981 w 2704252"/>
              <a:gd name="connsiteY27" fmla="*/ 458369 h 8704302"/>
              <a:gd name="connsiteX28" fmla="*/ 2197181 w 2704252"/>
              <a:gd name="connsiteY28" fmla="*/ 475358 h 8704302"/>
              <a:gd name="connsiteX29" fmla="*/ 2202486 w 2704252"/>
              <a:gd name="connsiteY29" fmla="*/ 522894 h 8704302"/>
              <a:gd name="connsiteX30" fmla="*/ 2202486 w 2704252"/>
              <a:gd name="connsiteY30" fmla="*/ 575711 h 8704302"/>
              <a:gd name="connsiteX31" fmla="*/ 2202486 w 2704252"/>
              <a:gd name="connsiteY31" fmla="*/ 633810 h 8704302"/>
              <a:gd name="connsiteX32" fmla="*/ 2197181 w 2704252"/>
              <a:gd name="connsiteY32" fmla="*/ 694550 h 8704302"/>
              <a:gd name="connsiteX33" fmla="*/ 2186570 w 2704252"/>
              <a:gd name="connsiteY33" fmla="*/ 757931 h 8704302"/>
              <a:gd name="connsiteX34" fmla="*/ 2170655 w 2704252"/>
              <a:gd name="connsiteY34" fmla="*/ 818671 h 8704302"/>
              <a:gd name="connsiteX35" fmla="*/ 2154739 w 2704252"/>
              <a:gd name="connsiteY35" fmla="*/ 876770 h 8704302"/>
              <a:gd name="connsiteX36" fmla="*/ 2141732 w 2704252"/>
              <a:gd name="connsiteY36" fmla="*/ 912382 h 8704302"/>
              <a:gd name="connsiteX37" fmla="*/ 2141732 w 2704252"/>
              <a:gd name="connsiteY37" fmla="*/ 917254 h 8704302"/>
              <a:gd name="connsiteX38" fmla="*/ 2144385 w 2704252"/>
              <a:gd name="connsiteY38" fmla="*/ 927773 h 8704302"/>
              <a:gd name="connsiteX39" fmla="*/ 2139078 w 2704252"/>
              <a:gd name="connsiteY39" fmla="*/ 954068 h 8704302"/>
              <a:gd name="connsiteX40" fmla="*/ 2125012 w 2704252"/>
              <a:gd name="connsiteY40" fmla="*/ 979624 h 8704302"/>
              <a:gd name="connsiteX41" fmla="*/ 2181010 w 2704252"/>
              <a:gd name="connsiteY41" fmla="*/ 1256625 h 8704302"/>
              <a:gd name="connsiteX42" fmla="*/ 2183141 w 2704252"/>
              <a:gd name="connsiteY42" fmla="*/ 1251773 h 8704302"/>
              <a:gd name="connsiteX43" fmla="*/ 2503214 w 2704252"/>
              <a:gd name="connsiteY43" fmla="*/ 1322921 h 8704302"/>
              <a:gd name="connsiteX44" fmla="*/ 2704252 w 2704252"/>
              <a:gd name="connsiteY44" fmla="*/ 3615461 h 8704302"/>
              <a:gd name="connsiteX45" fmla="*/ 2669864 w 2704252"/>
              <a:gd name="connsiteY45" fmla="*/ 3620731 h 8704302"/>
              <a:gd name="connsiteX46" fmla="*/ 2569345 w 2704252"/>
              <a:gd name="connsiteY46" fmla="*/ 3636542 h 8704302"/>
              <a:gd name="connsiteX47" fmla="*/ 2415921 w 2704252"/>
              <a:gd name="connsiteY47" fmla="*/ 3652353 h 8704302"/>
              <a:gd name="connsiteX48" fmla="*/ 2320693 w 2704252"/>
              <a:gd name="connsiteY48" fmla="*/ 3657623 h 8704302"/>
              <a:gd name="connsiteX49" fmla="*/ 2214883 w 2704252"/>
              <a:gd name="connsiteY49" fmla="*/ 3660258 h 8704302"/>
              <a:gd name="connsiteX50" fmla="*/ 2133824 w 2704252"/>
              <a:gd name="connsiteY50" fmla="*/ 3663929 h 8704302"/>
              <a:gd name="connsiteX51" fmla="*/ 2133824 w 2704252"/>
              <a:gd name="connsiteY51" fmla="*/ 3668574 h 8704302"/>
              <a:gd name="connsiteX52" fmla="*/ 2131177 w 2704252"/>
              <a:gd name="connsiteY52" fmla="*/ 3879648 h 8704302"/>
              <a:gd name="connsiteX53" fmla="*/ 2125167 w 2704252"/>
              <a:gd name="connsiteY53" fmla="*/ 4031399 h 8704302"/>
              <a:gd name="connsiteX54" fmla="*/ 2138942 w 2704252"/>
              <a:gd name="connsiteY54" fmla="*/ 4040567 h 8704302"/>
              <a:gd name="connsiteX55" fmla="*/ 2162762 w 2704252"/>
              <a:gd name="connsiteY55" fmla="*/ 4056421 h 8704302"/>
              <a:gd name="connsiteX56" fmla="*/ 2181289 w 2704252"/>
              <a:gd name="connsiteY56" fmla="*/ 4077560 h 8704302"/>
              <a:gd name="connsiteX57" fmla="*/ 2197169 w 2704252"/>
              <a:gd name="connsiteY57" fmla="*/ 4096056 h 8704302"/>
              <a:gd name="connsiteX58" fmla="*/ 2199816 w 2704252"/>
              <a:gd name="connsiteY58" fmla="*/ 4109268 h 8704302"/>
              <a:gd name="connsiteX59" fmla="*/ 2207756 w 2704252"/>
              <a:gd name="connsiteY59" fmla="*/ 4127764 h 8704302"/>
              <a:gd name="connsiteX60" fmla="*/ 2210402 w 2704252"/>
              <a:gd name="connsiteY60" fmla="*/ 4172684 h 8704302"/>
              <a:gd name="connsiteX61" fmla="*/ 2213049 w 2704252"/>
              <a:gd name="connsiteY61" fmla="*/ 4230816 h 8704302"/>
              <a:gd name="connsiteX62" fmla="*/ 2213049 w 2704252"/>
              <a:gd name="connsiteY62" fmla="*/ 4302159 h 8704302"/>
              <a:gd name="connsiteX63" fmla="*/ 2207756 w 2704252"/>
              <a:gd name="connsiteY63" fmla="*/ 4389356 h 8704302"/>
              <a:gd name="connsiteX64" fmla="*/ 2199816 w 2704252"/>
              <a:gd name="connsiteY64" fmla="*/ 4484481 h 8704302"/>
              <a:gd name="connsiteX65" fmla="*/ 2173349 w 2704252"/>
              <a:gd name="connsiteY65" fmla="*/ 4714365 h 8704302"/>
              <a:gd name="connsiteX66" fmla="*/ 2138942 w 2704252"/>
              <a:gd name="connsiteY66" fmla="*/ 4981241 h 8704302"/>
              <a:gd name="connsiteX67" fmla="*/ 2091301 w 2704252"/>
              <a:gd name="connsiteY67" fmla="*/ 5279826 h 8704302"/>
              <a:gd name="connsiteX68" fmla="*/ 2033073 w 2704252"/>
              <a:gd name="connsiteY68" fmla="*/ 5607476 h 8704302"/>
              <a:gd name="connsiteX69" fmla="*/ 1969553 w 2704252"/>
              <a:gd name="connsiteY69" fmla="*/ 5950981 h 8704302"/>
              <a:gd name="connsiteX70" fmla="*/ 1895445 w 2704252"/>
              <a:gd name="connsiteY70" fmla="*/ 6310340 h 8704302"/>
              <a:gd name="connsiteX71" fmla="*/ 1816044 w 2704252"/>
              <a:gd name="connsiteY71" fmla="*/ 6677625 h 8704302"/>
              <a:gd name="connsiteX72" fmla="*/ 1728703 w 2704252"/>
              <a:gd name="connsiteY72" fmla="*/ 7044911 h 8704302"/>
              <a:gd name="connsiteX73" fmla="*/ 1636068 w 2704252"/>
              <a:gd name="connsiteY73" fmla="*/ 7406912 h 8704302"/>
              <a:gd name="connsiteX74" fmla="*/ 1540787 w 2704252"/>
              <a:gd name="connsiteY74" fmla="*/ 7758343 h 8704302"/>
              <a:gd name="connsiteX75" fmla="*/ 1493146 w 2704252"/>
              <a:gd name="connsiteY75" fmla="*/ 7927453 h 8704302"/>
              <a:gd name="connsiteX76" fmla="*/ 1442859 w 2704252"/>
              <a:gd name="connsiteY76" fmla="*/ 8088636 h 8704302"/>
              <a:gd name="connsiteX77" fmla="*/ 1392571 w 2704252"/>
              <a:gd name="connsiteY77" fmla="*/ 8249819 h 8704302"/>
              <a:gd name="connsiteX78" fmla="*/ 1342284 w 2704252"/>
              <a:gd name="connsiteY78" fmla="*/ 8400433 h 8704302"/>
              <a:gd name="connsiteX79" fmla="*/ 1291996 w 2704252"/>
              <a:gd name="connsiteY79" fmla="*/ 8543119 h 8704302"/>
              <a:gd name="connsiteX80" fmla="*/ 1239062 w 2704252"/>
              <a:gd name="connsiteY80" fmla="*/ 8677879 h 8704302"/>
              <a:gd name="connsiteX81" fmla="*/ 1220536 w 2704252"/>
              <a:gd name="connsiteY81" fmla="*/ 8685805 h 8704302"/>
              <a:gd name="connsiteX82" fmla="*/ 1202009 w 2704252"/>
              <a:gd name="connsiteY82" fmla="*/ 8696375 h 8704302"/>
              <a:gd name="connsiteX83" fmla="*/ 1178188 w 2704252"/>
              <a:gd name="connsiteY83" fmla="*/ 8699017 h 8704302"/>
              <a:gd name="connsiteX84" fmla="*/ 1159661 w 2704252"/>
              <a:gd name="connsiteY84" fmla="*/ 8704302 h 8704302"/>
              <a:gd name="connsiteX85" fmla="*/ 1122608 w 2704252"/>
              <a:gd name="connsiteY85" fmla="*/ 8699017 h 8704302"/>
              <a:gd name="connsiteX86" fmla="*/ 1085554 w 2704252"/>
              <a:gd name="connsiteY86" fmla="*/ 8693733 h 8704302"/>
              <a:gd name="connsiteX87" fmla="*/ 1056440 w 2704252"/>
              <a:gd name="connsiteY87" fmla="*/ 8680521 h 8704302"/>
              <a:gd name="connsiteX88" fmla="*/ 1032620 w 2704252"/>
              <a:gd name="connsiteY88" fmla="*/ 8669951 h 8704302"/>
              <a:gd name="connsiteX89" fmla="*/ 1014093 w 2704252"/>
              <a:gd name="connsiteY89" fmla="*/ 8659382 h 8704302"/>
              <a:gd name="connsiteX90" fmla="*/ 1037913 w 2704252"/>
              <a:gd name="connsiteY90" fmla="*/ 8310593 h 8704302"/>
              <a:gd name="connsiteX91" fmla="*/ 1096141 w 2704252"/>
              <a:gd name="connsiteY91" fmla="*/ 7504678 h 8704302"/>
              <a:gd name="connsiteX92" fmla="*/ 1159661 w 2704252"/>
              <a:gd name="connsiteY92" fmla="*/ 6606282 h 8704302"/>
              <a:gd name="connsiteX93" fmla="*/ 1183482 w 2704252"/>
              <a:gd name="connsiteY93" fmla="*/ 6236354 h 8704302"/>
              <a:gd name="connsiteX94" fmla="*/ 1191422 w 2704252"/>
              <a:gd name="connsiteY94" fmla="*/ 5980047 h 8704302"/>
              <a:gd name="connsiteX95" fmla="*/ 1194068 w 2704252"/>
              <a:gd name="connsiteY95" fmla="*/ 5879638 h 8704302"/>
              <a:gd name="connsiteX96" fmla="*/ 1191422 w 2704252"/>
              <a:gd name="connsiteY96" fmla="*/ 5758090 h 8704302"/>
              <a:gd name="connsiteX97" fmla="*/ 1188775 w 2704252"/>
              <a:gd name="connsiteY97" fmla="*/ 5615403 h 8704302"/>
              <a:gd name="connsiteX98" fmla="*/ 1178188 w 2704252"/>
              <a:gd name="connsiteY98" fmla="*/ 5470075 h 8704302"/>
              <a:gd name="connsiteX99" fmla="*/ 1159661 w 2704252"/>
              <a:gd name="connsiteY99" fmla="*/ 5147709 h 8704302"/>
              <a:gd name="connsiteX100" fmla="*/ 1133194 w 2704252"/>
              <a:gd name="connsiteY100" fmla="*/ 4820058 h 8704302"/>
              <a:gd name="connsiteX101" fmla="*/ 1109374 w 2704252"/>
              <a:gd name="connsiteY101" fmla="*/ 4513546 h 8704302"/>
              <a:gd name="connsiteX102" fmla="*/ 1085554 w 2704252"/>
              <a:gd name="connsiteY102" fmla="*/ 4262524 h 8704302"/>
              <a:gd name="connsiteX103" fmla="*/ 1064386 w 2704252"/>
              <a:gd name="connsiteY103" fmla="*/ 4024775 h 8704302"/>
              <a:gd name="connsiteX104" fmla="*/ 1064353 w 2704252"/>
              <a:gd name="connsiteY104" fmla="*/ 4024762 h 8704302"/>
              <a:gd name="connsiteX105" fmla="*/ 1064353 w 2704252"/>
              <a:gd name="connsiteY105" fmla="*/ 3897173 h 8704302"/>
              <a:gd name="connsiteX106" fmla="*/ 938966 w 2704252"/>
              <a:gd name="connsiteY106" fmla="*/ 3887343 h 8704302"/>
              <a:gd name="connsiteX107" fmla="*/ 806717 w 2704252"/>
              <a:gd name="connsiteY107" fmla="*/ 3871482 h 8704302"/>
              <a:gd name="connsiteX108" fmla="*/ 669178 w 2704252"/>
              <a:gd name="connsiteY108" fmla="*/ 3850333 h 8704302"/>
              <a:gd name="connsiteX109" fmla="*/ 534285 w 2704252"/>
              <a:gd name="connsiteY109" fmla="*/ 3823897 h 8704302"/>
              <a:gd name="connsiteX110" fmla="*/ 407326 w 2704252"/>
              <a:gd name="connsiteY110" fmla="*/ 3794817 h 8704302"/>
              <a:gd name="connsiteX111" fmla="*/ 346492 w 2704252"/>
              <a:gd name="connsiteY111" fmla="*/ 3776311 h 8704302"/>
              <a:gd name="connsiteX112" fmla="*/ 285657 w 2704252"/>
              <a:gd name="connsiteY112" fmla="*/ 3755163 h 8704302"/>
              <a:gd name="connsiteX113" fmla="*/ 230113 w 2704252"/>
              <a:gd name="connsiteY113" fmla="*/ 3736657 h 8704302"/>
              <a:gd name="connsiteX114" fmla="*/ 174568 w 2704252"/>
              <a:gd name="connsiteY114" fmla="*/ 3715508 h 8704302"/>
              <a:gd name="connsiteX115" fmla="*/ 126959 w 2704252"/>
              <a:gd name="connsiteY115" fmla="*/ 3691716 h 8704302"/>
              <a:gd name="connsiteX116" fmla="*/ 79349 w 2704252"/>
              <a:gd name="connsiteY116" fmla="*/ 3670567 h 8704302"/>
              <a:gd name="connsiteX117" fmla="*/ 60834 w 2704252"/>
              <a:gd name="connsiteY117" fmla="*/ 3657349 h 8704302"/>
              <a:gd name="connsiteX118" fmla="*/ 44964 w 2704252"/>
              <a:gd name="connsiteY118" fmla="*/ 3638843 h 8704302"/>
              <a:gd name="connsiteX119" fmla="*/ 31739 w 2704252"/>
              <a:gd name="connsiteY119" fmla="*/ 3617694 h 8704302"/>
              <a:gd name="connsiteX120" fmla="*/ 21160 w 2704252"/>
              <a:gd name="connsiteY120" fmla="*/ 3596545 h 8704302"/>
              <a:gd name="connsiteX121" fmla="*/ 13225 w 2704252"/>
              <a:gd name="connsiteY121" fmla="*/ 3567466 h 8704302"/>
              <a:gd name="connsiteX122" fmla="*/ 5290 w 2704252"/>
              <a:gd name="connsiteY122" fmla="*/ 3538386 h 8704302"/>
              <a:gd name="connsiteX123" fmla="*/ 2645 w 2704252"/>
              <a:gd name="connsiteY123" fmla="*/ 3506662 h 8704302"/>
              <a:gd name="connsiteX124" fmla="*/ 0 w 2704252"/>
              <a:gd name="connsiteY124" fmla="*/ 3474939 h 8704302"/>
              <a:gd name="connsiteX125" fmla="*/ 2645 w 2704252"/>
              <a:gd name="connsiteY125" fmla="*/ 3398274 h 8704302"/>
              <a:gd name="connsiteX126" fmla="*/ 13225 w 2704252"/>
              <a:gd name="connsiteY126" fmla="*/ 3316322 h 8704302"/>
              <a:gd name="connsiteX127" fmla="*/ 29094 w 2704252"/>
              <a:gd name="connsiteY127" fmla="*/ 3226439 h 8704302"/>
              <a:gd name="connsiteX128" fmla="*/ 50254 w 2704252"/>
              <a:gd name="connsiteY128" fmla="*/ 3133912 h 8704302"/>
              <a:gd name="connsiteX129" fmla="*/ 79349 w 2704252"/>
              <a:gd name="connsiteY129" fmla="*/ 3036098 h 8704302"/>
              <a:gd name="connsiteX130" fmla="*/ 108444 w 2704252"/>
              <a:gd name="connsiteY130" fmla="*/ 2938285 h 8704302"/>
              <a:gd name="connsiteX131" fmla="*/ 142828 w 2704252"/>
              <a:gd name="connsiteY131" fmla="*/ 2837828 h 8704302"/>
              <a:gd name="connsiteX132" fmla="*/ 179858 w 2704252"/>
              <a:gd name="connsiteY132" fmla="*/ 2740014 h 8704302"/>
              <a:gd name="connsiteX133" fmla="*/ 216888 w 2704252"/>
              <a:gd name="connsiteY133" fmla="*/ 2644843 h 8704302"/>
              <a:gd name="connsiteX134" fmla="*/ 256562 w 2704252"/>
              <a:gd name="connsiteY134" fmla="*/ 2554960 h 8704302"/>
              <a:gd name="connsiteX135" fmla="*/ 327977 w 2704252"/>
              <a:gd name="connsiteY135" fmla="*/ 2388412 h 8704302"/>
              <a:gd name="connsiteX136" fmla="*/ 402036 w 2704252"/>
              <a:gd name="connsiteY136" fmla="*/ 2237726 h 8704302"/>
              <a:gd name="connsiteX137" fmla="*/ 476095 w 2704252"/>
              <a:gd name="connsiteY137" fmla="*/ 2102901 h 8704302"/>
              <a:gd name="connsiteX138" fmla="*/ 547510 w 2704252"/>
              <a:gd name="connsiteY138" fmla="*/ 1981295 h 8704302"/>
              <a:gd name="connsiteX139" fmla="*/ 613634 w 2704252"/>
              <a:gd name="connsiteY139" fmla="*/ 1872907 h 8704302"/>
              <a:gd name="connsiteX140" fmla="*/ 685048 w 2704252"/>
              <a:gd name="connsiteY140" fmla="*/ 1777737 h 8704302"/>
              <a:gd name="connsiteX141" fmla="*/ 748528 w 2704252"/>
              <a:gd name="connsiteY141" fmla="*/ 1693141 h 8704302"/>
              <a:gd name="connsiteX142" fmla="*/ 814652 w 2704252"/>
              <a:gd name="connsiteY142" fmla="*/ 1621763 h 8704302"/>
              <a:gd name="connsiteX143" fmla="*/ 875487 w 2704252"/>
              <a:gd name="connsiteY143" fmla="*/ 1560960 h 8704302"/>
              <a:gd name="connsiteX144" fmla="*/ 936321 w 2704252"/>
              <a:gd name="connsiteY144" fmla="*/ 1505444 h 8704302"/>
              <a:gd name="connsiteX145" fmla="*/ 997155 w 2704252"/>
              <a:gd name="connsiteY145" fmla="*/ 1463146 h 8704302"/>
              <a:gd name="connsiteX146" fmla="*/ 1055345 w 2704252"/>
              <a:gd name="connsiteY146" fmla="*/ 1428779 h 8704302"/>
              <a:gd name="connsiteX147" fmla="*/ 1110889 w 2704252"/>
              <a:gd name="connsiteY147" fmla="*/ 1399699 h 8704302"/>
              <a:gd name="connsiteX148" fmla="*/ 1163789 w 2704252"/>
              <a:gd name="connsiteY148" fmla="*/ 1381194 h 8704302"/>
              <a:gd name="connsiteX149" fmla="*/ 1214043 w 2704252"/>
              <a:gd name="connsiteY149" fmla="*/ 1367976 h 8704302"/>
              <a:gd name="connsiteX150" fmla="*/ 1215579 w 2704252"/>
              <a:gd name="connsiteY150" fmla="*/ 1367814 h 8704302"/>
              <a:gd name="connsiteX151" fmla="*/ 1228480 w 2704252"/>
              <a:gd name="connsiteY151" fmla="*/ 1362590 h 8704302"/>
              <a:gd name="connsiteX152" fmla="*/ 1323779 w 2704252"/>
              <a:gd name="connsiteY152" fmla="*/ 1328291 h 8704302"/>
              <a:gd name="connsiteX153" fmla="*/ 1427020 w 2704252"/>
              <a:gd name="connsiteY153" fmla="*/ 1296630 h 8704302"/>
              <a:gd name="connsiteX154" fmla="*/ 1482612 w 2704252"/>
              <a:gd name="connsiteY154" fmla="*/ 1280800 h 8704302"/>
              <a:gd name="connsiteX155" fmla="*/ 1538203 w 2704252"/>
              <a:gd name="connsiteY155" fmla="*/ 1272884 h 8704302"/>
              <a:gd name="connsiteX156" fmla="*/ 1596441 w 2704252"/>
              <a:gd name="connsiteY156" fmla="*/ 1262330 h 8704302"/>
              <a:gd name="connsiteX157" fmla="*/ 1649386 w 2704252"/>
              <a:gd name="connsiteY157" fmla="*/ 1257054 h 8704302"/>
              <a:gd name="connsiteX158" fmla="*/ 1660428 w 2704252"/>
              <a:gd name="connsiteY158" fmla="*/ 1277122 h 8704302"/>
              <a:gd name="connsiteX159" fmla="*/ 1714934 w 2704252"/>
              <a:gd name="connsiteY159" fmla="*/ 1262314 h 8704302"/>
              <a:gd name="connsiteX160" fmla="*/ 1715106 w 2704252"/>
              <a:gd name="connsiteY160" fmla="*/ 1262474 h 8704302"/>
              <a:gd name="connsiteX161" fmla="*/ 1740906 w 2704252"/>
              <a:gd name="connsiteY161" fmla="*/ 1043309 h 8704302"/>
              <a:gd name="connsiteX162" fmla="*/ 1725150 w 2704252"/>
              <a:gd name="connsiteY162" fmla="*/ 1027695 h 8704302"/>
              <a:gd name="connsiteX163" fmla="*/ 1695963 w 2704252"/>
              <a:gd name="connsiteY163" fmla="*/ 990881 h 8704302"/>
              <a:gd name="connsiteX164" fmla="*/ 1669429 w 2704252"/>
              <a:gd name="connsiteY164" fmla="*/ 951439 h 8704302"/>
              <a:gd name="connsiteX165" fmla="*/ 1650856 w 2704252"/>
              <a:gd name="connsiteY165" fmla="*/ 909366 h 8704302"/>
              <a:gd name="connsiteX166" fmla="*/ 1632282 w 2704252"/>
              <a:gd name="connsiteY166" fmla="*/ 862034 h 8704302"/>
              <a:gd name="connsiteX167" fmla="*/ 1619015 w 2704252"/>
              <a:gd name="connsiteY167" fmla="*/ 817332 h 8704302"/>
              <a:gd name="connsiteX168" fmla="*/ 1605748 w 2704252"/>
              <a:gd name="connsiteY168" fmla="*/ 770001 h 8704302"/>
              <a:gd name="connsiteX169" fmla="*/ 1604551 w 2704252"/>
              <a:gd name="connsiteY169" fmla="*/ 758727 h 8704302"/>
              <a:gd name="connsiteX170" fmla="*/ 1600040 w 2704252"/>
              <a:gd name="connsiteY170" fmla="*/ 748169 h 8704302"/>
              <a:gd name="connsiteX171" fmla="*/ 1589803 w 2704252"/>
              <a:gd name="connsiteY171" fmla="*/ 744808 h 8704302"/>
              <a:gd name="connsiteX172" fmla="*/ 1573958 w 2704252"/>
              <a:gd name="connsiteY172" fmla="*/ 742206 h 8704302"/>
              <a:gd name="connsiteX173" fmla="*/ 1558112 w 2704252"/>
              <a:gd name="connsiteY173" fmla="*/ 731800 h 8704302"/>
              <a:gd name="connsiteX174" fmla="*/ 1544908 w 2704252"/>
              <a:gd name="connsiteY174" fmla="*/ 723996 h 8704302"/>
              <a:gd name="connsiteX175" fmla="*/ 1536985 w 2704252"/>
              <a:gd name="connsiteY175" fmla="*/ 710988 h 8704302"/>
              <a:gd name="connsiteX176" fmla="*/ 1526422 w 2704252"/>
              <a:gd name="connsiteY176" fmla="*/ 695380 h 8704302"/>
              <a:gd name="connsiteX177" fmla="*/ 1523781 w 2704252"/>
              <a:gd name="connsiteY177" fmla="*/ 679771 h 8704302"/>
              <a:gd name="connsiteX178" fmla="*/ 1521140 w 2704252"/>
              <a:gd name="connsiteY178" fmla="*/ 664162 h 8704302"/>
              <a:gd name="connsiteX179" fmla="*/ 1523781 w 2704252"/>
              <a:gd name="connsiteY179" fmla="*/ 645951 h 8704302"/>
              <a:gd name="connsiteX180" fmla="*/ 1526422 w 2704252"/>
              <a:gd name="connsiteY180" fmla="*/ 630343 h 8704302"/>
              <a:gd name="connsiteX181" fmla="*/ 1536985 w 2704252"/>
              <a:gd name="connsiteY181" fmla="*/ 614733 h 8704302"/>
              <a:gd name="connsiteX182" fmla="*/ 1543547 w 2704252"/>
              <a:gd name="connsiteY182" fmla="*/ 603960 h 8704302"/>
              <a:gd name="connsiteX183" fmla="*/ 1536986 w 2704252"/>
              <a:gd name="connsiteY183" fmla="*/ 582897 h 8704302"/>
              <a:gd name="connsiteX184" fmla="*/ 1523782 w 2704252"/>
              <a:gd name="connsiteY184" fmla="*/ 551103 h 8704302"/>
              <a:gd name="connsiteX185" fmla="*/ 1518500 w 2704252"/>
              <a:gd name="connsiteY185" fmla="*/ 516659 h 8704302"/>
              <a:gd name="connsiteX186" fmla="*/ 1510578 w 2704252"/>
              <a:gd name="connsiteY186" fmla="*/ 482215 h 8704302"/>
              <a:gd name="connsiteX187" fmla="*/ 1507937 w 2704252"/>
              <a:gd name="connsiteY187" fmla="*/ 445122 h 8704302"/>
              <a:gd name="connsiteX188" fmla="*/ 1505296 w 2704252"/>
              <a:gd name="connsiteY188" fmla="*/ 410678 h 8704302"/>
              <a:gd name="connsiteX189" fmla="*/ 1505296 w 2704252"/>
              <a:gd name="connsiteY189" fmla="*/ 378883 h 8704302"/>
              <a:gd name="connsiteX190" fmla="*/ 1510578 w 2704252"/>
              <a:gd name="connsiteY190" fmla="*/ 315295 h 8704302"/>
              <a:gd name="connsiteX191" fmla="*/ 1523782 w 2704252"/>
              <a:gd name="connsiteY191" fmla="*/ 257005 h 8704302"/>
              <a:gd name="connsiteX192" fmla="*/ 1529064 w 2704252"/>
              <a:gd name="connsiteY192" fmla="*/ 230510 h 8704302"/>
              <a:gd name="connsiteX193" fmla="*/ 1539627 w 2704252"/>
              <a:gd name="connsiteY193" fmla="*/ 209314 h 8704302"/>
              <a:gd name="connsiteX194" fmla="*/ 1552832 w 2704252"/>
              <a:gd name="connsiteY194" fmla="*/ 190767 h 8704302"/>
              <a:gd name="connsiteX195" fmla="*/ 1563395 w 2704252"/>
              <a:gd name="connsiteY195" fmla="*/ 169571 h 8704302"/>
              <a:gd name="connsiteX196" fmla="*/ 1573959 w 2704252"/>
              <a:gd name="connsiteY196" fmla="*/ 158972 h 8704302"/>
              <a:gd name="connsiteX197" fmla="*/ 1587163 w 2704252"/>
              <a:gd name="connsiteY197" fmla="*/ 148374 h 8704302"/>
              <a:gd name="connsiteX198" fmla="*/ 1616213 w 2704252"/>
              <a:gd name="connsiteY198" fmla="*/ 135127 h 8704302"/>
              <a:gd name="connsiteX199" fmla="*/ 1647903 w 2704252"/>
              <a:gd name="connsiteY199" fmla="*/ 121879 h 8704302"/>
              <a:gd name="connsiteX200" fmla="*/ 1663748 w 2704252"/>
              <a:gd name="connsiteY200" fmla="*/ 116580 h 8704302"/>
              <a:gd name="connsiteX201" fmla="*/ 1676953 w 2704252"/>
              <a:gd name="connsiteY201" fmla="*/ 105982 h 8704302"/>
              <a:gd name="connsiteX202" fmla="*/ 1687516 w 2704252"/>
              <a:gd name="connsiteY202" fmla="*/ 92734 h 8704302"/>
              <a:gd name="connsiteX203" fmla="*/ 1695439 w 2704252"/>
              <a:gd name="connsiteY203" fmla="*/ 76837 h 8704302"/>
              <a:gd name="connsiteX204" fmla="*/ 1706002 w 2704252"/>
              <a:gd name="connsiteY204" fmla="*/ 66239 h 8704302"/>
              <a:gd name="connsiteX205" fmla="*/ 1719207 w 2704252"/>
              <a:gd name="connsiteY205" fmla="*/ 52991 h 8704302"/>
              <a:gd name="connsiteX206" fmla="*/ 1732411 w 2704252"/>
              <a:gd name="connsiteY206" fmla="*/ 39743 h 8704302"/>
              <a:gd name="connsiteX207" fmla="*/ 1748256 w 2704252"/>
              <a:gd name="connsiteY207" fmla="*/ 31795 h 8704302"/>
              <a:gd name="connsiteX208" fmla="*/ 1779947 w 2704252"/>
              <a:gd name="connsiteY208" fmla="*/ 21197 h 8704302"/>
              <a:gd name="connsiteX209" fmla="*/ 1811637 w 2704252"/>
              <a:gd name="connsiteY209" fmla="*/ 10599 h 8704302"/>
              <a:gd name="connsiteX210" fmla="*/ 1840687 w 2704252"/>
              <a:gd name="connsiteY210" fmla="*/ 5300 h 8704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</a:cxnLst>
            <a:rect l="l" t="t" r="r" b="b"/>
            <a:pathLst>
              <a:path w="2704252" h="8704302">
                <a:moveTo>
                  <a:pt x="1058885" y="2965309"/>
                </a:moveTo>
                <a:lnTo>
                  <a:pt x="896646" y="3244944"/>
                </a:lnTo>
                <a:lnTo>
                  <a:pt x="928386" y="3258162"/>
                </a:lnTo>
                <a:lnTo>
                  <a:pt x="1013025" y="3295173"/>
                </a:lnTo>
                <a:lnTo>
                  <a:pt x="1064353" y="3318207"/>
                </a:lnTo>
                <a:lnTo>
                  <a:pt x="1064353" y="3259618"/>
                </a:lnTo>
                <a:close/>
                <a:moveTo>
                  <a:pt x="1872377" y="0"/>
                </a:moveTo>
                <a:lnTo>
                  <a:pt x="1904068" y="0"/>
                </a:lnTo>
                <a:lnTo>
                  <a:pt x="1933117" y="0"/>
                </a:lnTo>
                <a:lnTo>
                  <a:pt x="1978012" y="5300"/>
                </a:lnTo>
                <a:lnTo>
                  <a:pt x="1999139" y="7949"/>
                </a:lnTo>
                <a:lnTo>
                  <a:pt x="2017625" y="13248"/>
                </a:lnTo>
                <a:lnTo>
                  <a:pt x="2046675" y="26496"/>
                </a:lnTo>
                <a:lnTo>
                  <a:pt x="2091570" y="50342"/>
                </a:lnTo>
                <a:lnTo>
                  <a:pt x="2117979" y="66239"/>
                </a:lnTo>
                <a:lnTo>
                  <a:pt x="2144387" y="84785"/>
                </a:lnTo>
                <a:lnTo>
                  <a:pt x="2168155" y="105982"/>
                </a:lnTo>
                <a:lnTo>
                  <a:pt x="2191923" y="132477"/>
                </a:lnTo>
                <a:lnTo>
                  <a:pt x="2210409" y="161622"/>
                </a:lnTo>
                <a:lnTo>
                  <a:pt x="2228895" y="193416"/>
                </a:lnTo>
                <a:lnTo>
                  <a:pt x="2242100" y="227860"/>
                </a:lnTo>
                <a:lnTo>
                  <a:pt x="2250022" y="267603"/>
                </a:lnTo>
                <a:lnTo>
                  <a:pt x="2250022" y="307346"/>
                </a:lnTo>
                <a:lnTo>
                  <a:pt x="2242100" y="357687"/>
                </a:lnTo>
                <a:lnTo>
                  <a:pt x="2231536" y="378883"/>
                </a:lnTo>
                <a:lnTo>
                  <a:pt x="2226254" y="405379"/>
                </a:lnTo>
                <a:lnTo>
                  <a:pt x="2197205" y="458369"/>
                </a:lnTo>
                <a:lnTo>
                  <a:pt x="2193981" y="458369"/>
                </a:lnTo>
                <a:lnTo>
                  <a:pt x="2197181" y="475358"/>
                </a:lnTo>
                <a:lnTo>
                  <a:pt x="2202486" y="522894"/>
                </a:lnTo>
                <a:lnTo>
                  <a:pt x="2202486" y="575711"/>
                </a:lnTo>
                <a:lnTo>
                  <a:pt x="2202486" y="633810"/>
                </a:lnTo>
                <a:lnTo>
                  <a:pt x="2197181" y="694550"/>
                </a:lnTo>
                <a:lnTo>
                  <a:pt x="2186570" y="757931"/>
                </a:lnTo>
                <a:lnTo>
                  <a:pt x="2170655" y="818671"/>
                </a:lnTo>
                <a:lnTo>
                  <a:pt x="2154739" y="876770"/>
                </a:lnTo>
                <a:lnTo>
                  <a:pt x="2141732" y="912382"/>
                </a:lnTo>
                <a:lnTo>
                  <a:pt x="2141732" y="917254"/>
                </a:lnTo>
                <a:lnTo>
                  <a:pt x="2144385" y="927773"/>
                </a:lnTo>
                <a:lnTo>
                  <a:pt x="2139078" y="954068"/>
                </a:lnTo>
                <a:lnTo>
                  <a:pt x="2125012" y="979624"/>
                </a:lnTo>
                <a:lnTo>
                  <a:pt x="2181010" y="1256625"/>
                </a:lnTo>
                <a:lnTo>
                  <a:pt x="2183141" y="1251773"/>
                </a:lnTo>
                <a:lnTo>
                  <a:pt x="2503214" y="1322921"/>
                </a:lnTo>
                <a:lnTo>
                  <a:pt x="2704252" y="3615461"/>
                </a:lnTo>
                <a:lnTo>
                  <a:pt x="2669864" y="3620731"/>
                </a:lnTo>
                <a:lnTo>
                  <a:pt x="2569345" y="3636542"/>
                </a:lnTo>
                <a:lnTo>
                  <a:pt x="2415921" y="3652353"/>
                </a:lnTo>
                <a:lnTo>
                  <a:pt x="2320693" y="3657623"/>
                </a:lnTo>
                <a:lnTo>
                  <a:pt x="2214883" y="3660258"/>
                </a:lnTo>
                <a:lnTo>
                  <a:pt x="2133824" y="3663929"/>
                </a:lnTo>
                <a:lnTo>
                  <a:pt x="2133824" y="3668574"/>
                </a:lnTo>
                <a:lnTo>
                  <a:pt x="2131177" y="3879648"/>
                </a:lnTo>
                <a:lnTo>
                  <a:pt x="2125167" y="4031399"/>
                </a:lnTo>
                <a:lnTo>
                  <a:pt x="2138942" y="4040567"/>
                </a:lnTo>
                <a:lnTo>
                  <a:pt x="2162762" y="4056421"/>
                </a:lnTo>
                <a:lnTo>
                  <a:pt x="2181289" y="4077560"/>
                </a:lnTo>
                <a:lnTo>
                  <a:pt x="2197169" y="4096056"/>
                </a:lnTo>
                <a:lnTo>
                  <a:pt x="2199816" y="4109268"/>
                </a:lnTo>
                <a:lnTo>
                  <a:pt x="2207756" y="4127764"/>
                </a:lnTo>
                <a:lnTo>
                  <a:pt x="2210402" y="4172684"/>
                </a:lnTo>
                <a:lnTo>
                  <a:pt x="2213049" y="4230816"/>
                </a:lnTo>
                <a:lnTo>
                  <a:pt x="2213049" y="4302159"/>
                </a:lnTo>
                <a:lnTo>
                  <a:pt x="2207756" y="4389356"/>
                </a:lnTo>
                <a:lnTo>
                  <a:pt x="2199816" y="4484481"/>
                </a:lnTo>
                <a:lnTo>
                  <a:pt x="2173349" y="4714365"/>
                </a:lnTo>
                <a:lnTo>
                  <a:pt x="2138942" y="4981241"/>
                </a:lnTo>
                <a:lnTo>
                  <a:pt x="2091301" y="5279826"/>
                </a:lnTo>
                <a:lnTo>
                  <a:pt x="2033073" y="5607476"/>
                </a:lnTo>
                <a:lnTo>
                  <a:pt x="1969553" y="5950981"/>
                </a:lnTo>
                <a:lnTo>
                  <a:pt x="1895445" y="6310340"/>
                </a:lnTo>
                <a:lnTo>
                  <a:pt x="1816044" y="6677625"/>
                </a:lnTo>
                <a:lnTo>
                  <a:pt x="1728703" y="7044911"/>
                </a:lnTo>
                <a:lnTo>
                  <a:pt x="1636068" y="7406912"/>
                </a:lnTo>
                <a:lnTo>
                  <a:pt x="1540787" y="7758343"/>
                </a:lnTo>
                <a:lnTo>
                  <a:pt x="1493146" y="7927453"/>
                </a:lnTo>
                <a:lnTo>
                  <a:pt x="1442859" y="8088636"/>
                </a:lnTo>
                <a:lnTo>
                  <a:pt x="1392571" y="8249819"/>
                </a:lnTo>
                <a:lnTo>
                  <a:pt x="1342284" y="8400433"/>
                </a:lnTo>
                <a:lnTo>
                  <a:pt x="1291996" y="8543119"/>
                </a:lnTo>
                <a:lnTo>
                  <a:pt x="1239062" y="8677879"/>
                </a:lnTo>
                <a:lnTo>
                  <a:pt x="1220536" y="8685805"/>
                </a:lnTo>
                <a:lnTo>
                  <a:pt x="1202009" y="8696375"/>
                </a:lnTo>
                <a:lnTo>
                  <a:pt x="1178188" y="8699017"/>
                </a:lnTo>
                <a:lnTo>
                  <a:pt x="1159661" y="8704302"/>
                </a:lnTo>
                <a:lnTo>
                  <a:pt x="1122608" y="8699017"/>
                </a:lnTo>
                <a:lnTo>
                  <a:pt x="1085554" y="8693733"/>
                </a:lnTo>
                <a:lnTo>
                  <a:pt x="1056440" y="8680521"/>
                </a:lnTo>
                <a:lnTo>
                  <a:pt x="1032620" y="8669951"/>
                </a:lnTo>
                <a:lnTo>
                  <a:pt x="1014093" y="8659382"/>
                </a:lnTo>
                <a:lnTo>
                  <a:pt x="1037913" y="8310593"/>
                </a:lnTo>
                <a:lnTo>
                  <a:pt x="1096141" y="7504678"/>
                </a:lnTo>
                <a:lnTo>
                  <a:pt x="1159661" y="6606282"/>
                </a:lnTo>
                <a:lnTo>
                  <a:pt x="1183482" y="6236354"/>
                </a:lnTo>
                <a:lnTo>
                  <a:pt x="1191422" y="5980047"/>
                </a:lnTo>
                <a:lnTo>
                  <a:pt x="1194068" y="5879638"/>
                </a:lnTo>
                <a:lnTo>
                  <a:pt x="1191422" y="5758090"/>
                </a:lnTo>
                <a:lnTo>
                  <a:pt x="1188775" y="5615403"/>
                </a:lnTo>
                <a:lnTo>
                  <a:pt x="1178188" y="5470075"/>
                </a:lnTo>
                <a:lnTo>
                  <a:pt x="1159661" y="5147709"/>
                </a:lnTo>
                <a:lnTo>
                  <a:pt x="1133194" y="4820058"/>
                </a:lnTo>
                <a:lnTo>
                  <a:pt x="1109374" y="4513546"/>
                </a:lnTo>
                <a:lnTo>
                  <a:pt x="1085554" y="4262524"/>
                </a:lnTo>
                <a:lnTo>
                  <a:pt x="1064386" y="4024775"/>
                </a:lnTo>
                <a:lnTo>
                  <a:pt x="1064353" y="4024762"/>
                </a:lnTo>
                <a:lnTo>
                  <a:pt x="1064353" y="3897173"/>
                </a:lnTo>
                <a:lnTo>
                  <a:pt x="938966" y="3887343"/>
                </a:lnTo>
                <a:lnTo>
                  <a:pt x="806717" y="3871482"/>
                </a:lnTo>
                <a:lnTo>
                  <a:pt x="669178" y="3850333"/>
                </a:lnTo>
                <a:lnTo>
                  <a:pt x="534285" y="3823897"/>
                </a:lnTo>
                <a:lnTo>
                  <a:pt x="407326" y="3794817"/>
                </a:lnTo>
                <a:lnTo>
                  <a:pt x="346492" y="3776311"/>
                </a:lnTo>
                <a:lnTo>
                  <a:pt x="285657" y="3755163"/>
                </a:lnTo>
                <a:lnTo>
                  <a:pt x="230113" y="3736657"/>
                </a:lnTo>
                <a:lnTo>
                  <a:pt x="174568" y="3715508"/>
                </a:lnTo>
                <a:lnTo>
                  <a:pt x="126959" y="3691716"/>
                </a:lnTo>
                <a:lnTo>
                  <a:pt x="79349" y="3670567"/>
                </a:lnTo>
                <a:lnTo>
                  <a:pt x="60834" y="3657349"/>
                </a:lnTo>
                <a:lnTo>
                  <a:pt x="44964" y="3638843"/>
                </a:lnTo>
                <a:lnTo>
                  <a:pt x="31739" y="3617694"/>
                </a:lnTo>
                <a:lnTo>
                  <a:pt x="21160" y="3596545"/>
                </a:lnTo>
                <a:lnTo>
                  <a:pt x="13225" y="3567466"/>
                </a:lnTo>
                <a:lnTo>
                  <a:pt x="5290" y="3538386"/>
                </a:lnTo>
                <a:lnTo>
                  <a:pt x="2645" y="3506662"/>
                </a:lnTo>
                <a:lnTo>
                  <a:pt x="0" y="3474939"/>
                </a:lnTo>
                <a:lnTo>
                  <a:pt x="2645" y="3398274"/>
                </a:lnTo>
                <a:lnTo>
                  <a:pt x="13225" y="3316322"/>
                </a:lnTo>
                <a:lnTo>
                  <a:pt x="29094" y="3226439"/>
                </a:lnTo>
                <a:lnTo>
                  <a:pt x="50254" y="3133912"/>
                </a:lnTo>
                <a:lnTo>
                  <a:pt x="79349" y="3036098"/>
                </a:lnTo>
                <a:lnTo>
                  <a:pt x="108444" y="2938285"/>
                </a:lnTo>
                <a:lnTo>
                  <a:pt x="142828" y="2837828"/>
                </a:lnTo>
                <a:lnTo>
                  <a:pt x="179858" y="2740014"/>
                </a:lnTo>
                <a:lnTo>
                  <a:pt x="216888" y="2644843"/>
                </a:lnTo>
                <a:lnTo>
                  <a:pt x="256562" y="2554960"/>
                </a:lnTo>
                <a:lnTo>
                  <a:pt x="327977" y="2388412"/>
                </a:lnTo>
                <a:lnTo>
                  <a:pt x="402036" y="2237726"/>
                </a:lnTo>
                <a:lnTo>
                  <a:pt x="476095" y="2102901"/>
                </a:lnTo>
                <a:lnTo>
                  <a:pt x="547510" y="1981295"/>
                </a:lnTo>
                <a:lnTo>
                  <a:pt x="613634" y="1872907"/>
                </a:lnTo>
                <a:lnTo>
                  <a:pt x="685048" y="1777737"/>
                </a:lnTo>
                <a:lnTo>
                  <a:pt x="748528" y="1693141"/>
                </a:lnTo>
                <a:lnTo>
                  <a:pt x="814652" y="1621763"/>
                </a:lnTo>
                <a:lnTo>
                  <a:pt x="875487" y="1560960"/>
                </a:lnTo>
                <a:lnTo>
                  <a:pt x="936321" y="1505444"/>
                </a:lnTo>
                <a:lnTo>
                  <a:pt x="997155" y="1463146"/>
                </a:lnTo>
                <a:lnTo>
                  <a:pt x="1055345" y="1428779"/>
                </a:lnTo>
                <a:lnTo>
                  <a:pt x="1110889" y="1399699"/>
                </a:lnTo>
                <a:lnTo>
                  <a:pt x="1163789" y="1381194"/>
                </a:lnTo>
                <a:lnTo>
                  <a:pt x="1214043" y="1367976"/>
                </a:lnTo>
                <a:lnTo>
                  <a:pt x="1215579" y="1367814"/>
                </a:lnTo>
                <a:lnTo>
                  <a:pt x="1228480" y="1362590"/>
                </a:lnTo>
                <a:lnTo>
                  <a:pt x="1323779" y="1328291"/>
                </a:lnTo>
                <a:lnTo>
                  <a:pt x="1427020" y="1296630"/>
                </a:lnTo>
                <a:lnTo>
                  <a:pt x="1482612" y="1280800"/>
                </a:lnTo>
                <a:lnTo>
                  <a:pt x="1538203" y="1272884"/>
                </a:lnTo>
                <a:lnTo>
                  <a:pt x="1596441" y="1262330"/>
                </a:lnTo>
                <a:lnTo>
                  <a:pt x="1649386" y="1257054"/>
                </a:lnTo>
                <a:lnTo>
                  <a:pt x="1660428" y="1277122"/>
                </a:lnTo>
                <a:lnTo>
                  <a:pt x="1714934" y="1262314"/>
                </a:lnTo>
                <a:lnTo>
                  <a:pt x="1715106" y="1262474"/>
                </a:lnTo>
                <a:lnTo>
                  <a:pt x="1740906" y="1043309"/>
                </a:lnTo>
                <a:lnTo>
                  <a:pt x="1725150" y="1027695"/>
                </a:lnTo>
                <a:lnTo>
                  <a:pt x="1695963" y="990881"/>
                </a:lnTo>
                <a:lnTo>
                  <a:pt x="1669429" y="951439"/>
                </a:lnTo>
                <a:lnTo>
                  <a:pt x="1650856" y="909366"/>
                </a:lnTo>
                <a:lnTo>
                  <a:pt x="1632282" y="862034"/>
                </a:lnTo>
                <a:lnTo>
                  <a:pt x="1619015" y="817332"/>
                </a:lnTo>
                <a:lnTo>
                  <a:pt x="1605748" y="770001"/>
                </a:lnTo>
                <a:lnTo>
                  <a:pt x="1604551" y="758727"/>
                </a:lnTo>
                <a:lnTo>
                  <a:pt x="1600040" y="748169"/>
                </a:lnTo>
                <a:lnTo>
                  <a:pt x="1589803" y="744808"/>
                </a:lnTo>
                <a:lnTo>
                  <a:pt x="1573958" y="742206"/>
                </a:lnTo>
                <a:lnTo>
                  <a:pt x="1558112" y="731800"/>
                </a:lnTo>
                <a:lnTo>
                  <a:pt x="1544908" y="723996"/>
                </a:lnTo>
                <a:lnTo>
                  <a:pt x="1536985" y="710988"/>
                </a:lnTo>
                <a:lnTo>
                  <a:pt x="1526422" y="695380"/>
                </a:lnTo>
                <a:lnTo>
                  <a:pt x="1523781" y="679771"/>
                </a:lnTo>
                <a:lnTo>
                  <a:pt x="1521140" y="664162"/>
                </a:lnTo>
                <a:lnTo>
                  <a:pt x="1523781" y="645951"/>
                </a:lnTo>
                <a:lnTo>
                  <a:pt x="1526422" y="630343"/>
                </a:lnTo>
                <a:lnTo>
                  <a:pt x="1536985" y="614733"/>
                </a:lnTo>
                <a:lnTo>
                  <a:pt x="1543547" y="603960"/>
                </a:lnTo>
                <a:lnTo>
                  <a:pt x="1536986" y="582897"/>
                </a:lnTo>
                <a:lnTo>
                  <a:pt x="1523782" y="551103"/>
                </a:lnTo>
                <a:lnTo>
                  <a:pt x="1518500" y="516659"/>
                </a:lnTo>
                <a:lnTo>
                  <a:pt x="1510578" y="482215"/>
                </a:lnTo>
                <a:lnTo>
                  <a:pt x="1507937" y="445122"/>
                </a:lnTo>
                <a:lnTo>
                  <a:pt x="1505296" y="410678"/>
                </a:lnTo>
                <a:lnTo>
                  <a:pt x="1505296" y="378883"/>
                </a:lnTo>
                <a:lnTo>
                  <a:pt x="1510578" y="315295"/>
                </a:lnTo>
                <a:lnTo>
                  <a:pt x="1523782" y="257005"/>
                </a:lnTo>
                <a:lnTo>
                  <a:pt x="1529064" y="230510"/>
                </a:lnTo>
                <a:lnTo>
                  <a:pt x="1539627" y="209314"/>
                </a:lnTo>
                <a:lnTo>
                  <a:pt x="1552832" y="190767"/>
                </a:lnTo>
                <a:lnTo>
                  <a:pt x="1563395" y="169571"/>
                </a:lnTo>
                <a:lnTo>
                  <a:pt x="1573959" y="158972"/>
                </a:lnTo>
                <a:lnTo>
                  <a:pt x="1587163" y="148374"/>
                </a:lnTo>
                <a:lnTo>
                  <a:pt x="1616213" y="135127"/>
                </a:lnTo>
                <a:lnTo>
                  <a:pt x="1647903" y="121879"/>
                </a:lnTo>
                <a:lnTo>
                  <a:pt x="1663748" y="116580"/>
                </a:lnTo>
                <a:lnTo>
                  <a:pt x="1676953" y="105982"/>
                </a:lnTo>
                <a:lnTo>
                  <a:pt x="1687516" y="92734"/>
                </a:lnTo>
                <a:lnTo>
                  <a:pt x="1695439" y="76837"/>
                </a:lnTo>
                <a:lnTo>
                  <a:pt x="1706002" y="66239"/>
                </a:lnTo>
                <a:lnTo>
                  <a:pt x="1719207" y="52991"/>
                </a:lnTo>
                <a:lnTo>
                  <a:pt x="1732411" y="39743"/>
                </a:lnTo>
                <a:lnTo>
                  <a:pt x="1748256" y="31795"/>
                </a:lnTo>
                <a:lnTo>
                  <a:pt x="1779947" y="21197"/>
                </a:lnTo>
                <a:lnTo>
                  <a:pt x="1811637" y="10599"/>
                </a:lnTo>
                <a:lnTo>
                  <a:pt x="1840687" y="5300"/>
                </a:lnTo>
                <a:close/>
              </a:path>
            </a:pathLst>
          </a:custGeom>
          <a:solidFill>
            <a:schemeClr val="tx1">
              <a:alpha val="1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37" name="Freeform 535">
            <a:extLst>
              <a:ext uri="{FF2B5EF4-FFF2-40B4-BE49-F238E27FC236}">
                <a16:creationId xmlns:a16="http://schemas.microsoft.com/office/drawing/2014/main" id="{56EA3CC5-4AE3-604A-820A-8AB8B40ACD19}"/>
              </a:ext>
            </a:extLst>
          </p:cNvPr>
          <p:cNvSpPr>
            <a:spLocks/>
          </p:cNvSpPr>
          <p:nvPr/>
        </p:nvSpPr>
        <p:spPr bwMode="auto">
          <a:xfrm>
            <a:off x="8484664" y="-19184"/>
            <a:ext cx="3707336" cy="3415819"/>
          </a:xfrm>
          <a:custGeom>
            <a:avLst/>
            <a:gdLst>
              <a:gd name="T0" fmla="*/ 2 w 2342"/>
              <a:gd name="T1" fmla="*/ 11 h 2156"/>
              <a:gd name="T2" fmla="*/ 3 w 2342"/>
              <a:gd name="T3" fmla="*/ 61 h 2156"/>
              <a:gd name="T4" fmla="*/ 16 w 2342"/>
              <a:gd name="T5" fmla="*/ 132 h 2156"/>
              <a:gd name="T6" fmla="*/ 49 w 2342"/>
              <a:gd name="T7" fmla="*/ 215 h 2156"/>
              <a:gd name="T8" fmla="*/ 102 w 2342"/>
              <a:gd name="T9" fmla="*/ 306 h 2156"/>
              <a:gd name="T10" fmla="*/ 183 w 2342"/>
              <a:gd name="T11" fmla="*/ 396 h 2156"/>
              <a:gd name="T12" fmla="*/ 235 w 2342"/>
              <a:gd name="T13" fmla="*/ 439 h 2156"/>
              <a:gd name="T14" fmla="*/ 295 w 2342"/>
              <a:gd name="T15" fmla="*/ 480 h 2156"/>
              <a:gd name="T16" fmla="*/ 364 w 2342"/>
              <a:gd name="T17" fmla="*/ 517 h 2156"/>
              <a:gd name="T18" fmla="*/ 442 w 2342"/>
              <a:gd name="T19" fmla="*/ 550 h 2156"/>
              <a:gd name="T20" fmla="*/ 530 w 2342"/>
              <a:gd name="T21" fmla="*/ 579 h 2156"/>
              <a:gd name="T22" fmla="*/ 629 w 2342"/>
              <a:gd name="T23" fmla="*/ 601 h 2156"/>
              <a:gd name="T24" fmla="*/ 739 w 2342"/>
              <a:gd name="T25" fmla="*/ 616 h 2156"/>
              <a:gd name="T26" fmla="*/ 861 w 2342"/>
              <a:gd name="T27" fmla="*/ 625 h 2156"/>
              <a:gd name="T28" fmla="*/ 996 w 2342"/>
              <a:gd name="T29" fmla="*/ 624 h 2156"/>
              <a:gd name="T30" fmla="*/ 1142 w 2342"/>
              <a:gd name="T31" fmla="*/ 614 h 2156"/>
              <a:gd name="T32" fmla="*/ 1247 w 2342"/>
              <a:gd name="T33" fmla="*/ 602 h 2156"/>
              <a:gd name="T34" fmla="*/ 1300 w 2342"/>
              <a:gd name="T35" fmla="*/ 601 h 2156"/>
              <a:gd name="T36" fmla="*/ 1354 w 2342"/>
              <a:gd name="T37" fmla="*/ 608 h 2156"/>
              <a:gd name="T38" fmla="*/ 1404 w 2342"/>
              <a:gd name="T39" fmla="*/ 625 h 2156"/>
              <a:gd name="T40" fmla="*/ 1454 w 2342"/>
              <a:gd name="T41" fmla="*/ 649 h 2156"/>
              <a:gd name="T42" fmla="*/ 1501 w 2342"/>
              <a:gd name="T43" fmla="*/ 681 h 2156"/>
              <a:gd name="T44" fmla="*/ 1544 w 2342"/>
              <a:gd name="T45" fmla="*/ 717 h 2156"/>
              <a:gd name="T46" fmla="*/ 1616 w 2342"/>
              <a:gd name="T47" fmla="*/ 805 h 2156"/>
              <a:gd name="T48" fmla="*/ 1644 w 2342"/>
              <a:gd name="T49" fmla="*/ 853 h 2156"/>
              <a:gd name="T50" fmla="*/ 1666 w 2342"/>
              <a:gd name="T51" fmla="*/ 904 h 2156"/>
              <a:gd name="T52" fmla="*/ 1675 w 2342"/>
              <a:gd name="T53" fmla="*/ 939 h 2156"/>
              <a:gd name="T54" fmla="*/ 1684 w 2342"/>
              <a:gd name="T55" fmla="*/ 994 h 2156"/>
              <a:gd name="T56" fmla="*/ 1684 w 2342"/>
              <a:gd name="T57" fmla="*/ 1047 h 2156"/>
              <a:gd name="T58" fmla="*/ 1667 w 2342"/>
              <a:gd name="T59" fmla="*/ 1156 h 2156"/>
              <a:gd name="T60" fmla="*/ 1622 w 2342"/>
              <a:gd name="T61" fmla="*/ 1300 h 2156"/>
              <a:gd name="T62" fmla="*/ 1591 w 2342"/>
              <a:gd name="T63" fmla="*/ 1409 h 2156"/>
              <a:gd name="T64" fmla="*/ 1573 w 2342"/>
              <a:gd name="T65" fmla="*/ 1520 h 2156"/>
              <a:gd name="T66" fmla="*/ 1574 w 2342"/>
              <a:gd name="T67" fmla="*/ 1583 h 2156"/>
              <a:gd name="T68" fmla="*/ 1591 w 2342"/>
              <a:gd name="T69" fmla="*/ 1677 h 2156"/>
              <a:gd name="T70" fmla="*/ 1626 w 2342"/>
              <a:gd name="T71" fmla="*/ 1765 h 2156"/>
              <a:gd name="T72" fmla="*/ 1674 w 2342"/>
              <a:gd name="T73" fmla="*/ 1849 h 2156"/>
              <a:gd name="T74" fmla="*/ 1736 w 2342"/>
              <a:gd name="T75" fmla="*/ 1922 h 2156"/>
              <a:gd name="T76" fmla="*/ 1783 w 2342"/>
              <a:gd name="T77" fmla="*/ 1966 h 2156"/>
              <a:gd name="T78" fmla="*/ 1860 w 2342"/>
              <a:gd name="T79" fmla="*/ 2022 h 2156"/>
              <a:gd name="T80" fmla="*/ 1945 w 2342"/>
              <a:gd name="T81" fmla="*/ 2068 h 2156"/>
              <a:gd name="T82" fmla="*/ 2033 w 2342"/>
              <a:gd name="T83" fmla="*/ 2103 h 2156"/>
              <a:gd name="T84" fmla="*/ 2126 w 2342"/>
              <a:gd name="T85" fmla="*/ 2129 h 2156"/>
              <a:gd name="T86" fmla="*/ 2221 w 2342"/>
              <a:gd name="T87" fmla="*/ 2146 h 2156"/>
              <a:gd name="T88" fmla="*/ 2297 w 2342"/>
              <a:gd name="T89" fmla="*/ 2155 h 2156"/>
              <a:gd name="T90" fmla="*/ 4 w 2342"/>
              <a:gd name="T91" fmla="*/ 0 h 2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342" h="2156">
                <a:moveTo>
                  <a:pt x="4" y="0"/>
                </a:moveTo>
                <a:lnTo>
                  <a:pt x="4" y="0"/>
                </a:lnTo>
                <a:lnTo>
                  <a:pt x="2" y="11"/>
                </a:lnTo>
                <a:lnTo>
                  <a:pt x="0" y="25"/>
                </a:lnTo>
                <a:lnTo>
                  <a:pt x="2" y="42"/>
                </a:lnTo>
                <a:lnTo>
                  <a:pt x="3" y="61"/>
                </a:lnTo>
                <a:lnTo>
                  <a:pt x="5" y="82"/>
                </a:lnTo>
                <a:lnTo>
                  <a:pt x="10" y="106"/>
                </a:lnTo>
                <a:lnTo>
                  <a:pt x="16" y="132"/>
                </a:lnTo>
                <a:lnTo>
                  <a:pt x="25" y="158"/>
                </a:lnTo>
                <a:lnTo>
                  <a:pt x="35" y="186"/>
                </a:lnTo>
                <a:lnTo>
                  <a:pt x="49" y="215"/>
                </a:lnTo>
                <a:lnTo>
                  <a:pt x="63" y="244"/>
                </a:lnTo>
                <a:lnTo>
                  <a:pt x="81" y="274"/>
                </a:lnTo>
                <a:lnTo>
                  <a:pt x="102" y="306"/>
                </a:lnTo>
                <a:lnTo>
                  <a:pt x="126" y="336"/>
                </a:lnTo>
                <a:lnTo>
                  <a:pt x="153" y="366"/>
                </a:lnTo>
                <a:lnTo>
                  <a:pt x="183" y="396"/>
                </a:lnTo>
                <a:lnTo>
                  <a:pt x="200" y="411"/>
                </a:lnTo>
                <a:lnTo>
                  <a:pt x="217" y="425"/>
                </a:lnTo>
                <a:lnTo>
                  <a:pt x="235" y="439"/>
                </a:lnTo>
                <a:lnTo>
                  <a:pt x="254" y="453"/>
                </a:lnTo>
                <a:lnTo>
                  <a:pt x="274" y="467"/>
                </a:lnTo>
                <a:lnTo>
                  <a:pt x="295" y="480"/>
                </a:lnTo>
                <a:lnTo>
                  <a:pt x="317" y="493"/>
                </a:lnTo>
                <a:lnTo>
                  <a:pt x="340" y="505"/>
                </a:lnTo>
                <a:lnTo>
                  <a:pt x="364" y="517"/>
                </a:lnTo>
                <a:lnTo>
                  <a:pt x="389" y="528"/>
                </a:lnTo>
                <a:lnTo>
                  <a:pt x="415" y="540"/>
                </a:lnTo>
                <a:lnTo>
                  <a:pt x="442" y="550"/>
                </a:lnTo>
                <a:lnTo>
                  <a:pt x="471" y="561"/>
                </a:lnTo>
                <a:lnTo>
                  <a:pt x="500" y="569"/>
                </a:lnTo>
                <a:lnTo>
                  <a:pt x="530" y="579"/>
                </a:lnTo>
                <a:lnTo>
                  <a:pt x="563" y="586"/>
                </a:lnTo>
                <a:lnTo>
                  <a:pt x="595" y="594"/>
                </a:lnTo>
                <a:lnTo>
                  <a:pt x="629" y="601"/>
                </a:lnTo>
                <a:lnTo>
                  <a:pt x="666" y="607"/>
                </a:lnTo>
                <a:lnTo>
                  <a:pt x="702" y="612"/>
                </a:lnTo>
                <a:lnTo>
                  <a:pt x="739" y="616"/>
                </a:lnTo>
                <a:lnTo>
                  <a:pt x="779" y="620"/>
                </a:lnTo>
                <a:lnTo>
                  <a:pt x="819" y="623"/>
                </a:lnTo>
                <a:lnTo>
                  <a:pt x="861" y="625"/>
                </a:lnTo>
                <a:lnTo>
                  <a:pt x="905" y="625"/>
                </a:lnTo>
                <a:lnTo>
                  <a:pt x="950" y="625"/>
                </a:lnTo>
                <a:lnTo>
                  <a:pt x="996" y="624"/>
                </a:lnTo>
                <a:lnTo>
                  <a:pt x="1043" y="623"/>
                </a:lnTo>
                <a:lnTo>
                  <a:pt x="1091" y="619"/>
                </a:lnTo>
                <a:lnTo>
                  <a:pt x="1142" y="614"/>
                </a:lnTo>
                <a:lnTo>
                  <a:pt x="1194" y="609"/>
                </a:lnTo>
                <a:lnTo>
                  <a:pt x="1247" y="602"/>
                </a:lnTo>
                <a:lnTo>
                  <a:pt x="1247" y="602"/>
                </a:lnTo>
                <a:lnTo>
                  <a:pt x="1265" y="601"/>
                </a:lnTo>
                <a:lnTo>
                  <a:pt x="1282" y="600"/>
                </a:lnTo>
                <a:lnTo>
                  <a:pt x="1300" y="601"/>
                </a:lnTo>
                <a:lnTo>
                  <a:pt x="1319" y="602"/>
                </a:lnTo>
                <a:lnTo>
                  <a:pt x="1336" y="604"/>
                </a:lnTo>
                <a:lnTo>
                  <a:pt x="1354" y="608"/>
                </a:lnTo>
                <a:lnTo>
                  <a:pt x="1371" y="613"/>
                </a:lnTo>
                <a:lnTo>
                  <a:pt x="1388" y="619"/>
                </a:lnTo>
                <a:lnTo>
                  <a:pt x="1404" y="625"/>
                </a:lnTo>
                <a:lnTo>
                  <a:pt x="1421" y="632"/>
                </a:lnTo>
                <a:lnTo>
                  <a:pt x="1438" y="641"/>
                </a:lnTo>
                <a:lnTo>
                  <a:pt x="1454" y="649"/>
                </a:lnTo>
                <a:lnTo>
                  <a:pt x="1470" y="659"/>
                </a:lnTo>
                <a:lnTo>
                  <a:pt x="1485" y="670"/>
                </a:lnTo>
                <a:lnTo>
                  <a:pt x="1501" y="681"/>
                </a:lnTo>
                <a:lnTo>
                  <a:pt x="1516" y="691"/>
                </a:lnTo>
                <a:lnTo>
                  <a:pt x="1530" y="705"/>
                </a:lnTo>
                <a:lnTo>
                  <a:pt x="1544" y="717"/>
                </a:lnTo>
                <a:lnTo>
                  <a:pt x="1570" y="745"/>
                </a:lnTo>
                <a:lnTo>
                  <a:pt x="1594" y="774"/>
                </a:lnTo>
                <a:lnTo>
                  <a:pt x="1616" y="805"/>
                </a:lnTo>
                <a:lnTo>
                  <a:pt x="1626" y="821"/>
                </a:lnTo>
                <a:lnTo>
                  <a:pt x="1635" y="837"/>
                </a:lnTo>
                <a:lnTo>
                  <a:pt x="1644" y="853"/>
                </a:lnTo>
                <a:lnTo>
                  <a:pt x="1652" y="870"/>
                </a:lnTo>
                <a:lnTo>
                  <a:pt x="1658" y="887"/>
                </a:lnTo>
                <a:lnTo>
                  <a:pt x="1666" y="904"/>
                </a:lnTo>
                <a:lnTo>
                  <a:pt x="1671" y="922"/>
                </a:lnTo>
                <a:lnTo>
                  <a:pt x="1675" y="939"/>
                </a:lnTo>
                <a:lnTo>
                  <a:pt x="1675" y="939"/>
                </a:lnTo>
                <a:lnTo>
                  <a:pt x="1679" y="957"/>
                </a:lnTo>
                <a:lnTo>
                  <a:pt x="1681" y="976"/>
                </a:lnTo>
                <a:lnTo>
                  <a:pt x="1684" y="994"/>
                </a:lnTo>
                <a:lnTo>
                  <a:pt x="1685" y="1012"/>
                </a:lnTo>
                <a:lnTo>
                  <a:pt x="1685" y="1030"/>
                </a:lnTo>
                <a:lnTo>
                  <a:pt x="1684" y="1047"/>
                </a:lnTo>
                <a:lnTo>
                  <a:pt x="1680" y="1083"/>
                </a:lnTo>
                <a:lnTo>
                  <a:pt x="1674" y="1120"/>
                </a:lnTo>
                <a:lnTo>
                  <a:pt x="1667" y="1156"/>
                </a:lnTo>
                <a:lnTo>
                  <a:pt x="1657" y="1191"/>
                </a:lnTo>
                <a:lnTo>
                  <a:pt x="1646" y="1227"/>
                </a:lnTo>
                <a:lnTo>
                  <a:pt x="1622" y="1300"/>
                </a:lnTo>
                <a:lnTo>
                  <a:pt x="1611" y="1336"/>
                </a:lnTo>
                <a:lnTo>
                  <a:pt x="1600" y="1372"/>
                </a:lnTo>
                <a:lnTo>
                  <a:pt x="1591" y="1409"/>
                </a:lnTo>
                <a:lnTo>
                  <a:pt x="1582" y="1446"/>
                </a:lnTo>
                <a:lnTo>
                  <a:pt x="1576" y="1482"/>
                </a:lnTo>
                <a:lnTo>
                  <a:pt x="1573" y="1520"/>
                </a:lnTo>
                <a:lnTo>
                  <a:pt x="1573" y="1520"/>
                </a:lnTo>
                <a:lnTo>
                  <a:pt x="1573" y="1551"/>
                </a:lnTo>
                <a:lnTo>
                  <a:pt x="1574" y="1583"/>
                </a:lnTo>
                <a:lnTo>
                  <a:pt x="1577" y="1614"/>
                </a:lnTo>
                <a:lnTo>
                  <a:pt x="1583" y="1646"/>
                </a:lnTo>
                <a:lnTo>
                  <a:pt x="1591" y="1677"/>
                </a:lnTo>
                <a:lnTo>
                  <a:pt x="1600" y="1707"/>
                </a:lnTo>
                <a:lnTo>
                  <a:pt x="1612" y="1736"/>
                </a:lnTo>
                <a:lnTo>
                  <a:pt x="1626" y="1765"/>
                </a:lnTo>
                <a:lnTo>
                  <a:pt x="1640" y="1794"/>
                </a:lnTo>
                <a:lnTo>
                  <a:pt x="1656" y="1822"/>
                </a:lnTo>
                <a:lnTo>
                  <a:pt x="1674" y="1849"/>
                </a:lnTo>
                <a:lnTo>
                  <a:pt x="1693" y="1874"/>
                </a:lnTo>
                <a:lnTo>
                  <a:pt x="1714" y="1898"/>
                </a:lnTo>
                <a:lnTo>
                  <a:pt x="1736" y="1922"/>
                </a:lnTo>
                <a:lnTo>
                  <a:pt x="1759" y="1945"/>
                </a:lnTo>
                <a:lnTo>
                  <a:pt x="1783" y="1966"/>
                </a:lnTo>
                <a:lnTo>
                  <a:pt x="1783" y="1966"/>
                </a:lnTo>
                <a:lnTo>
                  <a:pt x="1808" y="1985"/>
                </a:lnTo>
                <a:lnTo>
                  <a:pt x="1834" y="2005"/>
                </a:lnTo>
                <a:lnTo>
                  <a:pt x="1860" y="2022"/>
                </a:lnTo>
                <a:lnTo>
                  <a:pt x="1888" y="2039"/>
                </a:lnTo>
                <a:lnTo>
                  <a:pt x="1916" y="2053"/>
                </a:lnTo>
                <a:lnTo>
                  <a:pt x="1945" y="2068"/>
                </a:lnTo>
                <a:lnTo>
                  <a:pt x="1974" y="2080"/>
                </a:lnTo>
                <a:lnTo>
                  <a:pt x="2003" y="2092"/>
                </a:lnTo>
                <a:lnTo>
                  <a:pt x="2033" y="2103"/>
                </a:lnTo>
                <a:lnTo>
                  <a:pt x="2064" y="2112"/>
                </a:lnTo>
                <a:lnTo>
                  <a:pt x="2095" y="2121"/>
                </a:lnTo>
                <a:lnTo>
                  <a:pt x="2126" y="2129"/>
                </a:lnTo>
                <a:lnTo>
                  <a:pt x="2158" y="2135"/>
                </a:lnTo>
                <a:lnTo>
                  <a:pt x="2189" y="2141"/>
                </a:lnTo>
                <a:lnTo>
                  <a:pt x="2221" y="2146"/>
                </a:lnTo>
                <a:lnTo>
                  <a:pt x="2252" y="2151"/>
                </a:lnTo>
                <a:lnTo>
                  <a:pt x="2252" y="2151"/>
                </a:lnTo>
                <a:lnTo>
                  <a:pt x="2297" y="2155"/>
                </a:lnTo>
                <a:lnTo>
                  <a:pt x="2342" y="2156"/>
                </a:lnTo>
                <a:lnTo>
                  <a:pt x="2342" y="0"/>
                </a:lnTo>
                <a:lnTo>
                  <a:pt x="4" y="0"/>
                </a:lnTo>
                <a:close/>
              </a:path>
            </a:pathLst>
          </a:custGeom>
          <a:gradFill flip="none" rotWithShape="1">
            <a:gsLst>
              <a:gs pos="42000">
                <a:srgbClr val="F4AAA6"/>
              </a:gs>
              <a:gs pos="0">
                <a:schemeClr val="accent1"/>
              </a:gs>
              <a:gs pos="100000">
                <a:schemeClr val="accent4">
                  <a:lumMod val="40000"/>
                  <a:lumOff val="6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>
              <a:solidFill>
                <a:schemeClr val="lt1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F543DBD-9060-0E4D-A9BB-8D9B88BCBD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2508723"/>
            <a:ext cx="4732421" cy="1329595"/>
          </a:xfrm>
        </p:spPr>
        <p:txBody>
          <a:bodyPr/>
          <a:lstStyle/>
          <a:p>
            <a:r>
              <a:rPr lang="en-US" dirty="0"/>
              <a:t>Education is the most powerful weapon which you can use to change the world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389107A9-9DC0-704C-9C91-118345EE240C}"/>
              </a:ext>
            </a:extLst>
          </p:cNvPr>
          <p:cNvGrpSpPr/>
          <p:nvPr/>
        </p:nvGrpSpPr>
        <p:grpSpPr>
          <a:xfrm>
            <a:off x="969179" y="0"/>
            <a:ext cx="2171684" cy="1306719"/>
            <a:chOff x="9915526" y="1892300"/>
            <a:chExt cx="1116012" cy="671513"/>
          </a:xfrm>
          <a:solidFill>
            <a:schemeClr val="bg2">
              <a:lumMod val="90000"/>
            </a:schemeClr>
          </a:solidFill>
        </p:grpSpPr>
        <p:sp>
          <p:nvSpPr>
            <p:cNvPr id="5" name="Freeform 80">
              <a:extLst>
                <a:ext uri="{FF2B5EF4-FFF2-40B4-BE49-F238E27FC236}">
                  <a16:creationId xmlns:a16="http://schemas.microsoft.com/office/drawing/2014/main" id="{2CF19267-456D-C54E-B50D-11275193F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81">
              <a:extLst>
                <a:ext uri="{FF2B5EF4-FFF2-40B4-BE49-F238E27FC236}">
                  <a16:creationId xmlns:a16="http://schemas.microsoft.com/office/drawing/2014/main" id="{8A107AFC-FB41-CB4B-A159-9DDE35866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82">
              <a:extLst>
                <a:ext uri="{FF2B5EF4-FFF2-40B4-BE49-F238E27FC236}">
                  <a16:creationId xmlns:a16="http://schemas.microsoft.com/office/drawing/2014/main" id="{8A35F739-E438-8A4D-B309-C9A6DB772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83">
              <a:extLst>
                <a:ext uri="{FF2B5EF4-FFF2-40B4-BE49-F238E27FC236}">
                  <a16:creationId xmlns:a16="http://schemas.microsoft.com/office/drawing/2014/main" id="{D2809FD0-226D-694B-9D40-981DFE0E4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84">
              <a:extLst>
                <a:ext uri="{FF2B5EF4-FFF2-40B4-BE49-F238E27FC236}">
                  <a16:creationId xmlns:a16="http://schemas.microsoft.com/office/drawing/2014/main" id="{FEF25121-5366-B648-8752-3BD09D519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85">
              <a:extLst>
                <a:ext uri="{FF2B5EF4-FFF2-40B4-BE49-F238E27FC236}">
                  <a16:creationId xmlns:a16="http://schemas.microsoft.com/office/drawing/2014/main" id="{C2730391-C83A-BF41-80C5-DF41D7A2A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86">
              <a:extLst>
                <a:ext uri="{FF2B5EF4-FFF2-40B4-BE49-F238E27FC236}">
                  <a16:creationId xmlns:a16="http://schemas.microsoft.com/office/drawing/2014/main" id="{9485FC1B-18B3-0C4B-B44F-A3A566445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87">
              <a:extLst>
                <a:ext uri="{FF2B5EF4-FFF2-40B4-BE49-F238E27FC236}">
                  <a16:creationId xmlns:a16="http://schemas.microsoft.com/office/drawing/2014/main" id="{7A3B38F3-DD10-C34B-8B5E-B2CC47301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88">
              <a:extLst>
                <a:ext uri="{FF2B5EF4-FFF2-40B4-BE49-F238E27FC236}">
                  <a16:creationId xmlns:a16="http://schemas.microsoft.com/office/drawing/2014/main" id="{C1F9CACB-C389-C44B-B22C-3F877DD46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9">
              <a:extLst>
                <a:ext uri="{FF2B5EF4-FFF2-40B4-BE49-F238E27FC236}">
                  <a16:creationId xmlns:a16="http://schemas.microsoft.com/office/drawing/2014/main" id="{87871142-783A-EA4E-89EA-ADA6D33B3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90">
              <a:extLst>
                <a:ext uri="{FF2B5EF4-FFF2-40B4-BE49-F238E27FC236}">
                  <a16:creationId xmlns:a16="http://schemas.microsoft.com/office/drawing/2014/main" id="{A4B5B491-7319-8A4F-98F4-A46094FED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91">
              <a:extLst>
                <a:ext uri="{FF2B5EF4-FFF2-40B4-BE49-F238E27FC236}">
                  <a16:creationId xmlns:a16="http://schemas.microsoft.com/office/drawing/2014/main" id="{7CED4E82-2312-9647-80BE-E4942A14B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92">
              <a:extLst>
                <a:ext uri="{FF2B5EF4-FFF2-40B4-BE49-F238E27FC236}">
                  <a16:creationId xmlns:a16="http://schemas.microsoft.com/office/drawing/2014/main" id="{FA38A7D2-3C42-264E-9045-1C5D83091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93">
              <a:extLst>
                <a:ext uri="{FF2B5EF4-FFF2-40B4-BE49-F238E27FC236}">
                  <a16:creationId xmlns:a16="http://schemas.microsoft.com/office/drawing/2014/main" id="{126EC419-0992-7343-B37D-1FC5EC290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94">
              <a:extLst>
                <a:ext uri="{FF2B5EF4-FFF2-40B4-BE49-F238E27FC236}">
                  <a16:creationId xmlns:a16="http://schemas.microsoft.com/office/drawing/2014/main" id="{06F24987-F6C2-E247-B28B-18392290B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95">
              <a:extLst>
                <a:ext uri="{FF2B5EF4-FFF2-40B4-BE49-F238E27FC236}">
                  <a16:creationId xmlns:a16="http://schemas.microsoft.com/office/drawing/2014/main" id="{89BE3111-E262-0C46-8334-52D3E9BEA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96">
              <a:extLst>
                <a:ext uri="{FF2B5EF4-FFF2-40B4-BE49-F238E27FC236}">
                  <a16:creationId xmlns:a16="http://schemas.microsoft.com/office/drawing/2014/main" id="{C7DF8335-CF59-A34E-81C5-7C5242C6F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97">
              <a:extLst>
                <a:ext uri="{FF2B5EF4-FFF2-40B4-BE49-F238E27FC236}">
                  <a16:creationId xmlns:a16="http://schemas.microsoft.com/office/drawing/2014/main" id="{DDF51E62-917C-3749-B77D-BBD524BC3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98">
              <a:extLst>
                <a:ext uri="{FF2B5EF4-FFF2-40B4-BE49-F238E27FC236}">
                  <a16:creationId xmlns:a16="http://schemas.microsoft.com/office/drawing/2014/main" id="{AEFE0DC7-E209-394F-ADAB-4403614B3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99">
              <a:extLst>
                <a:ext uri="{FF2B5EF4-FFF2-40B4-BE49-F238E27FC236}">
                  <a16:creationId xmlns:a16="http://schemas.microsoft.com/office/drawing/2014/main" id="{2C717B63-DBD5-D94D-A860-97ABE56D8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00">
              <a:extLst>
                <a:ext uri="{FF2B5EF4-FFF2-40B4-BE49-F238E27FC236}">
                  <a16:creationId xmlns:a16="http://schemas.microsoft.com/office/drawing/2014/main" id="{94C6A36A-8F1A-EF4F-8DB5-3D858C479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101">
              <a:extLst>
                <a:ext uri="{FF2B5EF4-FFF2-40B4-BE49-F238E27FC236}">
                  <a16:creationId xmlns:a16="http://schemas.microsoft.com/office/drawing/2014/main" id="{D37CD56B-7844-DA45-A64F-812141B49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102">
              <a:extLst>
                <a:ext uri="{FF2B5EF4-FFF2-40B4-BE49-F238E27FC236}">
                  <a16:creationId xmlns:a16="http://schemas.microsoft.com/office/drawing/2014/main" id="{828F4429-E31B-5342-9367-1416C10A7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103">
              <a:extLst>
                <a:ext uri="{FF2B5EF4-FFF2-40B4-BE49-F238E27FC236}">
                  <a16:creationId xmlns:a16="http://schemas.microsoft.com/office/drawing/2014/main" id="{77F483A1-5781-9E4B-800B-126DEAFE9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104">
              <a:extLst>
                <a:ext uri="{FF2B5EF4-FFF2-40B4-BE49-F238E27FC236}">
                  <a16:creationId xmlns:a16="http://schemas.microsoft.com/office/drawing/2014/main" id="{C907360C-13C1-E64B-B29B-237FBC1DC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105">
              <a:extLst>
                <a:ext uri="{FF2B5EF4-FFF2-40B4-BE49-F238E27FC236}">
                  <a16:creationId xmlns:a16="http://schemas.microsoft.com/office/drawing/2014/main" id="{29754B53-BE80-F048-89C7-A26F28AD0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106">
              <a:extLst>
                <a:ext uri="{FF2B5EF4-FFF2-40B4-BE49-F238E27FC236}">
                  <a16:creationId xmlns:a16="http://schemas.microsoft.com/office/drawing/2014/main" id="{96E08AA6-EA2F-814C-9667-116C9BBA3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107">
              <a:extLst>
                <a:ext uri="{FF2B5EF4-FFF2-40B4-BE49-F238E27FC236}">
                  <a16:creationId xmlns:a16="http://schemas.microsoft.com/office/drawing/2014/main" id="{D46DBAE0-F759-E24A-B51F-D3DC0736C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108">
              <a:extLst>
                <a:ext uri="{FF2B5EF4-FFF2-40B4-BE49-F238E27FC236}">
                  <a16:creationId xmlns:a16="http://schemas.microsoft.com/office/drawing/2014/main" id="{E75FD6BC-0AA7-FD49-AF1A-0E7E34AD4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109">
              <a:extLst>
                <a:ext uri="{FF2B5EF4-FFF2-40B4-BE49-F238E27FC236}">
                  <a16:creationId xmlns:a16="http://schemas.microsoft.com/office/drawing/2014/main" id="{EABBB2CF-4CE5-9747-BF54-0E0120279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110">
              <a:extLst>
                <a:ext uri="{FF2B5EF4-FFF2-40B4-BE49-F238E27FC236}">
                  <a16:creationId xmlns:a16="http://schemas.microsoft.com/office/drawing/2014/main" id="{3AF3C24E-D84F-D44F-80F3-498F75207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111">
              <a:extLst>
                <a:ext uri="{FF2B5EF4-FFF2-40B4-BE49-F238E27FC236}">
                  <a16:creationId xmlns:a16="http://schemas.microsoft.com/office/drawing/2014/main" id="{B81A21EC-7FB8-A146-8C95-8CC01012C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112">
              <a:extLst>
                <a:ext uri="{FF2B5EF4-FFF2-40B4-BE49-F238E27FC236}">
                  <a16:creationId xmlns:a16="http://schemas.microsoft.com/office/drawing/2014/main" id="{70CB1DE4-E635-C548-A86E-EDA65C6D4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113">
              <a:extLst>
                <a:ext uri="{FF2B5EF4-FFF2-40B4-BE49-F238E27FC236}">
                  <a16:creationId xmlns:a16="http://schemas.microsoft.com/office/drawing/2014/main" id="{F0EEF985-D7B2-8C49-8FC0-668A2DB59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114">
              <a:extLst>
                <a:ext uri="{FF2B5EF4-FFF2-40B4-BE49-F238E27FC236}">
                  <a16:creationId xmlns:a16="http://schemas.microsoft.com/office/drawing/2014/main" id="{A3610010-3A34-544A-9C90-0B217FF26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115">
              <a:extLst>
                <a:ext uri="{FF2B5EF4-FFF2-40B4-BE49-F238E27FC236}">
                  <a16:creationId xmlns:a16="http://schemas.microsoft.com/office/drawing/2014/main" id="{94520880-B8CE-B548-8F79-104A251F0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116">
              <a:extLst>
                <a:ext uri="{FF2B5EF4-FFF2-40B4-BE49-F238E27FC236}">
                  <a16:creationId xmlns:a16="http://schemas.microsoft.com/office/drawing/2014/main" id="{74070978-B335-CC45-BFAC-33C9D2FF1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117">
              <a:extLst>
                <a:ext uri="{FF2B5EF4-FFF2-40B4-BE49-F238E27FC236}">
                  <a16:creationId xmlns:a16="http://schemas.microsoft.com/office/drawing/2014/main" id="{413B3F83-57F2-B140-9B14-6CBCD927B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118">
              <a:extLst>
                <a:ext uri="{FF2B5EF4-FFF2-40B4-BE49-F238E27FC236}">
                  <a16:creationId xmlns:a16="http://schemas.microsoft.com/office/drawing/2014/main" id="{F9646811-17B6-C641-8572-742D3487C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119">
              <a:extLst>
                <a:ext uri="{FF2B5EF4-FFF2-40B4-BE49-F238E27FC236}">
                  <a16:creationId xmlns:a16="http://schemas.microsoft.com/office/drawing/2014/main" id="{1A2626EA-7373-CF41-A066-4A968A5CB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120">
              <a:extLst>
                <a:ext uri="{FF2B5EF4-FFF2-40B4-BE49-F238E27FC236}">
                  <a16:creationId xmlns:a16="http://schemas.microsoft.com/office/drawing/2014/main" id="{683F9D25-A601-FD42-A548-DAA7CC18A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121">
              <a:extLst>
                <a:ext uri="{FF2B5EF4-FFF2-40B4-BE49-F238E27FC236}">
                  <a16:creationId xmlns:a16="http://schemas.microsoft.com/office/drawing/2014/main" id="{E11A9688-6287-0746-BE2C-BEA586D67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122">
              <a:extLst>
                <a:ext uri="{FF2B5EF4-FFF2-40B4-BE49-F238E27FC236}">
                  <a16:creationId xmlns:a16="http://schemas.microsoft.com/office/drawing/2014/main" id="{4003CF4E-350F-834A-9E96-72CCA6B13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123">
              <a:extLst>
                <a:ext uri="{FF2B5EF4-FFF2-40B4-BE49-F238E27FC236}">
                  <a16:creationId xmlns:a16="http://schemas.microsoft.com/office/drawing/2014/main" id="{F9029CDD-F4A5-EA4B-8F4C-2ED1F9FFB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124">
              <a:extLst>
                <a:ext uri="{FF2B5EF4-FFF2-40B4-BE49-F238E27FC236}">
                  <a16:creationId xmlns:a16="http://schemas.microsoft.com/office/drawing/2014/main" id="{716A2448-0D01-1647-90FD-A74BD4EE9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125">
              <a:extLst>
                <a:ext uri="{FF2B5EF4-FFF2-40B4-BE49-F238E27FC236}">
                  <a16:creationId xmlns:a16="http://schemas.microsoft.com/office/drawing/2014/main" id="{F328FFFE-9C08-A043-B695-FF8B40784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126">
              <a:extLst>
                <a:ext uri="{FF2B5EF4-FFF2-40B4-BE49-F238E27FC236}">
                  <a16:creationId xmlns:a16="http://schemas.microsoft.com/office/drawing/2014/main" id="{55EB70B9-B281-0849-921A-E9BA7BA87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127">
              <a:extLst>
                <a:ext uri="{FF2B5EF4-FFF2-40B4-BE49-F238E27FC236}">
                  <a16:creationId xmlns:a16="http://schemas.microsoft.com/office/drawing/2014/main" id="{1951041B-812E-3F43-BF31-C143BA7FC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128">
              <a:extLst>
                <a:ext uri="{FF2B5EF4-FFF2-40B4-BE49-F238E27FC236}">
                  <a16:creationId xmlns:a16="http://schemas.microsoft.com/office/drawing/2014/main" id="{A0239855-7AAE-6A41-94C1-060675A1E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129">
              <a:extLst>
                <a:ext uri="{FF2B5EF4-FFF2-40B4-BE49-F238E27FC236}">
                  <a16:creationId xmlns:a16="http://schemas.microsoft.com/office/drawing/2014/main" id="{15DEDA5B-31D8-0D46-91D2-82678ADBF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130">
              <a:extLst>
                <a:ext uri="{FF2B5EF4-FFF2-40B4-BE49-F238E27FC236}">
                  <a16:creationId xmlns:a16="http://schemas.microsoft.com/office/drawing/2014/main" id="{F8088338-CE09-9949-BC63-56EC2F977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131">
              <a:extLst>
                <a:ext uri="{FF2B5EF4-FFF2-40B4-BE49-F238E27FC236}">
                  <a16:creationId xmlns:a16="http://schemas.microsoft.com/office/drawing/2014/main" id="{A53DFB3F-4E6B-A641-92DC-491B32277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132">
              <a:extLst>
                <a:ext uri="{FF2B5EF4-FFF2-40B4-BE49-F238E27FC236}">
                  <a16:creationId xmlns:a16="http://schemas.microsoft.com/office/drawing/2014/main" id="{D5633E90-489A-A34B-82D4-B22294C88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133">
              <a:extLst>
                <a:ext uri="{FF2B5EF4-FFF2-40B4-BE49-F238E27FC236}">
                  <a16:creationId xmlns:a16="http://schemas.microsoft.com/office/drawing/2014/main" id="{2367EE7A-B2A8-9445-A4E9-474B393CA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134">
              <a:extLst>
                <a:ext uri="{FF2B5EF4-FFF2-40B4-BE49-F238E27FC236}">
                  <a16:creationId xmlns:a16="http://schemas.microsoft.com/office/drawing/2014/main" id="{4A42A985-F01C-A64E-A205-4A96433D9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135">
              <a:extLst>
                <a:ext uri="{FF2B5EF4-FFF2-40B4-BE49-F238E27FC236}">
                  <a16:creationId xmlns:a16="http://schemas.microsoft.com/office/drawing/2014/main" id="{3034A610-1A1E-5747-B323-32DE3F796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136">
              <a:extLst>
                <a:ext uri="{FF2B5EF4-FFF2-40B4-BE49-F238E27FC236}">
                  <a16:creationId xmlns:a16="http://schemas.microsoft.com/office/drawing/2014/main" id="{2A87AE33-927D-8D43-81CB-5712A456A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137">
              <a:extLst>
                <a:ext uri="{FF2B5EF4-FFF2-40B4-BE49-F238E27FC236}">
                  <a16:creationId xmlns:a16="http://schemas.microsoft.com/office/drawing/2014/main" id="{94B9F608-D611-6946-A2AE-CDEFF8C31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138">
              <a:extLst>
                <a:ext uri="{FF2B5EF4-FFF2-40B4-BE49-F238E27FC236}">
                  <a16:creationId xmlns:a16="http://schemas.microsoft.com/office/drawing/2014/main" id="{23CAEF4E-6279-0940-89E6-729E899CB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139">
              <a:extLst>
                <a:ext uri="{FF2B5EF4-FFF2-40B4-BE49-F238E27FC236}">
                  <a16:creationId xmlns:a16="http://schemas.microsoft.com/office/drawing/2014/main" id="{EF4EC699-AA08-994A-8857-43498F3EE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140">
              <a:extLst>
                <a:ext uri="{FF2B5EF4-FFF2-40B4-BE49-F238E27FC236}">
                  <a16:creationId xmlns:a16="http://schemas.microsoft.com/office/drawing/2014/main" id="{7C97BC35-0464-C940-A49D-FDB5C779D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141">
              <a:extLst>
                <a:ext uri="{FF2B5EF4-FFF2-40B4-BE49-F238E27FC236}">
                  <a16:creationId xmlns:a16="http://schemas.microsoft.com/office/drawing/2014/main" id="{7984CB48-9215-8B4B-A498-E666F0E3E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142">
              <a:extLst>
                <a:ext uri="{FF2B5EF4-FFF2-40B4-BE49-F238E27FC236}">
                  <a16:creationId xmlns:a16="http://schemas.microsoft.com/office/drawing/2014/main" id="{C96EC781-C169-C847-9434-DDAAE26BE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143">
              <a:extLst>
                <a:ext uri="{FF2B5EF4-FFF2-40B4-BE49-F238E27FC236}">
                  <a16:creationId xmlns:a16="http://schemas.microsoft.com/office/drawing/2014/main" id="{38C41022-A31E-234E-8B2C-40405F52E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144">
              <a:extLst>
                <a:ext uri="{FF2B5EF4-FFF2-40B4-BE49-F238E27FC236}">
                  <a16:creationId xmlns:a16="http://schemas.microsoft.com/office/drawing/2014/main" id="{D29996CA-344D-3A4D-AEBA-D3C284D76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145">
              <a:extLst>
                <a:ext uri="{FF2B5EF4-FFF2-40B4-BE49-F238E27FC236}">
                  <a16:creationId xmlns:a16="http://schemas.microsoft.com/office/drawing/2014/main" id="{5CE4AC60-C30F-E34A-BDA2-E30CCB924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146">
              <a:extLst>
                <a:ext uri="{FF2B5EF4-FFF2-40B4-BE49-F238E27FC236}">
                  <a16:creationId xmlns:a16="http://schemas.microsoft.com/office/drawing/2014/main" id="{970DBE5F-57F0-7C45-8275-B9271F35A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147">
              <a:extLst>
                <a:ext uri="{FF2B5EF4-FFF2-40B4-BE49-F238E27FC236}">
                  <a16:creationId xmlns:a16="http://schemas.microsoft.com/office/drawing/2014/main" id="{09A39224-44A0-D244-89DA-0E21D0089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148">
              <a:extLst>
                <a:ext uri="{FF2B5EF4-FFF2-40B4-BE49-F238E27FC236}">
                  <a16:creationId xmlns:a16="http://schemas.microsoft.com/office/drawing/2014/main" id="{F684468F-F2C6-5442-8D0A-A49010E7C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149">
              <a:extLst>
                <a:ext uri="{FF2B5EF4-FFF2-40B4-BE49-F238E27FC236}">
                  <a16:creationId xmlns:a16="http://schemas.microsoft.com/office/drawing/2014/main" id="{5D4BAF69-2D0C-4443-99F5-80A730660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150">
              <a:extLst>
                <a:ext uri="{FF2B5EF4-FFF2-40B4-BE49-F238E27FC236}">
                  <a16:creationId xmlns:a16="http://schemas.microsoft.com/office/drawing/2014/main" id="{C2A86031-4F3C-9B41-A6A8-726316B15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151">
              <a:extLst>
                <a:ext uri="{FF2B5EF4-FFF2-40B4-BE49-F238E27FC236}">
                  <a16:creationId xmlns:a16="http://schemas.microsoft.com/office/drawing/2014/main" id="{7AD952DF-F7BE-AB44-9B9D-3E0E80740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152">
              <a:extLst>
                <a:ext uri="{FF2B5EF4-FFF2-40B4-BE49-F238E27FC236}">
                  <a16:creationId xmlns:a16="http://schemas.microsoft.com/office/drawing/2014/main" id="{8A825D62-0ED5-2245-8B6D-6D3E549AC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153">
              <a:extLst>
                <a:ext uri="{FF2B5EF4-FFF2-40B4-BE49-F238E27FC236}">
                  <a16:creationId xmlns:a16="http://schemas.microsoft.com/office/drawing/2014/main" id="{93D79551-8C1D-C14A-972A-488D359E0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154">
              <a:extLst>
                <a:ext uri="{FF2B5EF4-FFF2-40B4-BE49-F238E27FC236}">
                  <a16:creationId xmlns:a16="http://schemas.microsoft.com/office/drawing/2014/main" id="{E5EDD32E-DC98-194D-9BE2-DFDC0EA83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155">
              <a:extLst>
                <a:ext uri="{FF2B5EF4-FFF2-40B4-BE49-F238E27FC236}">
                  <a16:creationId xmlns:a16="http://schemas.microsoft.com/office/drawing/2014/main" id="{27D26853-C182-E845-83CE-76B4141D6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156">
              <a:extLst>
                <a:ext uri="{FF2B5EF4-FFF2-40B4-BE49-F238E27FC236}">
                  <a16:creationId xmlns:a16="http://schemas.microsoft.com/office/drawing/2014/main" id="{AC71CC2B-1945-C843-B4C9-0128CA2FD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157">
              <a:extLst>
                <a:ext uri="{FF2B5EF4-FFF2-40B4-BE49-F238E27FC236}">
                  <a16:creationId xmlns:a16="http://schemas.microsoft.com/office/drawing/2014/main" id="{4AC6B3C4-3077-4C44-B6E3-2E817ABB1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158">
              <a:extLst>
                <a:ext uri="{FF2B5EF4-FFF2-40B4-BE49-F238E27FC236}">
                  <a16:creationId xmlns:a16="http://schemas.microsoft.com/office/drawing/2014/main" id="{73C61846-54CC-D847-8A27-049262BC4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159">
              <a:extLst>
                <a:ext uri="{FF2B5EF4-FFF2-40B4-BE49-F238E27FC236}">
                  <a16:creationId xmlns:a16="http://schemas.microsoft.com/office/drawing/2014/main" id="{EEF8E13E-0EF1-9547-B280-1FC686193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160">
              <a:extLst>
                <a:ext uri="{FF2B5EF4-FFF2-40B4-BE49-F238E27FC236}">
                  <a16:creationId xmlns:a16="http://schemas.microsoft.com/office/drawing/2014/main" id="{D0A818F3-40C4-084F-BF57-52148962B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161">
              <a:extLst>
                <a:ext uri="{FF2B5EF4-FFF2-40B4-BE49-F238E27FC236}">
                  <a16:creationId xmlns:a16="http://schemas.microsoft.com/office/drawing/2014/main" id="{7E06D8E1-6F0D-894A-8433-913E42D54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162">
              <a:extLst>
                <a:ext uri="{FF2B5EF4-FFF2-40B4-BE49-F238E27FC236}">
                  <a16:creationId xmlns:a16="http://schemas.microsoft.com/office/drawing/2014/main" id="{8DB841B5-800E-6F4C-B39C-2E1C367B2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163">
              <a:extLst>
                <a:ext uri="{FF2B5EF4-FFF2-40B4-BE49-F238E27FC236}">
                  <a16:creationId xmlns:a16="http://schemas.microsoft.com/office/drawing/2014/main" id="{0834A7F8-614B-164B-BE6B-3DD2B4485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235">
              <a:extLst>
                <a:ext uri="{FF2B5EF4-FFF2-40B4-BE49-F238E27FC236}">
                  <a16:creationId xmlns:a16="http://schemas.microsoft.com/office/drawing/2014/main" id="{4E531428-E47F-2A4A-83F3-B95B79F8B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242">
              <a:extLst>
                <a:ext uri="{FF2B5EF4-FFF2-40B4-BE49-F238E27FC236}">
                  <a16:creationId xmlns:a16="http://schemas.microsoft.com/office/drawing/2014/main" id="{3FBB9686-1183-824E-9A64-EA78F231B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249">
              <a:extLst>
                <a:ext uri="{FF2B5EF4-FFF2-40B4-BE49-F238E27FC236}">
                  <a16:creationId xmlns:a16="http://schemas.microsoft.com/office/drawing/2014/main" id="{CB3A787E-A8B6-C849-966D-14C5DD6EA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256">
              <a:extLst>
                <a:ext uri="{FF2B5EF4-FFF2-40B4-BE49-F238E27FC236}">
                  <a16:creationId xmlns:a16="http://schemas.microsoft.com/office/drawing/2014/main" id="{E7C0B738-6E61-724E-88C2-7ABF9BA62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263">
              <a:extLst>
                <a:ext uri="{FF2B5EF4-FFF2-40B4-BE49-F238E27FC236}">
                  <a16:creationId xmlns:a16="http://schemas.microsoft.com/office/drawing/2014/main" id="{BA1BD974-24FC-4249-A078-DDECF384C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270">
              <a:extLst>
                <a:ext uri="{FF2B5EF4-FFF2-40B4-BE49-F238E27FC236}">
                  <a16:creationId xmlns:a16="http://schemas.microsoft.com/office/drawing/2014/main" id="{46B2735A-B312-BC40-A914-6702DED78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277">
              <a:extLst>
                <a:ext uri="{FF2B5EF4-FFF2-40B4-BE49-F238E27FC236}">
                  <a16:creationId xmlns:a16="http://schemas.microsoft.com/office/drawing/2014/main" id="{990DE553-EC25-064D-B138-3C2F83309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284">
              <a:extLst>
                <a:ext uri="{FF2B5EF4-FFF2-40B4-BE49-F238E27FC236}">
                  <a16:creationId xmlns:a16="http://schemas.microsoft.com/office/drawing/2014/main" id="{3B8D9836-07DD-0D49-ACF5-96599E4E4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291">
              <a:extLst>
                <a:ext uri="{FF2B5EF4-FFF2-40B4-BE49-F238E27FC236}">
                  <a16:creationId xmlns:a16="http://schemas.microsoft.com/office/drawing/2014/main" id="{20797015-FE98-0E4C-834A-A42E069D8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298">
              <a:extLst>
                <a:ext uri="{FF2B5EF4-FFF2-40B4-BE49-F238E27FC236}">
                  <a16:creationId xmlns:a16="http://schemas.microsoft.com/office/drawing/2014/main" id="{FE600176-C455-F645-986D-26D97FDD6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305">
              <a:extLst>
                <a:ext uri="{FF2B5EF4-FFF2-40B4-BE49-F238E27FC236}">
                  <a16:creationId xmlns:a16="http://schemas.microsoft.com/office/drawing/2014/main" id="{DAEEEDB6-D4CF-BD45-AF1A-5F2596725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312">
              <a:extLst>
                <a:ext uri="{FF2B5EF4-FFF2-40B4-BE49-F238E27FC236}">
                  <a16:creationId xmlns:a16="http://schemas.microsoft.com/office/drawing/2014/main" id="{A59D3297-2327-5442-A606-50E995389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2BD8A1EC-B9D9-4942-A689-DD8157758763}"/>
              </a:ext>
            </a:extLst>
          </p:cNvPr>
          <p:cNvGrpSpPr/>
          <p:nvPr/>
        </p:nvGrpSpPr>
        <p:grpSpPr>
          <a:xfrm>
            <a:off x="969179" y="2903621"/>
            <a:ext cx="2171684" cy="1306719"/>
            <a:chOff x="9915526" y="1892300"/>
            <a:chExt cx="1116012" cy="671513"/>
          </a:xfrm>
          <a:solidFill>
            <a:schemeClr val="bg2">
              <a:lumMod val="90000"/>
            </a:schemeClr>
          </a:solidFill>
        </p:grpSpPr>
        <p:sp>
          <p:nvSpPr>
            <p:cNvPr id="199" name="Freeform 80">
              <a:extLst>
                <a:ext uri="{FF2B5EF4-FFF2-40B4-BE49-F238E27FC236}">
                  <a16:creationId xmlns:a16="http://schemas.microsoft.com/office/drawing/2014/main" id="{433FBCE1-1CA4-5E4F-A1CA-EE130A2E8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81">
              <a:extLst>
                <a:ext uri="{FF2B5EF4-FFF2-40B4-BE49-F238E27FC236}">
                  <a16:creationId xmlns:a16="http://schemas.microsoft.com/office/drawing/2014/main" id="{E642AC79-B8CF-7A47-B143-25CFAC668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82">
              <a:extLst>
                <a:ext uri="{FF2B5EF4-FFF2-40B4-BE49-F238E27FC236}">
                  <a16:creationId xmlns:a16="http://schemas.microsoft.com/office/drawing/2014/main" id="{EEA5A657-D524-4948-877C-1980AC04F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83">
              <a:extLst>
                <a:ext uri="{FF2B5EF4-FFF2-40B4-BE49-F238E27FC236}">
                  <a16:creationId xmlns:a16="http://schemas.microsoft.com/office/drawing/2014/main" id="{34626672-A5D7-0745-AA0C-7319961A6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84">
              <a:extLst>
                <a:ext uri="{FF2B5EF4-FFF2-40B4-BE49-F238E27FC236}">
                  <a16:creationId xmlns:a16="http://schemas.microsoft.com/office/drawing/2014/main" id="{3BB9FE27-A816-A643-801A-393DB7E67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85">
              <a:extLst>
                <a:ext uri="{FF2B5EF4-FFF2-40B4-BE49-F238E27FC236}">
                  <a16:creationId xmlns:a16="http://schemas.microsoft.com/office/drawing/2014/main" id="{EB889109-F587-CC43-AF41-5D9370CEB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86">
              <a:extLst>
                <a:ext uri="{FF2B5EF4-FFF2-40B4-BE49-F238E27FC236}">
                  <a16:creationId xmlns:a16="http://schemas.microsoft.com/office/drawing/2014/main" id="{27459534-C1EC-DF4D-B700-CA87FA7C6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87">
              <a:extLst>
                <a:ext uri="{FF2B5EF4-FFF2-40B4-BE49-F238E27FC236}">
                  <a16:creationId xmlns:a16="http://schemas.microsoft.com/office/drawing/2014/main" id="{29C4F4BB-71F2-CD4E-B223-B60BE028D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88">
              <a:extLst>
                <a:ext uri="{FF2B5EF4-FFF2-40B4-BE49-F238E27FC236}">
                  <a16:creationId xmlns:a16="http://schemas.microsoft.com/office/drawing/2014/main" id="{5A4915EB-92C6-E44A-8C69-4A1C03782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89">
              <a:extLst>
                <a:ext uri="{FF2B5EF4-FFF2-40B4-BE49-F238E27FC236}">
                  <a16:creationId xmlns:a16="http://schemas.microsoft.com/office/drawing/2014/main" id="{A2128A02-939C-4146-BAC9-BE59C3468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90">
              <a:extLst>
                <a:ext uri="{FF2B5EF4-FFF2-40B4-BE49-F238E27FC236}">
                  <a16:creationId xmlns:a16="http://schemas.microsoft.com/office/drawing/2014/main" id="{43FC7BB5-F719-F549-BA03-17EFC23E3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91">
              <a:extLst>
                <a:ext uri="{FF2B5EF4-FFF2-40B4-BE49-F238E27FC236}">
                  <a16:creationId xmlns:a16="http://schemas.microsoft.com/office/drawing/2014/main" id="{0254C45A-82CF-9144-BA81-AC4563E87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92">
              <a:extLst>
                <a:ext uri="{FF2B5EF4-FFF2-40B4-BE49-F238E27FC236}">
                  <a16:creationId xmlns:a16="http://schemas.microsoft.com/office/drawing/2014/main" id="{F8CAD693-9E54-9449-B88C-9ACDACAA5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93">
              <a:extLst>
                <a:ext uri="{FF2B5EF4-FFF2-40B4-BE49-F238E27FC236}">
                  <a16:creationId xmlns:a16="http://schemas.microsoft.com/office/drawing/2014/main" id="{95A9B082-7E29-A14A-87CA-BE5FB8004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94">
              <a:extLst>
                <a:ext uri="{FF2B5EF4-FFF2-40B4-BE49-F238E27FC236}">
                  <a16:creationId xmlns:a16="http://schemas.microsoft.com/office/drawing/2014/main" id="{103846BB-30FB-E240-ADA6-DB965899A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95">
              <a:extLst>
                <a:ext uri="{FF2B5EF4-FFF2-40B4-BE49-F238E27FC236}">
                  <a16:creationId xmlns:a16="http://schemas.microsoft.com/office/drawing/2014/main" id="{A86A3408-CFA7-A64D-A920-E190227DA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96">
              <a:extLst>
                <a:ext uri="{FF2B5EF4-FFF2-40B4-BE49-F238E27FC236}">
                  <a16:creationId xmlns:a16="http://schemas.microsoft.com/office/drawing/2014/main" id="{B5C89170-2EEC-5949-8E7C-1DF263ED4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97">
              <a:extLst>
                <a:ext uri="{FF2B5EF4-FFF2-40B4-BE49-F238E27FC236}">
                  <a16:creationId xmlns:a16="http://schemas.microsoft.com/office/drawing/2014/main" id="{BBD7DD64-6C65-5F45-B55C-34481FD22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98">
              <a:extLst>
                <a:ext uri="{FF2B5EF4-FFF2-40B4-BE49-F238E27FC236}">
                  <a16:creationId xmlns:a16="http://schemas.microsoft.com/office/drawing/2014/main" id="{E2977D8F-CA73-7A43-A88B-F4C6CE11A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99">
              <a:extLst>
                <a:ext uri="{FF2B5EF4-FFF2-40B4-BE49-F238E27FC236}">
                  <a16:creationId xmlns:a16="http://schemas.microsoft.com/office/drawing/2014/main" id="{1E7A60C2-15E8-9241-AD18-96477AAB2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100">
              <a:extLst>
                <a:ext uri="{FF2B5EF4-FFF2-40B4-BE49-F238E27FC236}">
                  <a16:creationId xmlns:a16="http://schemas.microsoft.com/office/drawing/2014/main" id="{FBD437B4-92DC-D64D-A16E-5EF973C4A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101">
              <a:extLst>
                <a:ext uri="{FF2B5EF4-FFF2-40B4-BE49-F238E27FC236}">
                  <a16:creationId xmlns:a16="http://schemas.microsoft.com/office/drawing/2014/main" id="{C0A59F00-1A8D-B647-B7B0-5BE78FF6D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102">
              <a:extLst>
                <a:ext uri="{FF2B5EF4-FFF2-40B4-BE49-F238E27FC236}">
                  <a16:creationId xmlns:a16="http://schemas.microsoft.com/office/drawing/2014/main" id="{410C2176-4DEA-D94F-BCFA-EA19143F7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103">
              <a:extLst>
                <a:ext uri="{FF2B5EF4-FFF2-40B4-BE49-F238E27FC236}">
                  <a16:creationId xmlns:a16="http://schemas.microsoft.com/office/drawing/2014/main" id="{9C1C7990-EB77-6A42-A999-7F65B9486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104">
              <a:extLst>
                <a:ext uri="{FF2B5EF4-FFF2-40B4-BE49-F238E27FC236}">
                  <a16:creationId xmlns:a16="http://schemas.microsoft.com/office/drawing/2014/main" id="{8DAD6D98-3288-0145-BE11-84FFB61CB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105">
              <a:extLst>
                <a:ext uri="{FF2B5EF4-FFF2-40B4-BE49-F238E27FC236}">
                  <a16:creationId xmlns:a16="http://schemas.microsoft.com/office/drawing/2014/main" id="{9DEEC7CE-70C7-D541-B26A-565D9F2C2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106">
              <a:extLst>
                <a:ext uri="{FF2B5EF4-FFF2-40B4-BE49-F238E27FC236}">
                  <a16:creationId xmlns:a16="http://schemas.microsoft.com/office/drawing/2014/main" id="{4AEDA485-F851-F247-AFED-29BA0B5A3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107">
              <a:extLst>
                <a:ext uri="{FF2B5EF4-FFF2-40B4-BE49-F238E27FC236}">
                  <a16:creationId xmlns:a16="http://schemas.microsoft.com/office/drawing/2014/main" id="{C878C73E-4923-3F42-ABE8-0D07CE724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108">
              <a:extLst>
                <a:ext uri="{FF2B5EF4-FFF2-40B4-BE49-F238E27FC236}">
                  <a16:creationId xmlns:a16="http://schemas.microsoft.com/office/drawing/2014/main" id="{90B8EDD9-F333-0644-89CF-504595AC9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109">
              <a:extLst>
                <a:ext uri="{FF2B5EF4-FFF2-40B4-BE49-F238E27FC236}">
                  <a16:creationId xmlns:a16="http://schemas.microsoft.com/office/drawing/2014/main" id="{95011AB6-024B-EA45-A6BD-EA6F95199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110">
              <a:extLst>
                <a:ext uri="{FF2B5EF4-FFF2-40B4-BE49-F238E27FC236}">
                  <a16:creationId xmlns:a16="http://schemas.microsoft.com/office/drawing/2014/main" id="{4A1D8717-4036-374A-80D9-3DF0EBB0D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111">
              <a:extLst>
                <a:ext uri="{FF2B5EF4-FFF2-40B4-BE49-F238E27FC236}">
                  <a16:creationId xmlns:a16="http://schemas.microsoft.com/office/drawing/2014/main" id="{16F98E07-5EE7-ED4C-9C3C-123C5420D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112">
              <a:extLst>
                <a:ext uri="{FF2B5EF4-FFF2-40B4-BE49-F238E27FC236}">
                  <a16:creationId xmlns:a16="http://schemas.microsoft.com/office/drawing/2014/main" id="{2DC2D5A9-7F3C-6744-ACDD-876A74121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113">
              <a:extLst>
                <a:ext uri="{FF2B5EF4-FFF2-40B4-BE49-F238E27FC236}">
                  <a16:creationId xmlns:a16="http://schemas.microsoft.com/office/drawing/2014/main" id="{04AE5506-587E-CA4D-8B8D-F76A2A2C5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114">
              <a:extLst>
                <a:ext uri="{FF2B5EF4-FFF2-40B4-BE49-F238E27FC236}">
                  <a16:creationId xmlns:a16="http://schemas.microsoft.com/office/drawing/2014/main" id="{B195C2EA-7FA7-E64C-8F6C-06DBAACD4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115">
              <a:extLst>
                <a:ext uri="{FF2B5EF4-FFF2-40B4-BE49-F238E27FC236}">
                  <a16:creationId xmlns:a16="http://schemas.microsoft.com/office/drawing/2014/main" id="{C4D7840A-C426-C245-A3A1-FAA2DC62C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116">
              <a:extLst>
                <a:ext uri="{FF2B5EF4-FFF2-40B4-BE49-F238E27FC236}">
                  <a16:creationId xmlns:a16="http://schemas.microsoft.com/office/drawing/2014/main" id="{2E584CDC-175E-FA4C-BC7A-140A7A3CF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117">
              <a:extLst>
                <a:ext uri="{FF2B5EF4-FFF2-40B4-BE49-F238E27FC236}">
                  <a16:creationId xmlns:a16="http://schemas.microsoft.com/office/drawing/2014/main" id="{0262F2B3-D99F-C942-955A-3BCD28046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118">
              <a:extLst>
                <a:ext uri="{FF2B5EF4-FFF2-40B4-BE49-F238E27FC236}">
                  <a16:creationId xmlns:a16="http://schemas.microsoft.com/office/drawing/2014/main" id="{385AE887-6CEB-494A-B543-579DA8C00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119">
              <a:extLst>
                <a:ext uri="{FF2B5EF4-FFF2-40B4-BE49-F238E27FC236}">
                  <a16:creationId xmlns:a16="http://schemas.microsoft.com/office/drawing/2014/main" id="{4936A25C-FA47-DC4C-8E6A-FF946DEB6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120">
              <a:extLst>
                <a:ext uri="{FF2B5EF4-FFF2-40B4-BE49-F238E27FC236}">
                  <a16:creationId xmlns:a16="http://schemas.microsoft.com/office/drawing/2014/main" id="{DE1C74F3-048A-CE42-8225-F7C22C1AB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121">
              <a:extLst>
                <a:ext uri="{FF2B5EF4-FFF2-40B4-BE49-F238E27FC236}">
                  <a16:creationId xmlns:a16="http://schemas.microsoft.com/office/drawing/2014/main" id="{E1802CC2-A59E-9B4D-8B3A-D59419777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122">
              <a:extLst>
                <a:ext uri="{FF2B5EF4-FFF2-40B4-BE49-F238E27FC236}">
                  <a16:creationId xmlns:a16="http://schemas.microsoft.com/office/drawing/2014/main" id="{281A4F70-601D-5145-9177-182B5C473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123">
              <a:extLst>
                <a:ext uri="{FF2B5EF4-FFF2-40B4-BE49-F238E27FC236}">
                  <a16:creationId xmlns:a16="http://schemas.microsoft.com/office/drawing/2014/main" id="{12D2B5AB-33C2-FC4A-96E7-CE62A9DEF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124">
              <a:extLst>
                <a:ext uri="{FF2B5EF4-FFF2-40B4-BE49-F238E27FC236}">
                  <a16:creationId xmlns:a16="http://schemas.microsoft.com/office/drawing/2014/main" id="{66EEA610-F3AB-F347-930E-A7C137896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125">
              <a:extLst>
                <a:ext uri="{FF2B5EF4-FFF2-40B4-BE49-F238E27FC236}">
                  <a16:creationId xmlns:a16="http://schemas.microsoft.com/office/drawing/2014/main" id="{5C4CFCCA-C0ED-144F-BA0F-A227D58ED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126">
              <a:extLst>
                <a:ext uri="{FF2B5EF4-FFF2-40B4-BE49-F238E27FC236}">
                  <a16:creationId xmlns:a16="http://schemas.microsoft.com/office/drawing/2014/main" id="{B1704DAB-DFB2-7240-8D57-BE463FBE0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127">
              <a:extLst>
                <a:ext uri="{FF2B5EF4-FFF2-40B4-BE49-F238E27FC236}">
                  <a16:creationId xmlns:a16="http://schemas.microsoft.com/office/drawing/2014/main" id="{371111D5-B612-FE48-B2AC-5AA3367A0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128">
              <a:extLst>
                <a:ext uri="{FF2B5EF4-FFF2-40B4-BE49-F238E27FC236}">
                  <a16:creationId xmlns:a16="http://schemas.microsoft.com/office/drawing/2014/main" id="{47A17A26-8BE2-D34D-8E32-FC226C1D8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129">
              <a:extLst>
                <a:ext uri="{FF2B5EF4-FFF2-40B4-BE49-F238E27FC236}">
                  <a16:creationId xmlns:a16="http://schemas.microsoft.com/office/drawing/2014/main" id="{86E8ACDC-78A6-DA46-8A40-84FBA68D0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130">
              <a:extLst>
                <a:ext uri="{FF2B5EF4-FFF2-40B4-BE49-F238E27FC236}">
                  <a16:creationId xmlns:a16="http://schemas.microsoft.com/office/drawing/2014/main" id="{1FDA9A59-23D4-8748-BE1C-339A6E943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131">
              <a:extLst>
                <a:ext uri="{FF2B5EF4-FFF2-40B4-BE49-F238E27FC236}">
                  <a16:creationId xmlns:a16="http://schemas.microsoft.com/office/drawing/2014/main" id="{7605603B-2A40-4E46-BC3D-1A912C156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132">
              <a:extLst>
                <a:ext uri="{FF2B5EF4-FFF2-40B4-BE49-F238E27FC236}">
                  <a16:creationId xmlns:a16="http://schemas.microsoft.com/office/drawing/2014/main" id="{7A87C7B6-2681-1B49-B2E0-0C2742E2A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133">
              <a:extLst>
                <a:ext uri="{FF2B5EF4-FFF2-40B4-BE49-F238E27FC236}">
                  <a16:creationId xmlns:a16="http://schemas.microsoft.com/office/drawing/2014/main" id="{28C51299-CDAB-C347-AAB7-86A27DCFD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134">
              <a:extLst>
                <a:ext uri="{FF2B5EF4-FFF2-40B4-BE49-F238E27FC236}">
                  <a16:creationId xmlns:a16="http://schemas.microsoft.com/office/drawing/2014/main" id="{76B33E8F-D553-AC4E-B4F2-EDE9DBF7C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135">
              <a:extLst>
                <a:ext uri="{FF2B5EF4-FFF2-40B4-BE49-F238E27FC236}">
                  <a16:creationId xmlns:a16="http://schemas.microsoft.com/office/drawing/2014/main" id="{A47F101A-CEC6-3F43-A97B-E6F636EFA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136">
              <a:extLst>
                <a:ext uri="{FF2B5EF4-FFF2-40B4-BE49-F238E27FC236}">
                  <a16:creationId xmlns:a16="http://schemas.microsoft.com/office/drawing/2014/main" id="{435ED5EA-9465-2248-95B6-B5C883574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137">
              <a:extLst>
                <a:ext uri="{FF2B5EF4-FFF2-40B4-BE49-F238E27FC236}">
                  <a16:creationId xmlns:a16="http://schemas.microsoft.com/office/drawing/2014/main" id="{CA6CD41B-2D49-AC43-8A7E-7C8C5C315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138">
              <a:extLst>
                <a:ext uri="{FF2B5EF4-FFF2-40B4-BE49-F238E27FC236}">
                  <a16:creationId xmlns:a16="http://schemas.microsoft.com/office/drawing/2014/main" id="{F3FA890D-7D13-F94D-A256-06929DD5C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139">
              <a:extLst>
                <a:ext uri="{FF2B5EF4-FFF2-40B4-BE49-F238E27FC236}">
                  <a16:creationId xmlns:a16="http://schemas.microsoft.com/office/drawing/2014/main" id="{35C6677A-B6E1-5048-8D85-9E34B2010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140">
              <a:extLst>
                <a:ext uri="{FF2B5EF4-FFF2-40B4-BE49-F238E27FC236}">
                  <a16:creationId xmlns:a16="http://schemas.microsoft.com/office/drawing/2014/main" id="{23FE3F4A-146B-E34B-B137-818B9EC8B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141">
              <a:extLst>
                <a:ext uri="{FF2B5EF4-FFF2-40B4-BE49-F238E27FC236}">
                  <a16:creationId xmlns:a16="http://schemas.microsoft.com/office/drawing/2014/main" id="{E441913A-9C8E-D743-8CF6-45E2F8D5D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142">
              <a:extLst>
                <a:ext uri="{FF2B5EF4-FFF2-40B4-BE49-F238E27FC236}">
                  <a16:creationId xmlns:a16="http://schemas.microsoft.com/office/drawing/2014/main" id="{05011C2E-5D18-2742-9E2D-76E758C8B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143">
              <a:extLst>
                <a:ext uri="{FF2B5EF4-FFF2-40B4-BE49-F238E27FC236}">
                  <a16:creationId xmlns:a16="http://schemas.microsoft.com/office/drawing/2014/main" id="{25F1A68D-8A44-804E-88E2-D8ECF80DB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144">
              <a:extLst>
                <a:ext uri="{FF2B5EF4-FFF2-40B4-BE49-F238E27FC236}">
                  <a16:creationId xmlns:a16="http://schemas.microsoft.com/office/drawing/2014/main" id="{2786FB47-FA91-D94A-B7EB-6622573D3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145">
              <a:extLst>
                <a:ext uri="{FF2B5EF4-FFF2-40B4-BE49-F238E27FC236}">
                  <a16:creationId xmlns:a16="http://schemas.microsoft.com/office/drawing/2014/main" id="{16F474B4-5B0B-224E-9F7E-72DB9822D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146">
              <a:extLst>
                <a:ext uri="{FF2B5EF4-FFF2-40B4-BE49-F238E27FC236}">
                  <a16:creationId xmlns:a16="http://schemas.microsoft.com/office/drawing/2014/main" id="{70E6210A-96CE-EF46-BAE9-317515893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147">
              <a:extLst>
                <a:ext uri="{FF2B5EF4-FFF2-40B4-BE49-F238E27FC236}">
                  <a16:creationId xmlns:a16="http://schemas.microsoft.com/office/drawing/2014/main" id="{C517B75A-39E0-0940-B79C-82D8DDAE7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148">
              <a:extLst>
                <a:ext uri="{FF2B5EF4-FFF2-40B4-BE49-F238E27FC236}">
                  <a16:creationId xmlns:a16="http://schemas.microsoft.com/office/drawing/2014/main" id="{365CB2A3-19D0-7844-AC6F-3FF9AF5B1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149">
              <a:extLst>
                <a:ext uri="{FF2B5EF4-FFF2-40B4-BE49-F238E27FC236}">
                  <a16:creationId xmlns:a16="http://schemas.microsoft.com/office/drawing/2014/main" id="{D15BB772-A123-8B4D-A920-5C8EC8A5F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150">
              <a:extLst>
                <a:ext uri="{FF2B5EF4-FFF2-40B4-BE49-F238E27FC236}">
                  <a16:creationId xmlns:a16="http://schemas.microsoft.com/office/drawing/2014/main" id="{3FB2079C-9A87-EE4B-968E-D5529CD46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151">
              <a:extLst>
                <a:ext uri="{FF2B5EF4-FFF2-40B4-BE49-F238E27FC236}">
                  <a16:creationId xmlns:a16="http://schemas.microsoft.com/office/drawing/2014/main" id="{A2A192C3-B51B-124C-9078-A52FD81E6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152">
              <a:extLst>
                <a:ext uri="{FF2B5EF4-FFF2-40B4-BE49-F238E27FC236}">
                  <a16:creationId xmlns:a16="http://schemas.microsoft.com/office/drawing/2014/main" id="{AF6F13FF-6A49-FD46-B320-7C1D01DA6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153">
              <a:extLst>
                <a:ext uri="{FF2B5EF4-FFF2-40B4-BE49-F238E27FC236}">
                  <a16:creationId xmlns:a16="http://schemas.microsoft.com/office/drawing/2014/main" id="{C0C15C45-90A5-B248-911A-687763571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154">
              <a:extLst>
                <a:ext uri="{FF2B5EF4-FFF2-40B4-BE49-F238E27FC236}">
                  <a16:creationId xmlns:a16="http://schemas.microsoft.com/office/drawing/2014/main" id="{99FAE658-8768-1645-A990-88A8CC478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155">
              <a:extLst>
                <a:ext uri="{FF2B5EF4-FFF2-40B4-BE49-F238E27FC236}">
                  <a16:creationId xmlns:a16="http://schemas.microsoft.com/office/drawing/2014/main" id="{D552950A-5897-0F45-BFC5-F7AA19D57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156">
              <a:extLst>
                <a:ext uri="{FF2B5EF4-FFF2-40B4-BE49-F238E27FC236}">
                  <a16:creationId xmlns:a16="http://schemas.microsoft.com/office/drawing/2014/main" id="{F97E6C42-D07F-994D-A027-BECFC13DF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157">
              <a:extLst>
                <a:ext uri="{FF2B5EF4-FFF2-40B4-BE49-F238E27FC236}">
                  <a16:creationId xmlns:a16="http://schemas.microsoft.com/office/drawing/2014/main" id="{FC7E0FDF-E9FC-7348-8F18-039AAEE16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158">
              <a:extLst>
                <a:ext uri="{FF2B5EF4-FFF2-40B4-BE49-F238E27FC236}">
                  <a16:creationId xmlns:a16="http://schemas.microsoft.com/office/drawing/2014/main" id="{CC8ECDCF-5CE4-5E44-9A46-78E964AE7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159">
              <a:extLst>
                <a:ext uri="{FF2B5EF4-FFF2-40B4-BE49-F238E27FC236}">
                  <a16:creationId xmlns:a16="http://schemas.microsoft.com/office/drawing/2014/main" id="{67BAF5F1-3982-1140-9B52-454C23FDD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160">
              <a:extLst>
                <a:ext uri="{FF2B5EF4-FFF2-40B4-BE49-F238E27FC236}">
                  <a16:creationId xmlns:a16="http://schemas.microsoft.com/office/drawing/2014/main" id="{8D82A2A5-F4AC-614E-9DDD-F9215F8FB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161">
              <a:extLst>
                <a:ext uri="{FF2B5EF4-FFF2-40B4-BE49-F238E27FC236}">
                  <a16:creationId xmlns:a16="http://schemas.microsoft.com/office/drawing/2014/main" id="{973C5EA4-1554-CD46-ACC8-5B25F7CDD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162">
              <a:extLst>
                <a:ext uri="{FF2B5EF4-FFF2-40B4-BE49-F238E27FC236}">
                  <a16:creationId xmlns:a16="http://schemas.microsoft.com/office/drawing/2014/main" id="{3CBB14AF-063E-8443-B759-D3C1140DF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163">
              <a:extLst>
                <a:ext uri="{FF2B5EF4-FFF2-40B4-BE49-F238E27FC236}">
                  <a16:creationId xmlns:a16="http://schemas.microsoft.com/office/drawing/2014/main" id="{118CE912-B36D-EF4A-9473-D6BC138E2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235">
              <a:extLst>
                <a:ext uri="{FF2B5EF4-FFF2-40B4-BE49-F238E27FC236}">
                  <a16:creationId xmlns:a16="http://schemas.microsoft.com/office/drawing/2014/main" id="{C336540D-0CD2-0442-AF8D-4F6EF8A5C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242">
              <a:extLst>
                <a:ext uri="{FF2B5EF4-FFF2-40B4-BE49-F238E27FC236}">
                  <a16:creationId xmlns:a16="http://schemas.microsoft.com/office/drawing/2014/main" id="{3AC8B024-3359-094E-89DB-E6DC270D5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249">
              <a:extLst>
                <a:ext uri="{FF2B5EF4-FFF2-40B4-BE49-F238E27FC236}">
                  <a16:creationId xmlns:a16="http://schemas.microsoft.com/office/drawing/2014/main" id="{EB443F41-A214-E442-958B-791859552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256">
              <a:extLst>
                <a:ext uri="{FF2B5EF4-FFF2-40B4-BE49-F238E27FC236}">
                  <a16:creationId xmlns:a16="http://schemas.microsoft.com/office/drawing/2014/main" id="{6C8FD555-1965-7649-B3FB-143522AD2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263">
              <a:extLst>
                <a:ext uri="{FF2B5EF4-FFF2-40B4-BE49-F238E27FC236}">
                  <a16:creationId xmlns:a16="http://schemas.microsoft.com/office/drawing/2014/main" id="{A62C3008-79F3-004A-88A7-C2D85380A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270">
              <a:extLst>
                <a:ext uri="{FF2B5EF4-FFF2-40B4-BE49-F238E27FC236}">
                  <a16:creationId xmlns:a16="http://schemas.microsoft.com/office/drawing/2014/main" id="{573CECAF-8560-B447-B4E9-ABAD426C5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277">
              <a:extLst>
                <a:ext uri="{FF2B5EF4-FFF2-40B4-BE49-F238E27FC236}">
                  <a16:creationId xmlns:a16="http://schemas.microsoft.com/office/drawing/2014/main" id="{96315CE1-3424-2A4B-BE28-F913ACF0D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284">
              <a:extLst>
                <a:ext uri="{FF2B5EF4-FFF2-40B4-BE49-F238E27FC236}">
                  <a16:creationId xmlns:a16="http://schemas.microsoft.com/office/drawing/2014/main" id="{3EEB0887-EC82-CC4C-916C-F11E69378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291">
              <a:extLst>
                <a:ext uri="{FF2B5EF4-FFF2-40B4-BE49-F238E27FC236}">
                  <a16:creationId xmlns:a16="http://schemas.microsoft.com/office/drawing/2014/main" id="{A130B291-1E95-2242-81B1-C07EEBB11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298">
              <a:extLst>
                <a:ext uri="{FF2B5EF4-FFF2-40B4-BE49-F238E27FC236}">
                  <a16:creationId xmlns:a16="http://schemas.microsoft.com/office/drawing/2014/main" id="{70985E5B-250C-1147-8CA1-773E5531D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305">
              <a:extLst>
                <a:ext uri="{FF2B5EF4-FFF2-40B4-BE49-F238E27FC236}">
                  <a16:creationId xmlns:a16="http://schemas.microsoft.com/office/drawing/2014/main" id="{ACCEE0A1-6A1E-DB4A-ABBB-55D644F0B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312">
              <a:extLst>
                <a:ext uri="{FF2B5EF4-FFF2-40B4-BE49-F238E27FC236}">
                  <a16:creationId xmlns:a16="http://schemas.microsoft.com/office/drawing/2014/main" id="{68F9E734-4E62-9E4A-B9D9-A2FBE876D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7043FF02-FB8B-5743-ABB7-B04C85658DFC}"/>
              </a:ext>
            </a:extLst>
          </p:cNvPr>
          <p:cNvGrpSpPr/>
          <p:nvPr/>
        </p:nvGrpSpPr>
        <p:grpSpPr>
          <a:xfrm>
            <a:off x="969179" y="4363452"/>
            <a:ext cx="2171684" cy="1306719"/>
            <a:chOff x="9915526" y="1892300"/>
            <a:chExt cx="1116012" cy="671513"/>
          </a:xfrm>
          <a:solidFill>
            <a:schemeClr val="bg2">
              <a:lumMod val="90000"/>
            </a:schemeClr>
          </a:solidFill>
        </p:grpSpPr>
        <p:sp>
          <p:nvSpPr>
            <p:cNvPr id="296" name="Freeform 80">
              <a:extLst>
                <a:ext uri="{FF2B5EF4-FFF2-40B4-BE49-F238E27FC236}">
                  <a16:creationId xmlns:a16="http://schemas.microsoft.com/office/drawing/2014/main" id="{7D6F0C47-ADB9-C84C-8435-F6FBE2DEE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81">
              <a:extLst>
                <a:ext uri="{FF2B5EF4-FFF2-40B4-BE49-F238E27FC236}">
                  <a16:creationId xmlns:a16="http://schemas.microsoft.com/office/drawing/2014/main" id="{BC86E8C9-1143-9244-9C0A-FCD5E78F1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82">
              <a:extLst>
                <a:ext uri="{FF2B5EF4-FFF2-40B4-BE49-F238E27FC236}">
                  <a16:creationId xmlns:a16="http://schemas.microsoft.com/office/drawing/2014/main" id="{8AE75E74-CF15-F34F-8F4C-C888A9BDD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83">
              <a:extLst>
                <a:ext uri="{FF2B5EF4-FFF2-40B4-BE49-F238E27FC236}">
                  <a16:creationId xmlns:a16="http://schemas.microsoft.com/office/drawing/2014/main" id="{166330C8-E0DA-9A46-ABC4-AEE541485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84">
              <a:extLst>
                <a:ext uri="{FF2B5EF4-FFF2-40B4-BE49-F238E27FC236}">
                  <a16:creationId xmlns:a16="http://schemas.microsoft.com/office/drawing/2014/main" id="{4107F8D0-0F1B-D044-984B-FD34A63F1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85">
              <a:extLst>
                <a:ext uri="{FF2B5EF4-FFF2-40B4-BE49-F238E27FC236}">
                  <a16:creationId xmlns:a16="http://schemas.microsoft.com/office/drawing/2014/main" id="{706404BC-BD9E-0944-81CB-B2C7025BD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86">
              <a:extLst>
                <a:ext uri="{FF2B5EF4-FFF2-40B4-BE49-F238E27FC236}">
                  <a16:creationId xmlns:a16="http://schemas.microsoft.com/office/drawing/2014/main" id="{F7F0EA09-8C11-7344-89EC-97D72B0BB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87">
              <a:extLst>
                <a:ext uri="{FF2B5EF4-FFF2-40B4-BE49-F238E27FC236}">
                  <a16:creationId xmlns:a16="http://schemas.microsoft.com/office/drawing/2014/main" id="{8ACFE0BD-D8C0-4340-B89D-9D4C1B7B7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88">
              <a:extLst>
                <a:ext uri="{FF2B5EF4-FFF2-40B4-BE49-F238E27FC236}">
                  <a16:creationId xmlns:a16="http://schemas.microsoft.com/office/drawing/2014/main" id="{9527DD67-BAE6-A541-B78E-56D32C017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89">
              <a:extLst>
                <a:ext uri="{FF2B5EF4-FFF2-40B4-BE49-F238E27FC236}">
                  <a16:creationId xmlns:a16="http://schemas.microsoft.com/office/drawing/2014/main" id="{03D76567-316A-BB4B-9640-A54F69CA8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90">
              <a:extLst>
                <a:ext uri="{FF2B5EF4-FFF2-40B4-BE49-F238E27FC236}">
                  <a16:creationId xmlns:a16="http://schemas.microsoft.com/office/drawing/2014/main" id="{68CD92CC-1DE4-FA45-918C-3DEB05B12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91">
              <a:extLst>
                <a:ext uri="{FF2B5EF4-FFF2-40B4-BE49-F238E27FC236}">
                  <a16:creationId xmlns:a16="http://schemas.microsoft.com/office/drawing/2014/main" id="{07BC1876-9234-F84C-92A8-792D711D2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92">
              <a:extLst>
                <a:ext uri="{FF2B5EF4-FFF2-40B4-BE49-F238E27FC236}">
                  <a16:creationId xmlns:a16="http://schemas.microsoft.com/office/drawing/2014/main" id="{D04D5508-AE3A-C642-97A5-656BF65AA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93">
              <a:extLst>
                <a:ext uri="{FF2B5EF4-FFF2-40B4-BE49-F238E27FC236}">
                  <a16:creationId xmlns:a16="http://schemas.microsoft.com/office/drawing/2014/main" id="{19AA970C-7941-984A-B393-6646FAE22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94">
              <a:extLst>
                <a:ext uri="{FF2B5EF4-FFF2-40B4-BE49-F238E27FC236}">
                  <a16:creationId xmlns:a16="http://schemas.microsoft.com/office/drawing/2014/main" id="{8C76FFAE-B821-2345-9617-E230631BA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95">
              <a:extLst>
                <a:ext uri="{FF2B5EF4-FFF2-40B4-BE49-F238E27FC236}">
                  <a16:creationId xmlns:a16="http://schemas.microsoft.com/office/drawing/2014/main" id="{240F7226-AF17-2545-ADBC-8233CF578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96">
              <a:extLst>
                <a:ext uri="{FF2B5EF4-FFF2-40B4-BE49-F238E27FC236}">
                  <a16:creationId xmlns:a16="http://schemas.microsoft.com/office/drawing/2014/main" id="{694D0735-5253-2E4E-A0ED-43551E91B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97">
              <a:extLst>
                <a:ext uri="{FF2B5EF4-FFF2-40B4-BE49-F238E27FC236}">
                  <a16:creationId xmlns:a16="http://schemas.microsoft.com/office/drawing/2014/main" id="{6CE72EAF-9539-9444-B097-601152B60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98">
              <a:extLst>
                <a:ext uri="{FF2B5EF4-FFF2-40B4-BE49-F238E27FC236}">
                  <a16:creationId xmlns:a16="http://schemas.microsoft.com/office/drawing/2014/main" id="{19F8084C-52FE-DF46-9452-FE5B36020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99">
              <a:extLst>
                <a:ext uri="{FF2B5EF4-FFF2-40B4-BE49-F238E27FC236}">
                  <a16:creationId xmlns:a16="http://schemas.microsoft.com/office/drawing/2014/main" id="{F9D191DC-E451-3A4D-8893-2C522F0C5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100">
              <a:extLst>
                <a:ext uri="{FF2B5EF4-FFF2-40B4-BE49-F238E27FC236}">
                  <a16:creationId xmlns:a16="http://schemas.microsoft.com/office/drawing/2014/main" id="{DAB781A1-0CF6-8E41-865F-1B22D3EEE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101">
              <a:extLst>
                <a:ext uri="{FF2B5EF4-FFF2-40B4-BE49-F238E27FC236}">
                  <a16:creationId xmlns:a16="http://schemas.microsoft.com/office/drawing/2014/main" id="{2D888730-D029-EB45-B79B-99A6A077B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102">
              <a:extLst>
                <a:ext uri="{FF2B5EF4-FFF2-40B4-BE49-F238E27FC236}">
                  <a16:creationId xmlns:a16="http://schemas.microsoft.com/office/drawing/2014/main" id="{C68C7746-F5A2-184F-80C1-D1B36EF6F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103">
              <a:extLst>
                <a:ext uri="{FF2B5EF4-FFF2-40B4-BE49-F238E27FC236}">
                  <a16:creationId xmlns:a16="http://schemas.microsoft.com/office/drawing/2014/main" id="{3AB58FD3-C555-E54E-B6B2-8BF7AEC2F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104">
              <a:extLst>
                <a:ext uri="{FF2B5EF4-FFF2-40B4-BE49-F238E27FC236}">
                  <a16:creationId xmlns:a16="http://schemas.microsoft.com/office/drawing/2014/main" id="{DA0DAFED-82BB-1C4A-BC4B-3F2955F4D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105">
              <a:extLst>
                <a:ext uri="{FF2B5EF4-FFF2-40B4-BE49-F238E27FC236}">
                  <a16:creationId xmlns:a16="http://schemas.microsoft.com/office/drawing/2014/main" id="{F4D5CC4A-0871-324A-8437-C645BB937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106">
              <a:extLst>
                <a:ext uri="{FF2B5EF4-FFF2-40B4-BE49-F238E27FC236}">
                  <a16:creationId xmlns:a16="http://schemas.microsoft.com/office/drawing/2014/main" id="{E49C1BD0-E879-9948-9F76-2A7F9DCA2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107">
              <a:extLst>
                <a:ext uri="{FF2B5EF4-FFF2-40B4-BE49-F238E27FC236}">
                  <a16:creationId xmlns:a16="http://schemas.microsoft.com/office/drawing/2014/main" id="{69A2143B-2998-AF43-BF7C-F0E74481E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108">
              <a:extLst>
                <a:ext uri="{FF2B5EF4-FFF2-40B4-BE49-F238E27FC236}">
                  <a16:creationId xmlns:a16="http://schemas.microsoft.com/office/drawing/2014/main" id="{3A4FEB7F-A226-B544-9BFE-9F779A100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109">
              <a:extLst>
                <a:ext uri="{FF2B5EF4-FFF2-40B4-BE49-F238E27FC236}">
                  <a16:creationId xmlns:a16="http://schemas.microsoft.com/office/drawing/2014/main" id="{41BFCA41-680F-504C-B771-C293C0BE6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110">
              <a:extLst>
                <a:ext uri="{FF2B5EF4-FFF2-40B4-BE49-F238E27FC236}">
                  <a16:creationId xmlns:a16="http://schemas.microsoft.com/office/drawing/2014/main" id="{F02893E0-C160-C740-AFD4-9CAB56AEA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111">
              <a:extLst>
                <a:ext uri="{FF2B5EF4-FFF2-40B4-BE49-F238E27FC236}">
                  <a16:creationId xmlns:a16="http://schemas.microsoft.com/office/drawing/2014/main" id="{7DC22922-DEC4-5743-ADC1-D006B7048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112">
              <a:extLst>
                <a:ext uri="{FF2B5EF4-FFF2-40B4-BE49-F238E27FC236}">
                  <a16:creationId xmlns:a16="http://schemas.microsoft.com/office/drawing/2014/main" id="{5D561EAB-5899-444F-AB32-93D1BB096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113">
              <a:extLst>
                <a:ext uri="{FF2B5EF4-FFF2-40B4-BE49-F238E27FC236}">
                  <a16:creationId xmlns:a16="http://schemas.microsoft.com/office/drawing/2014/main" id="{BEACBEE1-46C8-1D4D-810D-5D63B8F9A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114">
              <a:extLst>
                <a:ext uri="{FF2B5EF4-FFF2-40B4-BE49-F238E27FC236}">
                  <a16:creationId xmlns:a16="http://schemas.microsoft.com/office/drawing/2014/main" id="{D9E694CB-43E8-1F48-AFDD-27AB3A308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115">
              <a:extLst>
                <a:ext uri="{FF2B5EF4-FFF2-40B4-BE49-F238E27FC236}">
                  <a16:creationId xmlns:a16="http://schemas.microsoft.com/office/drawing/2014/main" id="{905E9F9C-642D-364B-88CD-0F9C90002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116">
              <a:extLst>
                <a:ext uri="{FF2B5EF4-FFF2-40B4-BE49-F238E27FC236}">
                  <a16:creationId xmlns:a16="http://schemas.microsoft.com/office/drawing/2014/main" id="{26FF2DBC-6369-E849-B3CB-38D1706BE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117">
              <a:extLst>
                <a:ext uri="{FF2B5EF4-FFF2-40B4-BE49-F238E27FC236}">
                  <a16:creationId xmlns:a16="http://schemas.microsoft.com/office/drawing/2014/main" id="{01C4EE89-1B99-564B-B779-AC797CCC5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118">
              <a:extLst>
                <a:ext uri="{FF2B5EF4-FFF2-40B4-BE49-F238E27FC236}">
                  <a16:creationId xmlns:a16="http://schemas.microsoft.com/office/drawing/2014/main" id="{2149D025-31E2-814A-9231-A823DFF5C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119">
              <a:extLst>
                <a:ext uri="{FF2B5EF4-FFF2-40B4-BE49-F238E27FC236}">
                  <a16:creationId xmlns:a16="http://schemas.microsoft.com/office/drawing/2014/main" id="{783117EB-D922-4C46-9216-008FB862E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120">
              <a:extLst>
                <a:ext uri="{FF2B5EF4-FFF2-40B4-BE49-F238E27FC236}">
                  <a16:creationId xmlns:a16="http://schemas.microsoft.com/office/drawing/2014/main" id="{74EB8AC9-D219-3A4B-BDB1-9F1510303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121">
              <a:extLst>
                <a:ext uri="{FF2B5EF4-FFF2-40B4-BE49-F238E27FC236}">
                  <a16:creationId xmlns:a16="http://schemas.microsoft.com/office/drawing/2014/main" id="{042528BB-5E1F-4F4F-BB11-2D1BA77D7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122">
              <a:extLst>
                <a:ext uri="{FF2B5EF4-FFF2-40B4-BE49-F238E27FC236}">
                  <a16:creationId xmlns:a16="http://schemas.microsoft.com/office/drawing/2014/main" id="{16B24798-F1A1-4F4B-8087-2DCCAE413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Freeform 123">
              <a:extLst>
                <a:ext uri="{FF2B5EF4-FFF2-40B4-BE49-F238E27FC236}">
                  <a16:creationId xmlns:a16="http://schemas.microsoft.com/office/drawing/2014/main" id="{2E9FEC6D-711D-904A-A11C-4DE16826F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124">
              <a:extLst>
                <a:ext uri="{FF2B5EF4-FFF2-40B4-BE49-F238E27FC236}">
                  <a16:creationId xmlns:a16="http://schemas.microsoft.com/office/drawing/2014/main" id="{D3BDFB87-BA1B-F14E-A94F-7AF8E1F07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125">
              <a:extLst>
                <a:ext uri="{FF2B5EF4-FFF2-40B4-BE49-F238E27FC236}">
                  <a16:creationId xmlns:a16="http://schemas.microsoft.com/office/drawing/2014/main" id="{1ED568A6-F529-FD45-B3AC-5A7E0026B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126">
              <a:extLst>
                <a:ext uri="{FF2B5EF4-FFF2-40B4-BE49-F238E27FC236}">
                  <a16:creationId xmlns:a16="http://schemas.microsoft.com/office/drawing/2014/main" id="{5779779E-B633-924E-94A2-C048D9B69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127">
              <a:extLst>
                <a:ext uri="{FF2B5EF4-FFF2-40B4-BE49-F238E27FC236}">
                  <a16:creationId xmlns:a16="http://schemas.microsoft.com/office/drawing/2014/main" id="{2CD8AA37-89C2-6D4B-8271-EF3775BF3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128">
              <a:extLst>
                <a:ext uri="{FF2B5EF4-FFF2-40B4-BE49-F238E27FC236}">
                  <a16:creationId xmlns:a16="http://schemas.microsoft.com/office/drawing/2014/main" id="{5DEB24C7-A527-894A-9064-E2A37E8C3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129">
              <a:extLst>
                <a:ext uri="{FF2B5EF4-FFF2-40B4-BE49-F238E27FC236}">
                  <a16:creationId xmlns:a16="http://schemas.microsoft.com/office/drawing/2014/main" id="{0E79A880-8C59-FB46-A59E-CA632A7B3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130">
              <a:extLst>
                <a:ext uri="{FF2B5EF4-FFF2-40B4-BE49-F238E27FC236}">
                  <a16:creationId xmlns:a16="http://schemas.microsoft.com/office/drawing/2014/main" id="{9EF6466E-840F-9E4C-B82A-A653A3AC4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131">
              <a:extLst>
                <a:ext uri="{FF2B5EF4-FFF2-40B4-BE49-F238E27FC236}">
                  <a16:creationId xmlns:a16="http://schemas.microsoft.com/office/drawing/2014/main" id="{71C8BF98-7FD5-7545-91DC-616EA0B33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132">
              <a:extLst>
                <a:ext uri="{FF2B5EF4-FFF2-40B4-BE49-F238E27FC236}">
                  <a16:creationId xmlns:a16="http://schemas.microsoft.com/office/drawing/2014/main" id="{D54B61C1-52CE-CF4D-A490-4CD99A5F2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133">
              <a:extLst>
                <a:ext uri="{FF2B5EF4-FFF2-40B4-BE49-F238E27FC236}">
                  <a16:creationId xmlns:a16="http://schemas.microsoft.com/office/drawing/2014/main" id="{7E3F77D7-452F-BE42-AAFB-50ECF4FE0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134">
              <a:extLst>
                <a:ext uri="{FF2B5EF4-FFF2-40B4-BE49-F238E27FC236}">
                  <a16:creationId xmlns:a16="http://schemas.microsoft.com/office/drawing/2014/main" id="{06A13770-589B-924F-A85C-75A751986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135">
              <a:extLst>
                <a:ext uri="{FF2B5EF4-FFF2-40B4-BE49-F238E27FC236}">
                  <a16:creationId xmlns:a16="http://schemas.microsoft.com/office/drawing/2014/main" id="{A4F6BDF7-0C86-A240-8395-E263001A9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136">
              <a:extLst>
                <a:ext uri="{FF2B5EF4-FFF2-40B4-BE49-F238E27FC236}">
                  <a16:creationId xmlns:a16="http://schemas.microsoft.com/office/drawing/2014/main" id="{811D4E42-1357-6F4F-A783-8EB705459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137">
              <a:extLst>
                <a:ext uri="{FF2B5EF4-FFF2-40B4-BE49-F238E27FC236}">
                  <a16:creationId xmlns:a16="http://schemas.microsoft.com/office/drawing/2014/main" id="{15A8873B-051F-0044-B005-AA74F1A0D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138">
              <a:extLst>
                <a:ext uri="{FF2B5EF4-FFF2-40B4-BE49-F238E27FC236}">
                  <a16:creationId xmlns:a16="http://schemas.microsoft.com/office/drawing/2014/main" id="{93D164EB-0985-7B49-A758-9C5447C31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139">
              <a:extLst>
                <a:ext uri="{FF2B5EF4-FFF2-40B4-BE49-F238E27FC236}">
                  <a16:creationId xmlns:a16="http://schemas.microsoft.com/office/drawing/2014/main" id="{86D49AAD-957F-9C4B-B6E4-26012CB4F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140">
              <a:extLst>
                <a:ext uri="{FF2B5EF4-FFF2-40B4-BE49-F238E27FC236}">
                  <a16:creationId xmlns:a16="http://schemas.microsoft.com/office/drawing/2014/main" id="{DDC0950F-76D8-5F4C-B9F6-BD8104E9C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141">
              <a:extLst>
                <a:ext uri="{FF2B5EF4-FFF2-40B4-BE49-F238E27FC236}">
                  <a16:creationId xmlns:a16="http://schemas.microsoft.com/office/drawing/2014/main" id="{BF2DCEE8-B12B-794A-8D8B-6040E9430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142">
              <a:extLst>
                <a:ext uri="{FF2B5EF4-FFF2-40B4-BE49-F238E27FC236}">
                  <a16:creationId xmlns:a16="http://schemas.microsoft.com/office/drawing/2014/main" id="{488FE71A-8DC9-5945-A20A-2FB4B2373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143">
              <a:extLst>
                <a:ext uri="{FF2B5EF4-FFF2-40B4-BE49-F238E27FC236}">
                  <a16:creationId xmlns:a16="http://schemas.microsoft.com/office/drawing/2014/main" id="{C1DF1719-650E-804F-85E4-5B11A93CE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144">
              <a:extLst>
                <a:ext uri="{FF2B5EF4-FFF2-40B4-BE49-F238E27FC236}">
                  <a16:creationId xmlns:a16="http://schemas.microsoft.com/office/drawing/2014/main" id="{9E1BEE1E-E0A2-AF42-9842-A7A8A9B07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145">
              <a:extLst>
                <a:ext uri="{FF2B5EF4-FFF2-40B4-BE49-F238E27FC236}">
                  <a16:creationId xmlns:a16="http://schemas.microsoft.com/office/drawing/2014/main" id="{673DB197-0FD8-1F43-AA77-3B03D577A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146">
              <a:extLst>
                <a:ext uri="{FF2B5EF4-FFF2-40B4-BE49-F238E27FC236}">
                  <a16:creationId xmlns:a16="http://schemas.microsoft.com/office/drawing/2014/main" id="{22A436E9-EF92-3748-83F3-BC011F612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147">
              <a:extLst>
                <a:ext uri="{FF2B5EF4-FFF2-40B4-BE49-F238E27FC236}">
                  <a16:creationId xmlns:a16="http://schemas.microsoft.com/office/drawing/2014/main" id="{E95EFD0D-F685-A44C-9075-F265967B8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148">
              <a:extLst>
                <a:ext uri="{FF2B5EF4-FFF2-40B4-BE49-F238E27FC236}">
                  <a16:creationId xmlns:a16="http://schemas.microsoft.com/office/drawing/2014/main" id="{69FFBF18-1F36-C44A-A10B-DB0CFA606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149">
              <a:extLst>
                <a:ext uri="{FF2B5EF4-FFF2-40B4-BE49-F238E27FC236}">
                  <a16:creationId xmlns:a16="http://schemas.microsoft.com/office/drawing/2014/main" id="{1AC9E73E-5780-F646-94CF-76DB2C620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150">
              <a:extLst>
                <a:ext uri="{FF2B5EF4-FFF2-40B4-BE49-F238E27FC236}">
                  <a16:creationId xmlns:a16="http://schemas.microsoft.com/office/drawing/2014/main" id="{775121AD-F8AB-004E-BBEB-3280421AE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151">
              <a:extLst>
                <a:ext uri="{FF2B5EF4-FFF2-40B4-BE49-F238E27FC236}">
                  <a16:creationId xmlns:a16="http://schemas.microsoft.com/office/drawing/2014/main" id="{D5644940-4003-7945-8E3A-00742018B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152">
              <a:extLst>
                <a:ext uri="{FF2B5EF4-FFF2-40B4-BE49-F238E27FC236}">
                  <a16:creationId xmlns:a16="http://schemas.microsoft.com/office/drawing/2014/main" id="{32BF3F7B-F135-3246-B323-EF6183AB7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153">
              <a:extLst>
                <a:ext uri="{FF2B5EF4-FFF2-40B4-BE49-F238E27FC236}">
                  <a16:creationId xmlns:a16="http://schemas.microsoft.com/office/drawing/2014/main" id="{980A37F6-F150-A04C-9306-362BB49C7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154">
              <a:extLst>
                <a:ext uri="{FF2B5EF4-FFF2-40B4-BE49-F238E27FC236}">
                  <a16:creationId xmlns:a16="http://schemas.microsoft.com/office/drawing/2014/main" id="{056F97E6-74A9-3244-A0C8-B1A238C0A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155">
              <a:extLst>
                <a:ext uri="{FF2B5EF4-FFF2-40B4-BE49-F238E27FC236}">
                  <a16:creationId xmlns:a16="http://schemas.microsoft.com/office/drawing/2014/main" id="{9EA40D58-052A-CA42-8FE2-81A8AB8A5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156">
              <a:extLst>
                <a:ext uri="{FF2B5EF4-FFF2-40B4-BE49-F238E27FC236}">
                  <a16:creationId xmlns:a16="http://schemas.microsoft.com/office/drawing/2014/main" id="{743A90C0-7574-C845-92E0-233EC7865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157">
              <a:extLst>
                <a:ext uri="{FF2B5EF4-FFF2-40B4-BE49-F238E27FC236}">
                  <a16:creationId xmlns:a16="http://schemas.microsoft.com/office/drawing/2014/main" id="{9B2C80F4-6E1F-BD43-BA6B-B702CF5E0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158">
              <a:extLst>
                <a:ext uri="{FF2B5EF4-FFF2-40B4-BE49-F238E27FC236}">
                  <a16:creationId xmlns:a16="http://schemas.microsoft.com/office/drawing/2014/main" id="{DE7E8AE9-366A-8642-B7F8-F1E084BA8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159">
              <a:extLst>
                <a:ext uri="{FF2B5EF4-FFF2-40B4-BE49-F238E27FC236}">
                  <a16:creationId xmlns:a16="http://schemas.microsoft.com/office/drawing/2014/main" id="{93631909-A121-E741-AB2D-04CD86C66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160">
              <a:extLst>
                <a:ext uri="{FF2B5EF4-FFF2-40B4-BE49-F238E27FC236}">
                  <a16:creationId xmlns:a16="http://schemas.microsoft.com/office/drawing/2014/main" id="{E6A60CB8-9CBE-D94A-A48F-7BAF84E58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161">
              <a:extLst>
                <a:ext uri="{FF2B5EF4-FFF2-40B4-BE49-F238E27FC236}">
                  <a16:creationId xmlns:a16="http://schemas.microsoft.com/office/drawing/2014/main" id="{891B270F-E982-DA43-AFA3-0896E946F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162">
              <a:extLst>
                <a:ext uri="{FF2B5EF4-FFF2-40B4-BE49-F238E27FC236}">
                  <a16:creationId xmlns:a16="http://schemas.microsoft.com/office/drawing/2014/main" id="{039CAC16-AF15-314A-A91B-6EC98AED3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163">
              <a:extLst>
                <a:ext uri="{FF2B5EF4-FFF2-40B4-BE49-F238E27FC236}">
                  <a16:creationId xmlns:a16="http://schemas.microsoft.com/office/drawing/2014/main" id="{557687A9-2532-614B-952C-8B93A2C3E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235">
              <a:extLst>
                <a:ext uri="{FF2B5EF4-FFF2-40B4-BE49-F238E27FC236}">
                  <a16:creationId xmlns:a16="http://schemas.microsoft.com/office/drawing/2014/main" id="{36362433-8E4A-D646-B5BE-DBE8D4BA0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242">
              <a:extLst>
                <a:ext uri="{FF2B5EF4-FFF2-40B4-BE49-F238E27FC236}">
                  <a16:creationId xmlns:a16="http://schemas.microsoft.com/office/drawing/2014/main" id="{6A7D4A16-97A8-2D4B-B77D-ED80B436B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249">
              <a:extLst>
                <a:ext uri="{FF2B5EF4-FFF2-40B4-BE49-F238E27FC236}">
                  <a16:creationId xmlns:a16="http://schemas.microsoft.com/office/drawing/2014/main" id="{AD76E1D3-9256-FC4B-AFA1-584BC62E8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256">
              <a:extLst>
                <a:ext uri="{FF2B5EF4-FFF2-40B4-BE49-F238E27FC236}">
                  <a16:creationId xmlns:a16="http://schemas.microsoft.com/office/drawing/2014/main" id="{15AE9B49-8F13-B746-9768-D99516C5D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263">
              <a:extLst>
                <a:ext uri="{FF2B5EF4-FFF2-40B4-BE49-F238E27FC236}">
                  <a16:creationId xmlns:a16="http://schemas.microsoft.com/office/drawing/2014/main" id="{A3540DC3-5D65-5941-94B6-2B60ED108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270">
              <a:extLst>
                <a:ext uri="{FF2B5EF4-FFF2-40B4-BE49-F238E27FC236}">
                  <a16:creationId xmlns:a16="http://schemas.microsoft.com/office/drawing/2014/main" id="{C47A2925-4A8C-F941-AEEB-3DA42C59D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277">
              <a:extLst>
                <a:ext uri="{FF2B5EF4-FFF2-40B4-BE49-F238E27FC236}">
                  <a16:creationId xmlns:a16="http://schemas.microsoft.com/office/drawing/2014/main" id="{6C0D24A8-0E7F-C146-AE60-97D898CDD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284">
              <a:extLst>
                <a:ext uri="{FF2B5EF4-FFF2-40B4-BE49-F238E27FC236}">
                  <a16:creationId xmlns:a16="http://schemas.microsoft.com/office/drawing/2014/main" id="{B6C11AA4-1D1B-464D-AC77-17EDA342B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291">
              <a:extLst>
                <a:ext uri="{FF2B5EF4-FFF2-40B4-BE49-F238E27FC236}">
                  <a16:creationId xmlns:a16="http://schemas.microsoft.com/office/drawing/2014/main" id="{70CD254D-A67C-4C4E-A88E-BB8740874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298">
              <a:extLst>
                <a:ext uri="{FF2B5EF4-FFF2-40B4-BE49-F238E27FC236}">
                  <a16:creationId xmlns:a16="http://schemas.microsoft.com/office/drawing/2014/main" id="{3B911FD4-5BA5-BA4D-9648-2EA7C6FF9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305">
              <a:extLst>
                <a:ext uri="{FF2B5EF4-FFF2-40B4-BE49-F238E27FC236}">
                  <a16:creationId xmlns:a16="http://schemas.microsoft.com/office/drawing/2014/main" id="{F591200A-24C8-704F-B192-96955272C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312">
              <a:extLst>
                <a:ext uri="{FF2B5EF4-FFF2-40B4-BE49-F238E27FC236}">
                  <a16:creationId xmlns:a16="http://schemas.microsoft.com/office/drawing/2014/main" id="{2C25D13D-048D-9A49-AD51-3024B4D50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4E3524A6-0554-914A-8416-5F8E11E951A5}"/>
              </a:ext>
            </a:extLst>
          </p:cNvPr>
          <p:cNvGrpSpPr/>
          <p:nvPr/>
        </p:nvGrpSpPr>
        <p:grpSpPr>
          <a:xfrm>
            <a:off x="969179" y="5807241"/>
            <a:ext cx="2171684" cy="1306719"/>
            <a:chOff x="9915526" y="1892300"/>
            <a:chExt cx="1116012" cy="671513"/>
          </a:xfrm>
          <a:solidFill>
            <a:schemeClr val="bg2">
              <a:lumMod val="90000"/>
            </a:schemeClr>
          </a:solidFill>
        </p:grpSpPr>
        <p:sp>
          <p:nvSpPr>
            <p:cNvPr id="393" name="Freeform 80">
              <a:extLst>
                <a:ext uri="{FF2B5EF4-FFF2-40B4-BE49-F238E27FC236}">
                  <a16:creationId xmlns:a16="http://schemas.microsoft.com/office/drawing/2014/main" id="{E524F258-89B5-0348-8C09-8F64E481E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81">
              <a:extLst>
                <a:ext uri="{FF2B5EF4-FFF2-40B4-BE49-F238E27FC236}">
                  <a16:creationId xmlns:a16="http://schemas.microsoft.com/office/drawing/2014/main" id="{C5D40375-5895-1846-86F9-71E88DAD9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82">
              <a:extLst>
                <a:ext uri="{FF2B5EF4-FFF2-40B4-BE49-F238E27FC236}">
                  <a16:creationId xmlns:a16="http://schemas.microsoft.com/office/drawing/2014/main" id="{CD1B9B27-FC62-084E-AB15-42076FD6B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83">
              <a:extLst>
                <a:ext uri="{FF2B5EF4-FFF2-40B4-BE49-F238E27FC236}">
                  <a16:creationId xmlns:a16="http://schemas.microsoft.com/office/drawing/2014/main" id="{F6BF6ED1-5500-634E-9065-4AEC7E1E1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84">
              <a:extLst>
                <a:ext uri="{FF2B5EF4-FFF2-40B4-BE49-F238E27FC236}">
                  <a16:creationId xmlns:a16="http://schemas.microsoft.com/office/drawing/2014/main" id="{82A51B50-6B4F-A745-BE7C-038E918CF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85">
              <a:extLst>
                <a:ext uri="{FF2B5EF4-FFF2-40B4-BE49-F238E27FC236}">
                  <a16:creationId xmlns:a16="http://schemas.microsoft.com/office/drawing/2014/main" id="{1742581D-6B3C-EF47-BA4A-608C9D171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86">
              <a:extLst>
                <a:ext uri="{FF2B5EF4-FFF2-40B4-BE49-F238E27FC236}">
                  <a16:creationId xmlns:a16="http://schemas.microsoft.com/office/drawing/2014/main" id="{21E19629-BD98-9542-B2B9-40824BAE7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87">
              <a:extLst>
                <a:ext uri="{FF2B5EF4-FFF2-40B4-BE49-F238E27FC236}">
                  <a16:creationId xmlns:a16="http://schemas.microsoft.com/office/drawing/2014/main" id="{FA9C450D-8FCA-7C45-86FB-FBF447B2D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88">
              <a:extLst>
                <a:ext uri="{FF2B5EF4-FFF2-40B4-BE49-F238E27FC236}">
                  <a16:creationId xmlns:a16="http://schemas.microsoft.com/office/drawing/2014/main" id="{ADCE45F7-C124-0749-A45A-AB72025BA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89">
              <a:extLst>
                <a:ext uri="{FF2B5EF4-FFF2-40B4-BE49-F238E27FC236}">
                  <a16:creationId xmlns:a16="http://schemas.microsoft.com/office/drawing/2014/main" id="{DD699610-C254-924D-90AC-07981E0C5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90">
              <a:extLst>
                <a:ext uri="{FF2B5EF4-FFF2-40B4-BE49-F238E27FC236}">
                  <a16:creationId xmlns:a16="http://schemas.microsoft.com/office/drawing/2014/main" id="{F47E1342-04DD-A644-97A1-000E9BE51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91">
              <a:extLst>
                <a:ext uri="{FF2B5EF4-FFF2-40B4-BE49-F238E27FC236}">
                  <a16:creationId xmlns:a16="http://schemas.microsoft.com/office/drawing/2014/main" id="{AEAD37B6-1E60-8245-98BA-97B36254F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92">
              <a:extLst>
                <a:ext uri="{FF2B5EF4-FFF2-40B4-BE49-F238E27FC236}">
                  <a16:creationId xmlns:a16="http://schemas.microsoft.com/office/drawing/2014/main" id="{0A13A1EC-59B5-4C4C-B7E8-B89B09660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93">
              <a:extLst>
                <a:ext uri="{FF2B5EF4-FFF2-40B4-BE49-F238E27FC236}">
                  <a16:creationId xmlns:a16="http://schemas.microsoft.com/office/drawing/2014/main" id="{DAE0E935-C9AE-3941-A1C0-CBA9845CB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94">
              <a:extLst>
                <a:ext uri="{FF2B5EF4-FFF2-40B4-BE49-F238E27FC236}">
                  <a16:creationId xmlns:a16="http://schemas.microsoft.com/office/drawing/2014/main" id="{C3E7194F-1B74-D341-B9BD-A88D7B62A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95">
              <a:extLst>
                <a:ext uri="{FF2B5EF4-FFF2-40B4-BE49-F238E27FC236}">
                  <a16:creationId xmlns:a16="http://schemas.microsoft.com/office/drawing/2014/main" id="{CFB71262-9690-A04A-930B-21F21F77B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96">
              <a:extLst>
                <a:ext uri="{FF2B5EF4-FFF2-40B4-BE49-F238E27FC236}">
                  <a16:creationId xmlns:a16="http://schemas.microsoft.com/office/drawing/2014/main" id="{27E0D8C5-7CC8-AE47-BAF3-AE3A9C562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97">
              <a:extLst>
                <a:ext uri="{FF2B5EF4-FFF2-40B4-BE49-F238E27FC236}">
                  <a16:creationId xmlns:a16="http://schemas.microsoft.com/office/drawing/2014/main" id="{41BBD16F-7C74-A143-8BBA-41B4ACDC0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98">
              <a:extLst>
                <a:ext uri="{FF2B5EF4-FFF2-40B4-BE49-F238E27FC236}">
                  <a16:creationId xmlns:a16="http://schemas.microsoft.com/office/drawing/2014/main" id="{343635A8-1EB2-6C49-8842-E4484291B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99">
              <a:extLst>
                <a:ext uri="{FF2B5EF4-FFF2-40B4-BE49-F238E27FC236}">
                  <a16:creationId xmlns:a16="http://schemas.microsoft.com/office/drawing/2014/main" id="{3E474EFA-BC71-CF44-8DCA-062D8084F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100">
              <a:extLst>
                <a:ext uri="{FF2B5EF4-FFF2-40B4-BE49-F238E27FC236}">
                  <a16:creationId xmlns:a16="http://schemas.microsoft.com/office/drawing/2014/main" id="{D4EC2D15-5006-304B-9928-B98DB0620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101">
              <a:extLst>
                <a:ext uri="{FF2B5EF4-FFF2-40B4-BE49-F238E27FC236}">
                  <a16:creationId xmlns:a16="http://schemas.microsoft.com/office/drawing/2014/main" id="{3C38A10B-D61E-8E49-B9B7-5053D9950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102">
              <a:extLst>
                <a:ext uri="{FF2B5EF4-FFF2-40B4-BE49-F238E27FC236}">
                  <a16:creationId xmlns:a16="http://schemas.microsoft.com/office/drawing/2014/main" id="{AF9B86E0-4842-2043-8CD1-D1FF8E7B8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103">
              <a:extLst>
                <a:ext uri="{FF2B5EF4-FFF2-40B4-BE49-F238E27FC236}">
                  <a16:creationId xmlns:a16="http://schemas.microsoft.com/office/drawing/2014/main" id="{1BBD99AC-8278-1C43-B3F4-B2DAF7616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104">
              <a:extLst>
                <a:ext uri="{FF2B5EF4-FFF2-40B4-BE49-F238E27FC236}">
                  <a16:creationId xmlns:a16="http://schemas.microsoft.com/office/drawing/2014/main" id="{DD551139-FF4E-C848-B1FD-6466BFD93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105">
              <a:extLst>
                <a:ext uri="{FF2B5EF4-FFF2-40B4-BE49-F238E27FC236}">
                  <a16:creationId xmlns:a16="http://schemas.microsoft.com/office/drawing/2014/main" id="{E8DB7AA3-DE22-9A42-94A4-0BB88D12F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106">
              <a:extLst>
                <a:ext uri="{FF2B5EF4-FFF2-40B4-BE49-F238E27FC236}">
                  <a16:creationId xmlns:a16="http://schemas.microsoft.com/office/drawing/2014/main" id="{D3919F54-75CC-4F45-9F74-6F8D3BAF1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107">
              <a:extLst>
                <a:ext uri="{FF2B5EF4-FFF2-40B4-BE49-F238E27FC236}">
                  <a16:creationId xmlns:a16="http://schemas.microsoft.com/office/drawing/2014/main" id="{A05805C0-DED3-A64E-9191-ADA0D3AC1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108">
              <a:extLst>
                <a:ext uri="{FF2B5EF4-FFF2-40B4-BE49-F238E27FC236}">
                  <a16:creationId xmlns:a16="http://schemas.microsoft.com/office/drawing/2014/main" id="{09EAE3E4-DD58-3F4B-AE9F-0627EF298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109">
              <a:extLst>
                <a:ext uri="{FF2B5EF4-FFF2-40B4-BE49-F238E27FC236}">
                  <a16:creationId xmlns:a16="http://schemas.microsoft.com/office/drawing/2014/main" id="{C17F7764-D0B8-DB49-BF14-312D1CDFC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110">
              <a:extLst>
                <a:ext uri="{FF2B5EF4-FFF2-40B4-BE49-F238E27FC236}">
                  <a16:creationId xmlns:a16="http://schemas.microsoft.com/office/drawing/2014/main" id="{B0EF4538-5A53-CB46-AC79-8EDA7B0BF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111">
              <a:extLst>
                <a:ext uri="{FF2B5EF4-FFF2-40B4-BE49-F238E27FC236}">
                  <a16:creationId xmlns:a16="http://schemas.microsoft.com/office/drawing/2014/main" id="{25B04DC8-E449-8044-8734-279DDDC86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112">
              <a:extLst>
                <a:ext uri="{FF2B5EF4-FFF2-40B4-BE49-F238E27FC236}">
                  <a16:creationId xmlns:a16="http://schemas.microsoft.com/office/drawing/2014/main" id="{D15F4243-C43B-9B45-BF85-6C52BE18F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113">
              <a:extLst>
                <a:ext uri="{FF2B5EF4-FFF2-40B4-BE49-F238E27FC236}">
                  <a16:creationId xmlns:a16="http://schemas.microsoft.com/office/drawing/2014/main" id="{6C35D4F7-D64D-C047-9236-D1E3F787D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114">
              <a:extLst>
                <a:ext uri="{FF2B5EF4-FFF2-40B4-BE49-F238E27FC236}">
                  <a16:creationId xmlns:a16="http://schemas.microsoft.com/office/drawing/2014/main" id="{5C16371C-5D36-2040-9DF2-9FE355C4A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115">
              <a:extLst>
                <a:ext uri="{FF2B5EF4-FFF2-40B4-BE49-F238E27FC236}">
                  <a16:creationId xmlns:a16="http://schemas.microsoft.com/office/drawing/2014/main" id="{E89FB89C-ECF2-304B-9BEC-E4CBC145A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116">
              <a:extLst>
                <a:ext uri="{FF2B5EF4-FFF2-40B4-BE49-F238E27FC236}">
                  <a16:creationId xmlns:a16="http://schemas.microsoft.com/office/drawing/2014/main" id="{18FC3E0F-58EF-3544-92B9-781548C23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117">
              <a:extLst>
                <a:ext uri="{FF2B5EF4-FFF2-40B4-BE49-F238E27FC236}">
                  <a16:creationId xmlns:a16="http://schemas.microsoft.com/office/drawing/2014/main" id="{D31DD207-4BC7-E54D-AF06-74668C7FD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118">
              <a:extLst>
                <a:ext uri="{FF2B5EF4-FFF2-40B4-BE49-F238E27FC236}">
                  <a16:creationId xmlns:a16="http://schemas.microsoft.com/office/drawing/2014/main" id="{9EBBBCDE-10FE-C744-9616-4D1F915C3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119">
              <a:extLst>
                <a:ext uri="{FF2B5EF4-FFF2-40B4-BE49-F238E27FC236}">
                  <a16:creationId xmlns:a16="http://schemas.microsoft.com/office/drawing/2014/main" id="{0970CAFF-A04E-E442-9B1D-11509EF2C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120">
              <a:extLst>
                <a:ext uri="{FF2B5EF4-FFF2-40B4-BE49-F238E27FC236}">
                  <a16:creationId xmlns:a16="http://schemas.microsoft.com/office/drawing/2014/main" id="{B52A3021-012D-B645-8946-4637E45E1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121">
              <a:extLst>
                <a:ext uri="{FF2B5EF4-FFF2-40B4-BE49-F238E27FC236}">
                  <a16:creationId xmlns:a16="http://schemas.microsoft.com/office/drawing/2014/main" id="{8FECF4FF-457B-8A48-B716-B865040F9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122">
              <a:extLst>
                <a:ext uri="{FF2B5EF4-FFF2-40B4-BE49-F238E27FC236}">
                  <a16:creationId xmlns:a16="http://schemas.microsoft.com/office/drawing/2014/main" id="{314F1A6D-2222-DC45-8F59-F0133D17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123">
              <a:extLst>
                <a:ext uri="{FF2B5EF4-FFF2-40B4-BE49-F238E27FC236}">
                  <a16:creationId xmlns:a16="http://schemas.microsoft.com/office/drawing/2014/main" id="{C8563FCB-E19D-8845-88D1-2C4C6679F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124">
              <a:extLst>
                <a:ext uri="{FF2B5EF4-FFF2-40B4-BE49-F238E27FC236}">
                  <a16:creationId xmlns:a16="http://schemas.microsoft.com/office/drawing/2014/main" id="{B845BA26-127B-8E43-AD63-91EFA13F1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125">
              <a:extLst>
                <a:ext uri="{FF2B5EF4-FFF2-40B4-BE49-F238E27FC236}">
                  <a16:creationId xmlns:a16="http://schemas.microsoft.com/office/drawing/2014/main" id="{BD161DF4-8419-A040-B6AC-4063275F1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126">
              <a:extLst>
                <a:ext uri="{FF2B5EF4-FFF2-40B4-BE49-F238E27FC236}">
                  <a16:creationId xmlns:a16="http://schemas.microsoft.com/office/drawing/2014/main" id="{748F0F41-16FB-8E4A-B38B-BC3169CCD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127">
              <a:extLst>
                <a:ext uri="{FF2B5EF4-FFF2-40B4-BE49-F238E27FC236}">
                  <a16:creationId xmlns:a16="http://schemas.microsoft.com/office/drawing/2014/main" id="{81B25661-88F9-864D-B655-F8AE8DF3E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128">
              <a:extLst>
                <a:ext uri="{FF2B5EF4-FFF2-40B4-BE49-F238E27FC236}">
                  <a16:creationId xmlns:a16="http://schemas.microsoft.com/office/drawing/2014/main" id="{08712E90-1B3B-204F-95A5-258CB2E98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129">
              <a:extLst>
                <a:ext uri="{FF2B5EF4-FFF2-40B4-BE49-F238E27FC236}">
                  <a16:creationId xmlns:a16="http://schemas.microsoft.com/office/drawing/2014/main" id="{EEF86C00-A5D2-0245-AF69-806F85FC3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130">
              <a:extLst>
                <a:ext uri="{FF2B5EF4-FFF2-40B4-BE49-F238E27FC236}">
                  <a16:creationId xmlns:a16="http://schemas.microsoft.com/office/drawing/2014/main" id="{607EABBC-7736-0E4B-885E-720EBE12C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131">
              <a:extLst>
                <a:ext uri="{FF2B5EF4-FFF2-40B4-BE49-F238E27FC236}">
                  <a16:creationId xmlns:a16="http://schemas.microsoft.com/office/drawing/2014/main" id="{19674C8D-6B3A-9944-BF2A-FBF1373A0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132">
              <a:extLst>
                <a:ext uri="{FF2B5EF4-FFF2-40B4-BE49-F238E27FC236}">
                  <a16:creationId xmlns:a16="http://schemas.microsoft.com/office/drawing/2014/main" id="{CE4E3312-20CD-4444-9C50-8335F040F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133">
              <a:extLst>
                <a:ext uri="{FF2B5EF4-FFF2-40B4-BE49-F238E27FC236}">
                  <a16:creationId xmlns:a16="http://schemas.microsoft.com/office/drawing/2014/main" id="{FAE45CE1-B887-004C-A8ED-42A87433B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134">
              <a:extLst>
                <a:ext uri="{FF2B5EF4-FFF2-40B4-BE49-F238E27FC236}">
                  <a16:creationId xmlns:a16="http://schemas.microsoft.com/office/drawing/2014/main" id="{48BDDB9B-7D1A-6E46-9C71-062F4C2EF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Freeform 135">
              <a:extLst>
                <a:ext uri="{FF2B5EF4-FFF2-40B4-BE49-F238E27FC236}">
                  <a16:creationId xmlns:a16="http://schemas.microsoft.com/office/drawing/2014/main" id="{CD0C26C5-FCBF-6C4A-A1E1-C1CDE7C08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136">
              <a:extLst>
                <a:ext uri="{FF2B5EF4-FFF2-40B4-BE49-F238E27FC236}">
                  <a16:creationId xmlns:a16="http://schemas.microsoft.com/office/drawing/2014/main" id="{4A7C0CCE-6D01-7A4F-B369-1AB9613F2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137">
              <a:extLst>
                <a:ext uri="{FF2B5EF4-FFF2-40B4-BE49-F238E27FC236}">
                  <a16:creationId xmlns:a16="http://schemas.microsoft.com/office/drawing/2014/main" id="{BCB26567-8737-1E4A-B3EF-0AA840948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138">
              <a:extLst>
                <a:ext uri="{FF2B5EF4-FFF2-40B4-BE49-F238E27FC236}">
                  <a16:creationId xmlns:a16="http://schemas.microsoft.com/office/drawing/2014/main" id="{FC287015-6086-FD4C-B532-7097100EB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139">
              <a:extLst>
                <a:ext uri="{FF2B5EF4-FFF2-40B4-BE49-F238E27FC236}">
                  <a16:creationId xmlns:a16="http://schemas.microsoft.com/office/drawing/2014/main" id="{63136FC2-BE16-B141-B8BC-D111F2F05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140">
              <a:extLst>
                <a:ext uri="{FF2B5EF4-FFF2-40B4-BE49-F238E27FC236}">
                  <a16:creationId xmlns:a16="http://schemas.microsoft.com/office/drawing/2014/main" id="{8F7812D8-E48E-2D47-B5F8-6B22DC63C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141">
              <a:extLst>
                <a:ext uri="{FF2B5EF4-FFF2-40B4-BE49-F238E27FC236}">
                  <a16:creationId xmlns:a16="http://schemas.microsoft.com/office/drawing/2014/main" id="{0AF85A59-5342-0A4A-B55A-B99F87BE6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142">
              <a:extLst>
                <a:ext uri="{FF2B5EF4-FFF2-40B4-BE49-F238E27FC236}">
                  <a16:creationId xmlns:a16="http://schemas.microsoft.com/office/drawing/2014/main" id="{F0945A42-8514-5D4B-BED4-8A2B3ADE8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143">
              <a:extLst>
                <a:ext uri="{FF2B5EF4-FFF2-40B4-BE49-F238E27FC236}">
                  <a16:creationId xmlns:a16="http://schemas.microsoft.com/office/drawing/2014/main" id="{390D69CC-14DB-FB45-9082-4FB23816B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144">
              <a:extLst>
                <a:ext uri="{FF2B5EF4-FFF2-40B4-BE49-F238E27FC236}">
                  <a16:creationId xmlns:a16="http://schemas.microsoft.com/office/drawing/2014/main" id="{EDFDDFDA-9694-3844-9980-8A0E24F8D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145">
              <a:extLst>
                <a:ext uri="{FF2B5EF4-FFF2-40B4-BE49-F238E27FC236}">
                  <a16:creationId xmlns:a16="http://schemas.microsoft.com/office/drawing/2014/main" id="{8754DC02-7F28-F64D-AC6A-504E1B4C8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146">
              <a:extLst>
                <a:ext uri="{FF2B5EF4-FFF2-40B4-BE49-F238E27FC236}">
                  <a16:creationId xmlns:a16="http://schemas.microsoft.com/office/drawing/2014/main" id="{FC470A8D-2564-E94B-B1A9-1D8F608D2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147">
              <a:extLst>
                <a:ext uri="{FF2B5EF4-FFF2-40B4-BE49-F238E27FC236}">
                  <a16:creationId xmlns:a16="http://schemas.microsoft.com/office/drawing/2014/main" id="{545B16CE-D6DE-464E-AEC2-0B5132393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148">
              <a:extLst>
                <a:ext uri="{FF2B5EF4-FFF2-40B4-BE49-F238E27FC236}">
                  <a16:creationId xmlns:a16="http://schemas.microsoft.com/office/drawing/2014/main" id="{8855A60E-529A-2046-936D-C0317D6BA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149">
              <a:extLst>
                <a:ext uri="{FF2B5EF4-FFF2-40B4-BE49-F238E27FC236}">
                  <a16:creationId xmlns:a16="http://schemas.microsoft.com/office/drawing/2014/main" id="{BA6CD13B-ED79-CF4E-BAB2-97457AADF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150">
              <a:extLst>
                <a:ext uri="{FF2B5EF4-FFF2-40B4-BE49-F238E27FC236}">
                  <a16:creationId xmlns:a16="http://schemas.microsoft.com/office/drawing/2014/main" id="{3C9FA88B-2039-8D4F-B995-955D824D2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Freeform 151">
              <a:extLst>
                <a:ext uri="{FF2B5EF4-FFF2-40B4-BE49-F238E27FC236}">
                  <a16:creationId xmlns:a16="http://schemas.microsoft.com/office/drawing/2014/main" id="{D83112F0-9293-E744-BCC1-9FB4D26AD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152">
              <a:extLst>
                <a:ext uri="{FF2B5EF4-FFF2-40B4-BE49-F238E27FC236}">
                  <a16:creationId xmlns:a16="http://schemas.microsoft.com/office/drawing/2014/main" id="{5ADEA8AC-ED7D-CA49-BA73-291E19259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153">
              <a:extLst>
                <a:ext uri="{FF2B5EF4-FFF2-40B4-BE49-F238E27FC236}">
                  <a16:creationId xmlns:a16="http://schemas.microsoft.com/office/drawing/2014/main" id="{BF918C77-66AC-3A46-913F-750ED2AF6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154">
              <a:extLst>
                <a:ext uri="{FF2B5EF4-FFF2-40B4-BE49-F238E27FC236}">
                  <a16:creationId xmlns:a16="http://schemas.microsoft.com/office/drawing/2014/main" id="{21FCB47F-B104-954D-AAFD-FACE40DD7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Freeform 155">
              <a:extLst>
                <a:ext uri="{FF2B5EF4-FFF2-40B4-BE49-F238E27FC236}">
                  <a16:creationId xmlns:a16="http://schemas.microsoft.com/office/drawing/2014/main" id="{1FC07D25-B03A-BC47-B207-881C18E7C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156">
              <a:extLst>
                <a:ext uri="{FF2B5EF4-FFF2-40B4-BE49-F238E27FC236}">
                  <a16:creationId xmlns:a16="http://schemas.microsoft.com/office/drawing/2014/main" id="{05AFC00D-399D-234B-A6E6-452C0E194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157">
              <a:extLst>
                <a:ext uri="{FF2B5EF4-FFF2-40B4-BE49-F238E27FC236}">
                  <a16:creationId xmlns:a16="http://schemas.microsoft.com/office/drawing/2014/main" id="{64FAC3D8-7A5F-AF45-B755-B17791693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158">
              <a:extLst>
                <a:ext uri="{FF2B5EF4-FFF2-40B4-BE49-F238E27FC236}">
                  <a16:creationId xmlns:a16="http://schemas.microsoft.com/office/drawing/2014/main" id="{BB9F3683-9384-1E42-94CA-C6BE4531C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Freeform 159">
              <a:extLst>
                <a:ext uri="{FF2B5EF4-FFF2-40B4-BE49-F238E27FC236}">
                  <a16:creationId xmlns:a16="http://schemas.microsoft.com/office/drawing/2014/main" id="{6D44221B-03CB-E74D-B9BA-153133BF3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160">
              <a:extLst>
                <a:ext uri="{FF2B5EF4-FFF2-40B4-BE49-F238E27FC236}">
                  <a16:creationId xmlns:a16="http://schemas.microsoft.com/office/drawing/2014/main" id="{A702E9B7-C069-B54E-B697-9D3DD88E7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Freeform 161">
              <a:extLst>
                <a:ext uri="{FF2B5EF4-FFF2-40B4-BE49-F238E27FC236}">
                  <a16:creationId xmlns:a16="http://schemas.microsoft.com/office/drawing/2014/main" id="{BE5E55D7-B099-A34F-96CC-E02064DDE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162">
              <a:extLst>
                <a:ext uri="{FF2B5EF4-FFF2-40B4-BE49-F238E27FC236}">
                  <a16:creationId xmlns:a16="http://schemas.microsoft.com/office/drawing/2014/main" id="{F6A58BD0-5B10-9A4A-8D9C-46C91D344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163">
              <a:extLst>
                <a:ext uri="{FF2B5EF4-FFF2-40B4-BE49-F238E27FC236}">
                  <a16:creationId xmlns:a16="http://schemas.microsoft.com/office/drawing/2014/main" id="{E10A88A8-23AE-D940-BA50-8BB9E4D5E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235">
              <a:extLst>
                <a:ext uri="{FF2B5EF4-FFF2-40B4-BE49-F238E27FC236}">
                  <a16:creationId xmlns:a16="http://schemas.microsoft.com/office/drawing/2014/main" id="{7AFE0A71-F4AB-4E4B-9A09-46041DEFA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242">
              <a:extLst>
                <a:ext uri="{FF2B5EF4-FFF2-40B4-BE49-F238E27FC236}">
                  <a16:creationId xmlns:a16="http://schemas.microsoft.com/office/drawing/2014/main" id="{3B4696C1-5D9D-A946-8ECD-FA82CFCA9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249">
              <a:extLst>
                <a:ext uri="{FF2B5EF4-FFF2-40B4-BE49-F238E27FC236}">
                  <a16:creationId xmlns:a16="http://schemas.microsoft.com/office/drawing/2014/main" id="{27E33984-3B1C-D343-AE77-8556C6B73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256">
              <a:extLst>
                <a:ext uri="{FF2B5EF4-FFF2-40B4-BE49-F238E27FC236}">
                  <a16:creationId xmlns:a16="http://schemas.microsoft.com/office/drawing/2014/main" id="{6E98ECC4-F7BA-8142-80D9-0C0F06458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263">
              <a:extLst>
                <a:ext uri="{FF2B5EF4-FFF2-40B4-BE49-F238E27FC236}">
                  <a16:creationId xmlns:a16="http://schemas.microsoft.com/office/drawing/2014/main" id="{27211980-D5F4-3D4E-82A5-CB17F209D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270">
              <a:extLst>
                <a:ext uri="{FF2B5EF4-FFF2-40B4-BE49-F238E27FC236}">
                  <a16:creationId xmlns:a16="http://schemas.microsoft.com/office/drawing/2014/main" id="{927C19D5-A74F-CB40-B552-45FCCC7A4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277">
              <a:extLst>
                <a:ext uri="{FF2B5EF4-FFF2-40B4-BE49-F238E27FC236}">
                  <a16:creationId xmlns:a16="http://schemas.microsoft.com/office/drawing/2014/main" id="{DC498EAE-126D-9344-94D7-110DD5E32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284">
              <a:extLst>
                <a:ext uri="{FF2B5EF4-FFF2-40B4-BE49-F238E27FC236}">
                  <a16:creationId xmlns:a16="http://schemas.microsoft.com/office/drawing/2014/main" id="{CE7BCAB4-792C-D544-9B46-A97A7AC92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291">
              <a:extLst>
                <a:ext uri="{FF2B5EF4-FFF2-40B4-BE49-F238E27FC236}">
                  <a16:creationId xmlns:a16="http://schemas.microsoft.com/office/drawing/2014/main" id="{0ABA0C54-05DE-8B43-9261-D4C8EB5EE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298">
              <a:extLst>
                <a:ext uri="{FF2B5EF4-FFF2-40B4-BE49-F238E27FC236}">
                  <a16:creationId xmlns:a16="http://schemas.microsoft.com/office/drawing/2014/main" id="{AC23851A-1FFB-7543-8B16-923B2D4E6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305">
              <a:extLst>
                <a:ext uri="{FF2B5EF4-FFF2-40B4-BE49-F238E27FC236}">
                  <a16:creationId xmlns:a16="http://schemas.microsoft.com/office/drawing/2014/main" id="{BFDEDD79-6582-3D4A-B2AC-C9BCE103E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Freeform 312">
              <a:extLst>
                <a:ext uri="{FF2B5EF4-FFF2-40B4-BE49-F238E27FC236}">
                  <a16:creationId xmlns:a16="http://schemas.microsoft.com/office/drawing/2014/main" id="{6139F61E-D411-BD49-849E-35F0242F5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2A5FE960-67FB-F543-868F-06E0A9431CFA}"/>
              </a:ext>
            </a:extLst>
          </p:cNvPr>
          <p:cNvGrpSpPr/>
          <p:nvPr/>
        </p:nvGrpSpPr>
        <p:grpSpPr>
          <a:xfrm>
            <a:off x="1118686" y="1209719"/>
            <a:ext cx="4272926" cy="8704302"/>
            <a:chOff x="1471613" y="38100"/>
            <a:chExt cx="1284288" cy="2616200"/>
          </a:xfrm>
        </p:grpSpPr>
        <p:sp>
          <p:nvSpPr>
            <p:cNvPr id="490" name="Freeform 359">
              <a:extLst>
                <a:ext uri="{FF2B5EF4-FFF2-40B4-BE49-F238E27FC236}">
                  <a16:creationId xmlns:a16="http://schemas.microsoft.com/office/drawing/2014/main" id="{009303D1-49C9-FC47-A9B1-3CBC48B3C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376" y="231775"/>
              <a:ext cx="144463" cy="314325"/>
            </a:xfrm>
            <a:custGeom>
              <a:avLst/>
              <a:gdLst>
                <a:gd name="T0" fmla="*/ 0 w 182"/>
                <a:gd name="T1" fmla="*/ 264 h 397"/>
                <a:gd name="T2" fmla="*/ 31 w 182"/>
                <a:gd name="T3" fmla="*/ 0 h 397"/>
                <a:gd name="T4" fmla="*/ 133 w 182"/>
                <a:gd name="T5" fmla="*/ 0 h 397"/>
                <a:gd name="T6" fmla="*/ 182 w 182"/>
                <a:gd name="T7" fmla="*/ 243 h 397"/>
                <a:gd name="T8" fmla="*/ 118 w 182"/>
                <a:gd name="T9" fmla="*/ 397 h 397"/>
                <a:gd name="T10" fmla="*/ 0 w 182"/>
                <a:gd name="T11" fmla="*/ 264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2" h="397">
                  <a:moveTo>
                    <a:pt x="0" y="264"/>
                  </a:moveTo>
                  <a:lnTo>
                    <a:pt x="31" y="0"/>
                  </a:lnTo>
                  <a:lnTo>
                    <a:pt x="133" y="0"/>
                  </a:lnTo>
                  <a:lnTo>
                    <a:pt x="182" y="243"/>
                  </a:lnTo>
                  <a:lnTo>
                    <a:pt x="118" y="397"/>
                  </a:lnTo>
                  <a:lnTo>
                    <a:pt x="0" y="264"/>
                  </a:lnTo>
                  <a:close/>
                </a:path>
              </a:pathLst>
            </a:custGeom>
            <a:solidFill>
              <a:srgbClr val="FF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360">
              <a:extLst>
                <a:ext uri="{FF2B5EF4-FFF2-40B4-BE49-F238E27FC236}">
                  <a16:creationId xmlns:a16="http://schemas.microsoft.com/office/drawing/2014/main" id="{43A4CC39-4A78-E547-B457-565405D59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901" y="295275"/>
              <a:ext cx="120650" cy="103188"/>
            </a:xfrm>
            <a:custGeom>
              <a:avLst/>
              <a:gdLst>
                <a:gd name="T0" fmla="*/ 138 w 152"/>
                <a:gd name="T1" fmla="*/ 3 h 131"/>
                <a:gd name="T2" fmla="*/ 9 w 152"/>
                <a:gd name="T3" fmla="*/ 0 h 131"/>
                <a:gd name="T4" fmla="*/ 0 w 152"/>
                <a:gd name="T5" fmla="*/ 82 h 131"/>
                <a:gd name="T6" fmla="*/ 0 w 152"/>
                <a:gd name="T7" fmla="*/ 82 h 131"/>
                <a:gd name="T8" fmla="*/ 7 w 152"/>
                <a:gd name="T9" fmla="*/ 92 h 131"/>
                <a:gd name="T10" fmla="*/ 16 w 152"/>
                <a:gd name="T11" fmla="*/ 102 h 131"/>
                <a:gd name="T12" fmla="*/ 25 w 152"/>
                <a:gd name="T13" fmla="*/ 110 h 131"/>
                <a:gd name="T14" fmla="*/ 35 w 152"/>
                <a:gd name="T15" fmla="*/ 118 h 131"/>
                <a:gd name="T16" fmla="*/ 45 w 152"/>
                <a:gd name="T17" fmla="*/ 124 h 131"/>
                <a:gd name="T18" fmla="*/ 54 w 152"/>
                <a:gd name="T19" fmla="*/ 127 h 131"/>
                <a:gd name="T20" fmla="*/ 63 w 152"/>
                <a:gd name="T21" fmla="*/ 130 h 131"/>
                <a:gd name="T22" fmla="*/ 72 w 152"/>
                <a:gd name="T23" fmla="*/ 131 h 131"/>
                <a:gd name="T24" fmla="*/ 72 w 152"/>
                <a:gd name="T25" fmla="*/ 131 h 131"/>
                <a:gd name="T26" fmla="*/ 83 w 152"/>
                <a:gd name="T27" fmla="*/ 128 h 131"/>
                <a:gd name="T28" fmla="*/ 93 w 152"/>
                <a:gd name="T29" fmla="*/ 126 h 131"/>
                <a:gd name="T30" fmla="*/ 104 w 152"/>
                <a:gd name="T31" fmla="*/ 120 h 131"/>
                <a:gd name="T32" fmla="*/ 115 w 152"/>
                <a:gd name="T33" fmla="*/ 114 h 131"/>
                <a:gd name="T34" fmla="*/ 124 w 152"/>
                <a:gd name="T35" fmla="*/ 105 h 131"/>
                <a:gd name="T36" fmla="*/ 134 w 152"/>
                <a:gd name="T37" fmla="*/ 96 h 131"/>
                <a:gd name="T38" fmla="*/ 144 w 152"/>
                <a:gd name="T39" fmla="*/ 85 h 131"/>
                <a:gd name="T40" fmla="*/ 152 w 152"/>
                <a:gd name="T41" fmla="*/ 73 h 131"/>
                <a:gd name="T42" fmla="*/ 138 w 152"/>
                <a:gd name="T43" fmla="*/ 3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2" h="131">
                  <a:moveTo>
                    <a:pt x="138" y="3"/>
                  </a:moveTo>
                  <a:lnTo>
                    <a:pt x="9" y="0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7" y="92"/>
                  </a:lnTo>
                  <a:lnTo>
                    <a:pt x="16" y="102"/>
                  </a:lnTo>
                  <a:lnTo>
                    <a:pt x="25" y="110"/>
                  </a:lnTo>
                  <a:lnTo>
                    <a:pt x="35" y="118"/>
                  </a:lnTo>
                  <a:lnTo>
                    <a:pt x="45" y="124"/>
                  </a:lnTo>
                  <a:lnTo>
                    <a:pt x="54" y="127"/>
                  </a:lnTo>
                  <a:lnTo>
                    <a:pt x="63" y="130"/>
                  </a:lnTo>
                  <a:lnTo>
                    <a:pt x="72" y="131"/>
                  </a:lnTo>
                  <a:lnTo>
                    <a:pt x="72" y="131"/>
                  </a:lnTo>
                  <a:lnTo>
                    <a:pt x="83" y="128"/>
                  </a:lnTo>
                  <a:lnTo>
                    <a:pt x="93" y="126"/>
                  </a:lnTo>
                  <a:lnTo>
                    <a:pt x="104" y="120"/>
                  </a:lnTo>
                  <a:lnTo>
                    <a:pt x="115" y="114"/>
                  </a:lnTo>
                  <a:lnTo>
                    <a:pt x="124" y="105"/>
                  </a:lnTo>
                  <a:lnTo>
                    <a:pt x="134" y="96"/>
                  </a:lnTo>
                  <a:lnTo>
                    <a:pt x="144" y="85"/>
                  </a:lnTo>
                  <a:lnTo>
                    <a:pt x="152" y="73"/>
                  </a:lnTo>
                  <a:lnTo>
                    <a:pt x="138" y="3"/>
                  </a:lnTo>
                  <a:close/>
                </a:path>
              </a:pathLst>
            </a:custGeom>
            <a:solidFill>
              <a:srgbClr val="E9B0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361">
              <a:extLst>
                <a:ext uri="{FF2B5EF4-FFF2-40B4-BE49-F238E27FC236}">
                  <a16:creationId xmlns:a16="http://schemas.microsoft.com/office/drawing/2014/main" id="{935F1A66-DC5D-3C49-BFDB-DD6BD700C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963" y="119063"/>
              <a:ext cx="38100" cy="98425"/>
            </a:xfrm>
            <a:custGeom>
              <a:avLst/>
              <a:gdLst>
                <a:gd name="T0" fmla="*/ 21 w 47"/>
                <a:gd name="T1" fmla="*/ 0 h 124"/>
                <a:gd name="T2" fmla="*/ 21 w 47"/>
                <a:gd name="T3" fmla="*/ 0 h 124"/>
                <a:gd name="T4" fmla="*/ 33 w 47"/>
                <a:gd name="T5" fmla="*/ 16 h 124"/>
                <a:gd name="T6" fmla="*/ 42 w 47"/>
                <a:gd name="T7" fmla="*/ 31 h 124"/>
                <a:gd name="T8" fmla="*/ 45 w 47"/>
                <a:gd name="T9" fmla="*/ 39 h 124"/>
                <a:gd name="T10" fmla="*/ 47 w 47"/>
                <a:gd name="T11" fmla="*/ 45 h 124"/>
                <a:gd name="T12" fmla="*/ 47 w 47"/>
                <a:gd name="T13" fmla="*/ 45 h 124"/>
                <a:gd name="T14" fmla="*/ 47 w 47"/>
                <a:gd name="T15" fmla="*/ 53 h 124"/>
                <a:gd name="T16" fmla="*/ 46 w 47"/>
                <a:gd name="T17" fmla="*/ 64 h 124"/>
                <a:gd name="T18" fmla="*/ 40 w 47"/>
                <a:gd name="T19" fmla="*/ 91 h 124"/>
                <a:gd name="T20" fmla="*/ 33 w 47"/>
                <a:gd name="T21" fmla="*/ 124 h 124"/>
                <a:gd name="T22" fmla="*/ 21 w 47"/>
                <a:gd name="T23" fmla="*/ 122 h 124"/>
                <a:gd name="T24" fmla="*/ 0 w 47"/>
                <a:gd name="T25" fmla="*/ 22 h 124"/>
                <a:gd name="T26" fmla="*/ 21 w 47"/>
                <a:gd name="T27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" h="124">
                  <a:moveTo>
                    <a:pt x="21" y="0"/>
                  </a:moveTo>
                  <a:lnTo>
                    <a:pt x="21" y="0"/>
                  </a:lnTo>
                  <a:lnTo>
                    <a:pt x="33" y="16"/>
                  </a:lnTo>
                  <a:lnTo>
                    <a:pt x="42" y="31"/>
                  </a:lnTo>
                  <a:lnTo>
                    <a:pt x="45" y="39"/>
                  </a:lnTo>
                  <a:lnTo>
                    <a:pt x="47" y="45"/>
                  </a:lnTo>
                  <a:lnTo>
                    <a:pt x="47" y="45"/>
                  </a:lnTo>
                  <a:lnTo>
                    <a:pt x="47" y="53"/>
                  </a:lnTo>
                  <a:lnTo>
                    <a:pt x="46" y="64"/>
                  </a:lnTo>
                  <a:lnTo>
                    <a:pt x="40" y="91"/>
                  </a:lnTo>
                  <a:lnTo>
                    <a:pt x="33" y="124"/>
                  </a:lnTo>
                  <a:lnTo>
                    <a:pt x="21" y="122"/>
                  </a:lnTo>
                  <a:lnTo>
                    <a:pt x="0" y="2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362">
              <a:extLst>
                <a:ext uri="{FF2B5EF4-FFF2-40B4-BE49-F238E27FC236}">
                  <a16:creationId xmlns:a16="http://schemas.microsoft.com/office/drawing/2014/main" id="{51521BA9-48CB-444A-9FCD-99074060F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351" y="274638"/>
              <a:ext cx="50800" cy="25400"/>
            </a:xfrm>
            <a:custGeom>
              <a:avLst/>
              <a:gdLst>
                <a:gd name="T0" fmla="*/ 63 w 63"/>
                <a:gd name="T1" fmla="*/ 0 h 32"/>
                <a:gd name="T2" fmla="*/ 63 w 63"/>
                <a:gd name="T3" fmla="*/ 0 h 32"/>
                <a:gd name="T4" fmla="*/ 61 w 63"/>
                <a:gd name="T5" fmla="*/ 2 h 32"/>
                <a:gd name="T6" fmla="*/ 56 w 63"/>
                <a:gd name="T7" fmla="*/ 5 h 32"/>
                <a:gd name="T8" fmla="*/ 51 w 63"/>
                <a:gd name="T9" fmla="*/ 7 h 32"/>
                <a:gd name="T10" fmla="*/ 43 w 63"/>
                <a:gd name="T11" fmla="*/ 10 h 32"/>
                <a:gd name="T12" fmla="*/ 32 w 63"/>
                <a:gd name="T13" fmla="*/ 12 h 32"/>
                <a:gd name="T14" fmla="*/ 17 w 63"/>
                <a:gd name="T15" fmla="*/ 13 h 32"/>
                <a:gd name="T16" fmla="*/ 0 w 63"/>
                <a:gd name="T17" fmla="*/ 14 h 32"/>
                <a:gd name="T18" fmla="*/ 0 w 63"/>
                <a:gd name="T19" fmla="*/ 14 h 32"/>
                <a:gd name="T20" fmla="*/ 1 w 63"/>
                <a:gd name="T21" fmla="*/ 17 h 32"/>
                <a:gd name="T22" fmla="*/ 5 w 63"/>
                <a:gd name="T23" fmla="*/ 20 h 32"/>
                <a:gd name="T24" fmla="*/ 9 w 63"/>
                <a:gd name="T25" fmla="*/ 24 h 32"/>
                <a:gd name="T26" fmla="*/ 13 w 63"/>
                <a:gd name="T27" fmla="*/ 28 h 32"/>
                <a:gd name="T28" fmla="*/ 20 w 63"/>
                <a:gd name="T29" fmla="*/ 30 h 32"/>
                <a:gd name="T30" fmla="*/ 28 w 63"/>
                <a:gd name="T31" fmla="*/ 32 h 32"/>
                <a:gd name="T32" fmla="*/ 36 w 63"/>
                <a:gd name="T33" fmla="*/ 32 h 32"/>
                <a:gd name="T34" fmla="*/ 36 w 63"/>
                <a:gd name="T35" fmla="*/ 32 h 32"/>
                <a:gd name="T36" fmla="*/ 46 w 63"/>
                <a:gd name="T37" fmla="*/ 30 h 32"/>
                <a:gd name="T38" fmla="*/ 52 w 63"/>
                <a:gd name="T39" fmla="*/ 25 h 32"/>
                <a:gd name="T40" fmla="*/ 57 w 63"/>
                <a:gd name="T41" fmla="*/ 20 h 32"/>
                <a:gd name="T42" fmla="*/ 59 w 63"/>
                <a:gd name="T43" fmla="*/ 14 h 32"/>
                <a:gd name="T44" fmla="*/ 62 w 63"/>
                <a:gd name="T45" fmla="*/ 10 h 32"/>
                <a:gd name="T46" fmla="*/ 62 w 63"/>
                <a:gd name="T47" fmla="*/ 5 h 32"/>
                <a:gd name="T48" fmla="*/ 63 w 63"/>
                <a:gd name="T49" fmla="*/ 0 h 32"/>
                <a:gd name="T50" fmla="*/ 63 w 63"/>
                <a:gd name="T51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3" h="32">
                  <a:moveTo>
                    <a:pt x="63" y="0"/>
                  </a:moveTo>
                  <a:lnTo>
                    <a:pt x="63" y="0"/>
                  </a:lnTo>
                  <a:lnTo>
                    <a:pt x="61" y="2"/>
                  </a:lnTo>
                  <a:lnTo>
                    <a:pt x="56" y="5"/>
                  </a:lnTo>
                  <a:lnTo>
                    <a:pt x="51" y="7"/>
                  </a:lnTo>
                  <a:lnTo>
                    <a:pt x="43" y="10"/>
                  </a:lnTo>
                  <a:lnTo>
                    <a:pt x="32" y="12"/>
                  </a:lnTo>
                  <a:lnTo>
                    <a:pt x="17" y="1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1" y="17"/>
                  </a:lnTo>
                  <a:lnTo>
                    <a:pt x="5" y="20"/>
                  </a:lnTo>
                  <a:lnTo>
                    <a:pt x="9" y="24"/>
                  </a:lnTo>
                  <a:lnTo>
                    <a:pt x="13" y="28"/>
                  </a:lnTo>
                  <a:lnTo>
                    <a:pt x="20" y="30"/>
                  </a:lnTo>
                  <a:lnTo>
                    <a:pt x="28" y="32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46" y="30"/>
                  </a:lnTo>
                  <a:lnTo>
                    <a:pt x="52" y="25"/>
                  </a:lnTo>
                  <a:lnTo>
                    <a:pt x="57" y="20"/>
                  </a:lnTo>
                  <a:lnTo>
                    <a:pt x="59" y="14"/>
                  </a:lnTo>
                  <a:lnTo>
                    <a:pt x="62" y="10"/>
                  </a:lnTo>
                  <a:lnTo>
                    <a:pt x="62" y="5"/>
                  </a:lnTo>
                  <a:lnTo>
                    <a:pt x="63" y="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363">
              <a:extLst>
                <a:ext uri="{FF2B5EF4-FFF2-40B4-BE49-F238E27FC236}">
                  <a16:creationId xmlns:a16="http://schemas.microsoft.com/office/drawing/2014/main" id="{A469A787-15D7-E544-AD9B-583BC1B78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426" y="455613"/>
              <a:ext cx="528638" cy="577850"/>
            </a:xfrm>
            <a:custGeom>
              <a:avLst/>
              <a:gdLst>
                <a:gd name="T0" fmla="*/ 615 w 665"/>
                <a:gd name="T1" fmla="*/ 384 h 727"/>
                <a:gd name="T2" fmla="*/ 615 w 665"/>
                <a:gd name="T3" fmla="*/ 384 h 727"/>
                <a:gd name="T4" fmla="*/ 532 w 665"/>
                <a:gd name="T5" fmla="*/ 269 h 727"/>
                <a:gd name="T6" fmla="*/ 498 w 665"/>
                <a:gd name="T7" fmla="*/ 224 h 727"/>
                <a:gd name="T8" fmla="*/ 468 w 665"/>
                <a:gd name="T9" fmla="*/ 185 h 727"/>
                <a:gd name="T10" fmla="*/ 441 w 665"/>
                <a:gd name="T11" fmla="*/ 154 h 727"/>
                <a:gd name="T12" fmla="*/ 416 w 665"/>
                <a:gd name="T13" fmla="*/ 125 h 727"/>
                <a:gd name="T14" fmla="*/ 390 w 665"/>
                <a:gd name="T15" fmla="*/ 100 h 727"/>
                <a:gd name="T16" fmla="*/ 365 w 665"/>
                <a:gd name="T17" fmla="*/ 77 h 727"/>
                <a:gd name="T18" fmla="*/ 365 w 665"/>
                <a:gd name="T19" fmla="*/ 77 h 727"/>
                <a:gd name="T20" fmla="*/ 349 w 665"/>
                <a:gd name="T21" fmla="*/ 64 h 727"/>
                <a:gd name="T22" fmla="*/ 330 w 665"/>
                <a:gd name="T23" fmla="*/ 51 h 727"/>
                <a:gd name="T24" fmla="*/ 308 w 665"/>
                <a:gd name="T25" fmla="*/ 39 h 727"/>
                <a:gd name="T26" fmla="*/ 285 w 665"/>
                <a:gd name="T27" fmla="*/ 27 h 727"/>
                <a:gd name="T28" fmla="*/ 248 w 665"/>
                <a:gd name="T29" fmla="*/ 8 h 727"/>
                <a:gd name="T30" fmla="*/ 232 w 665"/>
                <a:gd name="T31" fmla="*/ 0 h 727"/>
                <a:gd name="T32" fmla="*/ 232 w 665"/>
                <a:gd name="T33" fmla="*/ 0 h 727"/>
                <a:gd name="T34" fmla="*/ 116 w 665"/>
                <a:gd name="T35" fmla="*/ 123 h 727"/>
                <a:gd name="T36" fmla="*/ 58 w 665"/>
                <a:gd name="T37" fmla="*/ 183 h 727"/>
                <a:gd name="T38" fmla="*/ 0 w 665"/>
                <a:gd name="T39" fmla="*/ 245 h 727"/>
                <a:gd name="T40" fmla="*/ 0 w 665"/>
                <a:gd name="T41" fmla="*/ 245 h 727"/>
                <a:gd name="T42" fmla="*/ 20 w 665"/>
                <a:gd name="T43" fmla="*/ 276 h 727"/>
                <a:gd name="T44" fmla="*/ 44 w 665"/>
                <a:gd name="T45" fmla="*/ 309 h 727"/>
                <a:gd name="T46" fmla="*/ 70 w 665"/>
                <a:gd name="T47" fmla="*/ 341 h 727"/>
                <a:gd name="T48" fmla="*/ 99 w 665"/>
                <a:gd name="T49" fmla="*/ 374 h 727"/>
                <a:gd name="T50" fmla="*/ 132 w 665"/>
                <a:gd name="T51" fmla="*/ 408 h 727"/>
                <a:gd name="T52" fmla="*/ 167 w 665"/>
                <a:gd name="T53" fmla="*/ 443 h 727"/>
                <a:gd name="T54" fmla="*/ 204 w 665"/>
                <a:gd name="T55" fmla="*/ 477 h 727"/>
                <a:gd name="T56" fmla="*/ 246 w 665"/>
                <a:gd name="T57" fmla="*/ 513 h 727"/>
                <a:gd name="T58" fmla="*/ 246 w 665"/>
                <a:gd name="T59" fmla="*/ 513 h 727"/>
                <a:gd name="T60" fmla="*/ 298 w 665"/>
                <a:gd name="T61" fmla="*/ 554 h 727"/>
                <a:gd name="T62" fmla="*/ 357 w 665"/>
                <a:gd name="T63" fmla="*/ 597 h 727"/>
                <a:gd name="T64" fmla="*/ 387 w 665"/>
                <a:gd name="T65" fmla="*/ 618 h 727"/>
                <a:gd name="T66" fmla="*/ 417 w 665"/>
                <a:gd name="T67" fmla="*/ 639 h 727"/>
                <a:gd name="T68" fmla="*/ 447 w 665"/>
                <a:gd name="T69" fmla="*/ 658 h 727"/>
                <a:gd name="T70" fmla="*/ 477 w 665"/>
                <a:gd name="T71" fmla="*/ 675 h 727"/>
                <a:gd name="T72" fmla="*/ 508 w 665"/>
                <a:gd name="T73" fmla="*/ 691 h 727"/>
                <a:gd name="T74" fmla="*/ 535 w 665"/>
                <a:gd name="T75" fmla="*/ 704 h 727"/>
                <a:gd name="T76" fmla="*/ 563 w 665"/>
                <a:gd name="T77" fmla="*/ 715 h 727"/>
                <a:gd name="T78" fmla="*/ 588 w 665"/>
                <a:gd name="T79" fmla="*/ 722 h 727"/>
                <a:gd name="T80" fmla="*/ 600 w 665"/>
                <a:gd name="T81" fmla="*/ 725 h 727"/>
                <a:gd name="T82" fmla="*/ 612 w 665"/>
                <a:gd name="T83" fmla="*/ 727 h 727"/>
                <a:gd name="T84" fmla="*/ 623 w 665"/>
                <a:gd name="T85" fmla="*/ 727 h 727"/>
                <a:gd name="T86" fmla="*/ 632 w 665"/>
                <a:gd name="T87" fmla="*/ 727 h 727"/>
                <a:gd name="T88" fmla="*/ 642 w 665"/>
                <a:gd name="T89" fmla="*/ 725 h 727"/>
                <a:gd name="T90" fmla="*/ 650 w 665"/>
                <a:gd name="T91" fmla="*/ 722 h 727"/>
                <a:gd name="T92" fmla="*/ 658 w 665"/>
                <a:gd name="T93" fmla="*/ 719 h 727"/>
                <a:gd name="T94" fmla="*/ 665 w 665"/>
                <a:gd name="T95" fmla="*/ 714 h 727"/>
                <a:gd name="T96" fmla="*/ 665 w 665"/>
                <a:gd name="T97" fmla="*/ 714 h 727"/>
                <a:gd name="T98" fmla="*/ 658 w 665"/>
                <a:gd name="T99" fmla="*/ 672 h 727"/>
                <a:gd name="T100" fmla="*/ 652 w 665"/>
                <a:gd name="T101" fmla="*/ 629 h 727"/>
                <a:gd name="T102" fmla="*/ 642 w 665"/>
                <a:gd name="T103" fmla="*/ 548 h 727"/>
                <a:gd name="T104" fmla="*/ 637 w 665"/>
                <a:gd name="T105" fmla="*/ 508 h 727"/>
                <a:gd name="T106" fmla="*/ 631 w 665"/>
                <a:gd name="T107" fmla="*/ 467 h 727"/>
                <a:gd name="T108" fmla="*/ 624 w 665"/>
                <a:gd name="T109" fmla="*/ 426 h 727"/>
                <a:gd name="T110" fmla="*/ 615 w 665"/>
                <a:gd name="T111" fmla="*/ 384 h 727"/>
                <a:gd name="T112" fmla="*/ 615 w 665"/>
                <a:gd name="T113" fmla="*/ 384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5" h="727">
                  <a:moveTo>
                    <a:pt x="615" y="384"/>
                  </a:moveTo>
                  <a:lnTo>
                    <a:pt x="615" y="384"/>
                  </a:lnTo>
                  <a:lnTo>
                    <a:pt x="532" y="269"/>
                  </a:lnTo>
                  <a:lnTo>
                    <a:pt x="498" y="224"/>
                  </a:lnTo>
                  <a:lnTo>
                    <a:pt x="468" y="185"/>
                  </a:lnTo>
                  <a:lnTo>
                    <a:pt x="441" y="154"/>
                  </a:lnTo>
                  <a:lnTo>
                    <a:pt x="416" y="125"/>
                  </a:lnTo>
                  <a:lnTo>
                    <a:pt x="390" y="100"/>
                  </a:lnTo>
                  <a:lnTo>
                    <a:pt x="365" y="77"/>
                  </a:lnTo>
                  <a:lnTo>
                    <a:pt x="365" y="77"/>
                  </a:lnTo>
                  <a:lnTo>
                    <a:pt x="349" y="64"/>
                  </a:lnTo>
                  <a:lnTo>
                    <a:pt x="330" y="51"/>
                  </a:lnTo>
                  <a:lnTo>
                    <a:pt x="308" y="39"/>
                  </a:lnTo>
                  <a:lnTo>
                    <a:pt x="285" y="27"/>
                  </a:lnTo>
                  <a:lnTo>
                    <a:pt x="248" y="8"/>
                  </a:lnTo>
                  <a:lnTo>
                    <a:pt x="232" y="0"/>
                  </a:lnTo>
                  <a:lnTo>
                    <a:pt x="232" y="0"/>
                  </a:lnTo>
                  <a:lnTo>
                    <a:pt x="116" y="123"/>
                  </a:lnTo>
                  <a:lnTo>
                    <a:pt x="58" y="183"/>
                  </a:lnTo>
                  <a:lnTo>
                    <a:pt x="0" y="245"/>
                  </a:lnTo>
                  <a:lnTo>
                    <a:pt x="0" y="245"/>
                  </a:lnTo>
                  <a:lnTo>
                    <a:pt x="20" y="276"/>
                  </a:lnTo>
                  <a:lnTo>
                    <a:pt x="44" y="309"/>
                  </a:lnTo>
                  <a:lnTo>
                    <a:pt x="70" y="341"/>
                  </a:lnTo>
                  <a:lnTo>
                    <a:pt x="99" y="374"/>
                  </a:lnTo>
                  <a:lnTo>
                    <a:pt x="132" y="408"/>
                  </a:lnTo>
                  <a:lnTo>
                    <a:pt x="167" y="443"/>
                  </a:lnTo>
                  <a:lnTo>
                    <a:pt x="204" y="477"/>
                  </a:lnTo>
                  <a:lnTo>
                    <a:pt x="246" y="513"/>
                  </a:lnTo>
                  <a:lnTo>
                    <a:pt x="246" y="513"/>
                  </a:lnTo>
                  <a:lnTo>
                    <a:pt x="298" y="554"/>
                  </a:lnTo>
                  <a:lnTo>
                    <a:pt x="357" y="597"/>
                  </a:lnTo>
                  <a:lnTo>
                    <a:pt x="387" y="618"/>
                  </a:lnTo>
                  <a:lnTo>
                    <a:pt x="417" y="639"/>
                  </a:lnTo>
                  <a:lnTo>
                    <a:pt x="447" y="658"/>
                  </a:lnTo>
                  <a:lnTo>
                    <a:pt x="477" y="675"/>
                  </a:lnTo>
                  <a:lnTo>
                    <a:pt x="508" y="691"/>
                  </a:lnTo>
                  <a:lnTo>
                    <a:pt x="535" y="704"/>
                  </a:lnTo>
                  <a:lnTo>
                    <a:pt x="563" y="715"/>
                  </a:lnTo>
                  <a:lnTo>
                    <a:pt x="588" y="722"/>
                  </a:lnTo>
                  <a:lnTo>
                    <a:pt x="600" y="725"/>
                  </a:lnTo>
                  <a:lnTo>
                    <a:pt x="612" y="727"/>
                  </a:lnTo>
                  <a:lnTo>
                    <a:pt x="623" y="727"/>
                  </a:lnTo>
                  <a:lnTo>
                    <a:pt x="632" y="727"/>
                  </a:lnTo>
                  <a:lnTo>
                    <a:pt x="642" y="725"/>
                  </a:lnTo>
                  <a:lnTo>
                    <a:pt x="650" y="722"/>
                  </a:lnTo>
                  <a:lnTo>
                    <a:pt x="658" y="719"/>
                  </a:lnTo>
                  <a:lnTo>
                    <a:pt x="665" y="714"/>
                  </a:lnTo>
                  <a:lnTo>
                    <a:pt x="665" y="714"/>
                  </a:lnTo>
                  <a:lnTo>
                    <a:pt x="658" y="672"/>
                  </a:lnTo>
                  <a:lnTo>
                    <a:pt x="652" y="629"/>
                  </a:lnTo>
                  <a:lnTo>
                    <a:pt x="642" y="548"/>
                  </a:lnTo>
                  <a:lnTo>
                    <a:pt x="637" y="508"/>
                  </a:lnTo>
                  <a:lnTo>
                    <a:pt x="631" y="467"/>
                  </a:lnTo>
                  <a:lnTo>
                    <a:pt x="624" y="426"/>
                  </a:lnTo>
                  <a:lnTo>
                    <a:pt x="615" y="384"/>
                  </a:lnTo>
                  <a:lnTo>
                    <a:pt x="615" y="384"/>
                  </a:lnTo>
                  <a:close/>
                </a:path>
              </a:pathLst>
            </a:custGeom>
            <a:solidFill>
              <a:srgbClr val="00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364">
              <a:extLst>
                <a:ext uri="{FF2B5EF4-FFF2-40B4-BE49-F238E27FC236}">
                  <a16:creationId xmlns:a16="http://schemas.microsoft.com/office/drawing/2014/main" id="{FE5916FF-2CA8-7748-AD60-2A2E1E112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213" y="131763"/>
              <a:ext cx="179388" cy="238125"/>
            </a:xfrm>
            <a:custGeom>
              <a:avLst/>
              <a:gdLst>
                <a:gd name="T0" fmla="*/ 3 w 225"/>
                <a:gd name="T1" fmla="*/ 48 h 300"/>
                <a:gd name="T2" fmla="*/ 0 w 225"/>
                <a:gd name="T3" fmla="*/ 81 h 300"/>
                <a:gd name="T4" fmla="*/ 3 w 225"/>
                <a:gd name="T5" fmla="*/ 134 h 300"/>
                <a:gd name="T6" fmla="*/ 9 w 225"/>
                <a:gd name="T7" fmla="*/ 176 h 300"/>
                <a:gd name="T8" fmla="*/ 21 w 225"/>
                <a:gd name="T9" fmla="*/ 219 h 300"/>
                <a:gd name="T10" fmla="*/ 35 w 225"/>
                <a:gd name="T11" fmla="*/ 247 h 300"/>
                <a:gd name="T12" fmla="*/ 49 w 225"/>
                <a:gd name="T13" fmla="*/ 263 h 300"/>
                <a:gd name="T14" fmla="*/ 63 w 225"/>
                <a:gd name="T15" fmla="*/ 278 h 300"/>
                <a:gd name="T16" fmla="*/ 82 w 225"/>
                <a:gd name="T17" fmla="*/ 290 h 300"/>
                <a:gd name="T18" fmla="*/ 92 w 225"/>
                <a:gd name="T19" fmla="*/ 294 h 300"/>
                <a:gd name="T20" fmla="*/ 113 w 225"/>
                <a:gd name="T21" fmla="*/ 300 h 300"/>
                <a:gd name="T22" fmla="*/ 132 w 225"/>
                <a:gd name="T23" fmla="*/ 299 h 300"/>
                <a:gd name="T24" fmla="*/ 149 w 225"/>
                <a:gd name="T25" fmla="*/ 294 h 300"/>
                <a:gd name="T26" fmla="*/ 163 w 225"/>
                <a:gd name="T27" fmla="*/ 284 h 300"/>
                <a:gd name="T28" fmla="*/ 177 w 225"/>
                <a:gd name="T29" fmla="*/ 271 h 300"/>
                <a:gd name="T30" fmla="*/ 189 w 225"/>
                <a:gd name="T31" fmla="*/ 254 h 300"/>
                <a:gd name="T32" fmla="*/ 207 w 225"/>
                <a:gd name="T33" fmla="*/ 214 h 300"/>
                <a:gd name="T34" fmla="*/ 219 w 225"/>
                <a:gd name="T35" fmla="*/ 169 h 300"/>
                <a:gd name="T36" fmla="*/ 225 w 225"/>
                <a:gd name="T37" fmla="*/ 122 h 300"/>
                <a:gd name="T38" fmla="*/ 225 w 225"/>
                <a:gd name="T39" fmla="*/ 80 h 300"/>
                <a:gd name="T40" fmla="*/ 220 w 225"/>
                <a:gd name="T41" fmla="*/ 46 h 300"/>
                <a:gd name="T42" fmla="*/ 218 w 225"/>
                <a:gd name="T43" fmla="*/ 40 h 300"/>
                <a:gd name="T44" fmla="*/ 211 w 225"/>
                <a:gd name="T45" fmla="*/ 28 h 300"/>
                <a:gd name="T46" fmla="*/ 200 w 225"/>
                <a:gd name="T47" fmla="*/ 18 h 300"/>
                <a:gd name="T48" fmla="*/ 178 w 225"/>
                <a:gd name="T49" fmla="*/ 7 h 300"/>
                <a:gd name="T50" fmla="*/ 144 w 225"/>
                <a:gd name="T51" fmla="*/ 1 h 300"/>
                <a:gd name="T52" fmla="*/ 105 w 225"/>
                <a:gd name="T53" fmla="*/ 0 h 300"/>
                <a:gd name="T54" fmla="*/ 68 w 225"/>
                <a:gd name="T55" fmla="*/ 6 h 300"/>
                <a:gd name="T56" fmla="*/ 35 w 225"/>
                <a:gd name="T57" fmla="*/ 17 h 300"/>
                <a:gd name="T58" fmla="*/ 12 w 225"/>
                <a:gd name="T59" fmla="*/ 31 h 300"/>
                <a:gd name="T60" fmla="*/ 6 w 225"/>
                <a:gd name="T61" fmla="*/ 40 h 300"/>
                <a:gd name="T62" fmla="*/ 3 w 225"/>
                <a:gd name="T63" fmla="*/ 48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25" h="300">
                  <a:moveTo>
                    <a:pt x="3" y="48"/>
                  </a:moveTo>
                  <a:lnTo>
                    <a:pt x="3" y="48"/>
                  </a:lnTo>
                  <a:lnTo>
                    <a:pt x="1" y="58"/>
                  </a:lnTo>
                  <a:lnTo>
                    <a:pt x="0" y="81"/>
                  </a:lnTo>
                  <a:lnTo>
                    <a:pt x="1" y="115"/>
                  </a:lnTo>
                  <a:lnTo>
                    <a:pt x="3" y="134"/>
                  </a:lnTo>
                  <a:lnTo>
                    <a:pt x="5" y="156"/>
                  </a:lnTo>
                  <a:lnTo>
                    <a:pt x="9" y="176"/>
                  </a:lnTo>
                  <a:lnTo>
                    <a:pt x="14" y="198"/>
                  </a:lnTo>
                  <a:lnTo>
                    <a:pt x="21" y="219"/>
                  </a:lnTo>
                  <a:lnTo>
                    <a:pt x="30" y="238"/>
                  </a:lnTo>
                  <a:lnTo>
                    <a:pt x="35" y="247"/>
                  </a:lnTo>
                  <a:lnTo>
                    <a:pt x="41" y="255"/>
                  </a:lnTo>
                  <a:lnTo>
                    <a:pt x="49" y="263"/>
                  </a:lnTo>
                  <a:lnTo>
                    <a:pt x="56" y="271"/>
                  </a:lnTo>
                  <a:lnTo>
                    <a:pt x="63" y="278"/>
                  </a:lnTo>
                  <a:lnTo>
                    <a:pt x="73" y="284"/>
                  </a:lnTo>
                  <a:lnTo>
                    <a:pt x="82" y="290"/>
                  </a:lnTo>
                  <a:lnTo>
                    <a:pt x="92" y="294"/>
                  </a:lnTo>
                  <a:lnTo>
                    <a:pt x="92" y="294"/>
                  </a:lnTo>
                  <a:lnTo>
                    <a:pt x="103" y="297"/>
                  </a:lnTo>
                  <a:lnTo>
                    <a:pt x="113" y="300"/>
                  </a:lnTo>
                  <a:lnTo>
                    <a:pt x="122" y="300"/>
                  </a:lnTo>
                  <a:lnTo>
                    <a:pt x="132" y="299"/>
                  </a:lnTo>
                  <a:lnTo>
                    <a:pt x="141" y="297"/>
                  </a:lnTo>
                  <a:lnTo>
                    <a:pt x="149" y="294"/>
                  </a:lnTo>
                  <a:lnTo>
                    <a:pt x="156" y="289"/>
                  </a:lnTo>
                  <a:lnTo>
                    <a:pt x="163" y="284"/>
                  </a:lnTo>
                  <a:lnTo>
                    <a:pt x="171" y="278"/>
                  </a:lnTo>
                  <a:lnTo>
                    <a:pt x="177" y="271"/>
                  </a:lnTo>
                  <a:lnTo>
                    <a:pt x="183" y="262"/>
                  </a:lnTo>
                  <a:lnTo>
                    <a:pt x="189" y="254"/>
                  </a:lnTo>
                  <a:lnTo>
                    <a:pt x="199" y="236"/>
                  </a:lnTo>
                  <a:lnTo>
                    <a:pt x="207" y="214"/>
                  </a:lnTo>
                  <a:lnTo>
                    <a:pt x="213" y="192"/>
                  </a:lnTo>
                  <a:lnTo>
                    <a:pt x="219" y="169"/>
                  </a:lnTo>
                  <a:lnTo>
                    <a:pt x="223" y="145"/>
                  </a:lnTo>
                  <a:lnTo>
                    <a:pt x="225" y="122"/>
                  </a:lnTo>
                  <a:lnTo>
                    <a:pt x="225" y="100"/>
                  </a:lnTo>
                  <a:lnTo>
                    <a:pt x="225" y="80"/>
                  </a:lnTo>
                  <a:lnTo>
                    <a:pt x="223" y="62"/>
                  </a:lnTo>
                  <a:lnTo>
                    <a:pt x="220" y="46"/>
                  </a:lnTo>
                  <a:lnTo>
                    <a:pt x="220" y="46"/>
                  </a:lnTo>
                  <a:lnTo>
                    <a:pt x="218" y="40"/>
                  </a:lnTo>
                  <a:lnTo>
                    <a:pt x="214" y="34"/>
                  </a:lnTo>
                  <a:lnTo>
                    <a:pt x="211" y="28"/>
                  </a:lnTo>
                  <a:lnTo>
                    <a:pt x="205" y="23"/>
                  </a:lnTo>
                  <a:lnTo>
                    <a:pt x="200" y="18"/>
                  </a:lnTo>
                  <a:lnTo>
                    <a:pt x="193" y="14"/>
                  </a:lnTo>
                  <a:lnTo>
                    <a:pt x="178" y="7"/>
                  </a:lnTo>
                  <a:lnTo>
                    <a:pt x="161" y="4"/>
                  </a:lnTo>
                  <a:lnTo>
                    <a:pt x="144" y="1"/>
                  </a:lnTo>
                  <a:lnTo>
                    <a:pt x="125" y="0"/>
                  </a:lnTo>
                  <a:lnTo>
                    <a:pt x="105" y="0"/>
                  </a:lnTo>
                  <a:lnTo>
                    <a:pt x="86" y="2"/>
                  </a:lnTo>
                  <a:lnTo>
                    <a:pt x="68" y="6"/>
                  </a:lnTo>
                  <a:lnTo>
                    <a:pt x="51" y="11"/>
                  </a:lnTo>
                  <a:lnTo>
                    <a:pt x="35" y="17"/>
                  </a:lnTo>
                  <a:lnTo>
                    <a:pt x="23" y="23"/>
                  </a:lnTo>
                  <a:lnTo>
                    <a:pt x="12" y="31"/>
                  </a:lnTo>
                  <a:lnTo>
                    <a:pt x="9" y="35"/>
                  </a:lnTo>
                  <a:lnTo>
                    <a:pt x="6" y="40"/>
                  </a:lnTo>
                  <a:lnTo>
                    <a:pt x="4" y="45"/>
                  </a:lnTo>
                  <a:lnTo>
                    <a:pt x="3" y="48"/>
                  </a:lnTo>
                  <a:lnTo>
                    <a:pt x="3" y="48"/>
                  </a:lnTo>
                  <a:close/>
                </a:path>
              </a:pathLst>
            </a:custGeom>
            <a:solidFill>
              <a:srgbClr val="FF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365">
              <a:extLst>
                <a:ext uri="{FF2B5EF4-FFF2-40B4-BE49-F238E27FC236}">
                  <a16:creationId xmlns:a16="http://schemas.microsoft.com/office/drawing/2014/main" id="{91BA5DC7-977D-AD48-B804-5DC5EB592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413" y="1231900"/>
              <a:ext cx="360363" cy="1422400"/>
            </a:xfrm>
            <a:custGeom>
              <a:avLst/>
              <a:gdLst>
                <a:gd name="T0" fmla="*/ 19 w 453"/>
                <a:gd name="T1" fmla="*/ 20 h 1791"/>
                <a:gd name="T2" fmla="*/ 36 w 453"/>
                <a:gd name="T3" fmla="*/ 205 h 1791"/>
                <a:gd name="T4" fmla="*/ 55 w 453"/>
                <a:gd name="T5" fmla="*/ 445 h 1791"/>
                <a:gd name="T6" fmla="*/ 66 w 453"/>
                <a:gd name="T7" fmla="*/ 622 h 1791"/>
                <a:gd name="T8" fmla="*/ 68 w 453"/>
                <a:gd name="T9" fmla="*/ 722 h 1791"/>
                <a:gd name="T10" fmla="*/ 67 w 453"/>
                <a:gd name="T11" fmla="*/ 760 h 1791"/>
                <a:gd name="T12" fmla="*/ 55 w 453"/>
                <a:gd name="T13" fmla="*/ 997 h 1791"/>
                <a:gd name="T14" fmla="*/ 9 w 453"/>
                <a:gd name="T15" fmla="*/ 1642 h 1791"/>
                <a:gd name="T16" fmla="*/ 0 w 453"/>
                <a:gd name="T17" fmla="*/ 1774 h 1791"/>
                <a:gd name="T18" fmla="*/ 16 w 453"/>
                <a:gd name="T19" fmla="*/ 1782 h 1791"/>
                <a:gd name="T20" fmla="*/ 41 w 453"/>
                <a:gd name="T21" fmla="*/ 1789 h 1791"/>
                <a:gd name="T22" fmla="*/ 62 w 453"/>
                <a:gd name="T23" fmla="*/ 1789 h 1791"/>
                <a:gd name="T24" fmla="*/ 78 w 453"/>
                <a:gd name="T25" fmla="*/ 1784 h 1791"/>
                <a:gd name="T26" fmla="*/ 85 w 453"/>
                <a:gd name="T27" fmla="*/ 1781 h 1791"/>
                <a:gd name="T28" fmla="*/ 124 w 453"/>
                <a:gd name="T29" fmla="*/ 1676 h 1791"/>
                <a:gd name="T30" fmla="*/ 162 w 453"/>
                <a:gd name="T31" fmla="*/ 1558 h 1791"/>
                <a:gd name="T32" fmla="*/ 199 w 453"/>
                <a:gd name="T33" fmla="*/ 1433 h 1791"/>
                <a:gd name="T34" fmla="*/ 270 w 453"/>
                <a:gd name="T35" fmla="*/ 1163 h 1791"/>
                <a:gd name="T36" fmla="*/ 333 w 453"/>
                <a:gd name="T37" fmla="*/ 885 h 1791"/>
                <a:gd name="T38" fmla="*/ 385 w 453"/>
                <a:gd name="T39" fmla="*/ 619 h 1791"/>
                <a:gd name="T40" fmla="*/ 425 w 453"/>
                <a:gd name="T41" fmla="*/ 382 h 1791"/>
                <a:gd name="T42" fmla="*/ 448 w 453"/>
                <a:gd name="T43" fmla="*/ 194 h 1791"/>
                <a:gd name="T44" fmla="*/ 453 w 453"/>
                <a:gd name="T45" fmla="*/ 125 h 1791"/>
                <a:gd name="T46" fmla="*/ 452 w 453"/>
                <a:gd name="T47" fmla="*/ 76 h 1791"/>
                <a:gd name="T48" fmla="*/ 448 w 453"/>
                <a:gd name="T49" fmla="*/ 52 h 1791"/>
                <a:gd name="T50" fmla="*/ 447 w 453"/>
                <a:gd name="T51" fmla="*/ 47 h 1791"/>
                <a:gd name="T52" fmla="*/ 434 w 453"/>
                <a:gd name="T53" fmla="*/ 32 h 1791"/>
                <a:gd name="T54" fmla="*/ 416 w 453"/>
                <a:gd name="T55" fmla="*/ 20 h 1791"/>
                <a:gd name="T56" fmla="*/ 390 w 453"/>
                <a:gd name="T57" fmla="*/ 12 h 1791"/>
                <a:gd name="T58" fmla="*/ 360 w 453"/>
                <a:gd name="T59" fmla="*/ 6 h 1791"/>
                <a:gd name="T60" fmla="*/ 291 w 453"/>
                <a:gd name="T61" fmla="*/ 0 h 1791"/>
                <a:gd name="T62" fmla="*/ 216 w 453"/>
                <a:gd name="T63" fmla="*/ 1 h 1791"/>
                <a:gd name="T64" fmla="*/ 142 w 453"/>
                <a:gd name="T65" fmla="*/ 6 h 1791"/>
                <a:gd name="T66" fmla="*/ 36 w 453"/>
                <a:gd name="T67" fmla="*/ 18 h 1791"/>
                <a:gd name="T68" fmla="*/ 19 w 453"/>
                <a:gd name="T69" fmla="*/ 20 h 1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3" h="1791">
                  <a:moveTo>
                    <a:pt x="19" y="20"/>
                  </a:moveTo>
                  <a:lnTo>
                    <a:pt x="19" y="20"/>
                  </a:lnTo>
                  <a:lnTo>
                    <a:pt x="27" y="110"/>
                  </a:lnTo>
                  <a:lnTo>
                    <a:pt x="36" y="205"/>
                  </a:lnTo>
                  <a:lnTo>
                    <a:pt x="45" y="321"/>
                  </a:lnTo>
                  <a:lnTo>
                    <a:pt x="55" y="445"/>
                  </a:lnTo>
                  <a:lnTo>
                    <a:pt x="62" y="567"/>
                  </a:lnTo>
                  <a:lnTo>
                    <a:pt x="66" y="622"/>
                  </a:lnTo>
                  <a:lnTo>
                    <a:pt x="67" y="676"/>
                  </a:lnTo>
                  <a:lnTo>
                    <a:pt x="68" y="722"/>
                  </a:lnTo>
                  <a:lnTo>
                    <a:pt x="67" y="760"/>
                  </a:lnTo>
                  <a:lnTo>
                    <a:pt x="67" y="760"/>
                  </a:lnTo>
                  <a:lnTo>
                    <a:pt x="64" y="857"/>
                  </a:lnTo>
                  <a:lnTo>
                    <a:pt x="55" y="997"/>
                  </a:lnTo>
                  <a:lnTo>
                    <a:pt x="31" y="1337"/>
                  </a:lnTo>
                  <a:lnTo>
                    <a:pt x="9" y="1642"/>
                  </a:lnTo>
                  <a:lnTo>
                    <a:pt x="0" y="1774"/>
                  </a:lnTo>
                  <a:lnTo>
                    <a:pt x="0" y="1774"/>
                  </a:lnTo>
                  <a:lnTo>
                    <a:pt x="7" y="1778"/>
                  </a:lnTo>
                  <a:lnTo>
                    <a:pt x="16" y="1782"/>
                  </a:lnTo>
                  <a:lnTo>
                    <a:pt x="27" y="1787"/>
                  </a:lnTo>
                  <a:lnTo>
                    <a:pt x="41" y="1789"/>
                  </a:lnTo>
                  <a:lnTo>
                    <a:pt x="55" y="1791"/>
                  </a:lnTo>
                  <a:lnTo>
                    <a:pt x="62" y="1789"/>
                  </a:lnTo>
                  <a:lnTo>
                    <a:pt x="71" y="1788"/>
                  </a:lnTo>
                  <a:lnTo>
                    <a:pt x="78" y="1784"/>
                  </a:lnTo>
                  <a:lnTo>
                    <a:pt x="85" y="1781"/>
                  </a:lnTo>
                  <a:lnTo>
                    <a:pt x="85" y="1781"/>
                  </a:lnTo>
                  <a:lnTo>
                    <a:pt x="105" y="1730"/>
                  </a:lnTo>
                  <a:lnTo>
                    <a:pt x="124" y="1676"/>
                  </a:lnTo>
                  <a:lnTo>
                    <a:pt x="143" y="1619"/>
                  </a:lnTo>
                  <a:lnTo>
                    <a:pt x="162" y="1558"/>
                  </a:lnTo>
                  <a:lnTo>
                    <a:pt x="181" y="1497"/>
                  </a:lnTo>
                  <a:lnTo>
                    <a:pt x="199" y="1433"/>
                  </a:lnTo>
                  <a:lnTo>
                    <a:pt x="235" y="1300"/>
                  </a:lnTo>
                  <a:lnTo>
                    <a:pt x="270" y="1163"/>
                  </a:lnTo>
                  <a:lnTo>
                    <a:pt x="303" y="1024"/>
                  </a:lnTo>
                  <a:lnTo>
                    <a:pt x="333" y="885"/>
                  </a:lnTo>
                  <a:lnTo>
                    <a:pt x="361" y="749"/>
                  </a:lnTo>
                  <a:lnTo>
                    <a:pt x="385" y="619"/>
                  </a:lnTo>
                  <a:lnTo>
                    <a:pt x="407" y="495"/>
                  </a:lnTo>
                  <a:lnTo>
                    <a:pt x="425" y="382"/>
                  </a:lnTo>
                  <a:lnTo>
                    <a:pt x="438" y="281"/>
                  </a:lnTo>
                  <a:lnTo>
                    <a:pt x="448" y="194"/>
                  </a:lnTo>
                  <a:lnTo>
                    <a:pt x="451" y="158"/>
                  </a:lnTo>
                  <a:lnTo>
                    <a:pt x="453" y="125"/>
                  </a:lnTo>
                  <a:lnTo>
                    <a:pt x="453" y="98"/>
                  </a:lnTo>
                  <a:lnTo>
                    <a:pt x="452" y="76"/>
                  </a:lnTo>
                  <a:lnTo>
                    <a:pt x="451" y="59"/>
                  </a:lnTo>
                  <a:lnTo>
                    <a:pt x="448" y="52"/>
                  </a:lnTo>
                  <a:lnTo>
                    <a:pt x="447" y="47"/>
                  </a:lnTo>
                  <a:lnTo>
                    <a:pt x="447" y="47"/>
                  </a:lnTo>
                  <a:lnTo>
                    <a:pt x="441" y="40"/>
                  </a:lnTo>
                  <a:lnTo>
                    <a:pt x="434" y="32"/>
                  </a:lnTo>
                  <a:lnTo>
                    <a:pt x="425" y="26"/>
                  </a:lnTo>
                  <a:lnTo>
                    <a:pt x="416" y="20"/>
                  </a:lnTo>
                  <a:lnTo>
                    <a:pt x="403" y="15"/>
                  </a:lnTo>
                  <a:lnTo>
                    <a:pt x="390" y="12"/>
                  </a:lnTo>
                  <a:lnTo>
                    <a:pt x="376" y="8"/>
                  </a:lnTo>
                  <a:lnTo>
                    <a:pt x="360" y="6"/>
                  </a:lnTo>
                  <a:lnTo>
                    <a:pt x="327" y="1"/>
                  </a:lnTo>
                  <a:lnTo>
                    <a:pt x="291" y="0"/>
                  </a:lnTo>
                  <a:lnTo>
                    <a:pt x="253" y="0"/>
                  </a:lnTo>
                  <a:lnTo>
                    <a:pt x="216" y="1"/>
                  </a:lnTo>
                  <a:lnTo>
                    <a:pt x="178" y="2"/>
                  </a:lnTo>
                  <a:lnTo>
                    <a:pt x="142" y="6"/>
                  </a:lnTo>
                  <a:lnTo>
                    <a:pt x="79" y="12"/>
                  </a:lnTo>
                  <a:lnTo>
                    <a:pt x="36" y="18"/>
                  </a:lnTo>
                  <a:lnTo>
                    <a:pt x="19" y="20"/>
                  </a:lnTo>
                  <a:lnTo>
                    <a:pt x="19" y="2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366">
              <a:extLst>
                <a:ext uri="{FF2B5EF4-FFF2-40B4-BE49-F238E27FC236}">
                  <a16:creationId xmlns:a16="http://schemas.microsoft.com/office/drawing/2014/main" id="{E7D8BC5E-8ABF-7F49-AF4F-7EDA7C418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126" y="1095375"/>
              <a:ext cx="284163" cy="1549400"/>
            </a:xfrm>
            <a:custGeom>
              <a:avLst/>
              <a:gdLst>
                <a:gd name="T0" fmla="*/ 344 w 359"/>
                <a:gd name="T1" fmla="*/ 0 h 1953"/>
                <a:gd name="T2" fmla="*/ 344 w 359"/>
                <a:gd name="T3" fmla="*/ 0 h 1953"/>
                <a:gd name="T4" fmla="*/ 346 w 359"/>
                <a:gd name="T5" fmla="*/ 117 h 1953"/>
                <a:gd name="T6" fmla="*/ 353 w 359"/>
                <a:gd name="T7" fmla="*/ 388 h 1953"/>
                <a:gd name="T8" fmla="*/ 357 w 359"/>
                <a:gd name="T9" fmla="*/ 544 h 1953"/>
                <a:gd name="T10" fmla="*/ 359 w 359"/>
                <a:gd name="T11" fmla="*/ 694 h 1953"/>
                <a:gd name="T12" fmla="*/ 359 w 359"/>
                <a:gd name="T13" fmla="*/ 822 h 1953"/>
                <a:gd name="T14" fmla="*/ 359 w 359"/>
                <a:gd name="T15" fmla="*/ 874 h 1953"/>
                <a:gd name="T16" fmla="*/ 358 w 359"/>
                <a:gd name="T17" fmla="*/ 914 h 1953"/>
                <a:gd name="T18" fmla="*/ 358 w 359"/>
                <a:gd name="T19" fmla="*/ 914 h 1953"/>
                <a:gd name="T20" fmla="*/ 357 w 359"/>
                <a:gd name="T21" fmla="*/ 956 h 1953"/>
                <a:gd name="T22" fmla="*/ 352 w 359"/>
                <a:gd name="T23" fmla="*/ 1012 h 1953"/>
                <a:gd name="T24" fmla="*/ 341 w 359"/>
                <a:gd name="T25" fmla="*/ 1153 h 1953"/>
                <a:gd name="T26" fmla="*/ 326 w 359"/>
                <a:gd name="T27" fmla="*/ 1320 h 1953"/>
                <a:gd name="T28" fmla="*/ 309 w 359"/>
                <a:gd name="T29" fmla="*/ 1497 h 1953"/>
                <a:gd name="T30" fmla="*/ 277 w 359"/>
                <a:gd name="T31" fmla="*/ 1805 h 1953"/>
                <a:gd name="T32" fmla="*/ 263 w 359"/>
                <a:gd name="T33" fmla="*/ 1939 h 1953"/>
                <a:gd name="T34" fmla="*/ 263 w 359"/>
                <a:gd name="T35" fmla="*/ 1939 h 1953"/>
                <a:gd name="T36" fmla="*/ 254 w 359"/>
                <a:gd name="T37" fmla="*/ 1943 h 1953"/>
                <a:gd name="T38" fmla="*/ 246 w 359"/>
                <a:gd name="T39" fmla="*/ 1947 h 1953"/>
                <a:gd name="T40" fmla="*/ 234 w 359"/>
                <a:gd name="T41" fmla="*/ 1950 h 1953"/>
                <a:gd name="T42" fmla="*/ 220 w 359"/>
                <a:gd name="T43" fmla="*/ 1953 h 1953"/>
                <a:gd name="T44" fmla="*/ 206 w 359"/>
                <a:gd name="T45" fmla="*/ 1953 h 1953"/>
                <a:gd name="T46" fmla="*/ 199 w 359"/>
                <a:gd name="T47" fmla="*/ 1953 h 1953"/>
                <a:gd name="T48" fmla="*/ 191 w 359"/>
                <a:gd name="T49" fmla="*/ 1950 h 1953"/>
                <a:gd name="T50" fmla="*/ 184 w 359"/>
                <a:gd name="T51" fmla="*/ 1948 h 1953"/>
                <a:gd name="T52" fmla="*/ 177 w 359"/>
                <a:gd name="T53" fmla="*/ 1943 h 1953"/>
                <a:gd name="T54" fmla="*/ 177 w 359"/>
                <a:gd name="T55" fmla="*/ 1943 h 1953"/>
                <a:gd name="T56" fmla="*/ 171 w 359"/>
                <a:gd name="T57" fmla="*/ 1879 h 1953"/>
                <a:gd name="T58" fmla="*/ 162 w 359"/>
                <a:gd name="T59" fmla="*/ 1792 h 1953"/>
                <a:gd name="T60" fmla="*/ 136 w 359"/>
                <a:gd name="T61" fmla="*/ 1563 h 1953"/>
                <a:gd name="T62" fmla="*/ 102 w 359"/>
                <a:gd name="T63" fmla="*/ 1286 h 1953"/>
                <a:gd name="T64" fmla="*/ 67 w 359"/>
                <a:gd name="T65" fmla="*/ 989 h 1953"/>
                <a:gd name="T66" fmla="*/ 50 w 359"/>
                <a:gd name="T67" fmla="*/ 843 h 1953"/>
                <a:gd name="T68" fmla="*/ 34 w 359"/>
                <a:gd name="T69" fmla="*/ 701 h 1953"/>
                <a:gd name="T70" fmla="*/ 21 w 359"/>
                <a:gd name="T71" fmla="*/ 569 h 1953"/>
                <a:gd name="T72" fmla="*/ 11 w 359"/>
                <a:gd name="T73" fmla="*/ 451 h 1953"/>
                <a:gd name="T74" fmla="*/ 4 w 359"/>
                <a:gd name="T75" fmla="*/ 349 h 1953"/>
                <a:gd name="T76" fmla="*/ 1 w 359"/>
                <a:gd name="T77" fmla="*/ 306 h 1953"/>
                <a:gd name="T78" fmla="*/ 0 w 359"/>
                <a:gd name="T79" fmla="*/ 267 h 1953"/>
                <a:gd name="T80" fmla="*/ 0 w 359"/>
                <a:gd name="T81" fmla="*/ 234 h 1953"/>
                <a:gd name="T82" fmla="*/ 3 w 359"/>
                <a:gd name="T83" fmla="*/ 209 h 1953"/>
                <a:gd name="T84" fmla="*/ 5 w 359"/>
                <a:gd name="T85" fmla="*/ 190 h 1953"/>
                <a:gd name="T86" fmla="*/ 6 w 359"/>
                <a:gd name="T87" fmla="*/ 182 h 1953"/>
                <a:gd name="T88" fmla="*/ 9 w 359"/>
                <a:gd name="T89" fmla="*/ 177 h 1953"/>
                <a:gd name="T90" fmla="*/ 9 w 359"/>
                <a:gd name="T91" fmla="*/ 177 h 1953"/>
                <a:gd name="T92" fmla="*/ 15 w 359"/>
                <a:gd name="T93" fmla="*/ 169 h 1953"/>
                <a:gd name="T94" fmla="*/ 21 w 359"/>
                <a:gd name="T95" fmla="*/ 161 h 1953"/>
                <a:gd name="T96" fmla="*/ 29 w 359"/>
                <a:gd name="T97" fmla="*/ 152 h 1953"/>
                <a:gd name="T98" fmla="*/ 38 w 359"/>
                <a:gd name="T99" fmla="*/ 145 h 1953"/>
                <a:gd name="T100" fmla="*/ 60 w 359"/>
                <a:gd name="T101" fmla="*/ 128 h 1953"/>
                <a:gd name="T102" fmla="*/ 84 w 359"/>
                <a:gd name="T103" fmla="*/ 112 h 1953"/>
                <a:gd name="T104" fmla="*/ 109 w 359"/>
                <a:gd name="T105" fmla="*/ 98 h 1953"/>
                <a:gd name="T106" fmla="*/ 138 w 359"/>
                <a:gd name="T107" fmla="*/ 83 h 1953"/>
                <a:gd name="T108" fmla="*/ 166 w 359"/>
                <a:gd name="T109" fmla="*/ 69 h 1953"/>
                <a:gd name="T110" fmla="*/ 196 w 359"/>
                <a:gd name="T111" fmla="*/ 55 h 1953"/>
                <a:gd name="T112" fmla="*/ 251 w 359"/>
                <a:gd name="T113" fmla="*/ 34 h 1953"/>
                <a:gd name="T114" fmla="*/ 298 w 359"/>
                <a:gd name="T115" fmla="*/ 15 h 1953"/>
                <a:gd name="T116" fmla="*/ 344 w 359"/>
                <a:gd name="T117" fmla="*/ 0 h 1953"/>
                <a:gd name="T118" fmla="*/ 344 w 359"/>
                <a:gd name="T119" fmla="*/ 0 h 19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59" h="1953">
                  <a:moveTo>
                    <a:pt x="344" y="0"/>
                  </a:moveTo>
                  <a:lnTo>
                    <a:pt x="344" y="0"/>
                  </a:lnTo>
                  <a:lnTo>
                    <a:pt x="346" y="117"/>
                  </a:lnTo>
                  <a:lnTo>
                    <a:pt x="353" y="388"/>
                  </a:lnTo>
                  <a:lnTo>
                    <a:pt x="357" y="544"/>
                  </a:lnTo>
                  <a:lnTo>
                    <a:pt x="359" y="694"/>
                  </a:lnTo>
                  <a:lnTo>
                    <a:pt x="359" y="822"/>
                  </a:lnTo>
                  <a:lnTo>
                    <a:pt x="359" y="874"/>
                  </a:lnTo>
                  <a:lnTo>
                    <a:pt x="358" y="914"/>
                  </a:lnTo>
                  <a:lnTo>
                    <a:pt x="358" y="914"/>
                  </a:lnTo>
                  <a:lnTo>
                    <a:pt x="357" y="956"/>
                  </a:lnTo>
                  <a:lnTo>
                    <a:pt x="352" y="1012"/>
                  </a:lnTo>
                  <a:lnTo>
                    <a:pt x="341" y="1153"/>
                  </a:lnTo>
                  <a:lnTo>
                    <a:pt x="326" y="1320"/>
                  </a:lnTo>
                  <a:lnTo>
                    <a:pt x="309" y="1497"/>
                  </a:lnTo>
                  <a:lnTo>
                    <a:pt x="277" y="1805"/>
                  </a:lnTo>
                  <a:lnTo>
                    <a:pt x="263" y="1939"/>
                  </a:lnTo>
                  <a:lnTo>
                    <a:pt x="263" y="1939"/>
                  </a:lnTo>
                  <a:lnTo>
                    <a:pt x="254" y="1943"/>
                  </a:lnTo>
                  <a:lnTo>
                    <a:pt x="246" y="1947"/>
                  </a:lnTo>
                  <a:lnTo>
                    <a:pt x="234" y="1950"/>
                  </a:lnTo>
                  <a:lnTo>
                    <a:pt x="220" y="1953"/>
                  </a:lnTo>
                  <a:lnTo>
                    <a:pt x="206" y="1953"/>
                  </a:lnTo>
                  <a:lnTo>
                    <a:pt x="199" y="1953"/>
                  </a:lnTo>
                  <a:lnTo>
                    <a:pt x="191" y="1950"/>
                  </a:lnTo>
                  <a:lnTo>
                    <a:pt x="184" y="1948"/>
                  </a:lnTo>
                  <a:lnTo>
                    <a:pt x="177" y="1943"/>
                  </a:lnTo>
                  <a:lnTo>
                    <a:pt x="177" y="1943"/>
                  </a:lnTo>
                  <a:lnTo>
                    <a:pt x="171" y="1879"/>
                  </a:lnTo>
                  <a:lnTo>
                    <a:pt x="162" y="1792"/>
                  </a:lnTo>
                  <a:lnTo>
                    <a:pt x="136" y="1563"/>
                  </a:lnTo>
                  <a:lnTo>
                    <a:pt x="102" y="1286"/>
                  </a:lnTo>
                  <a:lnTo>
                    <a:pt x="67" y="989"/>
                  </a:lnTo>
                  <a:lnTo>
                    <a:pt x="50" y="843"/>
                  </a:lnTo>
                  <a:lnTo>
                    <a:pt x="34" y="701"/>
                  </a:lnTo>
                  <a:lnTo>
                    <a:pt x="21" y="569"/>
                  </a:lnTo>
                  <a:lnTo>
                    <a:pt x="11" y="451"/>
                  </a:lnTo>
                  <a:lnTo>
                    <a:pt x="4" y="349"/>
                  </a:lnTo>
                  <a:lnTo>
                    <a:pt x="1" y="306"/>
                  </a:lnTo>
                  <a:lnTo>
                    <a:pt x="0" y="267"/>
                  </a:lnTo>
                  <a:lnTo>
                    <a:pt x="0" y="234"/>
                  </a:lnTo>
                  <a:lnTo>
                    <a:pt x="3" y="209"/>
                  </a:lnTo>
                  <a:lnTo>
                    <a:pt x="5" y="190"/>
                  </a:lnTo>
                  <a:lnTo>
                    <a:pt x="6" y="182"/>
                  </a:lnTo>
                  <a:lnTo>
                    <a:pt x="9" y="177"/>
                  </a:lnTo>
                  <a:lnTo>
                    <a:pt x="9" y="177"/>
                  </a:lnTo>
                  <a:lnTo>
                    <a:pt x="15" y="169"/>
                  </a:lnTo>
                  <a:lnTo>
                    <a:pt x="21" y="161"/>
                  </a:lnTo>
                  <a:lnTo>
                    <a:pt x="29" y="152"/>
                  </a:lnTo>
                  <a:lnTo>
                    <a:pt x="38" y="145"/>
                  </a:lnTo>
                  <a:lnTo>
                    <a:pt x="60" y="128"/>
                  </a:lnTo>
                  <a:lnTo>
                    <a:pt x="84" y="112"/>
                  </a:lnTo>
                  <a:lnTo>
                    <a:pt x="109" y="98"/>
                  </a:lnTo>
                  <a:lnTo>
                    <a:pt x="138" y="83"/>
                  </a:lnTo>
                  <a:lnTo>
                    <a:pt x="166" y="69"/>
                  </a:lnTo>
                  <a:lnTo>
                    <a:pt x="196" y="55"/>
                  </a:lnTo>
                  <a:lnTo>
                    <a:pt x="251" y="34"/>
                  </a:lnTo>
                  <a:lnTo>
                    <a:pt x="298" y="15"/>
                  </a:lnTo>
                  <a:lnTo>
                    <a:pt x="344" y="0"/>
                  </a:lnTo>
                  <a:lnTo>
                    <a:pt x="34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367">
              <a:extLst>
                <a:ext uri="{FF2B5EF4-FFF2-40B4-BE49-F238E27FC236}">
                  <a16:creationId xmlns:a16="http://schemas.microsoft.com/office/drawing/2014/main" id="{917BDF65-09F1-7746-867A-2CF836F59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838" y="1139825"/>
              <a:ext cx="485775" cy="320675"/>
            </a:xfrm>
            <a:custGeom>
              <a:avLst/>
              <a:gdLst>
                <a:gd name="T0" fmla="*/ 110 w 613"/>
                <a:gd name="T1" fmla="*/ 364 h 402"/>
                <a:gd name="T2" fmla="*/ 110 w 613"/>
                <a:gd name="T3" fmla="*/ 364 h 402"/>
                <a:gd name="T4" fmla="*/ 515 w 613"/>
                <a:gd name="T5" fmla="*/ 402 h 402"/>
                <a:gd name="T6" fmla="*/ 613 w 613"/>
                <a:gd name="T7" fmla="*/ 191 h 402"/>
                <a:gd name="T8" fmla="*/ 613 w 613"/>
                <a:gd name="T9" fmla="*/ 191 h 402"/>
                <a:gd name="T10" fmla="*/ 606 w 613"/>
                <a:gd name="T11" fmla="*/ 182 h 402"/>
                <a:gd name="T12" fmla="*/ 586 w 613"/>
                <a:gd name="T13" fmla="*/ 160 h 402"/>
                <a:gd name="T14" fmla="*/ 557 w 613"/>
                <a:gd name="T15" fmla="*/ 129 h 402"/>
                <a:gd name="T16" fmla="*/ 539 w 613"/>
                <a:gd name="T17" fmla="*/ 112 h 402"/>
                <a:gd name="T18" fmla="*/ 519 w 613"/>
                <a:gd name="T19" fmla="*/ 94 h 402"/>
                <a:gd name="T20" fmla="*/ 498 w 613"/>
                <a:gd name="T21" fmla="*/ 76 h 402"/>
                <a:gd name="T22" fmla="*/ 474 w 613"/>
                <a:gd name="T23" fmla="*/ 59 h 402"/>
                <a:gd name="T24" fmla="*/ 450 w 613"/>
                <a:gd name="T25" fmla="*/ 42 h 402"/>
                <a:gd name="T26" fmla="*/ 424 w 613"/>
                <a:gd name="T27" fmla="*/ 29 h 402"/>
                <a:gd name="T28" fmla="*/ 398 w 613"/>
                <a:gd name="T29" fmla="*/ 15 h 402"/>
                <a:gd name="T30" fmla="*/ 384 w 613"/>
                <a:gd name="T31" fmla="*/ 10 h 402"/>
                <a:gd name="T32" fmla="*/ 371 w 613"/>
                <a:gd name="T33" fmla="*/ 7 h 402"/>
                <a:gd name="T34" fmla="*/ 358 w 613"/>
                <a:gd name="T35" fmla="*/ 3 h 402"/>
                <a:gd name="T36" fmla="*/ 345 w 613"/>
                <a:gd name="T37" fmla="*/ 1 h 402"/>
                <a:gd name="T38" fmla="*/ 330 w 613"/>
                <a:gd name="T39" fmla="*/ 0 h 402"/>
                <a:gd name="T40" fmla="*/ 317 w 613"/>
                <a:gd name="T41" fmla="*/ 0 h 402"/>
                <a:gd name="T42" fmla="*/ 317 w 613"/>
                <a:gd name="T43" fmla="*/ 0 h 402"/>
                <a:gd name="T44" fmla="*/ 289 w 613"/>
                <a:gd name="T45" fmla="*/ 0 h 402"/>
                <a:gd name="T46" fmla="*/ 261 w 613"/>
                <a:gd name="T47" fmla="*/ 2 h 402"/>
                <a:gd name="T48" fmla="*/ 233 w 613"/>
                <a:gd name="T49" fmla="*/ 6 h 402"/>
                <a:gd name="T50" fmla="*/ 205 w 613"/>
                <a:gd name="T51" fmla="*/ 10 h 402"/>
                <a:gd name="T52" fmla="*/ 152 w 613"/>
                <a:gd name="T53" fmla="*/ 20 h 402"/>
                <a:gd name="T54" fmla="*/ 104 w 613"/>
                <a:gd name="T55" fmla="*/ 32 h 402"/>
                <a:gd name="T56" fmla="*/ 62 w 613"/>
                <a:gd name="T57" fmla="*/ 43 h 402"/>
                <a:gd name="T58" fmla="*/ 29 w 613"/>
                <a:gd name="T59" fmla="*/ 54 h 402"/>
                <a:gd name="T60" fmla="*/ 0 w 613"/>
                <a:gd name="T61" fmla="*/ 64 h 402"/>
                <a:gd name="T62" fmla="*/ 110 w 613"/>
                <a:gd name="T63" fmla="*/ 364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13" h="402">
                  <a:moveTo>
                    <a:pt x="110" y="364"/>
                  </a:moveTo>
                  <a:lnTo>
                    <a:pt x="110" y="364"/>
                  </a:lnTo>
                  <a:lnTo>
                    <a:pt x="515" y="402"/>
                  </a:lnTo>
                  <a:lnTo>
                    <a:pt x="613" y="191"/>
                  </a:lnTo>
                  <a:lnTo>
                    <a:pt x="613" y="191"/>
                  </a:lnTo>
                  <a:lnTo>
                    <a:pt x="606" y="182"/>
                  </a:lnTo>
                  <a:lnTo>
                    <a:pt x="586" y="160"/>
                  </a:lnTo>
                  <a:lnTo>
                    <a:pt x="557" y="129"/>
                  </a:lnTo>
                  <a:lnTo>
                    <a:pt x="539" y="112"/>
                  </a:lnTo>
                  <a:lnTo>
                    <a:pt x="519" y="94"/>
                  </a:lnTo>
                  <a:lnTo>
                    <a:pt x="498" y="76"/>
                  </a:lnTo>
                  <a:lnTo>
                    <a:pt x="474" y="59"/>
                  </a:lnTo>
                  <a:lnTo>
                    <a:pt x="450" y="42"/>
                  </a:lnTo>
                  <a:lnTo>
                    <a:pt x="424" y="29"/>
                  </a:lnTo>
                  <a:lnTo>
                    <a:pt x="398" y="15"/>
                  </a:lnTo>
                  <a:lnTo>
                    <a:pt x="384" y="10"/>
                  </a:lnTo>
                  <a:lnTo>
                    <a:pt x="371" y="7"/>
                  </a:lnTo>
                  <a:lnTo>
                    <a:pt x="358" y="3"/>
                  </a:lnTo>
                  <a:lnTo>
                    <a:pt x="345" y="1"/>
                  </a:lnTo>
                  <a:lnTo>
                    <a:pt x="330" y="0"/>
                  </a:lnTo>
                  <a:lnTo>
                    <a:pt x="317" y="0"/>
                  </a:lnTo>
                  <a:lnTo>
                    <a:pt x="317" y="0"/>
                  </a:lnTo>
                  <a:lnTo>
                    <a:pt x="289" y="0"/>
                  </a:lnTo>
                  <a:lnTo>
                    <a:pt x="261" y="2"/>
                  </a:lnTo>
                  <a:lnTo>
                    <a:pt x="233" y="6"/>
                  </a:lnTo>
                  <a:lnTo>
                    <a:pt x="205" y="10"/>
                  </a:lnTo>
                  <a:lnTo>
                    <a:pt x="152" y="20"/>
                  </a:lnTo>
                  <a:lnTo>
                    <a:pt x="104" y="32"/>
                  </a:lnTo>
                  <a:lnTo>
                    <a:pt x="62" y="43"/>
                  </a:lnTo>
                  <a:lnTo>
                    <a:pt x="29" y="54"/>
                  </a:lnTo>
                  <a:lnTo>
                    <a:pt x="0" y="64"/>
                  </a:lnTo>
                  <a:lnTo>
                    <a:pt x="110" y="36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368">
              <a:extLst>
                <a:ext uri="{FF2B5EF4-FFF2-40B4-BE49-F238E27FC236}">
                  <a16:creationId xmlns:a16="http://schemas.microsoft.com/office/drawing/2014/main" id="{7197A1DE-F2AF-7B41-8E7A-B27C986F3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401" y="414338"/>
              <a:ext cx="481013" cy="725488"/>
            </a:xfrm>
            <a:custGeom>
              <a:avLst/>
              <a:gdLst>
                <a:gd name="T0" fmla="*/ 0 w 605"/>
                <a:gd name="T1" fmla="*/ 67 h 916"/>
                <a:gd name="T2" fmla="*/ 231 w 605"/>
                <a:gd name="T3" fmla="*/ 4 h 916"/>
                <a:gd name="T4" fmla="*/ 231 w 605"/>
                <a:gd name="T5" fmla="*/ 4 h 916"/>
                <a:gd name="T6" fmla="*/ 246 w 605"/>
                <a:gd name="T7" fmla="*/ 18 h 916"/>
                <a:gd name="T8" fmla="*/ 280 w 605"/>
                <a:gd name="T9" fmla="*/ 52 h 916"/>
                <a:gd name="T10" fmla="*/ 300 w 605"/>
                <a:gd name="T11" fmla="*/ 70 h 916"/>
                <a:gd name="T12" fmla="*/ 320 w 605"/>
                <a:gd name="T13" fmla="*/ 85 h 916"/>
                <a:gd name="T14" fmla="*/ 329 w 605"/>
                <a:gd name="T15" fmla="*/ 91 h 916"/>
                <a:gd name="T16" fmla="*/ 337 w 605"/>
                <a:gd name="T17" fmla="*/ 96 h 916"/>
                <a:gd name="T18" fmla="*/ 344 w 605"/>
                <a:gd name="T19" fmla="*/ 99 h 916"/>
                <a:gd name="T20" fmla="*/ 350 w 605"/>
                <a:gd name="T21" fmla="*/ 101 h 916"/>
                <a:gd name="T22" fmla="*/ 350 w 605"/>
                <a:gd name="T23" fmla="*/ 101 h 916"/>
                <a:gd name="T24" fmla="*/ 353 w 605"/>
                <a:gd name="T25" fmla="*/ 99 h 916"/>
                <a:gd name="T26" fmla="*/ 357 w 605"/>
                <a:gd name="T27" fmla="*/ 96 h 916"/>
                <a:gd name="T28" fmla="*/ 366 w 605"/>
                <a:gd name="T29" fmla="*/ 84 h 916"/>
                <a:gd name="T30" fmla="*/ 375 w 605"/>
                <a:gd name="T31" fmla="*/ 68 h 916"/>
                <a:gd name="T32" fmla="*/ 385 w 605"/>
                <a:gd name="T33" fmla="*/ 50 h 916"/>
                <a:gd name="T34" fmla="*/ 401 w 605"/>
                <a:gd name="T35" fmla="*/ 16 h 916"/>
                <a:gd name="T36" fmla="*/ 408 w 605"/>
                <a:gd name="T37" fmla="*/ 0 h 916"/>
                <a:gd name="T38" fmla="*/ 408 w 605"/>
                <a:gd name="T39" fmla="*/ 0 h 916"/>
                <a:gd name="T40" fmla="*/ 529 w 605"/>
                <a:gd name="T41" fmla="*/ 27 h 916"/>
                <a:gd name="T42" fmla="*/ 605 w 605"/>
                <a:gd name="T43" fmla="*/ 897 h 916"/>
                <a:gd name="T44" fmla="*/ 605 w 605"/>
                <a:gd name="T45" fmla="*/ 897 h 916"/>
                <a:gd name="T46" fmla="*/ 592 w 605"/>
                <a:gd name="T47" fmla="*/ 899 h 916"/>
                <a:gd name="T48" fmla="*/ 554 w 605"/>
                <a:gd name="T49" fmla="*/ 905 h 916"/>
                <a:gd name="T50" fmla="*/ 496 w 605"/>
                <a:gd name="T51" fmla="*/ 911 h 916"/>
                <a:gd name="T52" fmla="*/ 460 w 605"/>
                <a:gd name="T53" fmla="*/ 913 h 916"/>
                <a:gd name="T54" fmla="*/ 420 w 605"/>
                <a:gd name="T55" fmla="*/ 914 h 916"/>
                <a:gd name="T56" fmla="*/ 376 w 605"/>
                <a:gd name="T57" fmla="*/ 916 h 916"/>
                <a:gd name="T58" fmla="*/ 329 w 605"/>
                <a:gd name="T59" fmla="*/ 916 h 916"/>
                <a:gd name="T60" fmla="*/ 280 w 605"/>
                <a:gd name="T61" fmla="*/ 914 h 916"/>
                <a:gd name="T62" fmla="*/ 227 w 605"/>
                <a:gd name="T63" fmla="*/ 911 h 916"/>
                <a:gd name="T64" fmla="*/ 172 w 605"/>
                <a:gd name="T65" fmla="*/ 906 h 916"/>
                <a:gd name="T66" fmla="*/ 116 w 605"/>
                <a:gd name="T67" fmla="*/ 899 h 916"/>
                <a:gd name="T68" fmla="*/ 58 w 605"/>
                <a:gd name="T69" fmla="*/ 889 h 916"/>
                <a:gd name="T70" fmla="*/ 0 w 605"/>
                <a:gd name="T71" fmla="*/ 876 h 916"/>
                <a:gd name="T72" fmla="*/ 0 w 605"/>
                <a:gd name="T73" fmla="*/ 876 h 916"/>
                <a:gd name="T74" fmla="*/ 2 w 605"/>
                <a:gd name="T75" fmla="*/ 747 h 916"/>
                <a:gd name="T76" fmla="*/ 3 w 605"/>
                <a:gd name="T77" fmla="*/ 611 h 916"/>
                <a:gd name="T78" fmla="*/ 3 w 605"/>
                <a:gd name="T79" fmla="*/ 347 h 916"/>
                <a:gd name="T80" fmla="*/ 2 w 605"/>
                <a:gd name="T81" fmla="*/ 146 h 916"/>
                <a:gd name="T82" fmla="*/ 0 w 605"/>
                <a:gd name="T83" fmla="*/ 67 h 916"/>
                <a:gd name="T84" fmla="*/ 0 w 605"/>
                <a:gd name="T85" fmla="*/ 67 h 9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5" h="916">
                  <a:moveTo>
                    <a:pt x="0" y="67"/>
                  </a:moveTo>
                  <a:lnTo>
                    <a:pt x="231" y="4"/>
                  </a:lnTo>
                  <a:lnTo>
                    <a:pt x="231" y="4"/>
                  </a:lnTo>
                  <a:lnTo>
                    <a:pt x="246" y="18"/>
                  </a:lnTo>
                  <a:lnTo>
                    <a:pt x="280" y="52"/>
                  </a:lnTo>
                  <a:lnTo>
                    <a:pt x="300" y="70"/>
                  </a:lnTo>
                  <a:lnTo>
                    <a:pt x="320" y="85"/>
                  </a:lnTo>
                  <a:lnTo>
                    <a:pt x="329" y="91"/>
                  </a:lnTo>
                  <a:lnTo>
                    <a:pt x="337" y="96"/>
                  </a:lnTo>
                  <a:lnTo>
                    <a:pt x="344" y="99"/>
                  </a:lnTo>
                  <a:lnTo>
                    <a:pt x="350" y="101"/>
                  </a:lnTo>
                  <a:lnTo>
                    <a:pt x="350" y="101"/>
                  </a:lnTo>
                  <a:lnTo>
                    <a:pt x="353" y="99"/>
                  </a:lnTo>
                  <a:lnTo>
                    <a:pt x="357" y="96"/>
                  </a:lnTo>
                  <a:lnTo>
                    <a:pt x="366" y="84"/>
                  </a:lnTo>
                  <a:lnTo>
                    <a:pt x="375" y="68"/>
                  </a:lnTo>
                  <a:lnTo>
                    <a:pt x="385" y="50"/>
                  </a:lnTo>
                  <a:lnTo>
                    <a:pt x="401" y="16"/>
                  </a:lnTo>
                  <a:lnTo>
                    <a:pt x="408" y="0"/>
                  </a:lnTo>
                  <a:lnTo>
                    <a:pt x="408" y="0"/>
                  </a:lnTo>
                  <a:lnTo>
                    <a:pt x="529" y="27"/>
                  </a:lnTo>
                  <a:lnTo>
                    <a:pt x="605" y="897"/>
                  </a:lnTo>
                  <a:lnTo>
                    <a:pt x="605" y="897"/>
                  </a:lnTo>
                  <a:lnTo>
                    <a:pt x="592" y="899"/>
                  </a:lnTo>
                  <a:lnTo>
                    <a:pt x="554" y="905"/>
                  </a:lnTo>
                  <a:lnTo>
                    <a:pt x="496" y="911"/>
                  </a:lnTo>
                  <a:lnTo>
                    <a:pt x="460" y="913"/>
                  </a:lnTo>
                  <a:lnTo>
                    <a:pt x="420" y="914"/>
                  </a:lnTo>
                  <a:lnTo>
                    <a:pt x="376" y="916"/>
                  </a:lnTo>
                  <a:lnTo>
                    <a:pt x="329" y="916"/>
                  </a:lnTo>
                  <a:lnTo>
                    <a:pt x="280" y="914"/>
                  </a:lnTo>
                  <a:lnTo>
                    <a:pt x="227" y="911"/>
                  </a:lnTo>
                  <a:lnTo>
                    <a:pt x="172" y="906"/>
                  </a:lnTo>
                  <a:lnTo>
                    <a:pt x="116" y="899"/>
                  </a:lnTo>
                  <a:lnTo>
                    <a:pt x="58" y="889"/>
                  </a:lnTo>
                  <a:lnTo>
                    <a:pt x="0" y="876"/>
                  </a:lnTo>
                  <a:lnTo>
                    <a:pt x="0" y="876"/>
                  </a:lnTo>
                  <a:lnTo>
                    <a:pt x="2" y="747"/>
                  </a:lnTo>
                  <a:lnTo>
                    <a:pt x="3" y="611"/>
                  </a:lnTo>
                  <a:lnTo>
                    <a:pt x="3" y="347"/>
                  </a:lnTo>
                  <a:lnTo>
                    <a:pt x="2" y="146"/>
                  </a:lnTo>
                  <a:lnTo>
                    <a:pt x="0" y="67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Line 369">
              <a:extLst>
                <a:ext uri="{FF2B5EF4-FFF2-40B4-BE49-F238E27FC236}">
                  <a16:creationId xmlns:a16="http://schemas.microsoft.com/office/drawing/2014/main" id="{1083D2E9-44F3-904D-BABC-20997FA3F9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7226" y="4111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Line 370">
              <a:extLst>
                <a:ext uri="{FF2B5EF4-FFF2-40B4-BE49-F238E27FC236}">
                  <a16:creationId xmlns:a16="http://schemas.microsoft.com/office/drawing/2014/main" id="{795CEEF8-2724-8444-9366-41CDD5D27C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7226" y="4111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371">
              <a:extLst>
                <a:ext uri="{FF2B5EF4-FFF2-40B4-BE49-F238E27FC236}">
                  <a16:creationId xmlns:a16="http://schemas.microsoft.com/office/drawing/2014/main" id="{DD954DBD-1BFA-CE47-9EF0-9E27C019B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226" y="544513"/>
              <a:ext cx="65088" cy="422275"/>
            </a:xfrm>
            <a:custGeom>
              <a:avLst/>
              <a:gdLst>
                <a:gd name="T0" fmla="*/ 10 w 82"/>
                <a:gd name="T1" fmla="*/ 4 h 533"/>
                <a:gd name="T2" fmla="*/ 0 w 82"/>
                <a:gd name="T3" fmla="*/ 183 h 533"/>
                <a:gd name="T4" fmla="*/ 76 w 82"/>
                <a:gd name="T5" fmla="*/ 533 h 533"/>
                <a:gd name="T6" fmla="*/ 82 w 82"/>
                <a:gd name="T7" fmla="*/ 210 h 533"/>
                <a:gd name="T8" fmla="*/ 39 w 82"/>
                <a:gd name="T9" fmla="*/ 0 h 533"/>
                <a:gd name="T10" fmla="*/ 10 w 82"/>
                <a:gd name="T11" fmla="*/ 4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533">
                  <a:moveTo>
                    <a:pt x="10" y="4"/>
                  </a:moveTo>
                  <a:lnTo>
                    <a:pt x="0" y="183"/>
                  </a:lnTo>
                  <a:lnTo>
                    <a:pt x="76" y="533"/>
                  </a:lnTo>
                  <a:lnTo>
                    <a:pt x="82" y="210"/>
                  </a:lnTo>
                  <a:lnTo>
                    <a:pt x="39" y="0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rgbClr val="FFC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Freeform 372">
              <a:extLst>
                <a:ext uri="{FF2B5EF4-FFF2-40B4-BE49-F238E27FC236}">
                  <a16:creationId xmlns:a16="http://schemas.microsoft.com/office/drawing/2014/main" id="{AF6157AB-5930-8349-BBB7-F745CE96B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326" y="414338"/>
              <a:ext cx="349250" cy="844550"/>
            </a:xfrm>
            <a:custGeom>
              <a:avLst/>
              <a:gdLst>
                <a:gd name="T0" fmla="*/ 0 w 442"/>
                <a:gd name="T1" fmla="*/ 1066 h 1066"/>
                <a:gd name="T2" fmla="*/ 4 w 442"/>
                <a:gd name="T3" fmla="*/ 446 h 1066"/>
                <a:gd name="T4" fmla="*/ 45 w 442"/>
                <a:gd name="T5" fmla="*/ 0 h 1066"/>
                <a:gd name="T6" fmla="*/ 45 w 442"/>
                <a:gd name="T7" fmla="*/ 0 h 1066"/>
                <a:gd name="T8" fmla="*/ 68 w 442"/>
                <a:gd name="T9" fmla="*/ 3 h 1066"/>
                <a:gd name="T10" fmla="*/ 91 w 442"/>
                <a:gd name="T11" fmla="*/ 5 h 1066"/>
                <a:gd name="T12" fmla="*/ 134 w 442"/>
                <a:gd name="T13" fmla="*/ 12 h 1066"/>
                <a:gd name="T14" fmla="*/ 173 w 442"/>
                <a:gd name="T15" fmla="*/ 21 h 1066"/>
                <a:gd name="T16" fmla="*/ 207 w 442"/>
                <a:gd name="T17" fmla="*/ 29 h 1066"/>
                <a:gd name="T18" fmla="*/ 234 w 442"/>
                <a:gd name="T19" fmla="*/ 39 h 1066"/>
                <a:gd name="T20" fmla="*/ 254 w 442"/>
                <a:gd name="T21" fmla="*/ 46 h 1066"/>
                <a:gd name="T22" fmla="*/ 272 w 442"/>
                <a:gd name="T23" fmla="*/ 53 h 1066"/>
                <a:gd name="T24" fmla="*/ 272 w 442"/>
                <a:gd name="T25" fmla="*/ 53 h 1066"/>
                <a:gd name="T26" fmla="*/ 281 w 442"/>
                <a:gd name="T27" fmla="*/ 70 h 1066"/>
                <a:gd name="T28" fmla="*/ 292 w 442"/>
                <a:gd name="T29" fmla="*/ 92 h 1066"/>
                <a:gd name="T30" fmla="*/ 304 w 442"/>
                <a:gd name="T31" fmla="*/ 121 h 1066"/>
                <a:gd name="T32" fmla="*/ 319 w 442"/>
                <a:gd name="T33" fmla="*/ 159 h 1066"/>
                <a:gd name="T34" fmla="*/ 336 w 442"/>
                <a:gd name="T35" fmla="*/ 202 h 1066"/>
                <a:gd name="T36" fmla="*/ 355 w 442"/>
                <a:gd name="T37" fmla="*/ 253 h 1066"/>
                <a:gd name="T38" fmla="*/ 371 w 442"/>
                <a:gd name="T39" fmla="*/ 311 h 1066"/>
                <a:gd name="T40" fmla="*/ 388 w 442"/>
                <a:gd name="T41" fmla="*/ 375 h 1066"/>
                <a:gd name="T42" fmla="*/ 397 w 442"/>
                <a:gd name="T43" fmla="*/ 409 h 1066"/>
                <a:gd name="T44" fmla="*/ 404 w 442"/>
                <a:gd name="T45" fmla="*/ 444 h 1066"/>
                <a:gd name="T46" fmla="*/ 411 w 442"/>
                <a:gd name="T47" fmla="*/ 480 h 1066"/>
                <a:gd name="T48" fmla="*/ 419 w 442"/>
                <a:gd name="T49" fmla="*/ 519 h 1066"/>
                <a:gd name="T50" fmla="*/ 425 w 442"/>
                <a:gd name="T51" fmla="*/ 559 h 1066"/>
                <a:gd name="T52" fmla="*/ 429 w 442"/>
                <a:gd name="T53" fmla="*/ 599 h 1066"/>
                <a:gd name="T54" fmla="*/ 434 w 442"/>
                <a:gd name="T55" fmla="*/ 641 h 1066"/>
                <a:gd name="T56" fmla="*/ 437 w 442"/>
                <a:gd name="T57" fmla="*/ 683 h 1066"/>
                <a:gd name="T58" fmla="*/ 439 w 442"/>
                <a:gd name="T59" fmla="*/ 727 h 1066"/>
                <a:gd name="T60" fmla="*/ 442 w 442"/>
                <a:gd name="T61" fmla="*/ 773 h 1066"/>
                <a:gd name="T62" fmla="*/ 442 w 442"/>
                <a:gd name="T63" fmla="*/ 819 h 1066"/>
                <a:gd name="T64" fmla="*/ 440 w 442"/>
                <a:gd name="T65" fmla="*/ 866 h 1066"/>
                <a:gd name="T66" fmla="*/ 437 w 442"/>
                <a:gd name="T67" fmla="*/ 913 h 1066"/>
                <a:gd name="T68" fmla="*/ 433 w 442"/>
                <a:gd name="T69" fmla="*/ 963 h 1066"/>
                <a:gd name="T70" fmla="*/ 433 w 442"/>
                <a:gd name="T71" fmla="*/ 963 h 1066"/>
                <a:gd name="T72" fmla="*/ 419 w 442"/>
                <a:gd name="T73" fmla="*/ 970 h 1066"/>
                <a:gd name="T74" fmla="*/ 402 w 442"/>
                <a:gd name="T75" fmla="*/ 978 h 1066"/>
                <a:gd name="T76" fmla="*/ 382 w 442"/>
                <a:gd name="T77" fmla="*/ 988 h 1066"/>
                <a:gd name="T78" fmla="*/ 361 w 442"/>
                <a:gd name="T79" fmla="*/ 997 h 1066"/>
                <a:gd name="T80" fmla="*/ 338 w 442"/>
                <a:gd name="T81" fmla="*/ 1006 h 1066"/>
                <a:gd name="T82" fmla="*/ 312 w 442"/>
                <a:gd name="T83" fmla="*/ 1015 h 1066"/>
                <a:gd name="T84" fmla="*/ 284 w 442"/>
                <a:gd name="T85" fmla="*/ 1023 h 1066"/>
                <a:gd name="T86" fmla="*/ 255 w 442"/>
                <a:gd name="T87" fmla="*/ 1032 h 1066"/>
                <a:gd name="T88" fmla="*/ 226 w 442"/>
                <a:gd name="T89" fmla="*/ 1039 h 1066"/>
                <a:gd name="T90" fmla="*/ 195 w 442"/>
                <a:gd name="T91" fmla="*/ 1046 h 1066"/>
                <a:gd name="T92" fmla="*/ 163 w 442"/>
                <a:gd name="T93" fmla="*/ 1052 h 1066"/>
                <a:gd name="T94" fmla="*/ 131 w 442"/>
                <a:gd name="T95" fmla="*/ 1058 h 1066"/>
                <a:gd name="T96" fmla="*/ 98 w 442"/>
                <a:gd name="T97" fmla="*/ 1062 h 1066"/>
                <a:gd name="T98" fmla="*/ 65 w 442"/>
                <a:gd name="T99" fmla="*/ 1064 h 1066"/>
                <a:gd name="T100" fmla="*/ 33 w 442"/>
                <a:gd name="T101" fmla="*/ 1066 h 1066"/>
                <a:gd name="T102" fmla="*/ 0 w 442"/>
                <a:gd name="T103" fmla="*/ 1066 h 1066"/>
                <a:gd name="T104" fmla="*/ 0 w 442"/>
                <a:gd name="T105" fmla="*/ 1066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42" h="1066">
                  <a:moveTo>
                    <a:pt x="0" y="1066"/>
                  </a:moveTo>
                  <a:lnTo>
                    <a:pt x="4" y="446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68" y="3"/>
                  </a:lnTo>
                  <a:lnTo>
                    <a:pt x="91" y="5"/>
                  </a:lnTo>
                  <a:lnTo>
                    <a:pt x="134" y="12"/>
                  </a:lnTo>
                  <a:lnTo>
                    <a:pt x="173" y="21"/>
                  </a:lnTo>
                  <a:lnTo>
                    <a:pt x="207" y="29"/>
                  </a:lnTo>
                  <a:lnTo>
                    <a:pt x="234" y="39"/>
                  </a:lnTo>
                  <a:lnTo>
                    <a:pt x="254" y="46"/>
                  </a:lnTo>
                  <a:lnTo>
                    <a:pt x="272" y="53"/>
                  </a:lnTo>
                  <a:lnTo>
                    <a:pt x="272" y="53"/>
                  </a:lnTo>
                  <a:lnTo>
                    <a:pt x="281" y="70"/>
                  </a:lnTo>
                  <a:lnTo>
                    <a:pt x="292" y="92"/>
                  </a:lnTo>
                  <a:lnTo>
                    <a:pt x="304" y="121"/>
                  </a:lnTo>
                  <a:lnTo>
                    <a:pt x="319" y="159"/>
                  </a:lnTo>
                  <a:lnTo>
                    <a:pt x="336" y="202"/>
                  </a:lnTo>
                  <a:lnTo>
                    <a:pt x="355" y="253"/>
                  </a:lnTo>
                  <a:lnTo>
                    <a:pt x="371" y="311"/>
                  </a:lnTo>
                  <a:lnTo>
                    <a:pt x="388" y="375"/>
                  </a:lnTo>
                  <a:lnTo>
                    <a:pt x="397" y="409"/>
                  </a:lnTo>
                  <a:lnTo>
                    <a:pt x="404" y="444"/>
                  </a:lnTo>
                  <a:lnTo>
                    <a:pt x="411" y="480"/>
                  </a:lnTo>
                  <a:lnTo>
                    <a:pt x="419" y="519"/>
                  </a:lnTo>
                  <a:lnTo>
                    <a:pt x="425" y="559"/>
                  </a:lnTo>
                  <a:lnTo>
                    <a:pt x="429" y="599"/>
                  </a:lnTo>
                  <a:lnTo>
                    <a:pt x="434" y="641"/>
                  </a:lnTo>
                  <a:lnTo>
                    <a:pt x="437" y="683"/>
                  </a:lnTo>
                  <a:lnTo>
                    <a:pt x="439" y="727"/>
                  </a:lnTo>
                  <a:lnTo>
                    <a:pt x="442" y="773"/>
                  </a:lnTo>
                  <a:lnTo>
                    <a:pt x="442" y="819"/>
                  </a:lnTo>
                  <a:lnTo>
                    <a:pt x="440" y="866"/>
                  </a:lnTo>
                  <a:lnTo>
                    <a:pt x="437" y="913"/>
                  </a:lnTo>
                  <a:lnTo>
                    <a:pt x="433" y="963"/>
                  </a:lnTo>
                  <a:lnTo>
                    <a:pt x="433" y="963"/>
                  </a:lnTo>
                  <a:lnTo>
                    <a:pt x="419" y="970"/>
                  </a:lnTo>
                  <a:lnTo>
                    <a:pt x="402" y="978"/>
                  </a:lnTo>
                  <a:lnTo>
                    <a:pt x="382" y="988"/>
                  </a:lnTo>
                  <a:lnTo>
                    <a:pt x="361" y="997"/>
                  </a:lnTo>
                  <a:lnTo>
                    <a:pt x="338" y="1006"/>
                  </a:lnTo>
                  <a:lnTo>
                    <a:pt x="312" y="1015"/>
                  </a:lnTo>
                  <a:lnTo>
                    <a:pt x="284" y="1023"/>
                  </a:lnTo>
                  <a:lnTo>
                    <a:pt x="255" y="1032"/>
                  </a:lnTo>
                  <a:lnTo>
                    <a:pt x="226" y="1039"/>
                  </a:lnTo>
                  <a:lnTo>
                    <a:pt x="195" y="1046"/>
                  </a:lnTo>
                  <a:lnTo>
                    <a:pt x="163" y="1052"/>
                  </a:lnTo>
                  <a:lnTo>
                    <a:pt x="131" y="1058"/>
                  </a:lnTo>
                  <a:lnTo>
                    <a:pt x="98" y="1062"/>
                  </a:lnTo>
                  <a:lnTo>
                    <a:pt x="65" y="1064"/>
                  </a:lnTo>
                  <a:lnTo>
                    <a:pt x="33" y="1066"/>
                  </a:lnTo>
                  <a:lnTo>
                    <a:pt x="0" y="1066"/>
                  </a:lnTo>
                  <a:lnTo>
                    <a:pt x="0" y="1066"/>
                  </a:lnTo>
                  <a:close/>
                </a:path>
              </a:pathLst>
            </a:custGeom>
            <a:solidFill>
              <a:srgbClr val="00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Freeform 373">
              <a:extLst>
                <a:ext uri="{FF2B5EF4-FFF2-40B4-BE49-F238E27FC236}">
                  <a16:creationId xmlns:a16="http://schemas.microsoft.com/office/drawing/2014/main" id="{CAC2F633-5B57-2D4B-9B24-9DFA8E409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588" y="488950"/>
              <a:ext cx="69850" cy="58738"/>
            </a:xfrm>
            <a:custGeom>
              <a:avLst/>
              <a:gdLst>
                <a:gd name="T0" fmla="*/ 0 w 89"/>
                <a:gd name="T1" fmla="*/ 0 h 73"/>
                <a:gd name="T2" fmla="*/ 37 w 89"/>
                <a:gd name="T3" fmla="*/ 73 h 73"/>
                <a:gd name="T4" fmla="*/ 61 w 89"/>
                <a:gd name="T5" fmla="*/ 73 h 73"/>
                <a:gd name="T6" fmla="*/ 89 w 89"/>
                <a:gd name="T7" fmla="*/ 1 h 73"/>
                <a:gd name="T8" fmla="*/ 0 w 89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73">
                  <a:moveTo>
                    <a:pt x="0" y="0"/>
                  </a:moveTo>
                  <a:lnTo>
                    <a:pt x="37" y="73"/>
                  </a:lnTo>
                  <a:lnTo>
                    <a:pt x="61" y="73"/>
                  </a:lnTo>
                  <a:lnTo>
                    <a:pt x="8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Freeform 374">
              <a:extLst>
                <a:ext uri="{FF2B5EF4-FFF2-40B4-BE49-F238E27FC236}">
                  <a16:creationId xmlns:a16="http://schemas.microsoft.com/office/drawing/2014/main" id="{2D4B73AA-EA30-6C4F-B34A-F343B5A6B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176" y="415925"/>
              <a:ext cx="331788" cy="857250"/>
            </a:xfrm>
            <a:custGeom>
              <a:avLst/>
              <a:gdLst>
                <a:gd name="T0" fmla="*/ 413 w 417"/>
                <a:gd name="T1" fmla="*/ 1070 h 1081"/>
                <a:gd name="T2" fmla="*/ 413 w 417"/>
                <a:gd name="T3" fmla="*/ 1070 h 1081"/>
                <a:gd name="T4" fmla="*/ 416 w 417"/>
                <a:gd name="T5" fmla="*/ 994 h 1081"/>
                <a:gd name="T6" fmla="*/ 417 w 417"/>
                <a:gd name="T7" fmla="*/ 914 h 1081"/>
                <a:gd name="T8" fmla="*/ 417 w 417"/>
                <a:gd name="T9" fmla="*/ 816 h 1081"/>
                <a:gd name="T10" fmla="*/ 416 w 417"/>
                <a:gd name="T11" fmla="*/ 712 h 1081"/>
                <a:gd name="T12" fmla="*/ 414 w 417"/>
                <a:gd name="T13" fmla="*/ 661 h 1081"/>
                <a:gd name="T14" fmla="*/ 413 w 417"/>
                <a:gd name="T15" fmla="*/ 611 h 1081"/>
                <a:gd name="T16" fmla="*/ 410 w 417"/>
                <a:gd name="T17" fmla="*/ 564 h 1081"/>
                <a:gd name="T18" fmla="*/ 406 w 417"/>
                <a:gd name="T19" fmla="*/ 522 h 1081"/>
                <a:gd name="T20" fmla="*/ 401 w 417"/>
                <a:gd name="T21" fmla="*/ 485 h 1081"/>
                <a:gd name="T22" fmla="*/ 396 w 417"/>
                <a:gd name="T23" fmla="*/ 454 h 1081"/>
                <a:gd name="T24" fmla="*/ 396 w 417"/>
                <a:gd name="T25" fmla="*/ 454 h 1081"/>
                <a:gd name="T26" fmla="*/ 383 w 417"/>
                <a:gd name="T27" fmla="*/ 402 h 1081"/>
                <a:gd name="T28" fmla="*/ 371 w 417"/>
                <a:gd name="T29" fmla="*/ 354 h 1081"/>
                <a:gd name="T30" fmla="*/ 356 w 417"/>
                <a:gd name="T31" fmla="*/ 308 h 1081"/>
                <a:gd name="T32" fmla="*/ 343 w 417"/>
                <a:gd name="T33" fmla="*/ 264 h 1081"/>
                <a:gd name="T34" fmla="*/ 330 w 417"/>
                <a:gd name="T35" fmla="*/ 225 h 1081"/>
                <a:gd name="T36" fmla="*/ 316 w 417"/>
                <a:gd name="T37" fmla="*/ 187 h 1081"/>
                <a:gd name="T38" fmla="*/ 291 w 417"/>
                <a:gd name="T39" fmla="*/ 122 h 1081"/>
                <a:gd name="T40" fmla="*/ 268 w 417"/>
                <a:gd name="T41" fmla="*/ 70 h 1081"/>
                <a:gd name="T42" fmla="*/ 251 w 417"/>
                <a:gd name="T43" fmla="*/ 31 h 1081"/>
                <a:gd name="T44" fmla="*/ 234 w 417"/>
                <a:gd name="T45" fmla="*/ 0 h 1081"/>
                <a:gd name="T46" fmla="*/ 234 w 417"/>
                <a:gd name="T47" fmla="*/ 0 h 1081"/>
                <a:gd name="T48" fmla="*/ 214 w 417"/>
                <a:gd name="T49" fmla="*/ 2 h 1081"/>
                <a:gd name="T50" fmla="*/ 192 w 417"/>
                <a:gd name="T51" fmla="*/ 6 h 1081"/>
                <a:gd name="T52" fmla="*/ 171 w 417"/>
                <a:gd name="T53" fmla="*/ 9 h 1081"/>
                <a:gd name="T54" fmla="*/ 150 w 417"/>
                <a:gd name="T55" fmla="*/ 15 h 1081"/>
                <a:gd name="T56" fmla="*/ 111 w 417"/>
                <a:gd name="T57" fmla="*/ 27 h 1081"/>
                <a:gd name="T58" fmla="*/ 75 w 417"/>
                <a:gd name="T59" fmla="*/ 40 h 1081"/>
                <a:gd name="T60" fmla="*/ 43 w 417"/>
                <a:gd name="T61" fmla="*/ 53 h 1081"/>
                <a:gd name="T62" fmla="*/ 20 w 417"/>
                <a:gd name="T63" fmla="*/ 64 h 1081"/>
                <a:gd name="T64" fmla="*/ 0 w 417"/>
                <a:gd name="T65" fmla="*/ 75 h 1081"/>
                <a:gd name="T66" fmla="*/ 0 w 417"/>
                <a:gd name="T67" fmla="*/ 75 h 1081"/>
                <a:gd name="T68" fmla="*/ 2 w 417"/>
                <a:gd name="T69" fmla="*/ 180 h 1081"/>
                <a:gd name="T70" fmla="*/ 8 w 417"/>
                <a:gd name="T71" fmla="*/ 439 h 1081"/>
                <a:gd name="T72" fmla="*/ 10 w 417"/>
                <a:gd name="T73" fmla="*/ 597 h 1081"/>
                <a:gd name="T74" fmla="*/ 13 w 417"/>
                <a:gd name="T75" fmla="*/ 759 h 1081"/>
                <a:gd name="T76" fmla="*/ 13 w 417"/>
                <a:gd name="T77" fmla="*/ 914 h 1081"/>
                <a:gd name="T78" fmla="*/ 13 w 417"/>
                <a:gd name="T79" fmla="*/ 1049 h 1081"/>
                <a:gd name="T80" fmla="*/ 13 w 417"/>
                <a:gd name="T81" fmla="*/ 1049 h 1081"/>
                <a:gd name="T82" fmla="*/ 30 w 417"/>
                <a:gd name="T83" fmla="*/ 1056 h 1081"/>
                <a:gd name="T84" fmla="*/ 48 w 417"/>
                <a:gd name="T85" fmla="*/ 1064 h 1081"/>
                <a:gd name="T86" fmla="*/ 66 w 417"/>
                <a:gd name="T87" fmla="*/ 1069 h 1081"/>
                <a:gd name="T88" fmla="*/ 84 w 417"/>
                <a:gd name="T89" fmla="*/ 1072 h 1081"/>
                <a:gd name="T90" fmla="*/ 104 w 417"/>
                <a:gd name="T91" fmla="*/ 1076 h 1081"/>
                <a:gd name="T92" fmla="*/ 124 w 417"/>
                <a:gd name="T93" fmla="*/ 1078 h 1081"/>
                <a:gd name="T94" fmla="*/ 146 w 417"/>
                <a:gd name="T95" fmla="*/ 1079 h 1081"/>
                <a:gd name="T96" fmla="*/ 169 w 417"/>
                <a:gd name="T97" fmla="*/ 1081 h 1081"/>
                <a:gd name="T98" fmla="*/ 218 w 417"/>
                <a:gd name="T99" fmla="*/ 1081 h 1081"/>
                <a:gd name="T100" fmla="*/ 274 w 417"/>
                <a:gd name="T101" fmla="*/ 1078 h 1081"/>
                <a:gd name="T102" fmla="*/ 413 w 417"/>
                <a:gd name="T103" fmla="*/ 1070 h 1081"/>
                <a:gd name="T104" fmla="*/ 413 w 417"/>
                <a:gd name="T105" fmla="*/ 1070 h 10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17" h="1081">
                  <a:moveTo>
                    <a:pt x="413" y="1070"/>
                  </a:moveTo>
                  <a:lnTo>
                    <a:pt x="413" y="1070"/>
                  </a:lnTo>
                  <a:lnTo>
                    <a:pt x="416" y="994"/>
                  </a:lnTo>
                  <a:lnTo>
                    <a:pt x="417" y="914"/>
                  </a:lnTo>
                  <a:lnTo>
                    <a:pt x="417" y="816"/>
                  </a:lnTo>
                  <a:lnTo>
                    <a:pt x="416" y="712"/>
                  </a:lnTo>
                  <a:lnTo>
                    <a:pt x="414" y="661"/>
                  </a:lnTo>
                  <a:lnTo>
                    <a:pt x="413" y="611"/>
                  </a:lnTo>
                  <a:lnTo>
                    <a:pt x="410" y="564"/>
                  </a:lnTo>
                  <a:lnTo>
                    <a:pt x="406" y="522"/>
                  </a:lnTo>
                  <a:lnTo>
                    <a:pt x="401" y="485"/>
                  </a:lnTo>
                  <a:lnTo>
                    <a:pt x="396" y="454"/>
                  </a:lnTo>
                  <a:lnTo>
                    <a:pt x="396" y="454"/>
                  </a:lnTo>
                  <a:lnTo>
                    <a:pt x="383" y="402"/>
                  </a:lnTo>
                  <a:lnTo>
                    <a:pt x="371" y="354"/>
                  </a:lnTo>
                  <a:lnTo>
                    <a:pt x="356" y="308"/>
                  </a:lnTo>
                  <a:lnTo>
                    <a:pt x="343" y="264"/>
                  </a:lnTo>
                  <a:lnTo>
                    <a:pt x="330" y="225"/>
                  </a:lnTo>
                  <a:lnTo>
                    <a:pt x="316" y="187"/>
                  </a:lnTo>
                  <a:lnTo>
                    <a:pt x="291" y="122"/>
                  </a:lnTo>
                  <a:lnTo>
                    <a:pt x="268" y="70"/>
                  </a:lnTo>
                  <a:lnTo>
                    <a:pt x="251" y="31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14" y="2"/>
                  </a:lnTo>
                  <a:lnTo>
                    <a:pt x="192" y="6"/>
                  </a:lnTo>
                  <a:lnTo>
                    <a:pt x="171" y="9"/>
                  </a:lnTo>
                  <a:lnTo>
                    <a:pt x="150" y="15"/>
                  </a:lnTo>
                  <a:lnTo>
                    <a:pt x="111" y="27"/>
                  </a:lnTo>
                  <a:lnTo>
                    <a:pt x="75" y="40"/>
                  </a:lnTo>
                  <a:lnTo>
                    <a:pt x="43" y="53"/>
                  </a:lnTo>
                  <a:lnTo>
                    <a:pt x="20" y="64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2" y="180"/>
                  </a:lnTo>
                  <a:lnTo>
                    <a:pt x="8" y="439"/>
                  </a:lnTo>
                  <a:lnTo>
                    <a:pt x="10" y="597"/>
                  </a:lnTo>
                  <a:lnTo>
                    <a:pt x="13" y="759"/>
                  </a:lnTo>
                  <a:lnTo>
                    <a:pt x="13" y="914"/>
                  </a:lnTo>
                  <a:lnTo>
                    <a:pt x="13" y="1049"/>
                  </a:lnTo>
                  <a:lnTo>
                    <a:pt x="13" y="1049"/>
                  </a:lnTo>
                  <a:lnTo>
                    <a:pt x="30" y="1056"/>
                  </a:lnTo>
                  <a:lnTo>
                    <a:pt x="48" y="1064"/>
                  </a:lnTo>
                  <a:lnTo>
                    <a:pt x="66" y="1069"/>
                  </a:lnTo>
                  <a:lnTo>
                    <a:pt x="84" y="1072"/>
                  </a:lnTo>
                  <a:lnTo>
                    <a:pt x="104" y="1076"/>
                  </a:lnTo>
                  <a:lnTo>
                    <a:pt x="124" y="1078"/>
                  </a:lnTo>
                  <a:lnTo>
                    <a:pt x="146" y="1079"/>
                  </a:lnTo>
                  <a:lnTo>
                    <a:pt x="169" y="1081"/>
                  </a:lnTo>
                  <a:lnTo>
                    <a:pt x="218" y="1081"/>
                  </a:lnTo>
                  <a:lnTo>
                    <a:pt x="274" y="1078"/>
                  </a:lnTo>
                  <a:lnTo>
                    <a:pt x="413" y="1070"/>
                  </a:lnTo>
                  <a:lnTo>
                    <a:pt x="413" y="1070"/>
                  </a:lnTo>
                  <a:close/>
                </a:path>
              </a:pathLst>
            </a:custGeom>
            <a:solidFill>
              <a:srgbClr val="00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Freeform 375">
              <a:extLst>
                <a:ext uri="{FF2B5EF4-FFF2-40B4-BE49-F238E27FC236}">
                  <a16:creationId xmlns:a16="http://schemas.microsoft.com/office/drawing/2014/main" id="{F5653691-8693-0748-A311-C09D41CFA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051" y="38100"/>
              <a:ext cx="223838" cy="242888"/>
            </a:xfrm>
            <a:custGeom>
              <a:avLst/>
              <a:gdLst>
                <a:gd name="T0" fmla="*/ 194 w 282"/>
                <a:gd name="T1" fmla="*/ 5 h 305"/>
                <a:gd name="T2" fmla="*/ 179 w 282"/>
                <a:gd name="T3" fmla="*/ 2 h 305"/>
                <a:gd name="T4" fmla="*/ 162 w 282"/>
                <a:gd name="T5" fmla="*/ 0 h 305"/>
                <a:gd name="T6" fmla="*/ 139 w 282"/>
                <a:gd name="T7" fmla="*/ 0 h 305"/>
                <a:gd name="T8" fmla="*/ 116 w 282"/>
                <a:gd name="T9" fmla="*/ 4 h 305"/>
                <a:gd name="T10" fmla="*/ 104 w 282"/>
                <a:gd name="T11" fmla="*/ 8 h 305"/>
                <a:gd name="T12" fmla="*/ 86 w 282"/>
                <a:gd name="T13" fmla="*/ 15 h 305"/>
                <a:gd name="T14" fmla="*/ 76 w 282"/>
                <a:gd name="T15" fmla="*/ 25 h 305"/>
                <a:gd name="T16" fmla="*/ 72 w 282"/>
                <a:gd name="T17" fmla="*/ 29 h 305"/>
                <a:gd name="T18" fmla="*/ 65 w 282"/>
                <a:gd name="T19" fmla="*/ 40 h 305"/>
                <a:gd name="T20" fmla="*/ 54 w 282"/>
                <a:gd name="T21" fmla="*/ 46 h 305"/>
                <a:gd name="T22" fmla="*/ 31 w 282"/>
                <a:gd name="T23" fmla="*/ 56 h 305"/>
                <a:gd name="T24" fmla="*/ 26 w 282"/>
                <a:gd name="T25" fmla="*/ 60 h 305"/>
                <a:gd name="T26" fmla="*/ 18 w 282"/>
                <a:gd name="T27" fmla="*/ 72 h 305"/>
                <a:gd name="T28" fmla="*/ 9 w 282"/>
                <a:gd name="T29" fmla="*/ 87 h 305"/>
                <a:gd name="T30" fmla="*/ 2 w 282"/>
                <a:gd name="T31" fmla="*/ 119 h 305"/>
                <a:gd name="T32" fmla="*/ 0 w 282"/>
                <a:gd name="T33" fmla="*/ 155 h 305"/>
                <a:gd name="T34" fmla="*/ 2 w 282"/>
                <a:gd name="T35" fmla="*/ 182 h 305"/>
                <a:gd name="T36" fmla="*/ 7 w 282"/>
                <a:gd name="T37" fmla="*/ 208 h 305"/>
                <a:gd name="T38" fmla="*/ 12 w 282"/>
                <a:gd name="T39" fmla="*/ 220 h 305"/>
                <a:gd name="T40" fmla="*/ 28 w 282"/>
                <a:gd name="T41" fmla="*/ 264 h 305"/>
                <a:gd name="T42" fmla="*/ 40 w 282"/>
                <a:gd name="T43" fmla="*/ 292 h 305"/>
                <a:gd name="T44" fmla="*/ 48 w 282"/>
                <a:gd name="T45" fmla="*/ 304 h 305"/>
                <a:gd name="T46" fmla="*/ 51 w 282"/>
                <a:gd name="T47" fmla="*/ 305 h 305"/>
                <a:gd name="T48" fmla="*/ 55 w 282"/>
                <a:gd name="T49" fmla="*/ 304 h 305"/>
                <a:gd name="T50" fmla="*/ 55 w 282"/>
                <a:gd name="T51" fmla="*/ 297 h 305"/>
                <a:gd name="T52" fmla="*/ 53 w 282"/>
                <a:gd name="T53" fmla="*/ 271 h 305"/>
                <a:gd name="T54" fmla="*/ 43 w 282"/>
                <a:gd name="T55" fmla="*/ 228 h 305"/>
                <a:gd name="T56" fmla="*/ 44 w 282"/>
                <a:gd name="T57" fmla="*/ 208 h 305"/>
                <a:gd name="T58" fmla="*/ 43 w 282"/>
                <a:gd name="T59" fmla="*/ 177 h 305"/>
                <a:gd name="T60" fmla="*/ 44 w 282"/>
                <a:gd name="T61" fmla="*/ 172 h 305"/>
                <a:gd name="T62" fmla="*/ 51 w 282"/>
                <a:gd name="T63" fmla="*/ 164 h 305"/>
                <a:gd name="T64" fmla="*/ 66 w 282"/>
                <a:gd name="T65" fmla="*/ 152 h 305"/>
                <a:gd name="T66" fmla="*/ 87 w 282"/>
                <a:gd name="T67" fmla="*/ 144 h 305"/>
                <a:gd name="T68" fmla="*/ 104 w 282"/>
                <a:gd name="T69" fmla="*/ 142 h 305"/>
                <a:gd name="T70" fmla="*/ 122 w 282"/>
                <a:gd name="T71" fmla="*/ 143 h 305"/>
                <a:gd name="T72" fmla="*/ 140 w 282"/>
                <a:gd name="T73" fmla="*/ 148 h 305"/>
                <a:gd name="T74" fmla="*/ 150 w 282"/>
                <a:gd name="T75" fmla="*/ 153 h 305"/>
                <a:gd name="T76" fmla="*/ 185 w 282"/>
                <a:gd name="T77" fmla="*/ 165 h 305"/>
                <a:gd name="T78" fmla="*/ 219 w 282"/>
                <a:gd name="T79" fmla="*/ 172 h 305"/>
                <a:gd name="T80" fmla="*/ 262 w 282"/>
                <a:gd name="T81" fmla="*/ 173 h 305"/>
                <a:gd name="T82" fmla="*/ 273 w 282"/>
                <a:gd name="T83" fmla="*/ 153 h 305"/>
                <a:gd name="T84" fmla="*/ 279 w 282"/>
                <a:gd name="T85" fmla="*/ 135 h 305"/>
                <a:gd name="T86" fmla="*/ 282 w 282"/>
                <a:gd name="T87" fmla="*/ 101 h 305"/>
                <a:gd name="T88" fmla="*/ 274 w 282"/>
                <a:gd name="T89" fmla="*/ 73 h 305"/>
                <a:gd name="T90" fmla="*/ 260 w 282"/>
                <a:gd name="T91" fmla="*/ 50 h 305"/>
                <a:gd name="T92" fmla="*/ 242 w 282"/>
                <a:gd name="T93" fmla="*/ 32 h 305"/>
                <a:gd name="T94" fmla="*/ 222 w 282"/>
                <a:gd name="T95" fmla="*/ 19 h 305"/>
                <a:gd name="T96" fmla="*/ 194 w 282"/>
                <a:gd name="T97" fmla="*/ 5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2" h="305">
                  <a:moveTo>
                    <a:pt x="194" y="5"/>
                  </a:moveTo>
                  <a:lnTo>
                    <a:pt x="194" y="5"/>
                  </a:lnTo>
                  <a:lnTo>
                    <a:pt x="187" y="3"/>
                  </a:lnTo>
                  <a:lnTo>
                    <a:pt x="179" y="2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51" y="0"/>
                  </a:lnTo>
                  <a:lnTo>
                    <a:pt x="139" y="0"/>
                  </a:lnTo>
                  <a:lnTo>
                    <a:pt x="127" y="2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04" y="8"/>
                  </a:lnTo>
                  <a:lnTo>
                    <a:pt x="92" y="12"/>
                  </a:lnTo>
                  <a:lnTo>
                    <a:pt x="86" y="15"/>
                  </a:lnTo>
                  <a:lnTo>
                    <a:pt x="81" y="20"/>
                  </a:lnTo>
                  <a:lnTo>
                    <a:pt x="76" y="25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69" y="35"/>
                  </a:lnTo>
                  <a:lnTo>
                    <a:pt x="65" y="40"/>
                  </a:lnTo>
                  <a:lnTo>
                    <a:pt x="60" y="44"/>
                  </a:lnTo>
                  <a:lnTo>
                    <a:pt x="54" y="46"/>
                  </a:lnTo>
                  <a:lnTo>
                    <a:pt x="42" y="51"/>
                  </a:lnTo>
                  <a:lnTo>
                    <a:pt x="31" y="56"/>
                  </a:lnTo>
                  <a:lnTo>
                    <a:pt x="31" y="56"/>
                  </a:lnTo>
                  <a:lnTo>
                    <a:pt x="26" y="60"/>
                  </a:lnTo>
                  <a:lnTo>
                    <a:pt x="22" y="64"/>
                  </a:lnTo>
                  <a:lnTo>
                    <a:pt x="18" y="72"/>
                  </a:lnTo>
                  <a:lnTo>
                    <a:pt x="13" y="79"/>
                  </a:lnTo>
                  <a:lnTo>
                    <a:pt x="9" y="87"/>
                  </a:lnTo>
                  <a:lnTo>
                    <a:pt x="7" y="97"/>
                  </a:lnTo>
                  <a:lnTo>
                    <a:pt x="2" y="119"/>
                  </a:lnTo>
                  <a:lnTo>
                    <a:pt x="0" y="143"/>
                  </a:lnTo>
                  <a:lnTo>
                    <a:pt x="0" y="155"/>
                  </a:lnTo>
                  <a:lnTo>
                    <a:pt x="1" y="168"/>
                  </a:lnTo>
                  <a:lnTo>
                    <a:pt x="2" y="182"/>
                  </a:lnTo>
                  <a:lnTo>
                    <a:pt x="5" y="195"/>
                  </a:lnTo>
                  <a:lnTo>
                    <a:pt x="7" y="208"/>
                  </a:lnTo>
                  <a:lnTo>
                    <a:pt x="12" y="220"/>
                  </a:lnTo>
                  <a:lnTo>
                    <a:pt x="12" y="220"/>
                  </a:lnTo>
                  <a:lnTo>
                    <a:pt x="17" y="236"/>
                  </a:lnTo>
                  <a:lnTo>
                    <a:pt x="28" y="264"/>
                  </a:lnTo>
                  <a:lnTo>
                    <a:pt x="34" y="278"/>
                  </a:lnTo>
                  <a:lnTo>
                    <a:pt x="40" y="292"/>
                  </a:lnTo>
                  <a:lnTo>
                    <a:pt x="46" y="301"/>
                  </a:lnTo>
                  <a:lnTo>
                    <a:pt x="48" y="304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3" y="305"/>
                  </a:lnTo>
                  <a:lnTo>
                    <a:pt x="55" y="304"/>
                  </a:lnTo>
                  <a:lnTo>
                    <a:pt x="55" y="300"/>
                  </a:lnTo>
                  <a:lnTo>
                    <a:pt x="55" y="297"/>
                  </a:lnTo>
                  <a:lnTo>
                    <a:pt x="55" y="286"/>
                  </a:lnTo>
                  <a:lnTo>
                    <a:pt x="53" y="271"/>
                  </a:lnTo>
                  <a:lnTo>
                    <a:pt x="47" y="245"/>
                  </a:lnTo>
                  <a:lnTo>
                    <a:pt x="43" y="228"/>
                  </a:lnTo>
                  <a:lnTo>
                    <a:pt x="43" y="228"/>
                  </a:lnTo>
                  <a:lnTo>
                    <a:pt x="44" y="208"/>
                  </a:lnTo>
                  <a:lnTo>
                    <a:pt x="44" y="191"/>
                  </a:lnTo>
                  <a:lnTo>
                    <a:pt x="43" y="177"/>
                  </a:lnTo>
                  <a:lnTo>
                    <a:pt x="43" y="177"/>
                  </a:lnTo>
                  <a:lnTo>
                    <a:pt x="44" y="172"/>
                  </a:lnTo>
                  <a:lnTo>
                    <a:pt x="47" y="167"/>
                  </a:lnTo>
                  <a:lnTo>
                    <a:pt x="51" y="164"/>
                  </a:lnTo>
                  <a:lnTo>
                    <a:pt x="55" y="159"/>
                  </a:lnTo>
                  <a:lnTo>
                    <a:pt x="66" y="152"/>
                  </a:lnTo>
                  <a:lnTo>
                    <a:pt x="80" y="145"/>
                  </a:lnTo>
                  <a:lnTo>
                    <a:pt x="87" y="144"/>
                  </a:lnTo>
                  <a:lnTo>
                    <a:pt x="95" y="142"/>
                  </a:lnTo>
                  <a:lnTo>
                    <a:pt x="104" y="142"/>
                  </a:lnTo>
                  <a:lnTo>
                    <a:pt x="112" y="142"/>
                  </a:lnTo>
                  <a:lnTo>
                    <a:pt x="122" y="143"/>
                  </a:lnTo>
                  <a:lnTo>
                    <a:pt x="130" y="144"/>
                  </a:lnTo>
                  <a:lnTo>
                    <a:pt x="140" y="148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67" y="160"/>
                  </a:lnTo>
                  <a:lnTo>
                    <a:pt x="185" y="165"/>
                  </a:lnTo>
                  <a:lnTo>
                    <a:pt x="202" y="170"/>
                  </a:lnTo>
                  <a:lnTo>
                    <a:pt x="219" y="172"/>
                  </a:lnTo>
                  <a:lnTo>
                    <a:pt x="246" y="173"/>
                  </a:lnTo>
                  <a:lnTo>
                    <a:pt x="262" y="173"/>
                  </a:lnTo>
                  <a:lnTo>
                    <a:pt x="262" y="173"/>
                  </a:lnTo>
                  <a:lnTo>
                    <a:pt x="273" y="153"/>
                  </a:lnTo>
                  <a:lnTo>
                    <a:pt x="275" y="143"/>
                  </a:lnTo>
                  <a:lnTo>
                    <a:pt x="279" y="135"/>
                  </a:lnTo>
                  <a:lnTo>
                    <a:pt x="282" y="116"/>
                  </a:lnTo>
                  <a:lnTo>
                    <a:pt x="282" y="101"/>
                  </a:lnTo>
                  <a:lnTo>
                    <a:pt x="279" y="86"/>
                  </a:lnTo>
                  <a:lnTo>
                    <a:pt x="274" y="73"/>
                  </a:lnTo>
                  <a:lnTo>
                    <a:pt x="267" y="61"/>
                  </a:lnTo>
                  <a:lnTo>
                    <a:pt x="260" y="50"/>
                  </a:lnTo>
                  <a:lnTo>
                    <a:pt x="251" y="40"/>
                  </a:lnTo>
                  <a:lnTo>
                    <a:pt x="242" y="32"/>
                  </a:lnTo>
                  <a:lnTo>
                    <a:pt x="232" y="25"/>
                  </a:lnTo>
                  <a:lnTo>
                    <a:pt x="222" y="19"/>
                  </a:lnTo>
                  <a:lnTo>
                    <a:pt x="205" y="10"/>
                  </a:lnTo>
                  <a:lnTo>
                    <a:pt x="194" y="5"/>
                  </a:lnTo>
                  <a:lnTo>
                    <a:pt x="194" y="5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Freeform 376">
              <a:extLst>
                <a:ext uri="{FF2B5EF4-FFF2-40B4-BE49-F238E27FC236}">
                  <a16:creationId xmlns:a16="http://schemas.microsoft.com/office/drawing/2014/main" id="{A1B1D343-ECAF-BC43-B1BB-C6308D1E9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813" y="211138"/>
              <a:ext cx="52388" cy="52388"/>
            </a:xfrm>
            <a:custGeom>
              <a:avLst/>
              <a:gdLst>
                <a:gd name="T0" fmla="*/ 66 w 66"/>
                <a:gd name="T1" fmla="*/ 34 h 67"/>
                <a:gd name="T2" fmla="*/ 66 w 66"/>
                <a:gd name="T3" fmla="*/ 34 h 67"/>
                <a:gd name="T4" fmla="*/ 65 w 66"/>
                <a:gd name="T5" fmla="*/ 27 h 67"/>
                <a:gd name="T6" fmla="*/ 64 w 66"/>
                <a:gd name="T7" fmla="*/ 21 h 67"/>
                <a:gd name="T8" fmla="*/ 60 w 66"/>
                <a:gd name="T9" fmla="*/ 15 h 67"/>
                <a:gd name="T10" fmla="*/ 56 w 66"/>
                <a:gd name="T11" fmla="*/ 10 h 67"/>
                <a:gd name="T12" fmla="*/ 52 w 66"/>
                <a:gd name="T13" fmla="*/ 6 h 67"/>
                <a:gd name="T14" fmla="*/ 46 w 66"/>
                <a:gd name="T15" fmla="*/ 2 h 67"/>
                <a:gd name="T16" fmla="*/ 39 w 66"/>
                <a:gd name="T17" fmla="*/ 1 h 67"/>
                <a:gd name="T18" fmla="*/ 32 w 66"/>
                <a:gd name="T19" fmla="*/ 0 h 67"/>
                <a:gd name="T20" fmla="*/ 32 w 66"/>
                <a:gd name="T21" fmla="*/ 0 h 67"/>
                <a:gd name="T22" fmla="*/ 26 w 66"/>
                <a:gd name="T23" fmla="*/ 1 h 67"/>
                <a:gd name="T24" fmla="*/ 20 w 66"/>
                <a:gd name="T25" fmla="*/ 2 h 67"/>
                <a:gd name="T26" fmla="*/ 14 w 66"/>
                <a:gd name="T27" fmla="*/ 6 h 67"/>
                <a:gd name="T28" fmla="*/ 9 w 66"/>
                <a:gd name="T29" fmla="*/ 10 h 67"/>
                <a:gd name="T30" fmla="*/ 6 w 66"/>
                <a:gd name="T31" fmla="*/ 15 h 67"/>
                <a:gd name="T32" fmla="*/ 2 w 66"/>
                <a:gd name="T33" fmla="*/ 21 h 67"/>
                <a:gd name="T34" fmla="*/ 1 w 66"/>
                <a:gd name="T35" fmla="*/ 27 h 67"/>
                <a:gd name="T36" fmla="*/ 0 w 66"/>
                <a:gd name="T37" fmla="*/ 34 h 67"/>
                <a:gd name="T38" fmla="*/ 0 w 66"/>
                <a:gd name="T39" fmla="*/ 34 h 67"/>
                <a:gd name="T40" fmla="*/ 1 w 66"/>
                <a:gd name="T41" fmla="*/ 40 h 67"/>
                <a:gd name="T42" fmla="*/ 2 w 66"/>
                <a:gd name="T43" fmla="*/ 46 h 67"/>
                <a:gd name="T44" fmla="*/ 6 w 66"/>
                <a:gd name="T45" fmla="*/ 52 h 67"/>
                <a:gd name="T46" fmla="*/ 9 w 66"/>
                <a:gd name="T47" fmla="*/ 57 h 67"/>
                <a:gd name="T48" fmla="*/ 14 w 66"/>
                <a:gd name="T49" fmla="*/ 60 h 67"/>
                <a:gd name="T50" fmla="*/ 20 w 66"/>
                <a:gd name="T51" fmla="*/ 64 h 67"/>
                <a:gd name="T52" fmla="*/ 26 w 66"/>
                <a:gd name="T53" fmla="*/ 65 h 67"/>
                <a:gd name="T54" fmla="*/ 32 w 66"/>
                <a:gd name="T55" fmla="*/ 67 h 67"/>
                <a:gd name="T56" fmla="*/ 32 w 66"/>
                <a:gd name="T57" fmla="*/ 67 h 67"/>
                <a:gd name="T58" fmla="*/ 39 w 66"/>
                <a:gd name="T59" fmla="*/ 65 h 67"/>
                <a:gd name="T60" fmla="*/ 46 w 66"/>
                <a:gd name="T61" fmla="*/ 64 h 67"/>
                <a:gd name="T62" fmla="*/ 52 w 66"/>
                <a:gd name="T63" fmla="*/ 60 h 67"/>
                <a:gd name="T64" fmla="*/ 56 w 66"/>
                <a:gd name="T65" fmla="*/ 57 h 67"/>
                <a:gd name="T66" fmla="*/ 60 w 66"/>
                <a:gd name="T67" fmla="*/ 52 h 67"/>
                <a:gd name="T68" fmla="*/ 64 w 66"/>
                <a:gd name="T69" fmla="*/ 46 h 67"/>
                <a:gd name="T70" fmla="*/ 65 w 66"/>
                <a:gd name="T71" fmla="*/ 40 h 67"/>
                <a:gd name="T72" fmla="*/ 66 w 66"/>
                <a:gd name="T73" fmla="*/ 34 h 67"/>
                <a:gd name="T74" fmla="*/ 66 w 66"/>
                <a:gd name="T75" fmla="*/ 34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6" h="67">
                  <a:moveTo>
                    <a:pt x="66" y="34"/>
                  </a:moveTo>
                  <a:lnTo>
                    <a:pt x="66" y="34"/>
                  </a:lnTo>
                  <a:lnTo>
                    <a:pt x="65" y="27"/>
                  </a:lnTo>
                  <a:lnTo>
                    <a:pt x="64" y="21"/>
                  </a:lnTo>
                  <a:lnTo>
                    <a:pt x="60" y="15"/>
                  </a:lnTo>
                  <a:lnTo>
                    <a:pt x="56" y="10"/>
                  </a:lnTo>
                  <a:lnTo>
                    <a:pt x="52" y="6"/>
                  </a:lnTo>
                  <a:lnTo>
                    <a:pt x="46" y="2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6" y="1"/>
                  </a:lnTo>
                  <a:lnTo>
                    <a:pt x="20" y="2"/>
                  </a:lnTo>
                  <a:lnTo>
                    <a:pt x="14" y="6"/>
                  </a:lnTo>
                  <a:lnTo>
                    <a:pt x="9" y="10"/>
                  </a:lnTo>
                  <a:lnTo>
                    <a:pt x="6" y="15"/>
                  </a:lnTo>
                  <a:lnTo>
                    <a:pt x="2" y="21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1" y="40"/>
                  </a:lnTo>
                  <a:lnTo>
                    <a:pt x="2" y="46"/>
                  </a:lnTo>
                  <a:lnTo>
                    <a:pt x="6" y="52"/>
                  </a:lnTo>
                  <a:lnTo>
                    <a:pt x="9" y="57"/>
                  </a:lnTo>
                  <a:lnTo>
                    <a:pt x="14" y="60"/>
                  </a:lnTo>
                  <a:lnTo>
                    <a:pt x="20" y="64"/>
                  </a:lnTo>
                  <a:lnTo>
                    <a:pt x="26" y="65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9" y="65"/>
                  </a:lnTo>
                  <a:lnTo>
                    <a:pt x="46" y="64"/>
                  </a:lnTo>
                  <a:lnTo>
                    <a:pt x="52" y="60"/>
                  </a:lnTo>
                  <a:lnTo>
                    <a:pt x="56" y="57"/>
                  </a:lnTo>
                  <a:lnTo>
                    <a:pt x="60" y="52"/>
                  </a:lnTo>
                  <a:lnTo>
                    <a:pt x="64" y="46"/>
                  </a:lnTo>
                  <a:lnTo>
                    <a:pt x="65" y="40"/>
                  </a:lnTo>
                  <a:lnTo>
                    <a:pt x="66" y="34"/>
                  </a:lnTo>
                  <a:lnTo>
                    <a:pt x="66" y="34"/>
                  </a:lnTo>
                  <a:close/>
                </a:path>
              </a:pathLst>
            </a:custGeom>
            <a:solidFill>
              <a:srgbClr val="FF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 377">
              <a:extLst>
                <a:ext uri="{FF2B5EF4-FFF2-40B4-BE49-F238E27FC236}">
                  <a16:creationId xmlns:a16="http://schemas.microsoft.com/office/drawing/2014/main" id="{997A5039-EC78-5C4C-A71C-2FF869356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676" y="211138"/>
              <a:ext cx="53975" cy="52388"/>
            </a:xfrm>
            <a:custGeom>
              <a:avLst/>
              <a:gdLst>
                <a:gd name="T0" fmla="*/ 66 w 66"/>
                <a:gd name="T1" fmla="*/ 34 h 67"/>
                <a:gd name="T2" fmla="*/ 66 w 66"/>
                <a:gd name="T3" fmla="*/ 34 h 67"/>
                <a:gd name="T4" fmla="*/ 65 w 66"/>
                <a:gd name="T5" fmla="*/ 27 h 67"/>
                <a:gd name="T6" fmla="*/ 64 w 66"/>
                <a:gd name="T7" fmla="*/ 21 h 67"/>
                <a:gd name="T8" fmla="*/ 60 w 66"/>
                <a:gd name="T9" fmla="*/ 15 h 67"/>
                <a:gd name="T10" fmla="*/ 57 w 66"/>
                <a:gd name="T11" fmla="*/ 10 h 67"/>
                <a:gd name="T12" fmla="*/ 52 w 66"/>
                <a:gd name="T13" fmla="*/ 6 h 67"/>
                <a:gd name="T14" fmla="*/ 46 w 66"/>
                <a:gd name="T15" fmla="*/ 2 h 67"/>
                <a:gd name="T16" fmla="*/ 40 w 66"/>
                <a:gd name="T17" fmla="*/ 1 h 67"/>
                <a:gd name="T18" fmla="*/ 32 w 66"/>
                <a:gd name="T19" fmla="*/ 0 h 67"/>
                <a:gd name="T20" fmla="*/ 32 w 66"/>
                <a:gd name="T21" fmla="*/ 0 h 67"/>
                <a:gd name="T22" fmla="*/ 26 w 66"/>
                <a:gd name="T23" fmla="*/ 1 h 67"/>
                <a:gd name="T24" fmla="*/ 20 w 66"/>
                <a:gd name="T25" fmla="*/ 2 h 67"/>
                <a:gd name="T26" fmla="*/ 14 w 66"/>
                <a:gd name="T27" fmla="*/ 6 h 67"/>
                <a:gd name="T28" fmla="*/ 10 w 66"/>
                <a:gd name="T29" fmla="*/ 10 h 67"/>
                <a:gd name="T30" fmla="*/ 6 w 66"/>
                <a:gd name="T31" fmla="*/ 15 h 67"/>
                <a:gd name="T32" fmla="*/ 2 w 66"/>
                <a:gd name="T33" fmla="*/ 21 h 67"/>
                <a:gd name="T34" fmla="*/ 1 w 66"/>
                <a:gd name="T35" fmla="*/ 27 h 67"/>
                <a:gd name="T36" fmla="*/ 0 w 66"/>
                <a:gd name="T37" fmla="*/ 34 h 67"/>
                <a:gd name="T38" fmla="*/ 0 w 66"/>
                <a:gd name="T39" fmla="*/ 34 h 67"/>
                <a:gd name="T40" fmla="*/ 1 w 66"/>
                <a:gd name="T41" fmla="*/ 40 h 67"/>
                <a:gd name="T42" fmla="*/ 2 w 66"/>
                <a:gd name="T43" fmla="*/ 46 h 67"/>
                <a:gd name="T44" fmla="*/ 6 w 66"/>
                <a:gd name="T45" fmla="*/ 52 h 67"/>
                <a:gd name="T46" fmla="*/ 10 w 66"/>
                <a:gd name="T47" fmla="*/ 57 h 67"/>
                <a:gd name="T48" fmla="*/ 14 w 66"/>
                <a:gd name="T49" fmla="*/ 60 h 67"/>
                <a:gd name="T50" fmla="*/ 20 w 66"/>
                <a:gd name="T51" fmla="*/ 64 h 67"/>
                <a:gd name="T52" fmla="*/ 26 w 66"/>
                <a:gd name="T53" fmla="*/ 65 h 67"/>
                <a:gd name="T54" fmla="*/ 32 w 66"/>
                <a:gd name="T55" fmla="*/ 67 h 67"/>
                <a:gd name="T56" fmla="*/ 32 w 66"/>
                <a:gd name="T57" fmla="*/ 67 h 67"/>
                <a:gd name="T58" fmla="*/ 40 w 66"/>
                <a:gd name="T59" fmla="*/ 65 h 67"/>
                <a:gd name="T60" fmla="*/ 46 w 66"/>
                <a:gd name="T61" fmla="*/ 64 h 67"/>
                <a:gd name="T62" fmla="*/ 52 w 66"/>
                <a:gd name="T63" fmla="*/ 60 h 67"/>
                <a:gd name="T64" fmla="*/ 57 w 66"/>
                <a:gd name="T65" fmla="*/ 57 h 67"/>
                <a:gd name="T66" fmla="*/ 60 w 66"/>
                <a:gd name="T67" fmla="*/ 52 h 67"/>
                <a:gd name="T68" fmla="*/ 64 w 66"/>
                <a:gd name="T69" fmla="*/ 46 h 67"/>
                <a:gd name="T70" fmla="*/ 65 w 66"/>
                <a:gd name="T71" fmla="*/ 40 h 67"/>
                <a:gd name="T72" fmla="*/ 66 w 66"/>
                <a:gd name="T73" fmla="*/ 34 h 67"/>
                <a:gd name="T74" fmla="*/ 66 w 66"/>
                <a:gd name="T75" fmla="*/ 34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6" h="67">
                  <a:moveTo>
                    <a:pt x="66" y="34"/>
                  </a:moveTo>
                  <a:lnTo>
                    <a:pt x="66" y="34"/>
                  </a:lnTo>
                  <a:lnTo>
                    <a:pt x="65" y="27"/>
                  </a:lnTo>
                  <a:lnTo>
                    <a:pt x="64" y="21"/>
                  </a:lnTo>
                  <a:lnTo>
                    <a:pt x="60" y="15"/>
                  </a:lnTo>
                  <a:lnTo>
                    <a:pt x="57" y="10"/>
                  </a:lnTo>
                  <a:lnTo>
                    <a:pt x="52" y="6"/>
                  </a:lnTo>
                  <a:lnTo>
                    <a:pt x="46" y="2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6" y="1"/>
                  </a:lnTo>
                  <a:lnTo>
                    <a:pt x="20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5"/>
                  </a:lnTo>
                  <a:lnTo>
                    <a:pt x="2" y="21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1" y="40"/>
                  </a:lnTo>
                  <a:lnTo>
                    <a:pt x="2" y="46"/>
                  </a:lnTo>
                  <a:lnTo>
                    <a:pt x="6" y="52"/>
                  </a:lnTo>
                  <a:lnTo>
                    <a:pt x="10" y="57"/>
                  </a:lnTo>
                  <a:lnTo>
                    <a:pt x="14" y="60"/>
                  </a:lnTo>
                  <a:lnTo>
                    <a:pt x="20" y="64"/>
                  </a:lnTo>
                  <a:lnTo>
                    <a:pt x="26" y="65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40" y="65"/>
                  </a:lnTo>
                  <a:lnTo>
                    <a:pt x="46" y="64"/>
                  </a:lnTo>
                  <a:lnTo>
                    <a:pt x="52" y="60"/>
                  </a:lnTo>
                  <a:lnTo>
                    <a:pt x="57" y="57"/>
                  </a:lnTo>
                  <a:lnTo>
                    <a:pt x="60" y="52"/>
                  </a:lnTo>
                  <a:lnTo>
                    <a:pt x="64" y="46"/>
                  </a:lnTo>
                  <a:lnTo>
                    <a:pt x="65" y="40"/>
                  </a:lnTo>
                  <a:lnTo>
                    <a:pt x="66" y="34"/>
                  </a:lnTo>
                  <a:lnTo>
                    <a:pt x="66" y="34"/>
                  </a:lnTo>
                  <a:close/>
                </a:path>
              </a:pathLst>
            </a:custGeom>
            <a:solidFill>
              <a:srgbClr val="EAB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Freeform 378">
              <a:extLst>
                <a:ext uri="{FF2B5EF4-FFF2-40B4-BE49-F238E27FC236}">
                  <a16:creationId xmlns:a16="http://schemas.microsoft.com/office/drawing/2014/main" id="{41D31E5D-3B1F-044D-B82D-A39ACBE3B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863" y="190500"/>
              <a:ext cx="168275" cy="184150"/>
            </a:xfrm>
            <a:custGeom>
              <a:avLst/>
              <a:gdLst>
                <a:gd name="T0" fmla="*/ 210 w 211"/>
                <a:gd name="T1" fmla="*/ 154 h 233"/>
                <a:gd name="T2" fmla="*/ 204 w 211"/>
                <a:gd name="T3" fmla="*/ 147 h 233"/>
                <a:gd name="T4" fmla="*/ 201 w 211"/>
                <a:gd name="T5" fmla="*/ 144 h 233"/>
                <a:gd name="T6" fmla="*/ 164 w 211"/>
                <a:gd name="T7" fmla="*/ 172 h 233"/>
                <a:gd name="T8" fmla="*/ 152 w 211"/>
                <a:gd name="T9" fmla="*/ 178 h 233"/>
                <a:gd name="T10" fmla="*/ 145 w 211"/>
                <a:gd name="T11" fmla="*/ 179 h 233"/>
                <a:gd name="T12" fmla="*/ 133 w 211"/>
                <a:gd name="T13" fmla="*/ 177 h 233"/>
                <a:gd name="T14" fmla="*/ 123 w 211"/>
                <a:gd name="T15" fmla="*/ 175 h 233"/>
                <a:gd name="T16" fmla="*/ 84 w 211"/>
                <a:gd name="T17" fmla="*/ 170 h 233"/>
                <a:gd name="T18" fmla="*/ 67 w 211"/>
                <a:gd name="T19" fmla="*/ 160 h 233"/>
                <a:gd name="T20" fmla="*/ 59 w 211"/>
                <a:gd name="T21" fmla="*/ 153 h 233"/>
                <a:gd name="T22" fmla="*/ 45 w 211"/>
                <a:gd name="T23" fmla="*/ 133 h 233"/>
                <a:gd name="T24" fmla="*/ 34 w 211"/>
                <a:gd name="T25" fmla="*/ 110 h 233"/>
                <a:gd name="T26" fmla="*/ 23 w 211"/>
                <a:gd name="T27" fmla="*/ 72 h 233"/>
                <a:gd name="T28" fmla="*/ 15 w 211"/>
                <a:gd name="T29" fmla="*/ 26 h 233"/>
                <a:gd name="T30" fmla="*/ 0 w 211"/>
                <a:gd name="T31" fmla="*/ 5 h 233"/>
                <a:gd name="T32" fmla="*/ 0 w 211"/>
                <a:gd name="T33" fmla="*/ 15 h 233"/>
                <a:gd name="T34" fmla="*/ 3 w 211"/>
                <a:gd name="T35" fmla="*/ 66 h 233"/>
                <a:gd name="T36" fmla="*/ 8 w 211"/>
                <a:gd name="T37" fmla="*/ 100 h 233"/>
                <a:gd name="T38" fmla="*/ 18 w 211"/>
                <a:gd name="T39" fmla="*/ 135 h 233"/>
                <a:gd name="T40" fmla="*/ 32 w 211"/>
                <a:gd name="T41" fmla="*/ 169 h 233"/>
                <a:gd name="T42" fmla="*/ 53 w 211"/>
                <a:gd name="T43" fmla="*/ 198 h 233"/>
                <a:gd name="T44" fmla="*/ 66 w 211"/>
                <a:gd name="T45" fmla="*/ 210 h 233"/>
                <a:gd name="T46" fmla="*/ 81 w 211"/>
                <a:gd name="T47" fmla="*/ 218 h 233"/>
                <a:gd name="T48" fmla="*/ 93 w 211"/>
                <a:gd name="T49" fmla="*/ 224 h 233"/>
                <a:gd name="T50" fmla="*/ 118 w 211"/>
                <a:gd name="T51" fmla="*/ 231 h 233"/>
                <a:gd name="T52" fmla="*/ 138 w 211"/>
                <a:gd name="T53" fmla="*/ 231 h 233"/>
                <a:gd name="T54" fmla="*/ 147 w 211"/>
                <a:gd name="T55" fmla="*/ 229 h 233"/>
                <a:gd name="T56" fmla="*/ 161 w 211"/>
                <a:gd name="T57" fmla="*/ 224 h 233"/>
                <a:gd name="T58" fmla="*/ 185 w 211"/>
                <a:gd name="T59" fmla="*/ 205 h 233"/>
                <a:gd name="T60" fmla="*/ 203 w 211"/>
                <a:gd name="T61" fmla="*/ 181 h 233"/>
                <a:gd name="T62" fmla="*/ 211 w 211"/>
                <a:gd name="T63" fmla="*/ 160 h 233"/>
                <a:gd name="T64" fmla="*/ 210 w 211"/>
                <a:gd name="T65" fmla="*/ 154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1" h="233">
                  <a:moveTo>
                    <a:pt x="210" y="154"/>
                  </a:moveTo>
                  <a:lnTo>
                    <a:pt x="210" y="154"/>
                  </a:lnTo>
                  <a:lnTo>
                    <a:pt x="207" y="150"/>
                  </a:lnTo>
                  <a:lnTo>
                    <a:pt x="204" y="147"/>
                  </a:lnTo>
                  <a:lnTo>
                    <a:pt x="201" y="144"/>
                  </a:lnTo>
                  <a:lnTo>
                    <a:pt x="201" y="144"/>
                  </a:lnTo>
                  <a:lnTo>
                    <a:pt x="178" y="164"/>
                  </a:lnTo>
                  <a:lnTo>
                    <a:pt x="164" y="172"/>
                  </a:lnTo>
                  <a:lnTo>
                    <a:pt x="158" y="176"/>
                  </a:lnTo>
                  <a:lnTo>
                    <a:pt x="152" y="178"/>
                  </a:lnTo>
                  <a:lnTo>
                    <a:pt x="152" y="178"/>
                  </a:lnTo>
                  <a:lnTo>
                    <a:pt x="145" y="179"/>
                  </a:lnTo>
                  <a:lnTo>
                    <a:pt x="140" y="178"/>
                  </a:lnTo>
                  <a:lnTo>
                    <a:pt x="133" y="177"/>
                  </a:lnTo>
                  <a:lnTo>
                    <a:pt x="123" y="175"/>
                  </a:lnTo>
                  <a:lnTo>
                    <a:pt x="123" y="175"/>
                  </a:lnTo>
                  <a:lnTo>
                    <a:pt x="99" y="172"/>
                  </a:lnTo>
                  <a:lnTo>
                    <a:pt x="84" y="170"/>
                  </a:lnTo>
                  <a:lnTo>
                    <a:pt x="77" y="165"/>
                  </a:lnTo>
                  <a:lnTo>
                    <a:pt x="67" y="160"/>
                  </a:lnTo>
                  <a:lnTo>
                    <a:pt x="67" y="160"/>
                  </a:lnTo>
                  <a:lnTo>
                    <a:pt x="59" y="153"/>
                  </a:lnTo>
                  <a:lnTo>
                    <a:pt x="52" y="144"/>
                  </a:lnTo>
                  <a:lnTo>
                    <a:pt x="45" y="133"/>
                  </a:lnTo>
                  <a:lnTo>
                    <a:pt x="38" y="123"/>
                  </a:lnTo>
                  <a:lnTo>
                    <a:pt x="34" y="110"/>
                  </a:lnTo>
                  <a:lnTo>
                    <a:pt x="29" y="98"/>
                  </a:lnTo>
                  <a:lnTo>
                    <a:pt x="23" y="72"/>
                  </a:lnTo>
                  <a:lnTo>
                    <a:pt x="18" y="48"/>
                  </a:lnTo>
                  <a:lnTo>
                    <a:pt x="15" y="26"/>
                  </a:lnTo>
                  <a:lnTo>
                    <a:pt x="13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5"/>
                  </a:lnTo>
                  <a:lnTo>
                    <a:pt x="1" y="37"/>
                  </a:lnTo>
                  <a:lnTo>
                    <a:pt x="3" y="66"/>
                  </a:lnTo>
                  <a:lnTo>
                    <a:pt x="6" y="81"/>
                  </a:lnTo>
                  <a:lnTo>
                    <a:pt x="8" y="100"/>
                  </a:lnTo>
                  <a:lnTo>
                    <a:pt x="13" y="118"/>
                  </a:lnTo>
                  <a:lnTo>
                    <a:pt x="18" y="135"/>
                  </a:lnTo>
                  <a:lnTo>
                    <a:pt x="25" y="153"/>
                  </a:lnTo>
                  <a:lnTo>
                    <a:pt x="32" y="169"/>
                  </a:lnTo>
                  <a:lnTo>
                    <a:pt x="42" y="184"/>
                  </a:lnTo>
                  <a:lnTo>
                    <a:pt x="53" y="198"/>
                  </a:lnTo>
                  <a:lnTo>
                    <a:pt x="59" y="204"/>
                  </a:lnTo>
                  <a:lnTo>
                    <a:pt x="66" y="210"/>
                  </a:lnTo>
                  <a:lnTo>
                    <a:pt x="74" y="214"/>
                  </a:lnTo>
                  <a:lnTo>
                    <a:pt x="81" y="218"/>
                  </a:lnTo>
                  <a:lnTo>
                    <a:pt x="81" y="218"/>
                  </a:lnTo>
                  <a:lnTo>
                    <a:pt x="93" y="224"/>
                  </a:lnTo>
                  <a:lnTo>
                    <a:pt x="109" y="229"/>
                  </a:lnTo>
                  <a:lnTo>
                    <a:pt x="118" y="231"/>
                  </a:lnTo>
                  <a:lnTo>
                    <a:pt x="128" y="233"/>
                  </a:lnTo>
                  <a:lnTo>
                    <a:pt x="138" y="231"/>
                  </a:lnTo>
                  <a:lnTo>
                    <a:pt x="147" y="229"/>
                  </a:lnTo>
                  <a:lnTo>
                    <a:pt x="147" y="229"/>
                  </a:lnTo>
                  <a:lnTo>
                    <a:pt x="155" y="227"/>
                  </a:lnTo>
                  <a:lnTo>
                    <a:pt x="161" y="224"/>
                  </a:lnTo>
                  <a:lnTo>
                    <a:pt x="173" y="216"/>
                  </a:lnTo>
                  <a:lnTo>
                    <a:pt x="185" y="205"/>
                  </a:lnTo>
                  <a:lnTo>
                    <a:pt x="194" y="193"/>
                  </a:lnTo>
                  <a:lnTo>
                    <a:pt x="203" y="181"/>
                  </a:lnTo>
                  <a:lnTo>
                    <a:pt x="209" y="170"/>
                  </a:lnTo>
                  <a:lnTo>
                    <a:pt x="211" y="160"/>
                  </a:lnTo>
                  <a:lnTo>
                    <a:pt x="210" y="156"/>
                  </a:lnTo>
                  <a:lnTo>
                    <a:pt x="210" y="154"/>
                  </a:lnTo>
                  <a:lnTo>
                    <a:pt x="210" y="154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379">
              <a:extLst>
                <a:ext uri="{FF2B5EF4-FFF2-40B4-BE49-F238E27FC236}">
                  <a16:creationId xmlns:a16="http://schemas.microsoft.com/office/drawing/2014/main" id="{0A20B367-B2BF-7149-9F78-16DDE5ED2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438" y="415925"/>
              <a:ext cx="88900" cy="87313"/>
            </a:xfrm>
            <a:custGeom>
              <a:avLst/>
              <a:gdLst>
                <a:gd name="T0" fmla="*/ 4 w 111"/>
                <a:gd name="T1" fmla="*/ 1 h 109"/>
                <a:gd name="T2" fmla="*/ 0 w 111"/>
                <a:gd name="T3" fmla="*/ 109 h 109"/>
                <a:gd name="T4" fmla="*/ 111 w 111"/>
                <a:gd name="T5" fmla="*/ 97 h 109"/>
                <a:gd name="T6" fmla="*/ 11 w 111"/>
                <a:gd name="T7" fmla="*/ 0 h 109"/>
                <a:gd name="T8" fmla="*/ 4 w 111"/>
                <a:gd name="T9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109">
                  <a:moveTo>
                    <a:pt x="4" y="1"/>
                  </a:moveTo>
                  <a:lnTo>
                    <a:pt x="0" y="109"/>
                  </a:lnTo>
                  <a:lnTo>
                    <a:pt x="111" y="97"/>
                  </a:lnTo>
                  <a:lnTo>
                    <a:pt x="11" y="0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ED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Freeform 380">
              <a:extLst>
                <a:ext uri="{FF2B5EF4-FFF2-40B4-BE49-F238E27FC236}">
                  <a16:creationId xmlns:a16="http://schemas.microsoft.com/office/drawing/2014/main" id="{F8BF83FA-EC91-C643-9DC4-F23AB6557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801" y="414338"/>
              <a:ext cx="82550" cy="80963"/>
            </a:xfrm>
            <a:custGeom>
              <a:avLst/>
              <a:gdLst>
                <a:gd name="T0" fmla="*/ 57 w 105"/>
                <a:gd name="T1" fmla="*/ 0 h 103"/>
                <a:gd name="T2" fmla="*/ 105 w 105"/>
                <a:gd name="T3" fmla="*/ 103 h 103"/>
                <a:gd name="T4" fmla="*/ 0 w 105"/>
                <a:gd name="T5" fmla="*/ 98 h 103"/>
                <a:gd name="T6" fmla="*/ 57 w 105"/>
                <a:gd name="T7" fmla="*/ 0 h 103"/>
                <a:gd name="T8" fmla="*/ 57 w 105"/>
                <a:gd name="T9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5" h="103">
                  <a:moveTo>
                    <a:pt x="57" y="0"/>
                  </a:moveTo>
                  <a:lnTo>
                    <a:pt x="105" y="103"/>
                  </a:lnTo>
                  <a:lnTo>
                    <a:pt x="0" y="98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D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Freeform 381">
              <a:extLst>
                <a:ext uri="{FF2B5EF4-FFF2-40B4-BE49-F238E27FC236}">
                  <a16:creationId xmlns:a16="http://schemas.microsoft.com/office/drawing/2014/main" id="{3447E926-5DA5-3744-A4F7-23BD9F185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613" y="447675"/>
              <a:ext cx="511175" cy="763588"/>
            </a:xfrm>
            <a:custGeom>
              <a:avLst/>
              <a:gdLst>
                <a:gd name="T0" fmla="*/ 339 w 643"/>
                <a:gd name="T1" fmla="*/ 712 h 961"/>
                <a:gd name="T2" fmla="*/ 383 w 643"/>
                <a:gd name="T3" fmla="*/ 731 h 961"/>
                <a:gd name="T4" fmla="*/ 458 w 643"/>
                <a:gd name="T5" fmla="*/ 766 h 961"/>
                <a:gd name="T6" fmla="*/ 514 w 643"/>
                <a:gd name="T7" fmla="*/ 797 h 961"/>
                <a:gd name="T8" fmla="*/ 566 w 643"/>
                <a:gd name="T9" fmla="*/ 830 h 961"/>
                <a:gd name="T10" fmla="*/ 609 w 643"/>
                <a:gd name="T11" fmla="*/ 866 h 961"/>
                <a:gd name="T12" fmla="*/ 626 w 643"/>
                <a:gd name="T13" fmla="*/ 884 h 961"/>
                <a:gd name="T14" fmla="*/ 637 w 643"/>
                <a:gd name="T15" fmla="*/ 902 h 961"/>
                <a:gd name="T16" fmla="*/ 643 w 643"/>
                <a:gd name="T17" fmla="*/ 919 h 961"/>
                <a:gd name="T18" fmla="*/ 642 w 643"/>
                <a:gd name="T19" fmla="*/ 926 h 961"/>
                <a:gd name="T20" fmla="*/ 634 w 643"/>
                <a:gd name="T21" fmla="*/ 937 h 961"/>
                <a:gd name="T22" fmla="*/ 617 w 643"/>
                <a:gd name="T23" fmla="*/ 945 h 961"/>
                <a:gd name="T24" fmla="*/ 591 w 643"/>
                <a:gd name="T25" fmla="*/ 953 h 961"/>
                <a:gd name="T26" fmla="*/ 541 w 643"/>
                <a:gd name="T27" fmla="*/ 959 h 961"/>
                <a:gd name="T28" fmla="*/ 455 w 643"/>
                <a:gd name="T29" fmla="*/ 961 h 961"/>
                <a:gd name="T30" fmla="*/ 355 w 643"/>
                <a:gd name="T31" fmla="*/ 955 h 961"/>
                <a:gd name="T32" fmla="*/ 253 w 643"/>
                <a:gd name="T33" fmla="*/ 941 h 961"/>
                <a:gd name="T34" fmla="*/ 154 w 643"/>
                <a:gd name="T35" fmla="*/ 920 h 961"/>
                <a:gd name="T36" fmla="*/ 108 w 643"/>
                <a:gd name="T37" fmla="*/ 905 h 961"/>
                <a:gd name="T38" fmla="*/ 66 w 643"/>
                <a:gd name="T39" fmla="*/ 890 h 961"/>
                <a:gd name="T40" fmla="*/ 30 w 643"/>
                <a:gd name="T41" fmla="*/ 873 h 961"/>
                <a:gd name="T42" fmla="*/ 23 w 643"/>
                <a:gd name="T43" fmla="*/ 868 h 961"/>
                <a:gd name="T44" fmla="*/ 12 w 643"/>
                <a:gd name="T45" fmla="*/ 853 h 961"/>
                <a:gd name="T46" fmla="*/ 5 w 643"/>
                <a:gd name="T47" fmla="*/ 834 h 961"/>
                <a:gd name="T48" fmla="*/ 1 w 643"/>
                <a:gd name="T49" fmla="*/ 811 h 961"/>
                <a:gd name="T50" fmla="*/ 1 w 643"/>
                <a:gd name="T51" fmla="*/ 770 h 961"/>
                <a:gd name="T52" fmla="*/ 11 w 643"/>
                <a:gd name="T53" fmla="*/ 705 h 961"/>
                <a:gd name="T54" fmla="*/ 30 w 643"/>
                <a:gd name="T55" fmla="*/ 633 h 961"/>
                <a:gd name="T56" fmla="*/ 54 w 643"/>
                <a:gd name="T57" fmla="*/ 558 h 961"/>
                <a:gd name="T58" fmla="*/ 82 w 643"/>
                <a:gd name="T59" fmla="*/ 485 h 961"/>
                <a:gd name="T60" fmla="*/ 124 w 643"/>
                <a:gd name="T61" fmla="*/ 388 h 961"/>
                <a:gd name="T62" fmla="*/ 152 w 643"/>
                <a:gd name="T63" fmla="*/ 331 h 961"/>
                <a:gd name="T64" fmla="*/ 207 w 643"/>
                <a:gd name="T65" fmla="*/ 234 h 961"/>
                <a:gd name="T66" fmla="*/ 259 w 643"/>
                <a:gd name="T67" fmla="*/ 157 h 961"/>
                <a:gd name="T68" fmla="*/ 308 w 643"/>
                <a:gd name="T69" fmla="*/ 98 h 961"/>
                <a:gd name="T70" fmla="*/ 354 w 643"/>
                <a:gd name="T71" fmla="*/ 54 h 961"/>
                <a:gd name="T72" fmla="*/ 399 w 643"/>
                <a:gd name="T73" fmla="*/ 25 h 961"/>
                <a:gd name="T74" fmla="*/ 440 w 643"/>
                <a:gd name="T75" fmla="*/ 7 h 961"/>
                <a:gd name="T76" fmla="*/ 478 w 643"/>
                <a:gd name="T77" fmla="*/ 0 h 961"/>
                <a:gd name="T78" fmla="*/ 513 w 643"/>
                <a:gd name="T79" fmla="*/ 1 h 961"/>
                <a:gd name="T80" fmla="*/ 543 w 643"/>
                <a:gd name="T81" fmla="*/ 9 h 961"/>
                <a:gd name="T82" fmla="*/ 571 w 643"/>
                <a:gd name="T83" fmla="*/ 21 h 961"/>
                <a:gd name="T84" fmla="*/ 594 w 643"/>
                <a:gd name="T85" fmla="*/ 36 h 961"/>
                <a:gd name="T86" fmla="*/ 620 w 643"/>
                <a:gd name="T87" fmla="*/ 59 h 961"/>
                <a:gd name="T88" fmla="*/ 642 w 643"/>
                <a:gd name="T89" fmla="*/ 86 h 961"/>
                <a:gd name="T90" fmla="*/ 521 w 643"/>
                <a:gd name="T91" fmla="*/ 393 h 961"/>
                <a:gd name="T92" fmla="*/ 492 w 643"/>
                <a:gd name="T93" fmla="*/ 446 h 961"/>
                <a:gd name="T94" fmla="*/ 339 w 643"/>
                <a:gd name="T95" fmla="*/ 712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43" h="961">
                  <a:moveTo>
                    <a:pt x="339" y="712"/>
                  </a:moveTo>
                  <a:lnTo>
                    <a:pt x="339" y="712"/>
                  </a:lnTo>
                  <a:lnTo>
                    <a:pt x="351" y="717"/>
                  </a:lnTo>
                  <a:lnTo>
                    <a:pt x="383" y="731"/>
                  </a:lnTo>
                  <a:lnTo>
                    <a:pt x="432" y="753"/>
                  </a:lnTo>
                  <a:lnTo>
                    <a:pt x="458" y="766"/>
                  </a:lnTo>
                  <a:lnTo>
                    <a:pt x="486" y="781"/>
                  </a:lnTo>
                  <a:lnTo>
                    <a:pt x="514" y="797"/>
                  </a:lnTo>
                  <a:lnTo>
                    <a:pt x="541" y="814"/>
                  </a:lnTo>
                  <a:lnTo>
                    <a:pt x="566" y="830"/>
                  </a:lnTo>
                  <a:lnTo>
                    <a:pt x="590" y="849"/>
                  </a:lnTo>
                  <a:lnTo>
                    <a:pt x="609" y="866"/>
                  </a:lnTo>
                  <a:lnTo>
                    <a:pt x="619" y="875"/>
                  </a:lnTo>
                  <a:lnTo>
                    <a:pt x="626" y="884"/>
                  </a:lnTo>
                  <a:lnTo>
                    <a:pt x="632" y="893"/>
                  </a:lnTo>
                  <a:lnTo>
                    <a:pt x="637" y="902"/>
                  </a:lnTo>
                  <a:lnTo>
                    <a:pt x="641" y="910"/>
                  </a:lnTo>
                  <a:lnTo>
                    <a:pt x="643" y="919"/>
                  </a:lnTo>
                  <a:lnTo>
                    <a:pt x="643" y="919"/>
                  </a:lnTo>
                  <a:lnTo>
                    <a:pt x="642" y="926"/>
                  </a:lnTo>
                  <a:lnTo>
                    <a:pt x="640" y="931"/>
                  </a:lnTo>
                  <a:lnTo>
                    <a:pt x="634" y="937"/>
                  </a:lnTo>
                  <a:lnTo>
                    <a:pt x="626" y="942"/>
                  </a:lnTo>
                  <a:lnTo>
                    <a:pt x="617" y="945"/>
                  </a:lnTo>
                  <a:lnTo>
                    <a:pt x="605" y="949"/>
                  </a:lnTo>
                  <a:lnTo>
                    <a:pt x="591" y="953"/>
                  </a:lnTo>
                  <a:lnTo>
                    <a:pt x="576" y="955"/>
                  </a:lnTo>
                  <a:lnTo>
                    <a:pt x="541" y="959"/>
                  </a:lnTo>
                  <a:lnTo>
                    <a:pt x="499" y="961"/>
                  </a:lnTo>
                  <a:lnTo>
                    <a:pt x="455" y="961"/>
                  </a:lnTo>
                  <a:lnTo>
                    <a:pt x="406" y="959"/>
                  </a:lnTo>
                  <a:lnTo>
                    <a:pt x="355" y="955"/>
                  </a:lnTo>
                  <a:lnTo>
                    <a:pt x="305" y="949"/>
                  </a:lnTo>
                  <a:lnTo>
                    <a:pt x="253" y="941"/>
                  </a:lnTo>
                  <a:lnTo>
                    <a:pt x="202" y="931"/>
                  </a:lnTo>
                  <a:lnTo>
                    <a:pt x="154" y="920"/>
                  </a:lnTo>
                  <a:lnTo>
                    <a:pt x="131" y="913"/>
                  </a:lnTo>
                  <a:lnTo>
                    <a:pt x="108" y="905"/>
                  </a:lnTo>
                  <a:lnTo>
                    <a:pt x="87" y="898"/>
                  </a:lnTo>
                  <a:lnTo>
                    <a:pt x="66" y="890"/>
                  </a:lnTo>
                  <a:lnTo>
                    <a:pt x="48" y="881"/>
                  </a:lnTo>
                  <a:lnTo>
                    <a:pt x="30" y="873"/>
                  </a:lnTo>
                  <a:lnTo>
                    <a:pt x="30" y="873"/>
                  </a:lnTo>
                  <a:lnTo>
                    <a:pt x="23" y="868"/>
                  </a:lnTo>
                  <a:lnTo>
                    <a:pt x="17" y="861"/>
                  </a:lnTo>
                  <a:lnTo>
                    <a:pt x="12" y="853"/>
                  </a:lnTo>
                  <a:lnTo>
                    <a:pt x="8" y="845"/>
                  </a:lnTo>
                  <a:lnTo>
                    <a:pt x="5" y="834"/>
                  </a:lnTo>
                  <a:lnTo>
                    <a:pt x="2" y="823"/>
                  </a:lnTo>
                  <a:lnTo>
                    <a:pt x="1" y="811"/>
                  </a:lnTo>
                  <a:lnTo>
                    <a:pt x="0" y="799"/>
                  </a:lnTo>
                  <a:lnTo>
                    <a:pt x="1" y="770"/>
                  </a:lnTo>
                  <a:lnTo>
                    <a:pt x="5" y="739"/>
                  </a:lnTo>
                  <a:lnTo>
                    <a:pt x="11" y="705"/>
                  </a:lnTo>
                  <a:lnTo>
                    <a:pt x="19" y="670"/>
                  </a:lnTo>
                  <a:lnTo>
                    <a:pt x="30" y="633"/>
                  </a:lnTo>
                  <a:lnTo>
                    <a:pt x="41" y="596"/>
                  </a:lnTo>
                  <a:lnTo>
                    <a:pt x="54" y="558"/>
                  </a:lnTo>
                  <a:lnTo>
                    <a:pt x="68" y="521"/>
                  </a:lnTo>
                  <a:lnTo>
                    <a:pt x="82" y="485"/>
                  </a:lnTo>
                  <a:lnTo>
                    <a:pt x="97" y="451"/>
                  </a:lnTo>
                  <a:lnTo>
                    <a:pt x="124" y="388"/>
                  </a:lnTo>
                  <a:lnTo>
                    <a:pt x="124" y="388"/>
                  </a:lnTo>
                  <a:lnTo>
                    <a:pt x="152" y="331"/>
                  </a:lnTo>
                  <a:lnTo>
                    <a:pt x="180" y="280"/>
                  </a:lnTo>
                  <a:lnTo>
                    <a:pt x="207" y="234"/>
                  </a:lnTo>
                  <a:lnTo>
                    <a:pt x="232" y="193"/>
                  </a:lnTo>
                  <a:lnTo>
                    <a:pt x="259" y="157"/>
                  </a:lnTo>
                  <a:lnTo>
                    <a:pt x="283" y="125"/>
                  </a:lnTo>
                  <a:lnTo>
                    <a:pt x="308" y="98"/>
                  </a:lnTo>
                  <a:lnTo>
                    <a:pt x="331" y="75"/>
                  </a:lnTo>
                  <a:lnTo>
                    <a:pt x="354" y="54"/>
                  </a:lnTo>
                  <a:lnTo>
                    <a:pt x="377" y="38"/>
                  </a:lnTo>
                  <a:lnTo>
                    <a:pt x="399" y="25"/>
                  </a:lnTo>
                  <a:lnTo>
                    <a:pt x="420" y="14"/>
                  </a:lnTo>
                  <a:lnTo>
                    <a:pt x="440" y="7"/>
                  </a:lnTo>
                  <a:lnTo>
                    <a:pt x="459" y="2"/>
                  </a:lnTo>
                  <a:lnTo>
                    <a:pt x="478" y="0"/>
                  </a:lnTo>
                  <a:lnTo>
                    <a:pt x="496" y="0"/>
                  </a:lnTo>
                  <a:lnTo>
                    <a:pt x="513" y="1"/>
                  </a:lnTo>
                  <a:lnTo>
                    <a:pt x="528" y="5"/>
                  </a:lnTo>
                  <a:lnTo>
                    <a:pt x="543" y="9"/>
                  </a:lnTo>
                  <a:lnTo>
                    <a:pt x="557" y="14"/>
                  </a:lnTo>
                  <a:lnTo>
                    <a:pt x="571" y="21"/>
                  </a:lnTo>
                  <a:lnTo>
                    <a:pt x="583" y="29"/>
                  </a:lnTo>
                  <a:lnTo>
                    <a:pt x="594" y="36"/>
                  </a:lnTo>
                  <a:lnTo>
                    <a:pt x="603" y="43"/>
                  </a:lnTo>
                  <a:lnTo>
                    <a:pt x="620" y="59"/>
                  </a:lnTo>
                  <a:lnTo>
                    <a:pt x="632" y="72"/>
                  </a:lnTo>
                  <a:lnTo>
                    <a:pt x="642" y="86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15" y="402"/>
                  </a:lnTo>
                  <a:lnTo>
                    <a:pt x="492" y="446"/>
                  </a:lnTo>
                  <a:lnTo>
                    <a:pt x="437" y="543"/>
                  </a:lnTo>
                  <a:lnTo>
                    <a:pt x="339" y="712"/>
                  </a:lnTo>
                  <a:lnTo>
                    <a:pt x="339" y="712"/>
                  </a:lnTo>
                  <a:close/>
                </a:path>
              </a:pathLst>
            </a:custGeom>
            <a:solidFill>
              <a:srgbClr val="00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Freeform 382">
              <a:extLst>
                <a:ext uri="{FF2B5EF4-FFF2-40B4-BE49-F238E27FC236}">
                  <a16:creationId xmlns:a16="http://schemas.microsoft.com/office/drawing/2014/main" id="{59FCFC41-F6C5-6F48-B910-8731C3DB8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438" y="877888"/>
              <a:ext cx="274638" cy="420688"/>
            </a:xfrm>
            <a:custGeom>
              <a:avLst/>
              <a:gdLst>
                <a:gd name="T0" fmla="*/ 325 w 346"/>
                <a:gd name="T1" fmla="*/ 530 h 530"/>
                <a:gd name="T2" fmla="*/ 0 w 346"/>
                <a:gd name="T3" fmla="*/ 517 h 530"/>
                <a:gd name="T4" fmla="*/ 22 w 346"/>
                <a:gd name="T5" fmla="*/ 0 h 530"/>
                <a:gd name="T6" fmla="*/ 346 w 346"/>
                <a:gd name="T7" fmla="*/ 14 h 530"/>
                <a:gd name="T8" fmla="*/ 325 w 346"/>
                <a:gd name="T9" fmla="*/ 530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6" h="530">
                  <a:moveTo>
                    <a:pt x="325" y="530"/>
                  </a:moveTo>
                  <a:lnTo>
                    <a:pt x="0" y="517"/>
                  </a:lnTo>
                  <a:lnTo>
                    <a:pt x="22" y="0"/>
                  </a:lnTo>
                  <a:lnTo>
                    <a:pt x="346" y="14"/>
                  </a:lnTo>
                  <a:lnTo>
                    <a:pt x="325" y="5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Freeform 383">
              <a:extLst>
                <a:ext uri="{FF2B5EF4-FFF2-40B4-BE49-F238E27FC236}">
                  <a16:creationId xmlns:a16="http://schemas.microsoft.com/office/drawing/2014/main" id="{05320928-4649-AE4C-B96C-2C3A49ACA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813" y="1136650"/>
              <a:ext cx="165100" cy="93663"/>
            </a:xfrm>
            <a:custGeom>
              <a:avLst/>
              <a:gdLst>
                <a:gd name="T0" fmla="*/ 52 w 209"/>
                <a:gd name="T1" fmla="*/ 7 h 117"/>
                <a:gd name="T2" fmla="*/ 52 w 209"/>
                <a:gd name="T3" fmla="*/ 7 h 117"/>
                <a:gd name="T4" fmla="*/ 59 w 209"/>
                <a:gd name="T5" fmla="*/ 6 h 117"/>
                <a:gd name="T6" fmla="*/ 81 w 209"/>
                <a:gd name="T7" fmla="*/ 2 h 117"/>
                <a:gd name="T8" fmla="*/ 95 w 209"/>
                <a:gd name="T9" fmla="*/ 1 h 117"/>
                <a:gd name="T10" fmla="*/ 111 w 209"/>
                <a:gd name="T11" fmla="*/ 0 h 117"/>
                <a:gd name="T12" fmla="*/ 127 w 209"/>
                <a:gd name="T13" fmla="*/ 1 h 117"/>
                <a:gd name="T14" fmla="*/ 143 w 209"/>
                <a:gd name="T15" fmla="*/ 5 h 117"/>
                <a:gd name="T16" fmla="*/ 143 w 209"/>
                <a:gd name="T17" fmla="*/ 5 h 117"/>
                <a:gd name="T18" fmla="*/ 156 w 209"/>
                <a:gd name="T19" fmla="*/ 10 h 117"/>
                <a:gd name="T20" fmla="*/ 166 w 209"/>
                <a:gd name="T21" fmla="*/ 14 h 117"/>
                <a:gd name="T22" fmla="*/ 176 w 209"/>
                <a:gd name="T23" fmla="*/ 22 h 117"/>
                <a:gd name="T24" fmla="*/ 185 w 209"/>
                <a:gd name="T25" fmla="*/ 29 h 117"/>
                <a:gd name="T26" fmla="*/ 192 w 209"/>
                <a:gd name="T27" fmla="*/ 37 h 117"/>
                <a:gd name="T28" fmla="*/ 198 w 209"/>
                <a:gd name="T29" fmla="*/ 45 h 117"/>
                <a:gd name="T30" fmla="*/ 208 w 209"/>
                <a:gd name="T31" fmla="*/ 59 h 117"/>
                <a:gd name="T32" fmla="*/ 208 w 209"/>
                <a:gd name="T33" fmla="*/ 59 h 117"/>
                <a:gd name="T34" fmla="*/ 209 w 209"/>
                <a:gd name="T35" fmla="*/ 63 h 117"/>
                <a:gd name="T36" fmla="*/ 209 w 209"/>
                <a:gd name="T37" fmla="*/ 66 h 117"/>
                <a:gd name="T38" fmla="*/ 209 w 209"/>
                <a:gd name="T39" fmla="*/ 69 h 117"/>
                <a:gd name="T40" fmla="*/ 206 w 209"/>
                <a:gd name="T41" fmla="*/ 73 h 117"/>
                <a:gd name="T42" fmla="*/ 206 w 209"/>
                <a:gd name="T43" fmla="*/ 73 h 117"/>
                <a:gd name="T44" fmla="*/ 200 w 209"/>
                <a:gd name="T45" fmla="*/ 80 h 117"/>
                <a:gd name="T46" fmla="*/ 191 w 209"/>
                <a:gd name="T47" fmla="*/ 87 h 117"/>
                <a:gd name="T48" fmla="*/ 177 w 209"/>
                <a:gd name="T49" fmla="*/ 94 h 117"/>
                <a:gd name="T50" fmla="*/ 159 w 209"/>
                <a:gd name="T51" fmla="*/ 103 h 117"/>
                <a:gd name="T52" fmla="*/ 159 w 209"/>
                <a:gd name="T53" fmla="*/ 103 h 117"/>
                <a:gd name="T54" fmla="*/ 147 w 209"/>
                <a:gd name="T55" fmla="*/ 109 h 117"/>
                <a:gd name="T56" fmla="*/ 136 w 209"/>
                <a:gd name="T57" fmla="*/ 112 h 117"/>
                <a:gd name="T58" fmla="*/ 128 w 209"/>
                <a:gd name="T59" fmla="*/ 115 h 117"/>
                <a:gd name="T60" fmla="*/ 119 w 209"/>
                <a:gd name="T61" fmla="*/ 116 h 117"/>
                <a:gd name="T62" fmla="*/ 104 w 209"/>
                <a:gd name="T63" fmla="*/ 117 h 117"/>
                <a:gd name="T64" fmla="*/ 85 w 209"/>
                <a:gd name="T65" fmla="*/ 117 h 117"/>
                <a:gd name="T66" fmla="*/ 85 w 209"/>
                <a:gd name="T67" fmla="*/ 117 h 117"/>
                <a:gd name="T68" fmla="*/ 75 w 209"/>
                <a:gd name="T69" fmla="*/ 116 h 117"/>
                <a:gd name="T70" fmla="*/ 62 w 209"/>
                <a:gd name="T71" fmla="*/ 114 h 117"/>
                <a:gd name="T72" fmla="*/ 49 w 209"/>
                <a:gd name="T73" fmla="*/ 109 h 117"/>
                <a:gd name="T74" fmla="*/ 37 w 209"/>
                <a:gd name="T75" fmla="*/ 103 h 117"/>
                <a:gd name="T76" fmla="*/ 25 w 209"/>
                <a:gd name="T77" fmla="*/ 95 h 117"/>
                <a:gd name="T78" fmla="*/ 15 w 209"/>
                <a:gd name="T79" fmla="*/ 88 h 117"/>
                <a:gd name="T80" fmla="*/ 8 w 209"/>
                <a:gd name="T81" fmla="*/ 81 h 117"/>
                <a:gd name="T82" fmla="*/ 3 w 209"/>
                <a:gd name="T83" fmla="*/ 75 h 117"/>
                <a:gd name="T84" fmla="*/ 3 w 209"/>
                <a:gd name="T85" fmla="*/ 75 h 117"/>
                <a:gd name="T86" fmla="*/ 1 w 209"/>
                <a:gd name="T87" fmla="*/ 68 h 117"/>
                <a:gd name="T88" fmla="*/ 0 w 209"/>
                <a:gd name="T89" fmla="*/ 62 h 117"/>
                <a:gd name="T90" fmla="*/ 1 w 209"/>
                <a:gd name="T91" fmla="*/ 54 h 117"/>
                <a:gd name="T92" fmla="*/ 3 w 209"/>
                <a:gd name="T93" fmla="*/ 48 h 117"/>
                <a:gd name="T94" fmla="*/ 7 w 209"/>
                <a:gd name="T95" fmla="*/ 42 h 117"/>
                <a:gd name="T96" fmla="*/ 10 w 209"/>
                <a:gd name="T97" fmla="*/ 37 h 117"/>
                <a:gd name="T98" fmla="*/ 20 w 209"/>
                <a:gd name="T99" fmla="*/ 28 h 117"/>
                <a:gd name="T100" fmla="*/ 31 w 209"/>
                <a:gd name="T101" fmla="*/ 19 h 117"/>
                <a:gd name="T102" fmla="*/ 41 w 209"/>
                <a:gd name="T103" fmla="*/ 13 h 117"/>
                <a:gd name="T104" fmla="*/ 52 w 209"/>
                <a:gd name="T105" fmla="*/ 7 h 117"/>
                <a:gd name="T106" fmla="*/ 52 w 209"/>
                <a:gd name="T10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9" h="117">
                  <a:moveTo>
                    <a:pt x="52" y="7"/>
                  </a:moveTo>
                  <a:lnTo>
                    <a:pt x="52" y="7"/>
                  </a:lnTo>
                  <a:lnTo>
                    <a:pt x="59" y="6"/>
                  </a:lnTo>
                  <a:lnTo>
                    <a:pt x="81" y="2"/>
                  </a:lnTo>
                  <a:lnTo>
                    <a:pt x="95" y="1"/>
                  </a:lnTo>
                  <a:lnTo>
                    <a:pt x="111" y="0"/>
                  </a:lnTo>
                  <a:lnTo>
                    <a:pt x="127" y="1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56" y="10"/>
                  </a:lnTo>
                  <a:lnTo>
                    <a:pt x="166" y="14"/>
                  </a:lnTo>
                  <a:lnTo>
                    <a:pt x="176" y="22"/>
                  </a:lnTo>
                  <a:lnTo>
                    <a:pt x="185" y="29"/>
                  </a:lnTo>
                  <a:lnTo>
                    <a:pt x="192" y="37"/>
                  </a:lnTo>
                  <a:lnTo>
                    <a:pt x="198" y="45"/>
                  </a:lnTo>
                  <a:lnTo>
                    <a:pt x="208" y="59"/>
                  </a:lnTo>
                  <a:lnTo>
                    <a:pt x="208" y="59"/>
                  </a:lnTo>
                  <a:lnTo>
                    <a:pt x="209" y="63"/>
                  </a:lnTo>
                  <a:lnTo>
                    <a:pt x="209" y="66"/>
                  </a:lnTo>
                  <a:lnTo>
                    <a:pt x="209" y="69"/>
                  </a:lnTo>
                  <a:lnTo>
                    <a:pt x="206" y="73"/>
                  </a:lnTo>
                  <a:lnTo>
                    <a:pt x="206" y="73"/>
                  </a:lnTo>
                  <a:lnTo>
                    <a:pt x="200" y="80"/>
                  </a:lnTo>
                  <a:lnTo>
                    <a:pt x="191" y="87"/>
                  </a:lnTo>
                  <a:lnTo>
                    <a:pt x="177" y="94"/>
                  </a:lnTo>
                  <a:lnTo>
                    <a:pt x="159" y="103"/>
                  </a:lnTo>
                  <a:lnTo>
                    <a:pt x="159" y="103"/>
                  </a:lnTo>
                  <a:lnTo>
                    <a:pt x="147" y="109"/>
                  </a:lnTo>
                  <a:lnTo>
                    <a:pt x="136" y="112"/>
                  </a:lnTo>
                  <a:lnTo>
                    <a:pt x="128" y="115"/>
                  </a:lnTo>
                  <a:lnTo>
                    <a:pt x="119" y="116"/>
                  </a:lnTo>
                  <a:lnTo>
                    <a:pt x="104" y="117"/>
                  </a:lnTo>
                  <a:lnTo>
                    <a:pt x="85" y="117"/>
                  </a:lnTo>
                  <a:lnTo>
                    <a:pt x="85" y="117"/>
                  </a:lnTo>
                  <a:lnTo>
                    <a:pt x="75" y="116"/>
                  </a:lnTo>
                  <a:lnTo>
                    <a:pt x="62" y="114"/>
                  </a:lnTo>
                  <a:lnTo>
                    <a:pt x="49" y="109"/>
                  </a:lnTo>
                  <a:lnTo>
                    <a:pt x="37" y="103"/>
                  </a:lnTo>
                  <a:lnTo>
                    <a:pt x="25" y="95"/>
                  </a:lnTo>
                  <a:lnTo>
                    <a:pt x="15" y="88"/>
                  </a:lnTo>
                  <a:lnTo>
                    <a:pt x="8" y="81"/>
                  </a:lnTo>
                  <a:lnTo>
                    <a:pt x="3" y="75"/>
                  </a:lnTo>
                  <a:lnTo>
                    <a:pt x="3" y="75"/>
                  </a:lnTo>
                  <a:lnTo>
                    <a:pt x="1" y="68"/>
                  </a:lnTo>
                  <a:lnTo>
                    <a:pt x="0" y="62"/>
                  </a:lnTo>
                  <a:lnTo>
                    <a:pt x="1" y="54"/>
                  </a:lnTo>
                  <a:lnTo>
                    <a:pt x="3" y="48"/>
                  </a:lnTo>
                  <a:lnTo>
                    <a:pt x="7" y="42"/>
                  </a:lnTo>
                  <a:lnTo>
                    <a:pt x="10" y="37"/>
                  </a:lnTo>
                  <a:lnTo>
                    <a:pt x="20" y="28"/>
                  </a:lnTo>
                  <a:lnTo>
                    <a:pt x="31" y="19"/>
                  </a:lnTo>
                  <a:lnTo>
                    <a:pt x="41" y="13"/>
                  </a:lnTo>
                  <a:lnTo>
                    <a:pt x="52" y="7"/>
                  </a:lnTo>
                  <a:lnTo>
                    <a:pt x="52" y="7"/>
                  </a:lnTo>
                  <a:close/>
                </a:path>
              </a:pathLst>
            </a:custGeom>
            <a:solidFill>
              <a:srgbClr val="FF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Freeform 384">
              <a:extLst>
                <a:ext uri="{FF2B5EF4-FFF2-40B4-BE49-F238E27FC236}">
                  <a16:creationId xmlns:a16="http://schemas.microsoft.com/office/drawing/2014/main" id="{8DB4F7CC-0F73-9547-A7CB-64E6FC617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188" y="714375"/>
              <a:ext cx="36513" cy="274638"/>
            </a:xfrm>
            <a:custGeom>
              <a:avLst/>
              <a:gdLst>
                <a:gd name="T0" fmla="*/ 42 w 48"/>
                <a:gd name="T1" fmla="*/ 0 h 346"/>
                <a:gd name="T2" fmla="*/ 42 w 48"/>
                <a:gd name="T3" fmla="*/ 0 h 346"/>
                <a:gd name="T4" fmla="*/ 39 w 48"/>
                <a:gd name="T5" fmla="*/ 11 h 346"/>
                <a:gd name="T6" fmla="*/ 34 w 48"/>
                <a:gd name="T7" fmla="*/ 42 h 346"/>
                <a:gd name="T8" fmla="*/ 23 w 48"/>
                <a:gd name="T9" fmla="*/ 143 h 346"/>
                <a:gd name="T10" fmla="*/ 0 w 48"/>
                <a:gd name="T11" fmla="*/ 346 h 346"/>
                <a:gd name="T12" fmla="*/ 0 w 48"/>
                <a:gd name="T13" fmla="*/ 346 h 346"/>
                <a:gd name="T14" fmla="*/ 48 w 48"/>
                <a:gd name="T15" fmla="*/ 265 h 346"/>
                <a:gd name="T16" fmla="*/ 48 w 48"/>
                <a:gd name="T17" fmla="*/ 265 h 346"/>
                <a:gd name="T18" fmla="*/ 43 w 48"/>
                <a:gd name="T19" fmla="*/ 133 h 346"/>
                <a:gd name="T20" fmla="*/ 43 w 48"/>
                <a:gd name="T21" fmla="*/ 71 h 346"/>
                <a:gd name="T22" fmla="*/ 43 w 48"/>
                <a:gd name="T23" fmla="*/ 7 h 346"/>
                <a:gd name="T24" fmla="*/ 42 w 48"/>
                <a:gd name="T25" fmla="*/ 0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8" h="346">
                  <a:moveTo>
                    <a:pt x="42" y="0"/>
                  </a:moveTo>
                  <a:lnTo>
                    <a:pt x="42" y="0"/>
                  </a:lnTo>
                  <a:lnTo>
                    <a:pt x="39" y="11"/>
                  </a:lnTo>
                  <a:lnTo>
                    <a:pt x="34" y="42"/>
                  </a:lnTo>
                  <a:lnTo>
                    <a:pt x="23" y="143"/>
                  </a:lnTo>
                  <a:lnTo>
                    <a:pt x="0" y="346"/>
                  </a:lnTo>
                  <a:lnTo>
                    <a:pt x="0" y="346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3" y="133"/>
                  </a:lnTo>
                  <a:lnTo>
                    <a:pt x="43" y="71"/>
                  </a:lnTo>
                  <a:lnTo>
                    <a:pt x="43" y="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02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Freeform 385">
              <a:extLst>
                <a:ext uri="{FF2B5EF4-FFF2-40B4-BE49-F238E27FC236}">
                  <a16:creationId xmlns:a16="http://schemas.microsoft.com/office/drawing/2014/main" id="{2D125B78-E741-9247-896D-E5A3F7392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026" y="730250"/>
              <a:ext cx="223838" cy="293688"/>
            </a:xfrm>
            <a:custGeom>
              <a:avLst/>
              <a:gdLst>
                <a:gd name="T0" fmla="*/ 25 w 281"/>
                <a:gd name="T1" fmla="*/ 0 h 369"/>
                <a:gd name="T2" fmla="*/ 0 w 281"/>
                <a:gd name="T3" fmla="*/ 12 h 369"/>
                <a:gd name="T4" fmla="*/ 102 w 281"/>
                <a:gd name="T5" fmla="*/ 277 h 369"/>
                <a:gd name="T6" fmla="*/ 281 w 281"/>
                <a:gd name="T7" fmla="*/ 369 h 369"/>
                <a:gd name="T8" fmla="*/ 25 w 281"/>
                <a:gd name="T9" fmla="*/ 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1" h="369">
                  <a:moveTo>
                    <a:pt x="25" y="0"/>
                  </a:moveTo>
                  <a:lnTo>
                    <a:pt x="0" y="12"/>
                  </a:lnTo>
                  <a:lnTo>
                    <a:pt x="102" y="277"/>
                  </a:lnTo>
                  <a:lnTo>
                    <a:pt x="281" y="369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2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Freeform 386">
              <a:extLst>
                <a:ext uri="{FF2B5EF4-FFF2-40B4-BE49-F238E27FC236}">
                  <a16:creationId xmlns:a16="http://schemas.microsoft.com/office/drawing/2014/main" id="{A96CE6DB-4ECD-FE4B-ADF8-0F057E097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876" y="236538"/>
              <a:ext cx="581025" cy="796925"/>
            </a:xfrm>
            <a:custGeom>
              <a:avLst/>
              <a:gdLst>
                <a:gd name="T0" fmla="*/ 0 w 732"/>
                <a:gd name="T1" fmla="*/ 32 h 1004"/>
                <a:gd name="T2" fmla="*/ 28 w 732"/>
                <a:gd name="T3" fmla="*/ 118 h 1004"/>
                <a:gd name="T4" fmla="*/ 74 w 732"/>
                <a:gd name="T5" fmla="*/ 248 h 1004"/>
                <a:gd name="T6" fmla="*/ 137 w 732"/>
                <a:gd name="T7" fmla="*/ 414 h 1004"/>
                <a:gd name="T8" fmla="*/ 193 w 732"/>
                <a:gd name="T9" fmla="*/ 547 h 1004"/>
                <a:gd name="T10" fmla="*/ 234 w 732"/>
                <a:gd name="T11" fmla="*/ 634 h 1004"/>
                <a:gd name="T12" fmla="*/ 277 w 732"/>
                <a:gd name="T13" fmla="*/ 719 h 1004"/>
                <a:gd name="T14" fmla="*/ 322 w 732"/>
                <a:gd name="T15" fmla="*/ 797 h 1004"/>
                <a:gd name="T16" fmla="*/ 368 w 732"/>
                <a:gd name="T17" fmla="*/ 866 h 1004"/>
                <a:gd name="T18" fmla="*/ 415 w 732"/>
                <a:gd name="T19" fmla="*/ 924 h 1004"/>
                <a:gd name="T20" fmla="*/ 450 w 732"/>
                <a:gd name="T21" fmla="*/ 958 h 1004"/>
                <a:gd name="T22" fmla="*/ 474 w 732"/>
                <a:gd name="T23" fmla="*/ 976 h 1004"/>
                <a:gd name="T24" fmla="*/ 499 w 732"/>
                <a:gd name="T25" fmla="*/ 990 h 1004"/>
                <a:gd name="T26" fmla="*/ 522 w 732"/>
                <a:gd name="T27" fmla="*/ 998 h 1004"/>
                <a:gd name="T28" fmla="*/ 534 w 732"/>
                <a:gd name="T29" fmla="*/ 1001 h 1004"/>
                <a:gd name="T30" fmla="*/ 577 w 732"/>
                <a:gd name="T31" fmla="*/ 1004 h 1004"/>
                <a:gd name="T32" fmla="*/ 614 w 732"/>
                <a:gd name="T33" fmla="*/ 1003 h 1004"/>
                <a:gd name="T34" fmla="*/ 644 w 732"/>
                <a:gd name="T35" fmla="*/ 997 h 1004"/>
                <a:gd name="T36" fmla="*/ 669 w 732"/>
                <a:gd name="T37" fmla="*/ 987 h 1004"/>
                <a:gd name="T38" fmla="*/ 689 w 732"/>
                <a:gd name="T39" fmla="*/ 974 h 1004"/>
                <a:gd name="T40" fmla="*/ 704 w 732"/>
                <a:gd name="T41" fmla="*/ 958 h 1004"/>
                <a:gd name="T42" fmla="*/ 715 w 732"/>
                <a:gd name="T43" fmla="*/ 940 h 1004"/>
                <a:gd name="T44" fmla="*/ 724 w 732"/>
                <a:gd name="T45" fmla="*/ 921 h 1004"/>
                <a:gd name="T46" fmla="*/ 731 w 732"/>
                <a:gd name="T47" fmla="*/ 882 h 1004"/>
                <a:gd name="T48" fmla="*/ 731 w 732"/>
                <a:gd name="T49" fmla="*/ 848 h 1004"/>
                <a:gd name="T50" fmla="*/ 728 w 732"/>
                <a:gd name="T51" fmla="*/ 823 h 1004"/>
                <a:gd name="T52" fmla="*/ 726 w 732"/>
                <a:gd name="T53" fmla="*/ 813 h 1004"/>
                <a:gd name="T54" fmla="*/ 696 w 732"/>
                <a:gd name="T55" fmla="*/ 749 h 1004"/>
                <a:gd name="T56" fmla="*/ 645 w 732"/>
                <a:gd name="T57" fmla="*/ 651 h 1004"/>
                <a:gd name="T58" fmla="*/ 571 w 732"/>
                <a:gd name="T59" fmla="*/ 524 h 1004"/>
                <a:gd name="T60" fmla="*/ 503 w 732"/>
                <a:gd name="T61" fmla="*/ 419 h 1004"/>
                <a:gd name="T62" fmla="*/ 453 w 732"/>
                <a:gd name="T63" fmla="*/ 349 h 1004"/>
                <a:gd name="T64" fmla="*/ 397 w 732"/>
                <a:gd name="T65" fmla="*/ 279 h 1004"/>
                <a:gd name="T66" fmla="*/ 338 w 732"/>
                <a:gd name="T67" fmla="*/ 212 h 1004"/>
                <a:gd name="T68" fmla="*/ 276 w 732"/>
                <a:gd name="T69" fmla="*/ 150 h 1004"/>
                <a:gd name="T70" fmla="*/ 210 w 732"/>
                <a:gd name="T71" fmla="*/ 96 h 1004"/>
                <a:gd name="T72" fmla="*/ 141 w 732"/>
                <a:gd name="T73" fmla="*/ 50 h 1004"/>
                <a:gd name="T74" fmla="*/ 87 w 732"/>
                <a:gd name="T75" fmla="*/ 21 h 1004"/>
                <a:gd name="T76" fmla="*/ 51 w 732"/>
                <a:gd name="T77" fmla="*/ 7 h 1004"/>
                <a:gd name="T78" fmla="*/ 0 w 732"/>
                <a:gd name="T79" fmla="*/ 32 h 10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32" h="1004">
                  <a:moveTo>
                    <a:pt x="0" y="32"/>
                  </a:moveTo>
                  <a:lnTo>
                    <a:pt x="0" y="32"/>
                  </a:lnTo>
                  <a:lnTo>
                    <a:pt x="14" y="72"/>
                  </a:lnTo>
                  <a:lnTo>
                    <a:pt x="28" y="118"/>
                  </a:lnTo>
                  <a:lnTo>
                    <a:pt x="49" y="177"/>
                  </a:lnTo>
                  <a:lnTo>
                    <a:pt x="74" y="248"/>
                  </a:lnTo>
                  <a:lnTo>
                    <a:pt x="103" y="328"/>
                  </a:lnTo>
                  <a:lnTo>
                    <a:pt x="137" y="414"/>
                  </a:lnTo>
                  <a:lnTo>
                    <a:pt x="173" y="502"/>
                  </a:lnTo>
                  <a:lnTo>
                    <a:pt x="193" y="547"/>
                  </a:lnTo>
                  <a:lnTo>
                    <a:pt x="213" y="591"/>
                  </a:lnTo>
                  <a:lnTo>
                    <a:pt x="234" y="634"/>
                  </a:lnTo>
                  <a:lnTo>
                    <a:pt x="256" y="678"/>
                  </a:lnTo>
                  <a:lnTo>
                    <a:pt x="277" y="719"/>
                  </a:lnTo>
                  <a:lnTo>
                    <a:pt x="299" y="759"/>
                  </a:lnTo>
                  <a:lnTo>
                    <a:pt x="322" y="797"/>
                  </a:lnTo>
                  <a:lnTo>
                    <a:pt x="345" y="834"/>
                  </a:lnTo>
                  <a:lnTo>
                    <a:pt x="368" y="866"/>
                  </a:lnTo>
                  <a:lnTo>
                    <a:pt x="391" y="897"/>
                  </a:lnTo>
                  <a:lnTo>
                    <a:pt x="415" y="924"/>
                  </a:lnTo>
                  <a:lnTo>
                    <a:pt x="439" y="949"/>
                  </a:lnTo>
                  <a:lnTo>
                    <a:pt x="450" y="958"/>
                  </a:lnTo>
                  <a:lnTo>
                    <a:pt x="462" y="968"/>
                  </a:lnTo>
                  <a:lnTo>
                    <a:pt x="474" y="976"/>
                  </a:lnTo>
                  <a:lnTo>
                    <a:pt x="487" y="984"/>
                  </a:lnTo>
                  <a:lnTo>
                    <a:pt x="499" y="990"/>
                  </a:lnTo>
                  <a:lnTo>
                    <a:pt x="510" y="994"/>
                  </a:lnTo>
                  <a:lnTo>
                    <a:pt x="522" y="998"/>
                  </a:lnTo>
                  <a:lnTo>
                    <a:pt x="534" y="1001"/>
                  </a:lnTo>
                  <a:lnTo>
                    <a:pt x="534" y="1001"/>
                  </a:lnTo>
                  <a:lnTo>
                    <a:pt x="555" y="1003"/>
                  </a:lnTo>
                  <a:lnTo>
                    <a:pt x="577" y="1004"/>
                  </a:lnTo>
                  <a:lnTo>
                    <a:pt x="595" y="1004"/>
                  </a:lnTo>
                  <a:lnTo>
                    <a:pt x="614" y="1003"/>
                  </a:lnTo>
                  <a:lnTo>
                    <a:pt x="629" y="1001"/>
                  </a:lnTo>
                  <a:lnTo>
                    <a:pt x="644" y="997"/>
                  </a:lnTo>
                  <a:lnTo>
                    <a:pt x="657" y="992"/>
                  </a:lnTo>
                  <a:lnTo>
                    <a:pt x="669" y="987"/>
                  </a:lnTo>
                  <a:lnTo>
                    <a:pt x="679" y="981"/>
                  </a:lnTo>
                  <a:lnTo>
                    <a:pt x="689" y="974"/>
                  </a:lnTo>
                  <a:lnTo>
                    <a:pt x="697" y="965"/>
                  </a:lnTo>
                  <a:lnTo>
                    <a:pt x="704" y="958"/>
                  </a:lnTo>
                  <a:lnTo>
                    <a:pt x="710" y="949"/>
                  </a:lnTo>
                  <a:lnTo>
                    <a:pt x="715" y="940"/>
                  </a:lnTo>
                  <a:lnTo>
                    <a:pt x="720" y="930"/>
                  </a:lnTo>
                  <a:lnTo>
                    <a:pt x="724" y="921"/>
                  </a:lnTo>
                  <a:lnTo>
                    <a:pt x="728" y="901"/>
                  </a:lnTo>
                  <a:lnTo>
                    <a:pt x="731" y="882"/>
                  </a:lnTo>
                  <a:lnTo>
                    <a:pt x="732" y="865"/>
                  </a:lnTo>
                  <a:lnTo>
                    <a:pt x="731" y="848"/>
                  </a:lnTo>
                  <a:lnTo>
                    <a:pt x="730" y="834"/>
                  </a:lnTo>
                  <a:lnTo>
                    <a:pt x="728" y="823"/>
                  </a:lnTo>
                  <a:lnTo>
                    <a:pt x="726" y="813"/>
                  </a:lnTo>
                  <a:lnTo>
                    <a:pt x="726" y="813"/>
                  </a:lnTo>
                  <a:lnTo>
                    <a:pt x="713" y="784"/>
                  </a:lnTo>
                  <a:lnTo>
                    <a:pt x="696" y="749"/>
                  </a:lnTo>
                  <a:lnTo>
                    <a:pt x="673" y="704"/>
                  </a:lnTo>
                  <a:lnTo>
                    <a:pt x="645" y="651"/>
                  </a:lnTo>
                  <a:lnTo>
                    <a:pt x="611" y="589"/>
                  </a:lnTo>
                  <a:lnTo>
                    <a:pt x="571" y="524"/>
                  </a:lnTo>
                  <a:lnTo>
                    <a:pt x="528" y="455"/>
                  </a:lnTo>
                  <a:lnTo>
                    <a:pt x="503" y="419"/>
                  </a:lnTo>
                  <a:lnTo>
                    <a:pt x="478" y="384"/>
                  </a:lnTo>
                  <a:lnTo>
                    <a:pt x="453" y="349"/>
                  </a:lnTo>
                  <a:lnTo>
                    <a:pt x="425" y="314"/>
                  </a:lnTo>
                  <a:lnTo>
                    <a:pt x="397" y="279"/>
                  </a:lnTo>
                  <a:lnTo>
                    <a:pt x="368" y="245"/>
                  </a:lnTo>
                  <a:lnTo>
                    <a:pt x="338" y="212"/>
                  </a:lnTo>
                  <a:lnTo>
                    <a:pt x="308" y="181"/>
                  </a:lnTo>
                  <a:lnTo>
                    <a:pt x="276" y="150"/>
                  </a:lnTo>
                  <a:lnTo>
                    <a:pt x="243" y="123"/>
                  </a:lnTo>
                  <a:lnTo>
                    <a:pt x="210" y="96"/>
                  </a:lnTo>
                  <a:lnTo>
                    <a:pt x="176" y="72"/>
                  </a:lnTo>
                  <a:lnTo>
                    <a:pt x="141" y="50"/>
                  </a:lnTo>
                  <a:lnTo>
                    <a:pt x="106" y="31"/>
                  </a:lnTo>
                  <a:lnTo>
                    <a:pt x="87" y="21"/>
                  </a:lnTo>
                  <a:lnTo>
                    <a:pt x="69" y="14"/>
                  </a:lnTo>
                  <a:lnTo>
                    <a:pt x="51" y="7"/>
                  </a:lnTo>
                  <a:lnTo>
                    <a:pt x="32" y="0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Freeform 387">
              <a:extLst>
                <a:ext uri="{FF2B5EF4-FFF2-40B4-BE49-F238E27FC236}">
                  <a16:creationId xmlns:a16="http://schemas.microsoft.com/office/drawing/2014/main" id="{28D3E373-B9B5-324F-A8D3-D6196D7D4F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5326" y="203200"/>
              <a:ext cx="68263" cy="52388"/>
            </a:xfrm>
            <a:custGeom>
              <a:avLst/>
              <a:gdLst>
                <a:gd name="T0" fmla="*/ 31 w 86"/>
                <a:gd name="T1" fmla="*/ 67 h 68"/>
                <a:gd name="T2" fmla="*/ 17 w 86"/>
                <a:gd name="T3" fmla="*/ 59 h 68"/>
                <a:gd name="T4" fmla="*/ 5 w 86"/>
                <a:gd name="T5" fmla="*/ 47 h 68"/>
                <a:gd name="T6" fmla="*/ 2 w 86"/>
                <a:gd name="T7" fmla="*/ 40 h 68"/>
                <a:gd name="T8" fmla="*/ 0 w 86"/>
                <a:gd name="T9" fmla="*/ 27 h 68"/>
                <a:gd name="T10" fmla="*/ 1 w 86"/>
                <a:gd name="T11" fmla="*/ 21 h 68"/>
                <a:gd name="T12" fmla="*/ 9 w 86"/>
                <a:gd name="T13" fmla="*/ 9 h 68"/>
                <a:gd name="T14" fmla="*/ 25 w 86"/>
                <a:gd name="T15" fmla="*/ 3 h 68"/>
                <a:gd name="T16" fmla="*/ 42 w 86"/>
                <a:gd name="T17" fmla="*/ 0 h 68"/>
                <a:gd name="T18" fmla="*/ 59 w 86"/>
                <a:gd name="T19" fmla="*/ 1 h 68"/>
                <a:gd name="T20" fmla="*/ 67 w 86"/>
                <a:gd name="T21" fmla="*/ 4 h 68"/>
                <a:gd name="T22" fmla="*/ 80 w 86"/>
                <a:gd name="T23" fmla="*/ 11 h 68"/>
                <a:gd name="T24" fmla="*/ 83 w 86"/>
                <a:gd name="T25" fmla="*/ 16 h 68"/>
                <a:gd name="T26" fmla="*/ 86 w 86"/>
                <a:gd name="T27" fmla="*/ 28 h 68"/>
                <a:gd name="T28" fmla="*/ 83 w 86"/>
                <a:gd name="T29" fmla="*/ 42 h 68"/>
                <a:gd name="T30" fmla="*/ 81 w 86"/>
                <a:gd name="T31" fmla="*/ 50 h 68"/>
                <a:gd name="T32" fmla="*/ 70 w 86"/>
                <a:gd name="T33" fmla="*/ 61 h 68"/>
                <a:gd name="T34" fmla="*/ 58 w 86"/>
                <a:gd name="T35" fmla="*/ 67 h 68"/>
                <a:gd name="T36" fmla="*/ 43 w 86"/>
                <a:gd name="T37" fmla="*/ 68 h 68"/>
                <a:gd name="T38" fmla="*/ 36 w 86"/>
                <a:gd name="T39" fmla="*/ 68 h 68"/>
                <a:gd name="T40" fmla="*/ 31 w 86"/>
                <a:gd name="T41" fmla="*/ 67 h 68"/>
                <a:gd name="T42" fmla="*/ 61 w 86"/>
                <a:gd name="T43" fmla="*/ 5 h 68"/>
                <a:gd name="T44" fmla="*/ 58 w 86"/>
                <a:gd name="T45" fmla="*/ 4 h 68"/>
                <a:gd name="T46" fmla="*/ 42 w 86"/>
                <a:gd name="T47" fmla="*/ 3 h 68"/>
                <a:gd name="T48" fmla="*/ 26 w 86"/>
                <a:gd name="T49" fmla="*/ 5 h 68"/>
                <a:gd name="T50" fmla="*/ 12 w 86"/>
                <a:gd name="T51" fmla="*/ 11 h 68"/>
                <a:gd name="T52" fmla="*/ 3 w 86"/>
                <a:gd name="T53" fmla="*/ 22 h 68"/>
                <a:gd name="T54" fmla="*/ 2 w 86"/>
                <a:gd name="T55" fmla="*/ 28 h 68"/>
                <a:gd name="T56" fmla="*/ 5 w 86"/>
                <a:gd name="T57" fmla="*/ 39 h 68"/>
                <a:gd name="T58" fmla="*/ 8 w 86"/>
                <a:gd name="T59" fmla="*/ 45 h 68"/>
                <a:gd name="T60" fmla="*/ 20 w 86"/>
                <a:gd name="T61" fmla="*/ 58 h 68"/>
                <a:gd name="T62" fmla="*/ 36 w 86"/>
                <a:gd name="T63" fmla="*/ 64 h 68"/>
                <a:gd name="T64" fmla="*/ 43 w 86"/>
                <a:gd name="T65" fmla="*/ 64 h 68"/>
                <a:gd name="T66" fmla="*/ 57 w 86"/>
                <a:gd name="T67" fmla="*/ 63 h 68"/>
                <a:gd name="T68" fmla="*/ 69 w 86"/>
                <a:gd name="T69" fmla="*/ 58 h 68"/>
                <a:gd name="T70" fmla="*/ 77 w 86"/>
                <a:gd name="T71" fmla="*/ 49 h 68"/>
                <a:gd name="T72" fmla="*/ 81 w 86"/>
                <a:gd name="T73" fmla="*/ 42 h 68"/>
                <a:gd name="T74" fmla="*/ 83 w 86"/>
                <a:gd name="T75" fmla="*/ 28 h 68"/>
                <a:gd name="T76" fmla="*/ 80 w 86"/>
                <a:gd name="T77" fmla="*/ 17 h 68"/>
                <a:gd name="T78" fmla="*/ 77 w 86"/>
                <a:gd name="T79" fmla="*/ 13 h 68"/>
                <a:gd name="T80" fmla="*/ 67 w 86"/>
                <a:gd name="T81" fmla="*/ 7 h 68"/>
                <a:gd name="T82" fmla="*/ 61 w 86"/>
                <a:gd name="T83" fmla="*/ 5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6" h="68">
                  <a:moveTo>
                    <a:pt x="31" y="67"/>
                  </a:moveTo>
                  <a:lnTo>
                    <a:pt x="31" y="67"/>
                  </a:lnTo>
                  <a:lnTo>
                    <a:pt x="24" y="63"/>
                  </a:lnTo>
                  <a:lnTo>
                    <a:pt x="17" y="59"/>
                  </a:lnTo>
                  <a:lnTo>
                    <a:pt x="11" y="53"/>
                  </a:lnTo>
                  <a:lnTo>
                    <a:pt x="5" y="47"/>
                  </a:lnTo>
                  <a:lnTo>
                    <a:pt x="5" y="47"/>
                  </a:lnTo>
                  <a:lnTo>
                    <a:pt x="2" y="40"/>
                  </a:lnTo>
                  <a:lnTo>
                    <a:pt x="0" y="34"/>
                  </a:lnTo>
                  <a:lnTo>
                    <a:pt x="0" y="27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5" y="15"/>
                  </a:lnTo>
                  <a:lnTo>
                    <a:pt x="9" y="9"/>
                  </a:lnTo>
                  <a:lnTo>
                    <a:pt x="17" y="5"/>
                  </a:lnTo>
                  <a:lnTo>
                    <a:pt x="25" y="3"/>
                  </a:lnTo>
                  <a:lnTo>
                    <a:pt x="34" y="0"/>
                  </a:lnTo>
                  <a:lnTo>
                    <a:pt x="42" y="0"/>
                  </a:lnTo>
                  <a:lnTo>
                    <a:pt x="51" y="0"/>
                  </a:lnTo>
                  <a:lnTo>
                    <a:pt x="59" y="1"/>
                  </a:lnTo>
                  <a:lnTo>
                    <a:pt x="59" y="1"/>
                  </a:lnTo>
                  <a:lnTo>
                    <a:pt x="67" y="4"/>
                  </a:lnTo>
                  <a:lnTo>
                    <a:pt x="74" y="7"/>
                  </a:lnTo>
                  <a:lnTo>
                    <a:pt x="80" y="11"/>
                  </a:lnTo>
                  <a:lnTo>
                    <a:pt x="83" y="16"/>
                  </a:lnTo>
                  <a:lnTo>
                    <a:pt x="83" y="16"/>
                  </a:lnTo>
                  <a:lnTo>
                    <a:pt x="86" y="22"/>
                  </a:lnTo>
                  <a:lnTo>
                    <a:pt x="86" y="28"/>
                  </a:lnTo>
                  <a:lnTo>
                    <a:pt x="86" y="35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1" y="50"/>
                  </a:lnTo>
                  <a:lnTo>
                    <a:pt x="76" y="56"/>
                  </a:lnTo>
                  <a:lnTo>
                    <a:pt x="70" y="61"/>
                  </a:lnTo>
                  <a:lnTo>
                    <a:pt x="64" y="64"/>
                  </a:lnTo>
                  <a:lnTo>
                    <a:pt x="58" y="67"/>
                  </a:lnTo>
                  <a:lnTo>
                    <a:pt x="51" y="68"/>
                  </a:lnTo>
                  <a:lnTo>
                    <a:pt x="43" y="68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1" y="67"/>
                  </a:lnTo>
                  <a:lnTo>
                    <a:pt x="31" y="67"/>
                  </a:lnTo>
                  <a:close/>
                  <a:moveTo>
                    <a:pt x="61" y="5"/>
                  </a:moveTo>
                  <a:lnTo>
                    <a:pt x="61" y="5"/>
                  </a:lnTo>
                  <a:lnTo>
                    <a:pt x="58" y="4"/>
                  </a:lnTo>
                  <a:lnTo>
                    <a:pt x="58" y="4"/>
                  </a:lnTo>
                  <a:lnTo>
                    <a:pt x="51" y="4"/>
                  </a:lnTo>
                  <a:lnTo>
                    <a:pt x="42" y="3"/>
                  </a:lnTo>
                  <a:lnTo>
                    <a:pt x="34" y="4"/>
                  </a:lnTo>
                  <a:lnTo>
                    <a:pt x="26" y="5"/>
                  </a:lnTo>
                  <a:lnTo>
                    <a:pt x="19" y="7"/>
                  </a:lnTo>
                  <a:lnTo>
                    <a:pt x="12" y="11"/>
                  </a:lnTo>
                  <a:lnTo>
                    <a:pt x="7" y="16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2" y="28"/>
                  </a:lnTo>
                  <a:lnTo>
                    <a:pt x="3" y="33"/>
                  </a:lnTo>
                  <a:lnTo>
                    <a:pt x="5" y="39"/>
                  </a:lnTo>
                  <a:lnTo>
                    <a:pt x="8" y="45"/>
                  </a:lnTo>
                  <a:lnTo>
                    <a:pt x="8" y="45"/>
                  </a:lnTo>
                  <a:lnTo>
                    <a:pt x="13" y="52"/>
                  </a:lnTo>
                  <a:lnTo>
                    <a:pt x="20" y="58"/>
                  </a:lnTo>
                  <a:lnTo>
                    <a:pt x="29" y="62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43" y="64"/>
                  </a:lnTo>
                  <a:lnTo>
                    <a:pt x="49" y="64"/>
                  </a:lnTo>
                  <a:lnTo>
                    <a:pt x="57" y="63"/>
                  </a:lnTo>
                  <a:lnTo>
                    <a:pt x="63" y="61"/>
                  </a:lnTo>
                  <a:lnTo>
                    <a:pt x="69" y="58"/>
                  </a:lnTo>
                  <a:lnTo>
                    <a:pt x="74" y="55"/>
                  </a:lnTo>
                  <a:lnTo>
                    <a:pt x="77" y="49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2" y="35"/>
                  </a:lnTo>
                  <a:lnTo>
                    <a:pt x="83" y="28"/>
                  </a:lnTo>
                  <a:lnTo>
                    <a:pt x="82" y="23"/>
                  </a:lnTo>
                  <a:lnTo>
                    <a:pt x="80" y="17"/>
                  </a:lnTo>
                  <a:lnTo>
                    <a:pt x="80" y="17"/>
                  </a:lnTo>
                  <a:lnTo>
                    <a:pt x="77" y="13"/>
                  </a:lnTo>
                  <a:lnTo>
                    <a:pt x="74" y="10"/>
                  </a:lnTo>
                  <a:lnTo>
                    <a:pt x="67" y="7"/>
                  </a:lnTo>
                  <a:lnTo>
                    <a:pt x="61" y="5"/>
                  </a:lnTo>
                  <a:lnTo>
                    <a:pt x="61" y="5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Freeform 388">
              <a:extLst>
                <a:ext uri="{FF2B5EF4-FFF2-40B4-BE49-F238E27FC236}">
                  <a16:creationId xmlns:a16="http://schemas.microsoft.com/office/drawing/2014/main" id="{F03DF97A-9E1A-D04D-BC2B-BE087EC00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613" y="223838"/>
              <a:ext cx="26988" cy="71438"/>
            </a:xfrm>
            <a:custGeom>
              <a:avLst/>
              <a:gdLst>
                <a:gd name="T0" fmla="*/ 10 w 34"/>
                <a:gd name="T1" fmla="*/ 1 h 89"/>
                <a:gd name="T2" fmla="*/ 10 w 34"/>
                <a:gd name="T3" fmla="*/ 1 h 89"/>
                <a:gd name="T4" fmla="*/ 8 w 34"/>
                <a:gd name="T5" fmla="*/ 1 h 89"/>
                <a:gd name="T6" fmla="*/ 5 w 34"/>
                <a:gd name="T7" fmla="*/ 2 h 89"/>
                <a:gd name="T8" fmla="*/ 3 w 34"/>
                <a:gd name="T9" fmla="*/ 5 h 89"/>
                <a:gd name="T10" fmla="*/ 2 w 34"/>
                <a:gd name="T11" fmla="*/ 7 h 89"/>
                <a:gd name="T12" fmla="*/ 2 w 34"/>
                <a:gd name="T13" fmla="*/ 7 h 89"/>
                <a:gd name="T14" fmla="*/ 0 w 34"/>
                <a:gd name="T15" fmla="*/ 14 h 89"/>
                <a:gd name="T16" fmla="*/ 0 w 34"/>
                <a:gd name="T17" fmla="*/ 24 h 89"/>
                <a:gd name="T18" fmla="*/ 0 w 34"/>
                <a:gd name="T19" fmla="*/ 30 h 89"/>
                <a:gd name="T20" fmla="*/ 3 w 34"/>
                <a:gd name="T21" fmla="*/ 36 h 89"/>
                <a:gd name="T22" fmla="*/ 5 w 34"/>
                <a:gd name="T23" fmla="*/ 42 h 89"/>
                <a:gd name="T24" fmla="*/ 9 w 34"/>
                <a:gd name="T25" fmla="*/ 50 h 89"/>
                <a:gd name="T26" fmla="*/ 9 w 34"/>
                <a:gd name="T27" fmla="*/ 50 h 89"/>
                <a:gd name="T28" fmla="*/ 14 w 34"/>
                <a:gd name="T29" fmla="*/ 57 h 89"/>
                <a:gd name="T30" fmla="*/ 16 w 34"/>
                <a:gd name="T31" fmla="*/ 64 h 89"/>
                <a:gd name="T32" fmla="*/ 18 w 34"/>
                <a:gd name="T33" fmla="*/ 69 h 89"/>
                <a:gd name="T34" fmla="*/ 18 w 34"/>
                <a:gd name="T35" fmla="*/ 74 h 89"/>
                <a:gd name="T36" fmla="*/ 20 w 34"/>
                <a:gd name="T37" fmla="*/ 82 h 89"/>
                <a:gd name="T38" fmla="*/ 21 w 34"/>
                <a:gd name="T39" fmla="*/ 89 h 89"/>
                <a:gd name="T40" fmla="*/ 21 w 34"/>
                <a:gd name="T41" fmla="*/ 89 h 89"/>
                <a:gd name="T42" fmla="*/ 26 w 34"/>
                <a:gd name="T43" fmla="*/ 68 h 89"/>
                <a:gd name="T44" fmla="*/ 31 w 34"/>
                <a:gd name="T45" fmla="*/ 45 h 89"/>
                <a:gd name="T46" fmla="*/ 33 w 34"/>
                <a:gd name="T47" fmla="*/ 22 h 89"/>
                <a:gd name="T48" fmla="*/ 34 w 34"/>
                <a:gd name="T49" fmla="*/ 0 h 89"/>
                <a:gd name="T50" fmla="*/ 34 w 34"/>
                <a:gd name="T51" fmla="*/ 0 h 89"/>
                <a:gd name="T52" fmla="*/ 21 w 34"/>
                <a:gd name="T53" fmla="*/ 0 h 89"/>
                <a:gd name="T54" fmla="*/ 10 w 34"/>
                <a:gd name="T55" fmla="*/ 1 h 89"/>
                <a:gd name="T56" fmla="*/ 10 w 34"/>
                <a:gd name="T57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4" h="89">
                  <a:moveTo>
                    <a:pt x="10" y="1"/>
                  </a:moveTo>
                  <a:lnTo>
                    <a:pt x="10" y="1"/>
                  </a:lnTo>
                  <a:lnTo>
                    <a:pt x="8" y="1"/>
                  </a:lnTo>
                  <a:lnTo>
                    <a:pt x="5" y="2"/>
                  </a:lnTo>
                  <a:lnTo>
                    <a:pt x="3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14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3" y="36"/>
                  </a:lnTo>
                  <a:lnTo>
                    <a:pt x="5" y="42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4" y="57"/>
                  </a:lnTo>
                  <a:lnTo>
                    <a:pt x="16" y="64"/>
                  </a:lnTo>
                  <a:lnTo>
                    <a:pt x="18" y="69"/>
                  </a:lnTo>
                  <a:lnTo>
                    <a:pt x="18" y="74"/>
                  </a:lnTo>
                  <a:lnTo>
                    <a:pt x="20" y="82"/>
                  </a:lnTo>
                  <a:lnTo>
                    <a:pt x="21" y="89"/>
                  </a:lnTo>
                  <a:lnTo>
                    <a:pt x="21" y="89"/>
                  </a:lnTo>
                  <a:lnTo>
                    <a:pt x="26" y="68"/>
                  </a:lnTo>
                  <a:lnTo>
                    <a:pt x="31" y="45"/>
                  </a:lnTo>
                  <a:lnTo>
                    <a:pt x="33" y="22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1" y="0"/>
                  </a:lnTo>
                  <a:lnTo>
                    <a:pt x="10" y="1"/>
                  </a:lnTo>
                  <a:lnTo>
                    <a:pt x="10" y="1"/>
                  </a:lnTo>
                  <a:close/>
                </a:path>
              </a:pathLst>
            </a:custGeom>
            <a:solidFill>
              <a:srgbClr val="E9B0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Freeform 389">
              <a:extLst>
                <a:ext uri="{FF2B5EF4-FFF2-40B4-BE49-F238E27FC236}">
                  <a16:creationId xmlns:a16="http://schemas.microsoft.com/office/drawing/2014/main" id="{F4E814C0-4C85-4543-B0A7-274751F269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4226" y="201613"/>
              <a:ext cx="69850" cy="53975"/>
            </a:xfrm>
            <a:custGeom>
              <a:avLst/>
              <a:gdLst>
                <a:gd name="T0" fmla="*/ 51 w 87"/>
                <a:gd name="T1" fmla="*/ 68 h 68"/>
                <a:gd name="T2" fmla="*/ 36 w 87"/>
                <a:gd name="T3" fmla="*/ 68 h 68"/>
                <a:gd name="T4" fmla="*/ 23 w 87"/>
                <a:gd name="T5" fmla="*/ 64 h 68"/>
                <a:gd name="T6" fmla="*/ 11 w 87"/>
                <a:gd name="T7" fmla="*/ 57 h 68"/>
                <a:gd name="T8" fmla="*/ 2 w 87"/>
                <a:gd name="T9" fmla="*/ 43 h 68"/>
                <a:gd name="T10" fmla="*/ 1 w 87"/>
                <a:gd name="T11" fmla="*/ 35 h 68"/>
                <a:gd name="T12" fmla="*/ 1 w 87"/>
                <a:gd name="T13" fmla="*/ 22 h 68"/>
                <a:gd name="T14" fmla="*/ 4 w 87"/>
                <a:gd name="T15" fmla="*/ 16 h 68"/>
                <a:gd name="T16" fmla="*/ 13 w 87"/>
                <a:gd name="T17" fmla="*/ 7 h 68"/>
                <a:gd name="T18" fmla="*/ 28 w 87"/>
                <a:gd name="T19" fmla="*/ 1 h 68"/>
                <a:gd name="T20" fmla="*/ 36 w 87"/>
                <a:gd name="T21" fmla="*/ 0 h 68"/>
                <a:gd name="T22" fmla="*/ 53 w 87"/>
                <a:gd name="T23" fmla="*/ 0 h 68"/>
                <a:gd name="T24" fmla="*/ 70 w 87"/>
                <a:gd name="T25" fmla="*/ 5 h 68"/>
                <a:gd name="T26" fmla="*/ 82 w 87"/>
                <a:gd name="T27" fmla="*/ 14 h 68"/>
                <a:gd name="T28" fmla="*/ 86 w 87"/>
                <a:gd name="T29" fmla="*/ 22 h 68"/>
                <a:gd name="T30" fmla="*/ 87 w 87"/>
                <a:gd name="T31" fmla="*/ 34 h 68"/>
                <a:gd name="T32" fmla="*/ 81 w 87"/>
                <a:gd name="T33" fmla="*/ 47 h 68"/>
                <a:gd name="T34" fmla="*/ 76 w 87"/>
                <a:gd name="T35" fmla="*/ 53 h 68"/>
                <a:gd name="T36" fmla="*/ 63 w 87"/>
                <a:gd name="T37" fmla="*/ 64 h 68"/>
                <a:gd name="T38" fmla="*/ 56 w 87"/>
                <a:gd name="T39" fmla="*/ 66 h 68"/>
                <a:gd name="T40" fmla="*/ 51 w 87"/>
                <a:gd name="T41" fmla="*/ 68 h 68"/>
                <a:gd name="T42" fmla="*/ 6 w 87"/>
                <a:gd name="T43" fmla="*/ 18 h 68"/>
                <a:gd name="T44" fmla="*/ 4 w 87"/>
                <a:gd name="T45" fmla="*/ 29 h 68"/>
                <a:gd name="T46" fmla="*/ 6 w 87"/>
                <a:gd name="T47" fmla="*/ 42 h 68"/>
                <a:gd name="T48" fmla="*/ 10 w 87"/>
                <a:gd name="T49" fmla="*/ 48 h 68"/>
                <a:gd name="T50" fmla="*/ 18 w 87"/>
                <a:gd name="T51" fmla="*/ 58 h 68"/>
                <a:gd name="T52" fmla="*/ 30 w 87"/>
                <a:gd name="T53" fmla="*/ 63 h 68"/>
                <a:gd name="T54" fmla="*/ 44 w 87"/>
                <a:gd name="T55" fmla="*/ 64 h 68"/>
                <a:gd name="T56" fmla="*/ 51 w 87"/>
                <a:gd name="T57" fmla="*/ 64 h 68"/>
                <a:gd name="T58" fmla="*/ 67 w 87"/>
                <a:gd name="T59" fmla="*/ 58 h 68"/>
                <a:gd name="T60" fmla="*/ 79 w 87"/>
                <a:gd name="T61" fmla="*/ 45 h 68"/>
                <a:gd name="T62" fmla="*/ 82 w 87"/>
                <a:gd name="T63" fmla="*/ 39 h 68"/>
                <a:gd name="T64" fmla="*/ 83 w 87"/>
                <a:gd name="T65" fmla="*/ 28 h 68"/>
                <a:gd name="T66" fmla="*/ 82 w 87"/>
                <a:gd name="T67" fmla="*/ 22 h 68"/>
                <a:gd name="T68" fmla="*/ 75 w 87"/>
                <a:gd name="T69" fmla="*/ 11 h 68"/>
                <a:gd name="T70" fmla="*/ 60 w 87"/>
                <a:gd name="T71" fmla="*/ 5 h 68"/>
                <a:gd name="T72" fmla="*/ 44 w 87"/>
                <a:gd name="T73" fmla="*/ 2 h 68"/>
                <a:gd name="T74" fmla="*/ 28 w 87"/>
                <a:gd name="T75" fmla="*/ 5 h 68"/>
                <a:gd name="T76" fmla="*/ 25 w 87"/>
                <a:gd name="T77" fmla="*/ 5 h 68"/>
                <a:gd name="T78" fmla="*/ 19 w 87"/>
                <a:gd name="T79" fmla="*/ 7 h 68"/>
                <a:gd name="T80" fmla="*/ 10 w 87"/>
                <a:gd name="T81" fmla="*/ 13 h 68"/>
                <a:gd name="T82" fmla="*/ 6 w 87"/>
                <a:gd name="T83" fmla="*/ 1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7" h="68">
                  <a:moveTo>
                    <a:pt x="51" y="68"/>
                  </a:moveTo>
                  <a:lnTo>
                    <a:pt x="51" y="68"/>
                  </a:lnTo>
                  <a:lnTo>
                    <a:pt x="44" y="68"/>
                  </a:lnTo>
                  <a:lnTo>
                    <a:pt x="36" y="68"/>
                  </a:lnTo>
                  <a:lnTo>
                    <a:pt x="29" y="66"/>
                  </a:lnTo>
                  <a:lnTo>
                    <a:pt x="23" y="64"/>
                  </a:lnTo>
                  <a:lnTo>
                    <a:pt x="16" y="60"/>
                  </a:lnTo>
                  <a:lnTo>
                    <a:pt x="11" y="57"/>
                  </a:lnTo>
                  <a:lnTo>
                    <a:pt x="6" y="51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" y="35"/>
                  </a:lnTo>
                  <a:lnTo>
                    <a:pt x="0" y="28"/>
                  </a:lnTo>
                  <a:lnTo>
                    <a:pt x="1" y="22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7" y="11"/>
                  </a:lnTo>
                  <a:lnTo>
                    <a:pt x="13" y="7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28" y="1"/>
                  </a:lnTo>
                  <a:lnTo>
                    <a:pt x="36" y="0"/>
                  </a:lnTo>
                  <a:lnTo>
                    <a:pt x="45" y="0"/>
                  </a:lnTo>
                  <a:lnTo>
                    <a:pt x="53" y="0"/>
                  </a:lnTo>
                  <a:lnTo>
                    <a:pt x="62" y="2"/>
                  </a:lnTo>
                  <a:lnTo>
                    <a:pt x="70" y="5"/>
                  </a:lnTo>
                  <a:lnTo>
                    <a:pt x="77" y="10"/>
                  </a:lnTo>
                  <a:lnTo>
                    <a:pt x="82" y="14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7" y="28"/>
                  </a:lnTo>
                  <a:lnTo>
                    <a:pt x="87" y="34"/>
                  </a:lnTo>
                  <a:lnTo>
                    <a:pt x="85" y="40"/>
                  </a:lnTo>
                  <a:lnTo>
                    <a:pt x="81" y="47"/>
                  </a:lnTo>
                  <a:lnTo>
                    <a:pt x="81" y="47"/>
                  </a:lnTo>
                  <a:lnTo>
                    <a:pt x="76" y="53"/>
                  </a:lnTo>
                  <a:lnTo>
                    <a:pt x="70" y="59"/>
                  </a:lnTo>
                  <a:lnTo>
                    <a:pt x="63" y="64"/>
                  </a:lnTo>
                  <a:lnTo>
                    <a:pt x="56" y="66"/>
                  </a:lnTo>
                  <a:lnTo>
                    <a:pt x="56" y="66"/>
                  </a:lnTo>
                  <a:lnTo>
                    <a:pt x="51" y="68"/>
                  </a:lnTo>
                  <a:lnTo>
                    <a:pt x="51" y="68"/>
                  </a:lnTo>
                  <a:close/>
                  <a:moveTo>
                    <a:pt x="6" y="18"/>
                  </a:moveTo>
                  <a:lnTo>
                    <a:pt x="6" y="18"/>
                  </a:lnTo>
                  <a:lnTo>
                    <a:pt x="5" y="23"/>
                  </a:lnTo>
                  <a:lnTo>
                    <a:pt x="4" y="29"/>
                  </a:lnTo>
                  <a:lnTo>
                    <a:pt x="5" y="35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10" y="48"/>
                  </a:lnTo>
                  <a:lnTo>
                    <a:pt x="13" y="54"/>
                  </a:lnTo>
                  <a:lnTo>
                    <a:pt x="18" y="58"/>
                  </a:lnTo>
                  <a:lnTo>
                    <a:pt x="24" y="62"/>
                  </a:lnTo>
                  <a:lnTo>
                    <a:pt x="30" y="63"/>
                  </a:lnTo>
                  <a:lnTo>
                    <a:pt x="37" y="64"/>
                  </a:lnTo>
                  <a:lnTo>
                    <a:pt x="44" y="64"/>
                  </a:lnTo>
                  <a:lnTo>
                    <a:pt x="51" y="64"/>
                  </a:lnTo>
                  <a:lnTo>
                    <a:pt x="51" y="64"/>
                  </a:lnTo>
                  <a:lnTo>
                    <a:pt x="58" y="62"/>
                  </a:lnTo>
                  <a:lnTo>
                    <a:pt x="67" y="58"/>
                  </a:lnTo>
                  <a:lnTo>
                    <a:pt x="73" y="52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82" y="39"/>
                  </a:lnTo>
                  <a:lnTo>
                    <a:pt x="83" y="34"/>
                  </a:lnTo>
                  <a:lnTo>
                    <a:pt x="83" y="28"/>
                  </a:lnTo>
                  <a:lnTo>
                    <a:pt x="82" y="22"/>
                  </a:lnTo>
                  <a:lnTo>
                    <a:pt x="82" y="22"/>
                  </a:lnTo>
                  <a:lnTo>
                    <a:pt x="80" y="16"/>
                  </a:lnTo>
                  <a:lnTo>
                    <a:pt x="75" y="11"/>
                  </a:lnTo>
                  <a:lnTo>
                    <a:pt x="68" y="7"/>
                  </a:lnTo>
                  <a:lnTo>
                    <a:pt x="60" y="5"/>
                  </a:lnTo>
                  <a:lnTo>
                    <a:pt x="52" y="4"/>
                  </a:lnTo>
                  <a:lnTo>
                    <a:pt x="44" y="2"/>
                  </a:lnTo>
                  <a:lnTo>
                    <a:pt x="36" y="4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19" y="7"/>
                  </a:lnTo>
                  <a:lnTo>
                    <a:pt x="13" y="10"/>
                  </a:lnTo>
                  <a:lnTo>
                    <a:pt x="10" y="13"/>
                  </a:lnTo>
                  <a:lnTo>
                    <a:pt x="6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Freeform 390">
              <a:extLst>
                <a:ext uri="{FF2B5EF4-FFF2-40B4-BE49-F238E27FC236}">
                  <a16:creationId xmlns:a16="http://schemas.microsoft.com/office/drawing/2014/main" id="{4F894301-E1AA-AD48-BADB-E62C10F55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626" y="223838"/>
              <a:ext cx="15875" cy="3175"/>
            </a:xfrm>
            <a:custGeom>
              <a:avLst/>
              <a:gdLst>
                <a:gd name="T0" fmla="*/ 0 w 19"/>
                <a:gd name="T1" fmla="*/ 0 h 2"/>
                <a:gd name="T2" fmla="*/ 0 w 19"/>
                <a:gd name="T3" fmla="*/ 0 h 2"/>
                <a:gd name="T4" fmla="*/ 0 w 19"/>
                <a:gd name="T5" fmla="*/ 2 h 2"/>
                <a:gd name="T6" fmla="*/ 19 w 19"/>
                <a:gd name="T7" fmla="*/ 2 h 2"/>
                <a:gd name="T8" fmla="*/ 19 w 19"/>
                <a:gd name="T9" fmla="*/ 2 h 2"/>
                <a:gd name="T10" fmla="*/ 19 w 19"/>
                <a:gd name="T11" fmla="*/ 0 h 2"/>
                <a:gd name="T12" fmla="*/ 0 w 19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Freeform 391">
              <a:extLst>
                <a:ext uri="{FF2B5EF4-FFF2-40B4-BE49-F238E27FC236}">
                  <a16:creationId xmlns:a16="http://schemas.microsoft.com/office/drawing/2014/main" id="{8FB50DF2-1EAF-DE4B-A87B-68AD5D605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488" y="223838"/>
              <a:ext cx="15875" cy="3175"/>
            </a:xfrm>
            <a:custGeom>
              <a:avLst/>
              <a:gdLst>
                <a:gd name="T0" fmla="*/ 0 w 20"/>
                <a:gd name="T1" fmla="*/ 0 h 2"/>
                <a:gd name="T2" fmla="*/ 0 w 20"/>
                <a:gd name="T3" fmla="*/ 0 h 2"/>
                <a:gd name="T4" fmla="*/ 1 w 20"/>
                <a:gd name="T5" fmla="*/ 2 h 2"/>
                <a:gd name="T6" fmla="*/ 20 w 20"/>
                <a:gd name="T7" fmla="*/ 2 h 2"/>
                <a:gd name="T8" fmla="*/ 20 w 20"/>
                <a:gd name="T9" fmla="*/ 2 h 2"/>
                <a:gd name="T10" fmla="*/ 20 w 20"/>
                <a:gd name="T11" fmla="*/ 0 h 2"/>
                <a:gd name="T12" fmla="*/ 0 w 20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">
                  <a:moveTo>
                    <a:pt x="0" y="0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Freeform 392">
              <a:extLst>
                <a:ext uri="{FF2B5EF4-FFF2-40B4-BE49-F238E27FC236}">
                  <a16:creationId xmlns:a16="http://schemas.microsoft.com/office/drawing/2014/main" id="{20EBF054-C370-3644-9940-54035BE81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001" y="222250"/>
              <a:ext cx="23813" cy="4763"/>
            </a:xfrm>
            <a:custGeom>
              <a:avLst/>
              <a:gdLst>
                <a:gd name="T0" fmla="*/ 1 w 30"/>
                <a:gd name="T1" fmla="*/ 6 h 6"/>
                <a:gd name="T2" fmla="*/ 1 w 30"/>
                <a:gd name="T3" fmla="*/ 6 h 6"/>
                <a:gd name="T4" fmla="*/ 0 w 30"/>
                <a:gd name="T5" fmla="*/ 6 h 6"/>
                <a:gd name="T6" fmla="*/ 0 w 30"/>
                <a:gd name="T7" fmla="*/ 6 h 6"/>
                <a:gd name="T8" fmla="*/ 0 w 30"/>
                <a:gd name="T9" fmla="*/ 5 h 6"/>
                <a:gd name="T10" fmla="*/ 1 w 30"/>
                <a:gd name="T11" fmla="*/ 4 h 6"/>
                <a:gd name="T12" fmla="*/ 1 w 30"/>
                <a:gd name="T13" fmla="*/ 4 h 6"/>
                <a:gd name="T14" fmla="*/ 4 w 30"/>
                <a:gd name="T15" fmla="*/ 3 h 6"/>
                <a:gd name="T16" fmla="*/ 11 w 30"/>
                <a:gd name="T17" fmla="*/ 0 h 6"/>
                <a:gd name="T18" fmla="*/ 15 w 30"/>
                <a:gd name="T19" fmla="*/ 0 h 6"/>
                <a:gd name="T20" fmla="*/ 20 w 30"/>
                <a:gd name="T21" fmla="*/ 0 h 6"/>
                <a:gd name="T22" fmla="*/ 24 w 30"/>
                <a:gd name="T23" fmla="*/ 2 h 6"/>
                <a:gd name="T24" fmla="*/ 29 w 30"/>
                <a:gd name="T25" fmla="*/ 4 h 6"/>
                <a:gd name="T26" fmla="*/ 29 w 30"/>
                <a:gd name="T27" fmla="*/ 4 h 6"/>
                <a:gd name="T28" fmla="*/ 30 w 30"/>
                <a:gd name="T29" fmla="*/ 4 h 6"/>
                <a:gd name="T30" fmla="*/ 30 w 30"/>
                <a:gd name="T31" fmla="*/ 5 h 6"/>
                <a:gd name="T32" fmla="*/ 30 w 30"/>
                <a:gd name="T33" fmla="*/ 5 h 6"/>
                <a:gd name="T34" fmla="*/ 29 w 30"/>
                <a:gd name="T35" fmla="*/ 6 h 6"/>
                <a:gd name="T36" fmla="*/ 28 w 30"/>
                <a:gd name="T37" fmla="*/ 6 h 6"/>
                <a:gd name="T38" fmla="*/ 28 w 30"/>
                <a:gd name="T39" fmla="*/ 6 h 6"/>
                <a:gd name="T40" fmla="*/ 23 w 30"/>
                <a:gd name="T41" fmla="*/ 4 h 6"/>
                <a:gd name="T42" fmla="*/ 20 w 30"/>
                <a:gd name="T43" fmla="*/ 3 h 6"/>
                <a:gd name="T44" fmla="*/ 11 w 30"/>
                <a:gd name="T45" fmla="*/ 4 h 6"/>
                <a:gd name="T46" fmla="*/ 5 w 30"/>
                <a:gd name="T47" fmla="*/ 5 h 6"/>
                <a:gd name="T48" fmla="*/ 3 w 30"/>
                <a:gd name="T49" fmla="*/ 6 h 6"/>
                <a:gd name="T50" fmla="*/ 3 w 30"/>
                <a:gd name="T51" fmla="*/ 6 h 6"/>
                <a:gd name="T52" fmla="*/ 1 w 30"/>
                <a:gd name="T53" fmla="*/ 6 h 6"/>
                <a:gd name="T54" fmla="*/ 1 w 30"/>
                <a:gd name="T5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0" h="6">
                  <a:moveTo>
                    <a:pt x="1" y="6"/>
                  </a:moveTo>
                  <a:lnTo>
                    <a:pt x="1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4"/>
                  </a:lnTo>
                  <a:lnTo>
                    <a:pt x="4" y="3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20" y="0"/>
                  </a:lnTo>
                  <a:lnTo>
                    <a:pt x="24" y="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30" y="4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3" y="4"/>
                  </a:lnTo>
                  <a:lnTo>
                    <a:pt x="20" y="3"/>
                  </a:lnTo>
                  <a:lnTo>
                    <a:pt x="11" y="4"/>
                  </a:lnTo>
                  <a:lnTo>
                    <a:pt x="5" y="5"/>
                  </a:lnTo>
                  <a:lnTo>
                    <a:pt x="3" y="6"/>
                  </a:lnTo>
                  <a:lnTo>
                    <a:pt x="3" y="6"/>
                  </a:lnTo>
                  <a:lnTo>
                    <a:pt x="1" y="6"/>
                  </a:lnTo>
                  <a:lnTo>
                    <a:pt x="1" y="6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Freeform 393">
              <a:extLst>
                <a:ext uri="{FF2B5EF4-FFF2-40B4-BE49-F238E27FC236}">
                  <a16:creationId xmlns:a16="http://schemas.microsoft.com/office/drawing/2014/main" id="{4B89783D-AE23-B245-8EA3-46D3F8052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613" y="188913"/>
              <a:ext cx="34925" cy="11113"/>
            </a:xfrm>
            <a:custGeom>
              <a:avLst/>
              <a:gdLst>
                <a:gd name="T0" fmla="*/ 41 w 44"/>
                <a:gd name="T1" fmla="*/ 1 h 15"/>
                <a:gd name="T2" fmla="*/ 41 w 44"/>
                <a:gd name="T3" fmla="*/ 1 h 15"/>
                <a:gd name="T4" fmla="*/ 34 w 44"/>
                <a:gd name="T5" fmla="*/ 0 h 15"/>
                <a:gd name="T6" fmla="*/ 25 w 44"/>
                <a:gd name="T7" fmla="*/ 0 h 15"/>
                <a:gd name="T8" fmla="*/ 15 w 44"/>
                <a:gd name="T9" fmla="*/ 1 h 15"/>
                <a:gd name="T10" fmla="*/ 6 w 44"/>
                <a:gd name="T11" fmla="*/ 4 h 15"/>
                <a:gd name="T12" fmla="*/ 6 w 44"/>
                <a:gd name="T13" fmla="*/ 4 h 15"/>
                <a:gd name="T14" fmla="*/ 2 w 44"/>
                <a:gd name="T15" fmla="*/ 7 h 15"/>
                <a:gd name="T16" fmla="*/ 0 w 44"/>
                <a:gd name="T17" fmla="*/ 11 h 15"/>
                <a:gd name="T18" fmla="*/ 0 w 44"/>
                <a:gd name="T19" fmla="*/ 12 h 15"/>
                <a:gd name="T20" fmla="*/ 2 w 44"/>
                <a:gd name="T21" fmla="*/ 14 h 15"/>
                <a:gd name="T22" fmla="*/ 5 w 44"/>
                <a:gd name="T23" fmla="*/ 15 h 15"/>
                <a:gd name="T24" fmla="*/ 9 w 44"/>
                <a:gd name="T25" fmla="*/ 15 h 15"/>
                <a:gd name="T26" fmla="*/ 9 w 44"/>
                <a:gd name="T27" fmla="*/ 15 h 15"/>
                <a:gd name="T28" fmla="*/ 14 w 44"/>
                <a:gd name="T29" fmla="*/ 12 h 15"/>
                <a:gd name="T30" fmla="*/ 20 w 44"/>
                <a:gd name="T31" fmla="*/ 11 h 15"/>
                <a:gd name="T32" fmla="*/ 27 w 44"/>
                <a:gd name="T33" fmla="*/ 10 h 15"/>
                <a:gd name="T34" fmla="*/ 36 w 44"/>
                <a:gd name="T35" fmla="*/ 10 h 15"/>
                <a:gd name="T36" fmla="*/ 36 w 44"/>
                <a:gd name="T37" fmla="*/ 10 h 15"/>
                <a:gd name="T38" fmla="*/ 38 w 44"/>
                <a:gd name="T39" fmla="*/ 10 h 15"/>
                <a:gd name="T40" fmla="*/ 41 w 44"/>
                <a:gd name="T41" fmla="*/ 10 h 15"/>
                <a:gd name="T42" fmla="*/ 43 w 44"/>
                <a:gd name="T43" fmla="*/ 7 h 15"/>
                <a:gd name="T44" fmla="*/ 44 w 44"/>
                <a:gd name="T45" fmla="*/ 5 h 15"/>
                <a:gd name="T46" fmla="*/ 44 w 44"/>
                <a:gd name="T47" fmla="*/ 4 h 15"/>
                <a:gd name="T48" fmla="*/ 43 w 44"/>
                <a:gd name="T49" fmla="*/ 3 h 15"/>
                <a:gd name="T50" fmla="*/ 41 w 44"/>
                <a:gd name="T51" fmla="*/ 1 h 15"/>
                <a:gd name="T52" fmla="*/ 41 w 44"/>
                <a:gd name="T53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15">
                  <a:moveTo>
                    <a:pt x="41" y="1"/>
                  </a:moveTo>
                  <a:lnTo>
                    <a:pt x="41" y="1"/>
                  </a:lnTo>
                  <a:lnTo>
                    <a:pt x="34" y="0"/>
                  </a:lnTo>
                  <a:lnTo>
                    <a:pt x="25" y="0"/>
                  </a:lnTo>
                  <a:lnTo>
                    <a:pt x="15" y="1"/>
                  </a:lnTo>
                  <a:lnTo>
                    <a:pt x="6" y="4"/>
                  </a:lnTo>
                  <a:lnTo>
                    <a:pt x="6" y="4"/>
                  </a:lnTo>
                  <a:lnTo>
                    <a:pt x="2" y="7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5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4" y="12"/>
                  </a:lnTo>
                  <a:lnTo>
                    <a:pt x="20" y="11"/>
                  </a:lnTo>
                  <a:lnTo>
                    <a:pt x="27" y="10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10"/>
                  </a:lnTo>
                  <a:lnTo>
                    <a:pt x="41" y="10"/>
                  </a:lnTo>
                  <a:lnTo>
                    <a:pt x="43" y="7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3" y="3"/>
                  </a:lnTo>
                  <a:lnTo>
                    <a:pt x="41" y="1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Freeform 394">
              <a:extLst>
                <a:ext uri="{FF2B5EF4-FFF2-40B4-BE49-F238E27FC236}">
                  <a16:creationId xmlns:a16="http://schemas.microsoft.com/office/drawing/2014/main" id="{A6178F9C-0DDC-E64C-9E0F-82D8F60CE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451" y="188913"/>
              <a:ext cx="34925" cy="11113"/>
            </a:xfrm>
            <a:custGeom>
              <a:avLst/>
              <a:gdLst>
                <a:gd name="T0" fmla="*/ 3 w 45"/>
                <a:gd name="T1" fmla="*/ 1 h 15"/>
                <a:gd name="T2" fmla="*/ 3 w 45"/>
                <a:gd name="T3" fmla="*/ 1 h 15"/>
                <a:gd name="T4" fmla="*/ 11 w 45"/>
                <a:gd name="T5" fmla="*/ 0 h 15"/>
                <a:gd name="T6" fmla="*/ 19 w 45"/>
                <a:gd name="T7" fmla="*/ 0 h 15"/>
                <a:gd name="T8" fmla="*/ 28 w 45"/>
                <a:gd name="T9" fmla="*/ 1 h 15"/>
                <a:gd name="T10" fmla="*/ 37 w 45"/>
                <a:gd name="T11" fmla="*/ 4 h 15"/>
                <a:gd name="T12" fmla="*/ 37 w 45"/>
                <a:gd name="T13" fmla="*/ 4 h 15"/>
                <a:gd name="T14" fmla="*/ 42 w 45"/>
                <a:gd name="T15" fmla="*/ 7 h 15"/>
                <a:gd name="T16" fmla="*/ 45 w 45"/>
                <a:gd name="T17" fmla="*/ 11 h 15"/>
                <a:gd name="T18" fmla="*/ 43 w 45"/>
                <a:gd name="T19" fmla="*/ 12 h 15"/>
                <a:gd name="T20" fmla="*/ 42 w 45"/>
                <a:gd name="T21" fmla="*/ 14 h 15"/>
                <a:gd name="T22" fmla="*/ 40 w 45"/>
                <a:gd name="T23" fmla="*/ 15 h 15"/>
                <a:gd name="T24" fmla="*/ 35 w 45"/>
                <a:gd name="T25" fmla="*/ 15 h 15"/>
                <a:gd name="T26" fmla="*/ 35 w 45"/>
                <a:gd name="T27" fmla="*/ 15 h 15"/>
                <a:gd name="T28" fmla="*/ 29 w 45"/>
                <a:gd name="T29" fmla="*/ 12 h 15"/>
                <a:gd name="T30" fmla="*/ 24 w 45"/>
                <a:gd name="T31" fmla="*/ 11 h 15"/>
                <a:gd name="T32" fmla="*/ 17 w 45"/>
                <a:gd name="T33" fmla="*/ 10 h 15"/>
                <a:gd name="T34" fmla="*/ 7 w 45"/>
                <a:gd name="T35" fmla="*/ 10 h 15"/>
                <a:gd name="T36" fmla="*/ 7 w 45"/>
                <a:gd name="T37" fmla="*/ 10 h 15"/>
                <a:gd name="T38" fmla="*/ 5 w 45"/>
                <a:gd name="T39" fmla="*/ 10 h 15"/>
                <a:gd name="T40" fmla="*/ 3 w 45"/>
                <a:gd name="T41" fmla="*/ 10 h 15"/>
                <a:gd name="T42" fmla="*/ 0 w 45"/>
                <a:gd name="T43" fmla="*/ 7 h 15"/>
                <a:gd name="T44" fmla="*/ 0 w 45"/>
                <a:gd name="T45" fmla="*/ 5 h 15"/>
                <a:gd name="T46" fmla="*/ 0 w 45"/>
                <a:gd name="T47" fmla="*/ 4 h 15"/>
                <a:gd name="T48" fmla="*/ 1 w 45"/>
                <a:gd name="T49" fmla="*/ 3 h 15"/>
                <a:gd name="T50" fmla="*/ 3 w 45"/>
                <a:gd name="T51" fmla="*/ 1 h 15"/>
                <a:gd name="T52" fmla="*/ 3 w 45"/>
                <a:gd name="T53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5" h="15">
                  <a:moveTo>
                    <a:pt x="3" y="1"/>
                  </a:moveTo>
                  <a:lnTo>
                    <a:pt x="3" y="1"/>
                  </a:lnTo>
                  <a:lnTo>
                    <a:pt x="11" y="0"/>
                  </a:lnTo>
                  <a:lnTo>
                    <a:pt x="19" y="0"/>
                  </a:lnTo>
                  <a:lnTo>
                    <a:pt x="28" y="1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42" y="7"/>
                  </a:lnTo>
                  <a:lnTo>
                    <a:pt x="45" y="11"/>
                  </a:lnTo>
                  <a:lnTo>
                    <a:pt x="43" y="12"/>
                  </a:lnTo>
                  <a:lnTo>
                    <a:pt x="42" y="14"/>
                  </a:lnTo>
                  <a:lnTo>
                    <a:pt x="40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29" y="12"/>
                  </a:lnTo>
                  <a:lnTo>
                    <a:pt x="24" y="11"/>
                  </a:lnTo>
                  <a:lnTo>
                    <a:pt x="1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3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Freeform 395">
              <a:extLst>
                <a:ext uri="{FF2B5EF4-FFF2-40B4-BE49-F238E27FC236}">
                  <a16:creationId xmlns:a16="http://schemas.microsoft.com/office/drawing/2014/main" id="{16EF5024-FE89-D44C-89B5-EDF37EBE5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051" y="239713"/>
              <a:ext cx="14288" cy="44450"/>
            </a:xfrm>
            <a:custGeom>
              <a:avLst/>
              <a:gdLst>
                <a:gd name="T0" fmla="*/ 3 w 19"/>
                <a:gd name="T1" fmla="*/ 0 h 56"/>
                <a:gd name="T2" fmla="*/ 3 w 19"/>
                <a:gd name="T3" fmla="*/ 0 h 56"/>
                <a:gd name="T4" fmla="*/ 4 w 19"/>
                <a:gd name="T5" fmla="*/ 14 h 56"/>
                <a:gd name="T6" fmla="*/ 6 w 19"/>
                <a:gd name="T7" fmla="*/ 24 h 56"/>
                <a:gd name="T8" fmla="*/ 8 w 19"/>
                <a:gd name="T9" fmla="*/ 28 h 56"/>
                <a:gd name="T10" fmla="*/ 9 w 19"/>
                <a:gd name="T11" fmla="*/ 31 h 56"/>
                <a:gd name="T12" fmla="*/ 9 w 19"/>
                <a:gd name="T13" fmla="*/ 31 h 56"/>
                <a:gd name="T14" fmla="*/ 16 w 19"/>
                <a:gd name="T15" fmla="*/ 37 h 56"/>
                <a:gd name="T16" fmla="*/ 19 w 19"/>
                <a:gd name="T17" fmla="*/ 40 h 56"/>
                <a:gd name="T18" fmla="*/ 19 w 19"/>
                <a:gd name="T19" fmla="*/ 44 h 56"/>
                <a:gd name="T20" fmla="*/ 19 w 19"/>
                <a:gd name="T21" fmla="*/ 44 h 56"/>
                <a:gd name="T22" fmla="*/ 19 w 19"/>
                <a:gd name="T23" fmla="*/ 46 h 56"/>
                <a:gd name="T24" fmla="*/ 17 w 19"/>
                <a:gd name="T25" fmla="*/ 47 h 56"/>
                <a:gd name="T26" fmla="*/ 12 w 19"/>
                <a:gd name="T27" fmla="*/ 52 h 56"/>
                <a:gd name="T28" fmla="*/ 6 w 19"/>
                <a:gd name="T29" fmla="*/ 55 h 56"/>
                <a:gd name="T30" fmla="*/ 0 w 19"/>
                <a:gd name="T31" fmla="*/ 56 h 56"/>
                <a:gd name="T32" fmla="*/ 0 w 19"/>
                <a:gd name="T33" fmla="*/ 56 h 56"/>
                <a:gd name="T34" fmla="*/ 6 w 19"/>
                <a:gd name="T35" fmla="*/ 52 h 56"/>
                <a:gd name="T36" fmla="*/ 11 w 19"/>
                <a:gd name="T37" fmla="*/ 49 h 56"/>
                <a:gd name="T38" fmla="*/ 14 w 19"/>
                <a:gd name="T39" fmla="*/ 46 h 56"/>
                <a:gd name="T40" fmla="*/ 14 w 19"/>
                <a:gd name="T41" fmla="*/ 46 h 56"/>
                <a:gd name="T42" fmla="*/ 14 w 19"/>
                <a:gd name="T43" fmla="*/ 44 h 56"/>
                <a:gd name="T44" fmla="*/ 14 w 19"/>
                <a:gd name="T45" fmla="*/ 43 h 56"/>
                <a:gd name="T46" fmla="*/ 10 w 19"/>
                <a:gd name="T47" fmla="*/ 39 h 56"/>
                <a:gd name="T48" fmla="*/ 8 w 19"/>
                <a:gd name="T49" fmla="*/ 35 h 56"/>
                <a:gd name="T50" fmla="*/ 5 w 19"/>
                <a:gd name="T51" fmla="*/ 33 h 56"/>
                <a:gd name="T52" fmla="*/ 5 w 19"/>
                <a:gd name="T53" fmla="*/ 33 h 56"/>
                <a:gd name="T54" fmla="*/ 4 w 19"/>
                <a:gd name="T55" fmla="*/ 29 h 56"/>
                <a:gd name="T56" fmla="*/ 2 w 19"/>
                <a:gd name="T57" fmla="*/ 23 h 56"/>
                <a:gd name="T58" fmla="*/ 0 w 19"/>
                <a:gd name="T59" fmla="*/ 18 h 56"/>
                <a:gd name="T60" fmla="*/ 0 w 19"/>
                <a:gd name="T61" fmla="*/ 14 h 56"/>
                <a:gd name="T62" fmla="*/ 2 w 19"/>
                <a:gd name="T63" fmla="*/ 8 h 56"/>
                <a:gd name="T64" fmla="*/ 3 w 19"/>
                <a:gd name="T65" fmla="*/ 0 h 56"/>
                <a:gd name="T66" fmla="*/ 3 w 19"/>
                <a:gd name="T6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" h="56">
                  <a:moveTo>
                    <a:pt x="3" y="0"/>
                  </a:moveTo>
                  <a:lnTo>
                    <a:pt x="3" y="0"/>
                  </a:lnTo>
                  <a:lnTo>
                    <a:pt x="4" y="14"/>
                  </a:lnTo>
                  <a:lnTo>
                    <a:pt x="6" y="24"/>
                  </a:lnTo>
                  <a:lnTo>
                    <a:pt x="8" y="28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16" y="37"/>
                  </a:lnTo>
                  <a:lnTo>
                    <a:pt x="19" y="40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9" y="46"/>
                  </a:lnTo>
                  <a:lnTo>
                    <a:pt x="17" y="47"/>
                  </a:lnTo>
                  <a:lnTo>
                    <a:pt x="12" y="52"/>
                  </a:lnTo>
                  <a:lnTo>
                    <a:pt x="6" y="55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6" y="52"/>
                  </a:lnTo>
                  <a:lnTo>
                    <a:pt x="11" y="49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3"/>
                  </a:lnTo>
                  <a:lnTo>
                    <a:pt x="10" y="39"/>
                  </a:lnTo>
                  <a:lnTo>
                    <a:pt x="8" y="35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4" y="29"/>
                  </a:lnTo>
                  <a:lnTo>
                    <a:pt x="2" y="23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8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C58F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Freeform 396">
              <a:extLst>
                <a:ext uri="{FF2B5EF4-FFF2-40B4-BE49-F238E27FC236}">
                  <a16:creationId xmlns:a16="http://schemas.microsoft.com/office/drawing/2014/main" id="{0CDE9D46-116D-5F4C-BDB8-536944EFA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651" y="292100"/>
              <a:ext cx="52388" cy="12700"/>
            </a:xfrm>
            <a:custGeom>
              <a:avLst/>
              <a:gdLst>
                <a:gd name="T0" fmla="*/ 64 w 64"/>
                <a:gd name="T1" fmla="*/ 0 h 14"/>
                <a:gd name="T2" fmla="*/ 64 w 64"/>
                <a:gd name="T3" fmla="*/ 0 h 14"/>
                <a:gd name="T4" fmla="*/ 59 w 64"/>
                <a:gd name="T5" fmla="*/ 2 h 14"/>
                <a:gd name="T6" fmla="*/ 46 w 64"/>
                <a:gd name="T7" fmla="*/ 5 h 14"/>
                <a:gd name="T8" fmla="*/ 36 w 64"/>
                <a:gd name="T9" fmla="*/ 6 h 14"/>
                <a:gd name="T10" fmla="*/ 25 w 64"/>
                <a:gd name="T11" fmla="*/ 6 h 14"/>
                <a:gd name="T12" fmla="*/ 13 w 64"/>
                <a:gd name="T13" fmla="*/ 5 h 14"/>
                <a:gd name="T14" fmla="*/ 0 w 64"/>
                <a:gd name="T15" fmla="*/ 2 h 14"/>
                <a:gd name="T16" fmla="*/ 0 w 64"/>
                <a:gd name="T17" fmla="*/ 2 h 14"/>
                <a:gd name="T18" fmla="*/ 0 w 64"/>
                <a:gd name="T19" fmla="*/ 3 h 14"/>
                <a:gd name="T20" fmla="*/ 2 w 64"/>
                <a:gd name="T21" fmla="*/ 8 h 14"/>
                <a:gd name="T22" fmla="*/ 6 w 64"/>
                <a:gd name="T23" fmla="*/ 9 h 14"/>
                <a:gd name="T24" fmla="*/ 10 w 64"/>
                <a:gd name="T25" fmla="*/ 12 h 14"/>
                <a:gd name="T26" fmla="*/ 17 w 64"/>
                <a:gd name="T27" fmla="*/ 13 h 14"/>
                <a:gd name="T28" fmla="*/ 25 w 64"/>
                <a:gd name="T29" fmla="*/ 14 h 14"/>
                <a:gd name="T30" fmla="*/ 25 w 64"/>
                <a:gd name="T31" fmla="*/ 14 h 14"/>
                <a:gd name="T32" fmla="*/ 35 w 64"/>
                <a:gd name="T33" fmla="*/ 14 h 14"/>
                <a:gd name="T34" fmla="*/ 43 w 64"/>
                <a:gd name="T35" fmla="*/ 13 h 14"/>
                <a:gd name="T36" fmla="*/ 50 w 64"/>
                <a:gd name="T37" fmla="*/ 11 h 14"/>
                <a:gd name="T38" fmla="*/ 54 w 64"/>
                <a:gd name="T39" fmla="*/ 8 h 14"/>
                <a:gd name="T40" fmla="*/ 62 w 64"/>
                <a:gd name="T41" fmla="*/ 3 h 14"/>
                <a:gd name="T42" fmla="*/ 64 w 64"/>
                <a:gd name="T43" fmla="*/ 0 h 14"/>
                <a:gd name="T44" fmla="*/ 64 w 64"/>
                <a:gd name="T4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4" h="14">
                  <a:moveTo>
                    <a:pt x="64" y="0"/>
                  </a:moveTo>
                  <a:lnTo>
                    <a:pt x="64" y="0"/>
                  </a:lnTo>
                  <a:lnTo>
                    <a:pt x="59" y="2"/>
                  </a:lnTo>
                  <a:lnTo>
                    <a:pt x="46" y="5"/>
                  </a:lnTo>
                  <a:lnTo>
                    <a:pt x="36" y="6"/>
                  </a:lnTo>
                  <a:lnTo>
                    <a:pt x="25" y="6"/>
                  </a:lnTo>
                  <a:lnTo>
                    <a:pt x="13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8"/>
                  </a:lnTo>
                  <a:lnTo>
                    <a:pt x="6" y="9"/>
                  </a:lnTo>
                  <a:lnTo>
                    <a:pt x="10" y="12"/>
                  </a:lnTo>
                  <a:lnTo>
                    <a:pt x="17" y="13"/>
                  </a:lnTo>
                  <a:lnTo>
                    <a:pt x="25" y="14"/>
                  </a:lnTo>
                  <a:lnTo>
                    <a:pt x="25" y="14"/>
                  </a:lnTo>
                  <a:lnTo>
                    <a:pt x="35" y="14"/>
                  </a:lnTo>
                  <a:lnTo>
                    <a:pt x="43" y="13"/>
                  </a:lnTo>
                  <a:lnTo>
                    <a:pt x="50" y="11"/>
                  </a:lnTo>
                  <a:lnTo>
                    <a:pt x="54" y="8"/>
                  </a:lnTo>
                  <a:lnTo>
                    <a:pt x="62" y="3"/>
                  </a:lnTo>
                  <a:lnTo>
                    <a:pt x="64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C58F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Freeform 397">
              <a:extLst>
                <a:ext uri="{FF2B5EF4-FFF2-40B4-BE49-F238E27FC236}">
                  <a16:creationId xmlns:a16="http://schemas.microsoft.com/office/drawing/2014/main" id="{25A0875F-8FD8-F740-B276-9FA3153C8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076" y="220663"/>
              <a:ext cx="9525" cy="11113"/>
            </a:xfrm>
            <a:custGeom>
              <a:avLst/>
              <a:gdLst>
                <a:gd name="T0" fmla="*/ 14 w 14"/>
                <a:gd name="T1" fmla="*/ 6 h 13"/>
                <a:gd name="T2" fmla="*/ 14 w 14"/>
                <a:gd name="T3" fmla="*/ 6 h 13"/>
                <a:gd name="T4" fmla="*/ 14 w 14"/>
                <a:gd name="T5" fmla="*/ 4 h 13"/>
                <a:gd name="T6" fmla="*/ 11 w 14"/>
                <a:gd name="T7" fmla="*/ 1 h 13"/>
                <a:gd name="T8" fmla="*/ 10 w 14"/>
                <a:gd name="T9" fmla="*/ 0 h 13"/>
                <a:gd name="T10" fmla="*/ 6 w 14"/>
                <a:gd name="T11" fmla="*/ 0 h 13"/>
                <a:gd name="T12" fmla="*/ 6 w 14"/>
                <a:gd name="T13" fmla="*/ 0 h 13"/>
                <a:gd name="T14" fmla="*/ 4 w 14"/>
                <a:gd name="T15" fmla="*/ 0 h 13"/>
                <a:gd name="T16" fmla="*/ 2 w 14"/>
                <a:gd name="T17" fmla="*/ 1 h 13"/>
                <a:gd name="T18" fmla="*/ 0 w 14"/>
                <a:gd name="T19" fmla="*/ 4 h 13"/>
                <a:gd name="T20" fmla="*/ 0 w 14"/>
                <a:gd name="T21" fmla="*/ 6 h 13"/>
                <a:gd name="T22" fmla="*/ 0 w 14"/>
                <a:gd name="T23" fmla="*/ 6 h 13"/>
                <a:gd name="T24" fmla="*/ 0 w 14"/>
                <a:gd name="T25" fmla="*/ 10 h 13"/>
                <a:gd name="T26" fmla="*/ 2 w 14"/>
                <a:gd name="T27" fmla="*/ 11 h 13"/>
                <a:gd name="T28" fmla="*/ 4 w 14"/>
                <a:gd name="T29" fmla="*/ 13 h 13"/>
                <a:gd name="T30" fmla="*/ 6 w 14"/>
                <a:gd name="T31" fmla="*/ 13 h 13"/>
                <a:gd name="T32" fmla="*/ 6 w 14"/>
                <a:gd name="T33" fmla="*/ 13 h 13"/>
                <a:gd name="T34" fmla="*/ 10 w 14"/>
                <a:gd name="T35" fmla="*/ 13 h 13"/>
                <a:gd name="T36" fmla="*/ 11 w 14"/>
                <a:gd name="T37" fmla="*/ 11 h 13"/>
                <a:gd name="T38" fmla="*/ 14 w 14"/>
                <a:gd name="T39" fmla="*/ 10 h 13"/>
                <a:gd name="T40" fmla="*/ 14 w 14"/>
                <a:gd name="T41" fmla="*/ 6 h 13"/>
                <a:gd name="T42" fmla="*/ 14 w 14"/>
                <a:gd name="T43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6"/>
                  </a:moveTo>
                  <a:lnTo>
                    <a:pt x="14" y="6"/>
                  </a:lnTo>
                  <a:lnTo>
                    <a:pt x="14" y="4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10"/>
                  </a:lnTo>
                  <a:lnTo>
                    <a:pt x="2" y="11"/>
                  </a:lnTo>
                  <a:lnTo>
                    <a:pt x="4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10" y="13"/>
                  </a:lnTo>
                  <a:lnTo>
                    <a:pt x="11" y="11"/>
                  </a:lnTo>
                  <a:lnTo>
                    <a:pt x="14" y="10"/>
                  </a:lnTo>
                  <a:lnTo>
                    <a:pt x="14" y="6"/>
                  </a:lnTo>
                  <a:lnTo>
                    <a:pt x="14" y="6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Freeform 398">
              <a:extLst>
                <a:ext uri="{FF2B5EF4-FFF2-40B4-BE49-F238E27FC236}">
                  <a16:creationId xmlns:a16="http://schemas.microsoft.com/office/drawing/2014/main" id="{13FB7A54-F8DB-784F-A4D5-65346E552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220663"/>
              <a:ext cx="9525" cy="11113"/>
            </a:xfrm>
            <a:custGeom>
              <a:avLst/>
              <a:gdLst>
                <a:gd name="T0" fmla="*/ 14 w 14"/>
                <a:gd name="T1" fmla="*/ 6 h 13"/>
                <a:gd name="T2" fmla="*/ 14 w 14"/>
                <a:gd name="T3" fmla="*/ 6 h 13"/>
                <a:gd name="T4" fmla="*/ 13 w 14"/>
                <a:gd name="T5" fmla="*/ 4 h 13"/>
                <a:gd name="T6" fmla="*/ 11 w 14"/>
                <a:gd name="T7" fmla="*/ 1 h 13"/>
                <a:gd name="T8" fmla="*/ 9 w 14"/>
                <a:gd name="T9" fmla="*/ 0 h 13"/>
                <a:gd name="T10" fmla="*/ 7 w 14"/>
                <a:gd name="T11" fmla="*/ 0 h 13"/>
                <a:gd name="T12" fmla="*/ 7 w 14"/>
                <a:gd name="T13" fmla="*/ 0 h 13"/>
                <a:gd name="T14" fmla="*/ 4 w 14"/>
                <a:gd name="T15" fmla="*/ 0 h 13"/>
                <a:gd name="T16" fmla="*/ 2 w 14"/>
                <a:gd name="T17" fmla="*/ 1 h 13"/>
                <a:gd name="T18" fmla="*/ 0 w 14"/>
                <a:gd name="T19" fmla="*/ 4 h 13"/>
                <a:gd name="T20" fmla="*/ 0 w 14"/>
                <a:gd name="T21" fmla="*/ 6 h 13"/>
                <a:gd name="T22" fmla="*/ 0 w 14"/>
                <a:gd name="T23" fmla="*/ 6 h 13"/>
                <a:gd name="T24" fmla="*/ 0 w 14"/>
                <a:gd name="T25" fmla="*/ 10 h 13"/>
                <a:gd name="T26" fmla="*/ 2 w 14"/>
                <a:gd name="T27" fmla="*/ 11 h 13"/>
                <a:gd name="T28" fmla="*/ 4 w 14"/>
                <a:gd name="T29" fmla="*/ 13 h 13"/>
                <a:gd name="T30" fmla="*/ 7 w 14"/>
                <a:gd name="T31" fmla="*/ 13 h 13"/>
                <a:gd name="T32" fmla="*/ 7 w 14"/>
                <a:gd name="T33" fmla="*/ 13 h 13"/>
                <a:gd name="T34" fmla="*/ 9 w 14"/>
                <a:gd name="T35" fmla="*/ 13 h 13"/>
                <a:gd name="T36" fmla="*/ 11 w 14"/>
                <a:gd name="T37" fmla="*/ 11 h 13"/>
                <a:gd name="T38" fmla="*/ 13 w 14"/>
                <a:gd name="T39" fmla="*/ 10 h 13"/>
                <a:gd name="T40" fmla="*/ 14 w 14"/>
                <a:gd name="T41" fmla="*/ 6 h 13"/>
                <a:gd name="T42" fmla="*/ 14 w 14"/>
                <a:gd name="T43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6"/>
                  </a:moveTo>
                  <a:lnTo>
                    <a:pt x="14" y="6"/>
                  </a:lnTo>
                  <a:lnTo>
                    <a:pt x="13" y="4"/>
                  </a:lnTo>
                  <a:lnTo>
                    <a:pt x="11" y="1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10"/>
                  </a:lnTo>
                  <a:lnTo>
                    <a:pt x="2" y="11"/>
                  </a:lnTo>
                  <a:lnTo>
                    <a:pt x="4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11" y="11"/>
                  </a:lnTo>
                  <a:lnTo>
                    <a:pt x="13" y="10"/>
                  </a:lnTo>
                  <a:lnTo>
                    <a:pt x="14" y="6"/>
                  </a:lnTo>
                  <a:lnTo>
                    <a:pt x="14" y="6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Freeform 399">
              <a:extLst>
                <a:ext uri="{FF2B5EF4-FFF2-40B4-BE49-F238E27FC236}">
                  <a16:creationId xmlns:a16="http://schemas.microsoft.com/office/drawing/2014/main" id="{F0DAD59C-2071-FA49-96DE-AF80E45FB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626" y="180975"/>
              <a:ext cx="61913" cy="171450"/>
            </a:xfrm>
            <a:custGeom>
              <a:avLst/>
              <a:gdLst>
                <a:gd name="T0" fmla="*/ 78 w 79"/>
                <a:gd name="T1" fmla="*/ 4 h 216"/>
                <a:gd name="T2" fmla="*/ 66 w 79"/>
                <a:gd name="T3" fmla="*/ 0 h 216"/>
                <a:gd name="T4" fmla="*/ 66 w 79"/>
                <a:gd name="T5" fmla="*/ 0 h 216"/>
                <a:gd name="T6" fmla="*/ 65 w 79"/>
                <a:gd name="T7" fmla="*/ 26 h 216"/>
                <a:gd name="T8" fmla="*/ 63 w 79"/>
                <a:gd name="T9" fmla="*/ 49 h 216"/>
                <a:gd name="T10" fmla="*/ 60 w 79"/>
                <a:gd name="T11" fmla="*/ 76 h 216"/>
                <a:gd name="T12" fmla="*/ 55 w 79"/>
                <a:gd name="T13" fmla="*/ 104 h 216"/>
                <a:gd name="T14" fmla="*/ 51 w 79"/>
                <a:gd name="T15" fmla="*/ 117 h 216"/>
                <a:gd name="T16" fmla="*/ 46 w 79"/>
                <a:gd name="T17" fmla="*/ 130 h 216"/>
                <a:gd name="T18" fmla="*/ 42 w 79"/>
                <a:gd name="T19" fmla="*/ 141 h 216"/>
                <a:gd name="T20" fmla="*/ 34 w 79"/>
                <a:gd name="T21" fmla="*/ 152 h 216"/>
                <a:gd name="T22" fmla="*/ 27 w 79"/>
                <a:gd name="T23" fmla="*/ 162 h 216"/>
                <a:gd name="T24" fmla="*/ 19 w 79"/>
                <a:gd name="T25" fmla="*/ 168 h 216"/>
                <a:gd name="T26" fmla="*/ 19 w 79"/>
                <a:gd name="T27" fmla="*/ 168 h 216"/>
                <a:gd name="T28" fmla="*/ 14 w 79"/>
                <a:gd name="T29" fmla="*/ 171 h 216"/>
                <a:gd name="T30" fmla="*/ 9 w 79"/>
                <a:gd name="T31" fmla="*/ 176 h 216"/>
                <a:gd name="T32" fmla="*/ 4 w 79"/>
                <a:gd name="T33" fmla="*/ 181 h 216"/>
                <a:gd name="T34" fmla="*/ 0 w 79"/>
                <a:gd name="T35" fmla="*/ 185 h 216"/>
                <a:gd name="T36" fmla="*/ 0 w 79"/>
                <a:gd name="T37" fmla="*/ 185 h 216"/>
                <a:gd name="T38" fmla="*/ 2 w 79"/>
                <a:gd name="T39" fmla="*/ 194 h 216"/>
                <a:gd name="T40" fmla="*/ 3 w 79"/>
                <a:gd name="T41" fmla="*/ 200 h 216"/>
                <a:gd name="T42" fmla="*/ 4 w 79"/>
                <a:gd name="T43" fmla="*/ 206 h 216"/>
                <a:gd name="T44" fmla="*/ 4 w 79"/>
                <a:gd name="T45" fmla="*/ 216 h 216"/>
                <a:gd name="T46" fmla="*/ 4 w 79"/>
                <a:gd name="T47" fmla="*/ 216 h 216"/>
                <a:gd name="T48" fmla="*/ 11 w 79"/>
                <a:gd name="T49" fmla="*/ 211 h 216"/>
                <a:gd name="T50" fmla="*/ 19 w 79"/>
                <a:gd name="T51" fmla="*/ 206 h 216"/>
                <a:gd name="T52" fmla="*/ 31 w 79"/>
                <a:gd name="T53" fmla="*/ 194 h 216"/>
                <a:gd name="T54" fmla="*/ 42 w 79"/>
                <a:gd name="T55" fmla="*/ 181 h 216"/>
                <a:gd name="T56" fmla="*/ 50 w 79"/>
                <a:gd name="T57" fmla="*/ 165 h 216"/>
                <a:gd name="T58" fmla="*/ 57 w 79"/>
                <a:gd name="T59" fmla="*/ 149 h 216"/>
                <a:gd name="T60" fmla="*/ 63 w 79"/>
                <a:gd name="T61" fmla="*/ 131 h 216"/>
                <a:gd name="T62" fmla="*/ 68 w 79"/>
                <a:gd name="T63" fmla="*/ 114 h 216"/>
                <a:gd name="T64" fmla="*/ 72 w 79"/>
                <a:gd name="T65" fmla="*/ 96 h 216"/>
                <a:gd name="T66" fmla="*/ 74 w 79"/>
                <a:gd name="T67" fmla="*/ 79 h 216"/>
                <a:gd name="T68" fmla="*/ 77 w 79"/>
                <a:gd name="T69" fmla="*/ 64 h 216"/>
                <a:gd name="T70" fmla="*/ 78 w 79"/>
                <a:gd name="T71" fmla="*/ 35 h 216"/>
                <a:gd name="T72" fmla="*/ 79 w 79"/>
                <a:gd name="T73" fmla="*/ 14 h 216"/>
                <a:gd name="T74" fmla="*/ 78 w 79"/>
                <a:gd name="T75" fmla="*/ 4 h 216"/>
                <a:gd name="T76" fmla="*/ 78 w 79"/>
                <a:gd name="T77" fmla="*/ 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9" h="216">
                  <a:moveTo>
                    <a:pt x="78" y="4"/>
                  </a:moveTo>
                  <a:lnTo>
                    <a:pt x="66" y="0"/>
                  </a:lnTo>
                  <a:lnTo>
                    <a:pt x="66" y="0"/>
                  </a:lnTo>
                  <a:lnTo>
                    <a:pt x="65" y="26"/>
                  </a:lnTo>
                  <a:lnTo>
                    <a:pt x="63" y="49"/>
                  </a:lnTo>
                  <a:lnTo>
                    <a:pt x="60" y="76"/>
                  </a:lnTo>
                  <a:lnTo>
                    <a:pt x="55" y="104"/>
                  </a:lnTo>
                  <a:lnTo>
                    <a:pt x="51" y="117"/>
                  </a:lnTo>
                  <a:lnTo>
                    <a:pt x="46" y="130"/>
                  </a:lnTo>
                  <a:lnTo>
                    <a:pt x="42" y="141"/>
                  </a:lnTo>
                  <a:lnTo>
                    <a:pt x="34" y="152"/>
                  </a:lnTo>
                  <a:lnTo>
                    <a:pt x="27" y="162"/>
                  </a:lnTo>
                  <a:lnTo>
                    <a:pt x="19" y="168"/>
                  </a:lnTo>
                  <a:lnTo>
                    <a:pt x="19" y="168"/>
                  </a:lnTo>
                  <a:lnTo>
                    <a:pt x="14" y="171"/>
                  </a:lnTo>
                  <a:lnTo>
                    <a:pt x="9" y="176"/>
                  </a:lnTo>
                  <a:lnTo>
                    <a:pt x="4" y="181"/>
                  </a:lnTo>
                  <a:lnTo>
                    <a:pt x="0" y="185"/>
                  </a:lnTo>
                  <a:lnTo>
                    <a:pt x="0" y="185"/>
                  </a:lnTo>
                  <a:lnTo>
                    <a:pt x="2" y="194"/>
                  </a:lnTo>
                  <a:lnTo>
                    <a:pt x="3" y="200"/>
                  </a:lnTo>
                  <a:lnTo>
                    <a:pt x="4" y="206"/>
                  </a:lnTo>
                  <a:lnTo>
                    <a:pt x="4" y="216"/>
                  </a:lnTo>
                  <a:lnTo>
                    <a:pt x="4" y="216"/>
                  </a:lnTo>
                  <a:lnTo>
                    <a:pt x="11" y="211"/>
                  </a:lnTo>
                  <a:lnTo>
                    <a:pt x="19" y="206"/>
                  </a:lnTo>
                  <a:lnTo>
                    <a:pt x="31" y="194"/>
                  </a:lnTo>
                  <a:lnTo>
                    <a:pt x="42" y="181"/>
                  </a:lnTo>
                  <a:lnTo>
                    <a:pt x="50" y="165"/>
                  </a:lnTo>
                  <a:lnTo>
                    <a:pt x="57" y="149"/>
                  </a:lnTo>
                  <a:lnTo>
                    <a:pt x="63" y="131"/>
                  </a:lnTo>
                  <a:lnTo>
                    <a:pt x="68" y="114"/>
                  </a:lnTo>
                  <a:lnTo>
                    <a:pt x="72" y="96"/>
                  </a:lnTo>
                  <a:lnTo>
                    <a:pt x="74" y="79"/>
                  </a:lnTo>
                  <a:lnTo>
                    <a:pt x="77" y="64"/>
                  </a:lnTo>
                  <a:lnTo>
                    <a:pt x="78" y="35"/>
                  </a:lnTo>
                  <a:lnTo>
                    <a:pt x="79" y="14"/>
                  </a:lnTo>
                  <a:lnTo>
                    <a:pt x="78" y="4"/>
                  </a:lnTo>
                  <a:lnTo>
                    <a:pt x="78" y="4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Freeform 400">
              <a:extLst>
                <a:ext uri="{FF2B5EF4-FFF2-40B4-BE49-F238E27FC236}">
                  <a16:creationId xmlns:a16="http://schemas.microsoft.com/office/drawing/2014/main" id="{BDB116C9-0591-574C-8985-BC67E2C10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963" y="219075"/>
              <a:ext cx="103188" cy="104775"/>
            </a:xfrm>
            <a:custGeom>
              <a:avLst/>
              <a:gdLst>
                <a:gd name="T0" fmla="*/ 129 w 130"/>
                <a:gd name="T1" fmla="*/ 72 h 133"/>
                <a:gd name="T2" fmla="*/ 129 w 130"/>
                <a:gd name="T3" fmla="*/ 72 h 133"/>
                <a:gd name="T4" fmla="*/ 127 w 130"/>
                <a:gd name="T5" fmla="*/ 66 h 133"/>
                <a:gd name="T6" fmla="*/ 120 w 130"/>
                <a:gd name="T7" fmla="*/ 50 h 133"/>
                <a:gd name="T8" fmla="*/ 113 w 130"/>
                <a:gd name="T9" fmla="*/ 42 h 133"/>
                <a:gd name="T10" fmla="*/ 106 w 130"/>
                <a:gd name="T11" fmla="*/ 32 h 133"/>
                <a:gd name="T12" fmla="*/ 99 w 130"/>
                <a:gd name="T13" fmla="*/ 23 h 133"/>
                <a:gd name="T14" fmla="*/ 89 w 130"/>
                <a:gd name="T15" fmla="*/ 14 h 133"/>
                <a:gd name="T16" fmla="*/ 89 w 130"/>
                <a:gd name="T17" fmla="*/ 14 h 133"/>
                <a:gd name="T18" fmla="*/ 81 w 130"/>
                <a:gd name="T19" fmla="*/ 8 h 133"/>
                <a:gd name="T20" fmla="*/ 70 w 130"/>
                <a:gd name="T21" fmla="*/ 5 h 133"/>
                <a:gd name="T22" fmla="*/ 59 w 130"/>
                <a:gd name="T23" fmla="*/ 2 h 133"/>
                <a:gd name="T24" fmla="*/ 47 w 130"/>
                <a:gd name="T25" fmla="*/ 1 h 133"/>
                <a:gd name="T26" fmla="*/ 25 w 130"/>
                <a:gd name="T27" fmla="*/ 0 h 133"/>
                <a:gd name="T28" fmla="*/ 9 w 130"/>
                <a:gd name="T29" fmla="*/ 1 h 133"/>
                <a:gd name="T30" fmla="*/ 9 w 130"/>
                <a:gd name="T31" fmla="*/ 1 h 133"/>
                <a:gd name="T32" fmla="*/ 7 w 130"/>
                <a:gd name="T33" fmla="*/ 2 h 133"/>
                <a:gd name="T34" fmla="*/ 5 w 130"/>
                <a:gd name="T35" fmla="*/ 3 h 133"/>
                <a:gd name="T36" fmla="*/ 3 w 130"/>
                <a:gd name="T37" fmla="*/ 6 h 133"/>
                <a:gd name="T38" fmla="*/ 2 w 130"/>
                <a:gd name="T39" fmla="*/ 8 h 133"/>
                <a:gd name="T40" fmla="*/ 2 w 130"/>
                <a:gd name="T41" fmla="*/ 8 h 133"/>
                <a:gd name="T42" fmla="*/ 0 w 130"/>
                <a:gd name="T43" fmla="*/ 15 h 133"/>
                <a:gd name="T44" fmla="*/ 0 w 130"/>
                <a:gd name="T45" fmla="*/ 25 h 133"/>
                <a:gd name="T46" fmla="*/ 1 w 130"/>
                <a:gd name="T47" fmla="*/ 31 h 133"/>
                <a:gd name="T48" fmla="*/ 2 w 130"/>
                <a:gd name="T49" fmla="*/ 37 h 133"/>
                <a:gd name="T50" fmla="*/ 5 w 130"/>
                <a:gd name="T51" fmla="*/ 43 h 133"/>
                <a:gd name="T52" fmla="*/ 9 w 130"/>
                <a:gd name="T53" fmla="*/ 50 h 133"/>
                <a:gd name="T54" fmla="*/ 9 w 130"/>
                <a:gd name="T55" fmla="*/ 50 h 133"/>
                <a:gd name="T56" fmla="*/ 14 w 130"/>
                <a:gd name="T57" fmla="*/ 59 h 133"/>
                <a:gd name="T58" fmla="*/ 17 w 130"/>
                <a:gd name="T59" fmla="*/ 66 h 133"/>
                <a:gd name="T60" fmla="*/ 18 w 130"/>
                <a:gd name="T61" fmla="*/ 72 h 133"/>
                <a:gd name="T62" fmla="*/ 19 w 130"/>
                <a:gd name="T63" fmla="*/ 77 h 133"/>
                <a:gd name="T64" fmla="*/ 19 w 130"/>
                <a:gd name="T65" fmla="*/ 87 h 133"/>
                <a:gd name="T66" fmla="*/ 22 w 130"/>
                <a:gd name="T67" fmla="*/ 92 h 133"/>
                <a:gd name="T68" fmla="*/ 25 w 130"/>
                <a:gd name="T69" fmla="*/ 98 h 133"/>
                <a:gd name="T70" fmla="*/ 25 w 130"/>
                <a:gd name="T71" fmla="*/ 98 h 133"/>
                <a:gd name="T72" fmla="*/ 31 w 130"/>
                <a:gd name="T73" fmla="*/ 105 h 133"/>
                <a:gd name="T74" fmla="*/ 41 w 130"/>
                <a:gd name="T75" fmla="*/ 111 h 133"/>
                <a:gd name="T76" fmla="*/ 53 w 130"/>
                <a:gd name="T77" fmla="*/ 117 h 133"/>
                <a:gd name="T78" fmla="*/ 66 w 130"/>
                <a:gd name="T79" fmla="*/ 123 h 133"/>
                <a:gd name="T80" fmla="*/ 80 w 130"/>
                <a:gd name="T81" fmla="*/ 127 h 133"/>
                <a:gd name="T82" fmla="*/ 92 w 130"/>
                <a:gd name="T83" fmla="*/ 130 h 133"/>
                <a:gd name="T84" fmla="*/ 101 w 130"/>
                <a:gd name="T85" fmla="*/ 133 h 133"/>
                <a:gd name="T86" fmla="*/ 109 w 130"/>
                <a:gd name="T87" fmla="*/ 133 h 133"/>
                <a:gd name="T88" fmla="*/ 109 w 130"/>
                <a:gd name="T89" fmla="*/ 133 h 133"/>
                <a:gd name="T90" fmla="*/ 115 w 130"/>
                <a:gd name="T91" fmla="*/ 130 h 133"/>
                <a:gd name="T92" fmla="*/ 118 w 130"/>
                <a:gd name="T93" fmla="*/ 128 h 133"/>
                <a:gd name="T94" fmla="*/ 122 w 130"/>
                <a:gd name="T95" fmla="*/ 124 h 133"/>
                <a:gd name="T96" fmla="*/ 126 w 130"/>
                <a:gd name="T97" fmla="*/ 121 h 133"/>
                <a:gd name="T98" fmla="*/ 129 w 130"/>
                <a:gd name="T99" fmla="*/ 111 h 133"/>
                <a:gd name="T100" fmla="*/ 130 w 130"/>
                <a:gd name="T101" fmla="*/ 100 h 133"/>
                <a:gd name="T102" fmla="*/ 130 w 130"/>
                <a:gd name="T103" fmla="*/ 89 h 133"/>
                <a:gd name="T104" fmla="*/ 130 w 130"/>
                <a:gd name="T105" fmla="*/ 81 h 133"/>
                <a:gd name="T106" fmla="*/ 129 w 130"/>
                <a:gd name="T107" fmla="*/ 72 h 133"/>
                <a:gd name="T108" fmla="*/ 129 w 130"/>
                <a:gd name="T109" fmla="*/ 7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0" h="133">
                  <a:moveTo>
                    <a:pt x="129" y="72"/>
                  </a:moveTo>
                  <a:lnTo>
                    <a:pt x="129" y="72"/>
                  </a:lnTo>
                  <a:lnTo>
                    <a:pt x="127" y="66"/>
                  </a:lnTo>
                  <a:lnTo>
                    <a:pt x="120" y="50"/>
                  </a:lnTo>
                  <a:lnTo>
                    <a:pt x="113" y="42"/>
                  </a:lnTo>
                  <a:lnTo>
                    <a:pt x="106" y="32"/>
                  </a:lnTo>
                  <a:lnTo>
                    <a:pt x="99" y="23"/>
                  </a:lnTo>
                  <a:lnTo>
                    <a:pt x="89" y="14"/>
                  </a:lnTo>
                  <a:lnTo>
                    <a:pt x="89" y="14"/>
                  </a:lnTo>
                  <a:lnTo>
                    <a:pt x="81" y="8"/>
                  </a:lnTo>
                  <a:lnTo>
                    <a:pt x="70" y="5"/>
                  </a:lnTo>
                  <a:lnTo>
                    <a:pt x="59" y="2"/>
                  </a:lnTo>
                  <a:lnTo>
                    <a:pt x="47" y="1"/>
                  </a:lnTo>
                  <a:lnTo>
                    <a:pt x="25" y="0"/>
                  </a:lnTo>
                  <a:lnTo>
                    <a:pt x="9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3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15"/>
                  </a:lnTo>
                  <a:lnTo>
                    <a:pt x="0" y="25"/>
                  </a:lnTo>
                  <a:lnTo>
                    <a:pt x="1" y="31"/>
                  </a:lnTo>
                  <a:lnTo>
                    <a:pt x="2" y="37"/>
                  </a:lnTo>
                  <a:lnTo>
                    <a:pt x="5" y="43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4" y="59"/>
                  </a:lnTo>
                  <a:lnTo>
                    <a:pt x="17" y="66"/>
                  </a:lnTo>
                  <a:lnTo>
                    <a:pt x="18" y="72"/>
                  </a:lnTo>
                  <a:lnTo>
                    <a:pt x="19" y="77"/>
                  </a:lnTo>
                  <a:lnTo>
                    <a:pt x="19" y="87"/>
                  </a:lnTo>
                  <a:lnTo>
                    <a:pt x="22" y="92"/>
                  </a:lnTo>
                  <a:lnTo>
                    <a:pt x="25" y="98"/>
                  </a:lnTo>
                  <a:lnTo>
                    <a:pt x="25" y="98"/>
                  </a:lnTo>
                  <a:lnTo>
                    <a:pt x="31" y="105"/>
                  </a:lnTo>
                  <a:lnTo>
                    <a:pt x="41" y="111"/>
                  </a:lnTo>
                  <a:lnTo>
                    <a:pt x="53" y="117"/>
                  </a:lnTo>
                  <a:lnTo>
                    <a:pt x="66" y="123"/>
                  </a:lnTo>
                  <a:lnTo>
                    <a:pt x="80" y="127"/>
                  </a:lnTo>
                  <a:lnTo>
                    <a:pt x="92" y="130"/>
                  </a:lnTo>
                  <a:lnTo>
                    <a:pt x="101" y="133"/>
                  </a:lnTo>
                  <a:lnTo>
                    <a:pt x="109" y="133"/>
                  </a:lnTo>
                  <a:lnTo>
                    <a:pt x="109" y="133"/>
                  </a:lnTo>
                  <a:lnTo>
                    <a:pt x="115" y="130"/>
                  </a:lnTo>
                  <a:lnTo>
                    <a:pt x="118" y="128"/>
                  </a:lnTo>
                  <a:lnTo>
                    <a:pt x="122" y="124"/>
                  </a:lnTo>
                  <a:lnTo>
                    <a:pt x="126" y="121"/>
                  </a:lnTo>
                  <a:lnTo>
                    <a:pt x="129" y="111"/>
                  </a:lnTo>
                  <a:lnTo>
                    <a:pt x="130" y="100"/>
                  </a:lnTo>
                  <a:lnTo>
                    <a:pt x="130" y="89"/>
                  </a:lnTo>
                  <a:lnTo>
                    <a:pt x="130" y="81"/>
                  </a:lnTo>
                  <a:lnTo>
                    <a:pt x="129" y="72"/>
                  </a:lnTo>
                  <a:lnTo>
                    <a:pt x="129" y="72"/>
                  </a:lnTo>
                  <a:close/>
                </a:path>
              </a:pathLst>
            </a:custGeom>
            <a:solidFill>
              <a:srgbClr val="FF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A34F9162-0208-DE4B-9615-836E368B7450}"/>
              </a:ext>
            </a:extLst>
          </p:cNvPr>
          <p:cNvGrpSpPr/>
          <p:nvPr/>
        </p:nvGrpSpPr>
        <p:grpSpPr>
          <a:xfrm>
            <a:off x="6093086" y="1839741"/>
            <a:ext cx="612775" cy="383581"/>
            <a:chOff x="1263650" y="1777881"/>
            <a:chExt cx="895350" cy="560465"/>
          </a:xfrm>
          <a:solidFill>
            <a:schemeClr val="tx2"/>
          </a:solidFill>
        </p:grpSpPr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12B8C416-CEBB-8F43-B108-6604E9FA7D67}"/>
                </a:ext>
              </a:extLst>
            </p:cNvPr>
            <p:cNvGrpSpPr/>
            <p:nvPr/>
          </p:nvGrpSpPr>
          <p:grpSpPr>
            <a:xfrm>
              <a:off x="1263650" y="1777881"/>
              <a:ext cx="387350" cy="560465"/>
              <a:chOff x="-1701800" y="1308100"/>
              <a:chExt cx="914400" cy="1323064"/>
            </a:xfrm>
            <a:grpFill/>
          </p:grpSpPr>
          <p:sp>
            <p:nvSpPr>
              <p:cNvPr id="544" name="Rectangle: Rounded Corners 21">
                <a:extLst>
                  <a:ext uri="{FF2B5EF4-FFF2-40B4-BE49-F238E27FC236}">
                    <a16:creationId xmlns:a16="http://schemas.microsoft.com/office/drawing/2014/main" id="{AB66844A-F115-5647-8827-2B3FF0B45F46}"/>
                  </a:ext>
                </a:extLst>
              </p:cNvPr>
              <p:cNvSpPr/>
              <p:nvPr/>
            </p:nvSpPr>
            <p:spPr>
              <a:xfrm>
                <a:off x="-1701800" y="1308100"/>
                <a:ext cx="914400" cy="9144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+mn-ea"/>
                  <a:cs typeface="+mn-cs"/>
                </a:endParaRPr>
              </a:p>
            </p:txBody>
          </p:sp>
          <p:sp>
            <p:nvSpPr>
              <p:cNvPr id="545" name="Rectangle: Rounded Corners 22">
                <a:extLst>
                  <a:ext uri="{FF2B5EF4-FFF2-40B4-BE49-F238E27FC236}">
                    <a16:creationId xmlns:a16="http://schemas.microsoft.com/office/drawing/2014/main" id="{77BB4780-DF2B-7E49-BC7D-DEA9FEB35506}"/>
                  </a:ext>
                </a:extLst>
              </p:cNvPr>
              <p:cNvSpPr/>
              <p:nvPr/>
            </p:nvSpPr>
            <p:spPr>
              <a:xfrm>
                <a:off x="-1172930" y="1939925"/>
                <a:ext cx="385529" cy="691239"/>
              </a:xfrm>
              <a:prstGeom prst="roundRect">
                <a:avLst>
                  <a:gd name="adj" fmla="val 4302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3ACEE11E-9204-BC4F-8E8E-331CD5B7584B}"/>
                </a:ext>
              </a:extLst>
            </p:cNvPr>
            <p:cNvGrpSpPr/>
            <p:nvPr/>
          </p:nvGrpSpPr>
          <p:grpSpPr>
            <a:xfrm>
              <a:off x="1771650" y="1777881"/>
              <a:ext cx="387350" cy="560465"/>
              <a:chOff x="-1701800" y="1308100"/>
              <a:chExt cx="914400" cy="1323064"/>
            </a:xfrm>
            <a:grpFill/>
          </p:grpSpPr>
          <p:sp>
            <p:nvSpPr>
              <p:cNvPr id="542" name="Rectangle: Rounded Corners 19">
                <a:extLst>
                  <a:ext uri="{FF2B5EF4-FFF2-40B4-BE49-F238E27FC236}">
                    <a16:creationId xmlns:a16="http://schemas.microsoft.com/office/drawing/2014/main" id="{055BEFD0-5799-5F4C-A203-418EE0AF40D3}"/>
                  </a:ext>
                </a:extLst>
              </p:cNvPr>
              <p:cNvSpPr/>
              <p:nvPr/>
            </p:nvSpPr>
            <p:spPr>
              <a:xfrm>
                <a:off x="-1701800" y="1308100"/>
                <a:ext cx="914400" cy="914401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+mn-ea"/>
                  <a:cs typeface="+mn-cs"/>
                </a:endParaRPr>
              </a:p>
            </p:txBody>
          </p:sp>
          <p:sp>
            <p:nvSpPr>
              <p:cNvPr id="543" name="Rectangle: Rounded Corners 20">
                <a:extLst>
                  <a:ext uri="{FF2B5EF4-FFF2-40B4-BE49-F238E27FC236}">
                    <a16:creationId xmlns:a16="http://schemas.microsoft.com/office/drawing/2014/main" id="{201C8070-5186-8241-BDFE-D55813DDF7EF}"/>
                  </a:ext>
                </a:extLst>
              </p:cNvPr>
              <p:cNvSpPr/>
              <p:nvPr/>
            </p:nvSpPr>
            <p:spPr>
              <a:xfrm>
                <a:off x="-1172930" y="1939925"/>
                <a:ext cx="385529" cy="691239"/>
              </a:xfrm>
              <a:prstGeom prst="roundRect">
                <a:avLst>
                  <a:gd name="adj" fmla="val 4302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547" name="Straight Connector 546">
            <a:extLst>
              <a:ext uri="{FF2B5EF4-FFF2-40B4-BE49-F238E27FC236}">
                <a16:creationId xmlns:a16="http://schemas.microsoft.com/office/drawing/2014/main" id="{41535303-3EF5-B147-8FC6-8D7F74E1EA4C}"/>
              </a:ext>
            </a:extLst>
          </p:cNvPr>
          <p:cNvCxnSpPr>
            <a:cxnSpLocks/>
          </p:cNvCxnSpPr>
          <p:nvPr/>
        </p:nvCxnSpPr>
        <p:spPr>
          <a:xfrm>
            <a:off x="6096000" y="4533678"/>
            <a:ext cx="4732421" cy="0"/>
          </a:xfrm>
          <a:prstGeom prst="line">
            <a:avLst/>
          </a:prstGeom>
          <a:ln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7900441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" name="Rectangle 707">
            <a:extLst>
              <a:ext uri="{FF2B5EF4-FFF2-40B4-BE49-F238E27FC236}">
                <a16:creationId xmlns:a16="http://schemas.microsoft.com/office/drawing/2014/main" id="{327053FC-49FC-F74D-8122-F0063A6191FA}"/>
              </a:ext>
            </a:extLst>
          </p:cNvPr>
          <p:cNvSpPr/>
          <p:nvPr/>
        </p:nvSpPr>
        <p:spPr>
          <a:xfrm>
            <a:off x="0" y="10399"/>
            <a:ext cx="12192000" cy="6847601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07" name="Freeform 433">
            <a:extLst>
              <a:ext uri="{FF2B5EF4-FFF2-40B4-BE49-F238E27FC236}">
                <a16:creationId xmlns:a16="http://schemas.microsoft.com/office/drawing/2014/main" id="{AECE758D-37C4-2241-9F9C-4FB0E29C3A97}"/>
              </a:ext>
            </a:extLst>
          </p:cNvPr>
          <p:cNvSpPr>
            <a:spLocks/>
          </p:cNvSpPr>
          <p:nvPr/>
        </p:nvSpPr>
        <p:spPr bwMode="auto">
          <a:xfrm>
            <a:off x="6797076" y="318240"/>
            <a:ext cx="1874519" cy="1062934"/>
          </a:xfrm>
          <a:custGeom>
            <a:avLst/>
            <a:gdLst>
              <a:gd name="T0" fmla="*/ 1029 w 1238"/>
              <a:gd name="T1" fmla="*/ 701 h 701"/>
              <a:gd name="T2" fmla="*/ 1072 w 1238"/>
              <a:gd name="T3" fmla="*/ 694 h 701"/>
              <a:gd name="T4" fmla="*/ 1110 w 1238"/>
              <a:gd name="T5" fmla="*/ 681 h 701"/>
              <a:gd name="T6" fmla="*/ 1147 w 1238"/>
              <a:gd name="T7" fmla="*/ 659 h 701"/>
              <a:gd name="T8" fmla="*/ 1177 w 1238"/>
              <a:gd name="T9" fmla="*/ 632 h 701"/>
              <a:gd name="T10" fmla="*/ 1202 w 1238"/>
              <a:gd name="T11" fmla="*/ 601 h 701"/>
              <a:gd name="T12" fmla="*/ 1222 w 1238"/>
              <a:gd name="T13" fmla="*/ 563 h 701"/>
              <a:gd name="T14" fmla="*/ 1234 w 1238"/>
              <a:gd name="T15" fmla="*/ 523 h 701"/>
              <a:gd name="T16" fmla="*/ 1238 w 1238"/>
              <a:gd name="T17" fmla="*/ 480 h 701"/>
              <a:gd name="T18" fmla="*/ 1237 w 1238"/>
              <a:gd name="T19" fmla="*/ 458 h 701"/>
              <a:gd name="T20" fmla="*/ 1229 w 1238"/>
              <a:gd name="T21" fmla="*/ 414 h 701"/>
              <a:gd name="T22" fmla="*/ 1212 w 1238"/>
              <a:gd name="T23" fmla="*/ 375 h 701"/>
              <a:gd name="T24" fmla="*/ 1188 w 1238"/>
              <a:gd name="T25" fmla="*/ 340 h 701"/>
              <a:gd name="T26" fmla="*/ 1157 w 1238"/>
              <a:gd name="T27" fmla="*/ 309 h 701"/>
              <a:gd name="T28" fmla="*/ 1122 w 1238"/>
              <a:gd name="T29" fmla="*/ 286 h 701"/>
              <a:gd name="T30" fmla="*/ 1082 w 1238"/>
              <a:gd name="T31" fmla="*/ 269 h 701"/>
              <a:gd name="T32" fmla="*/ 1040 w 1238"/>
              <a:gd name="T33" fmla="*/ 260 h 701"/>
              <a:gd name="T34" fmla="*/ 1017 w 1238"/>
              <a:gd name="T35" fmla="*/ 259 h 701"/>
              <a:gd name="T36" fmla="*/ 984 w 1238"/>
              <a:gd name="T37" fmla="*/ 261 h 701"/>
              <a:gd name="T38" fmla="*/ 953 w 1238"/>
              <a:gd name="T39" fmla="*/ 268 h 701"/>
              <a:gd name="T40" fmla="*/ 945 w 1238"/>
              <a:gd name="T41" fmla="*/ 240 h 701"/>
              <a:gd name="T42" fmla="*/ 922 w 1238"/>
              <a:gd name="T43" fmla="*/ 186 h 701"/>
              <a:gd name="T44" fmla="*/ 890 w 1238"/>
              <a:gd name="T45" fmla="*/ 138 h 701"/>
              <a:gd name="T46" fmla="*/ 851 w 1238"/>
              <a:gd name="T47" fmla="*/ 95 h 701"/>
              <a:gd name="T48" fmla="*/ 807 w 1238"/>
              <a:gd name="T49" fmla="*/ 59 h 701"/>
              <a:gd name="T50" fmla="*/ 756 w 1238"/>
              <a:gd name="T51" fmla="*/ 31 h 701"/>
              <a:gd name="T52" fmla="*/ 700 w 1238"/>
              <a:gd name="T53" fmla="*/ 11 h 701"/>
              <a:gd name="T54" fmla="*/ 641 w 1238"/>
              <a:gd name="T55" fmla="*/ 1 h 701"/>
              <a:gd name="T56" fmla="*/ 611 w 1238"/>
              <a:gd name="T57" fmla="*/ 0 h 701"/>
              <a:gd name="T58" fmla="*/ 550 w 1238"/>
              <a:gd name="T59" fmla="*/ 5 h 701"/>
              <a:gd name="T60" fmla="*/ 493 w 1238"/>
              <a:gd name="T61" fmla="*/ 19 h 701"/>
              <a:gd name="T62" fmla="*/ 440 w 1238"/>
              <a:gd name="T63" fmla="*/ 43 h 701"/>
              <a:gd name="T64" fmla="*/ 393 w 1238"/>
              <a:gd name="T65" fmla="*/ 75 h 701"/>
              <a:gd name="T66" fmla="*/ 351 w 1238"/>
              <a:gd name="T67" fmla="*/ 113 h 701"/>
              <a:gd name="T68" fmla="*/ 316 w 1238"/>
              <a:gd name="T69" fmla="*/ 159 h 701"/>
              <a:gd name="T70" fmla="*/ 289 w 1238"/>
              <a:gd name="T71" fmla="*/ 209 h 701"/>
              <a:gd name="T72" fmla="*/ 270 w 1238"/>
              <a:gd name="T73" fmla="*/ 265 h 701"/>
              <a:gd name="T74" fmla="*/ 246 w 1238"/>
              <a:gd name="T75" fmla="*/ 261 h 701"/>
              <a:gd name="T76" fmla="*/ 221 w 1238"/>
              <a:gd name="T77" fmla="*/ 259 h 701"/>
              <a:gd name="T78" fmla="*/ 198 w 1238"/>
              <a:gd name="T79" fmla="*/ 260 h 701"/>
              <a:gd name="T80" fmla="*/ 155 w 1238"/>
              <a:gd name="T81" fmla="*/ 269 h 701"/>
              <a:gd name="T82" fmla="*/ 116 w 1238"/>
              <a:gd name="T83" fmla="*/ 286 h 701"/>
              <a:gd name="T84" fmla="*/ 80 w 1238"/>
              <a:gd name="T85" fmla="*/ 309 h 701"/>
              <a:gd name="T86" fmla="*/ 51 w 1238"/>
              <a:gd name="T87" fmla="*/ 340 h 701"/>
              <a:gd name="T88" fmla="*/ 27 w 1238"/>
              <a:gd name="T89" fmla="*/ 375 h 701"/>
              <a:gd name="T90" fmla="*/ 10 w 1238"/>
              <a:gd name="T91" fmla="*/ 414 h 701"/>
              <a:gd name="T92" fmla="*/ 1 w 1238"/>
              <a:gd name="T93" fmla="*/ 458 h 701"/>
              <a:gd name="T94" fmla="*/ 0 w 1238"/>
              <a:gd name="T95" fmla="*/ 480 h 701"/>
              <a:gd name="T96" fmla="*/ 4 w 1238"/>
              <a:gd name="T97" fmla="*/ 522 h 701"/>
              <a:gd name="T98" fmla="*/ 16 w 1238"/>
              <a:gd name="T99" fmla="*/ 562 h 701"/>
              <a:gd name="T100" fmla="*/ 34 w 1238"/>
              <a:gd name="T101" fmla="*/ 598 h 701"/>
              <a:gd name="T102" fmla="*/ 59 w 1238"/>
              <a:gd name="T103" fmla="*/ 631 h 701"/>
              <a:gd name="T104" fmla="*/ 90 w 1238"/>
              <a:gd name="T105" fmla="*/ 658 h 701"/>
              <a:gd name="T106" fmla="*/ 123 w 1238"/>
              <a:gd name="T107" fmla="*/ 678 h 701"/>
              <a:gd name="T108" fmla="*/ 162 w 1238"/>
              <a:gd name="T109" fmla="*/ 693 h 701"/>
              <a:gd name="T110" fmla="*/ 203 w 1238"/>
              <a:gd name="T111" fmla="*/ 70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38" h="701">
                <a:moveTo>
                  <a:pt x="1029" y="701"/>
                </a:moveTo>
                <a:lnTo>
                  <a:pt x="1029" y="701"/>
                </a:lnTo>
                <a:lnTo>
                  <a:pt x="1051" y="699"/>
                </a:lnTo>
                <a:lnTo>
                  <a:pt x="1072" y="694"/>
                </a:lnTo>
                <a:lnTo>
                  <a:pt x="1091" y="688"/>
                </a:lnTo>
                <a:lnTo>
                  <a:pt x="1110" y="681"/>
                </a:lnTo>
                <a:lnTo>
                  <a:pt x="1130" y="671"/>
                </a:lnTo>
                <a:lnTo>
                  <a:pt x="1147" y="659"/>
                </a:lnTo>
                <a:lnTo>
                  <a:pt x="1162" y="647"/>
                </a:lnTo>
                <a:lnTo>
                  <a:pt x="1177" y="632"/>
                </a:lnTo>
                <a:lnTo>
                  <a:pt x="1191" y="616"/>
                </a:lnTo>
                <a:lnTo>
                  <a:pt x="1202" y="601"/>
                </a:lnTo>
                <a:lnTo>
                  <a:pt x="1213" y="583"/>
                </a:lnTo>
                <a:lnTo>
                  <a:pt x="1222" y="563"/>
                </a:lnTo>
                <a:lnTo>
                  <a:pt x="1229" y="544"/>
                </a:lnTo>
                <a:lnTo>
                  <a:pt x="1234" y="523"/>
                </a:lnTo>
                <a:lnTo>
                  <a:pt x="1237" y="502"/>
                </a:lnTo>
                <a:lnTo>
                  <a:pt x="1238" y="480"/>
                </a:lnTo>
                <a:lnTo>
                  <a:pt x="1238" y="480"/>
                </a:lnTo>
                <a:lnTo>
                  <a:pt x="1237" y="458"/>
                </a:lnTo>
                <a:lnTo>
                  <a:pt x="1234" y="435"/>
                </a:lnTo>
                <a:lnTo>
                  <a:pt x="1229" y="414"/>
                </a:lnTo>
                <a:lnTo>
                  <a:pt x="1220" y="394"/>
                </a:lnTo>
                <a:lnTo>
                  <a:pt x="1212" y="375"/>
                </a:lnTo>
                <a:lnTo>
                  <a:pt x="1201" y="356"/>
                </a:lnTo>
                <a:lnTo>
                  <a:pt x="1188" y="340"/>
                </a:lnTo>
                <a:lnTo>
                  <a:pt x="1173" y="324"/>
                </a:lnTo>
                <a:lnTo>
                  <a:pt x="1157" y="309"/>
                </a:lnTo>
                <a:lnTo>
                  <a:pt x="1140" y="297"/>
                </a:lnTo>
                <a:lnTo>
                  <a:pt x="1122" y="286"/>
                </a:lnTo>
                <a:lnTo>
                  <a:pt x="1103" y="277"/>
                </a:lnTo>
                <a:lnTo>
                  <a:pt x="1082" y="269"/>
                </a:lnTo>
                <a:lnTo>
                  <a:pt x="1062" y="263"/>
                </a:lnTo>
                <a:lnTo>
                  <a:pt x="1040" y="260"/>
                </a:lnTo>
                <a:lnTo>
                  <a:pt x="1017" y="259"/>
                </a:lnTo>
                <a:lnTo>
                  <a:pt x="1017" y="259"/>
                </a:lnTo>
                <a:lnTo>
                  <a:pt x="1000" y="260"/>
                </a:lnTo>
                <a:lnTo>
                  <a:pt x="984" y="261"/>
                </a:lnTo>
                <a:lnTo>
                  <a:pt x="969" y="265"/>
                </a:lnTo>
                <a:lnTo>
                  <a:pt x="953" y="268"/>
                </a:lnTo>
                <a:lnTo>
                  <a:pt x="953" y="268"/>
                </a:lnTo>
                <a:lnTo>
                  <a:pt x="945" y="240"/>
                </a:lnTo>
                <a:lnTo>
                  <a:pt x="935" y="213"/>
                </a:lnTo>
                <a:lnTo>
                  <a:pt x="922" y="186"/>
                </a:lnTo>
                <a:lnTo>
                  <a:pt x="907" y="162"/>
                </a:lnTo>
                <a:lnTo>
                  <a:pt x="890" y="138"/>
                </a:lnTo>
                <a:lnTo>
                  <a:pt x="872" y="116"/>
                </a:lnTo>
                <a:lnTo>
                  <a:pt x="851" y="95"/>
                </a:lnTo>
                <a:lnTo>
                  <a:pt x="830" y="76"/>
                </a:lnTo>
                <a:lnTo>
                  <a:pt x="807" y="59"/>
                </a:lnTo>
                <a:lnTo>
                  <a:pt x="783" y="43"/>
                </a:lnTo>
                <a:lnTo>
                  <a:pt x="756" y="31"/>
                </a:lnTo>
                <a:lnTo>
                  <a:pt x="729" y="20"/>
                </a:lnTo>
                <a:lnTo>
                  <a:pt x="700" y="11"/>
                </a:lnTo>
                <a:lnTo>
                  <a:pt x="671" y="5"/>
                </a:lnTo>
                <a:lnTo>
                  <a:pt x="641" y="1"/>
                </a:lnTo>
                <a:lnTo>
                  <a:pt x="611" y="0"/>
                </a:lnTo>
                <a:lnTo>
                  <a:pt x="611" y="0"/>
                </a:lnTo>
                <a:lnTo>
                  <a:pt x="581" y="1"/>
                </a:lnTo>
                <a:lnTo>
                  <a:pt x="550" y="5"/>
                </a:lnTo>
                <a:lnTo>
                  <a:pt x="521" y="11"/>
                </a:lnTo>
                <a:lnTo>
                  <a:pt x="493" y="19"/>
                </a:lnTo>
                <a:lnTo>
                  <a:pt x="467" y="30"/>
                </a:lnTo>
                <a:lnTo>
                  <a:pt x="440" y="43"/>
                </a:lnTo>
                <a:lnTo>
                  <a:pt x="416" y="58"/>
                </a:lnTo>
                <a:lnTo>
                  <a:pt x="393" y="75"/>
                </a:lnTo>
                <a:lnTo>
                  <a:pt x="371" y="93"/>
                </a:lnTo>
                <a:lnTo>
                  <a:pt x="351" y="113"/>
                </a:lnTo>
                <a:lnTo>
                  <a:pt x="333" y="135"/>
                </a:lnTo>
                <a:lnTo>
                  <a:pt x="316" y="159"/>
                </a:lnTo>
                <a:lnTo>
                  <a:pt x="301" y="184"/>
                </a:lnTo>
                <a:lnTo>
                  <a:pt x="289" y="209"/>
                </a:lnTo>
                <a:lnTo>
                  <a:pt x="278" y="237"/>
                </a:lnTo>
                <a:lnTo>
                  <a:pt x="270" y="265"/>
                </a:lnTo>
                <a:lnTo>
                  <a:pt x="270" y="265"/>
                </a:lnTo>
                <a:lnTo>
                  <a:pt x="246" y="261"/>
                </a:lnTo>
                <a:lnTo>
                  <a:pt x="233" y="260"/>
                </a:lnTo>
                <a:lnTo>
                  <a:pt x="221" y="259"/>
                </a:lnTo>
                <a:lnTo>
                  <a:pt x="221" y="259"/>
                </a:lnTo>
                <a:lnTo>
                  <a:pt x="198" y="260"/>
                </a:lnTo>
                <a:lnTo>
                  <a:pt x="177" y="263"/>
                </a:lnTo>
                <a:lnTo>
                  <a:pt x="155" y="269"/>
                </a:lnTo>
                <a:lnTo>
                  <a:pt x="136" y="277"/>
                </a:lnTo>
                <a:lnTo>
                  <a:pt x="116" y="286"/>
                </a:lnTo>
                <a:lnTo>
                  <a:pt x="97" y="297"/>
                </a:lnTo>
                <a:lnTo>
                  <a:pt x="80" y="309"/>
                </a:lnTo>
                <a:lnTo>
                  <a:pt x="64" y="324"/>
                </a:lnTo>
                <a:lnTo>
                  <a:pt x="51" y="340"/>
                </a:lnTo>
                <a:lnTo>
                  <a:pt x="38" y="356"/>
                </a:lnTo>
                <a:lnTo>
                  <a:pt x="27" y="375"/>
                </a:lnTo>
                <a:lnTo>
                  <a:pt x="17" y="394"/>
                </a:lnTo>
                <a:lnTo>
                  <a:pt x="10" y="414"/>
                </a:lnTo>
                <a:lnTo>
                  <a:pt x="5" y="435"/>
                </a:lnTo>
                <a:lnTo>
                  <a:pt x="1" y="458"/>
                </a:lnTo>
                <a:lnTo>
                  <a:pt x="0" y="480"/>
                </a:lnTo>
                <a:lnTo>
                  <a:pt x="0" y="480"/>
                </a:lnTo>
                <a:lnTo>
                  <a:pt x="1" y="502"/>
                </a:lnTo>
                <a:lnTo>
                  <a:pt x="4" y="522"/>
                </a:lnTo>
                <a:lnTo>
                  <a:pt x="9" y="543"/>
                </a:lnTo>
                <a:lnTo>
                  <a:pt x="16" y="562"/>
                </a:lnTo>
                <a:lnTo>
                  <a:pt x="24" y="581"/>
                </a:lnTo>
                <a:lnTo>
                  <a:pt x="34" y="598"/>
                </a:lnTo>
                <a:lnTo>
                  <a:pt x="46" y="615"/>
                </a:lnTo>
                <a:lnTo>
                  <a:pt x="59" y="631"/>
                </a:lnTo>
                <a:lnTo>
                  <a:pt x="74" y="644"/>
                </a:lnTo>
                <a:lnTo>
                  <a:pt x="90" y="658"/>
                </a:lnTo>
                <a:lnTo>
                  <a:pt x="105" y="668"/>
                </a:lnTo>
                <a:lnTo>
                  <a:pt x="123" y="678"/>
                </a:lnTo>
                <a:lnTo>
                  <a:pt x="143" y="687"/>
                </a:lnTo>
                <a:lnTo>
                  <a:pt x="162" y="693"/>
                </a:lnTo>
                <a:lnTo>
                  <a:pt x="183" y="697"/>
                </a:lnTo>
                <a:lnTo>
                  <a:pt x="203" y="700"/>
                </a:lnTo>
                <a:lnTo>
                  <a:pt x="1029" y="701"/>
                </a:lnTo>
                <a:close/>
              </a:path>
            </a:pathLst>
          </a:custGeom>
          <a:gradFill>
            <a:gsLst>
              <a:gs pos="0">
                <a:schemeClr val="bg1"/>
              </a:gs>
              <a:gs pos="81000">
                <a:schemeClr val="accent1">
                  <a:lumMod val="40000"/>
                  <a:lumOff val="60000"/>
                </a:schemeClr>
              </a:gs>
            </a:gsLst>
            <a:path path="circle">
              <a:fillToRect r="100000" b="10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6" name="Freeform 433">
            <a:extLst>
              <a:ext uri="{FF2B5EF4-FFF2-40B4-BE49-F238E27FC236}">
                <a16:creationId xmlns:a16="http://schemas.microsoft.com/office/drawing/2014/main" id="{B2ADEC70-0379-6745-A003-9A827E9CE374}"/>
              </a:ext>
            </a:extLst>
          </p:cNvPr>
          <p:cNvSpPr>
            <a:spLocks/>
          </p:cNvSpPr>
          <p:nvPr/>
        </p:nvSpPr>
        <p:spPr bwMode="auto">
          <a:xfrm>
            <a:off x="4847037" y="1219281"/>
            <a:ext cx="1874519" cy="1062934"/>
          </a:xfrm>
          <a:custGeom>
            <a:avLst/>
            <a:gdLst>
              <a:gd name="T0" fmla="*/ 1029 w 1238"/>
              <a:gd name="T1" fmla="*/ 701 h 701"/>
              <a:gd name="T2" fmla="*/ 1072 w 1238"/>
              <a:gd name="T3" fmla="*/ 694 h 701"/>
              <a:gd name="T4" fmla="*/ 1110 w 1238"/>
              <a:gd name="T5" fmla="*/ 681 h 701"/>
              <a:gd name="T6" fmla="*/ 1147 w 1238"/>
              <a:gd name="T7" fmla="*/ 659 h 701"/>
              <a:gd name="T8" fmla="*/ 1177 w 1238"/>
              <a:gd name="T9" fmla="*/ 632 h 701"/>
              <a:gd name="T10" fmla="*/ 1202 w 1238"/>
              <a:gd name="T11" fmla="*/ 601 h 701"/>
              <a:gd name="T12" fmla="*/ 1222 w 1238"/>
              <a:gd name="T13" fmla="*/ 563 h 701"/>
              <a:gd name="T14" fmla="*/ 1234 w 1238"/>
              <a:gd name="T15" fmla="*/ 523 h 701"/>
              <a:gd name="T16" fmla="*/ 1238 w 1238"/>
              <a:gd name="T17" fmla="*/ 480 h 701"/>
              <a:gd name="T18" fmla="*/ 1237 w 1238"/>
              <a:gd name="T19" fmla="*/ 458 h 701"/>
              <a:gd name="T20" fmla="*/ 1229 w 1238"/>
              <a:gd name="T21" fmla="*/ 414 h 701"/>
              <a:gd name="T22" fmla="*/ 1212 w 1238"/>
              <a:gd name="T23" fmla="*/ 375 h 701"/>
              <a:gd name="T24" fmla="*/ 1188 w 1238"/>
              <a:gd name="T25" fmla="*/ 340 h 701"/>
              <a:gd name="T26" fmla="*/ 1157 w 1238"/>
              <a:gd name="T27" fmla="*/ 309 h 701"/>
              <a:gd name="T28" fmla="*/ 1122 w 1238"/>
              <a:gd name="T29" fmla="*/ 286 h 701"/>
              <a:gd name="T30" fmla="*/ 1082 w 1238"/>
              <a:gd name="T31" fmla="*/ 269 h 701"/>
              <a:gd name="T32" fmla="*/ 1040 w 1238"/>
              <a:gd name="T33" fmla="*/ 260 h 701"/>
              <a:gd name="T34" fmla="*/ 1017 w 1238"/>
              <a:gd name="T35" fmla="*/ 259 h 701"/>
              <a:gd name="T36" fmla="*/ 984 w 1238"/>
              <a:gd name="T37" fmla="*/ 261 h 701"/>
              <a:gd name="T38" fmla="*/ 953 w 1238"/>
              <a:gd name="T39" fmla="*/ 268 h 701"/>
              <a:gd name="T40" fmla="*/ 945 w 1238"/>
              <a:gd name="T41" fmla="*/ 240 h 701"/>
              <a:gd name="T42" fmla="*/ 922 w 1238"/>
              <a:gd name="T43" fmla="*/ 186 h 701"/>
              <a:gd name="T44" fmla="*/ 890 w 1238"/>
              <a:gd name="T45" fmla="*/ 138 h 701"/>
              <a:gd name="T46" fmla="*/ 851 w 1238"/>
              <a:gd name="T47" fmla="*/ 95 h 701"/>
              <a:gd name="T48" fmla="*/ 807 w 1238"/>
              <a:gd name="T49" fmla="*/ 59 h 701"/>
              <a:gd name="T50" fmla="*/ 756 w 1238"/>
              <a:gd name="T51" fmla="*/ 31 h 701"/>
              <a:gd name="T52" fmla="*/ 700 w 1238"/>
              <a:gd name="T53" fmla="*/ 11 h 701"/>
              <a:gd name="T54" fmla="*/ 641 w 1238"/>
              <a:gd name="T55" fmla="*/ 1 h 701"/>
              <a:gd name="T56" fmla="*/ 611 w 1238"/>
              <a:gd name="T57" fmla="*/ 0 h 701"/>
              <a:gd name="T58" fmla="*/ 550 w 1238"/>
              <a:gd name="T59" fmla="*/ 5 h 701"/>
              <a:gd name="T60" fmla="*/ 493 w 1238"/>
              <a:gd name="T61" fmla="*/ 19 h 701"/>
              <a:gd name="T62" fmla="*/ 440 w 1238"/>
              <a:gd name="T63" fmla="*/ 43 h 701"/>
              <a:gd name="T64" fmla="*/ 393 w 1238"/>
              <a:gd name="T65" fmla="*/ 75 h 701"/>
              <a:gd name="T66" fmla="*/ 351 w 1238"/>
              <a:gd name="T67" fmla="*/ 113 h 701"/>
              <a:gd name="T68" fmla="*/ 316 w 1238"/>
              <a:gd name="T69" fmla="*/ 159 h 701"/>
              <a:gd name="T70" fmla="*/ 289 w 1238"/>
              <a:gd name="T71" fmla="*/ 209 h 701"/>
              <a:gd name="T72" fmla="*/ 270 w 1238"/>
              <a:gd name="T73" fmla="*/ 265 h 701"/>
              <a:gd name="T74" fmla="*/ 246 w 1238"/>
              <a:gd name="T75" fmla="*/ 261 h 701"/>
              <a:gd name="T76" fmla="*/ 221 w 1238"/>
              <a:gd name="T77" fmla="*/ 259 h 701"/>
              <a:gd name="T78" fmla="*/ 198 w 1238"/>
              <a:gd name="T79" fmla="*/ 260 h 701"/>
              <a:gd name="T80" fmla="*/ 155 w 1238"/>
              <a:gd name="T81" fmla="*/ 269 h 701"/>
              <a:gd name="T82" fmla="*/ 116 w 1238"/>
              <a:gd name="T83" fmla="*/ 286 h 701"/>
              <a:gd name="T84" fmla="*/ 80 w 1238"/>
              <a:gd name="T85" fmla="*/ 309 h 701"/>
              <a:gd name="T86" fmla="*/ 51 w 1238"/>
              <a:gd name="T87" fmla="*/ 340 h 701"/>
              <a:gd name="T88" fmla="*/ 27 w 1238"/>
              <a:gd name="T89" fmla="*/ 375 h 701"/>
              <a:gd name="T90" fmla="*/ 10 w 1238"/>
              <a:gd name="T91" fmla="*/ 414 h 701"/>
              <a:gd name="T92" fmla="*/ 1 w 1238"/>
              <a:gd name="T93" fmla="*/ 458 h 701"/>
              <a:gd name="T94" fmla="*/ 0 w 1238"/>
              <a:gd name="T95" fmla="*/ 480 h 701"/>
              <a:gd name="T96" fmla="*/ 4 w 1238"/>
              <a:gd name="T97" fmla="*/ 522 h 701"/>
              <a:gd name="T98" fmla="*/ 16 w 1238"/>
              <a:gd name="T99" fmla="*/ 562 h 701"/>
              <a:gd name="T100" fmla="*/ 34 w 1238"/>
              <a:gd name="T101" fmla="*/ 598 h 701"/>
              <a:gd name="T102" fmla="*/ 59 w 1238"/>
              <a:gd name="T103" fmla="*/ 631 h 701"/>
              <a:gd name="T104" fmla="*/ 90 w 1238"/>
              <a:gd name="T105" fmla="*/ 658 h 701"/>
              <a:gd name="T106" fmla="*/ 123 w 1238"/>
              <a:gd name="T107" fmla="*/ 678 h 701"/>
              <a:gd name="T108" fmla="*/ 162 w 1238"/>
              <a:gd name="T109" fmla="*/ 693 h 701"/>
              <a:gd name="T110" fmla="*/ 203 w 1238"/>
              <a:gd name="T111" fmla="*/ 70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38" h="701">
                <a:moveTo>
                  <a:pt x="1029" y="701"/>
                </a:moveTo>
                <a:lnTo>
                  <a:pt x="1029" y="701"/>
                </a:lnTo>
                <a:lnTo>
                  <a:pt x="1051" y="699"/>
                </a:lnTo>
                <a:lnTo>
                  <a:pt x="1072" y="694"/>
                </a:lnTo>
                <a:lnTo>
                  <a:pt x="1091" y="688"/>
                </a:lnTo>
                <a:lnTo>
                  <a:pt x="1110" y="681"/>
                </a:lnTo>
                <a:lnTo>
                  <a:pt x="1130" y="671"/>
                </a:lnTo>
                <a:lnTo>
                  <a:pt x="1147" y="659"/>
                </a:lnTo>
                <a:lnTo>
                  <a:pt x="1162" y="647"/>
                </a:lnTo>
                <a:lnTo>
                  <a:pt x="1177" y="632"/>
                </a:lnTo>
                <a:lnTo>
                  <a:pt x="1191" y="616"/>
                </a:lnTo>
                <a:lnTo>
                  <a:pt x="1202" y="601"/>
                </a:lnTo>
                <a:lnTo>
                  <a:pt x="1213" y="583"/>
                </a:lnTo>
                <a:lnTo>
                  <a:pt x="1222" y="563"/>
                </a:lnTo>
                <a:lnTo>
                  <a:pt x="1229" y="544"/>
                </a:lnTo>
                <a:lnTo>
                  <a:pt x="1234" y="523"/>
                </a:lnTo>
                <a:lnTo>
                  <a:pt x="1237" y="502"/>
                </a:lnTo>
                <a:lnTo>
                  <a:pt x="1238" y="480"/>
                </a:lnTo>
                <a:lnTo>
                  <a:pt x="1238" y="480"/>
                </a:lnTo>
                <a:lnTo>
                  <a:pt x="1237" y="458"/>
                </a:lnTo>
                <a:lnTo>
                  <a:pt x="1234" y="435"/>
                </a:lnTo>
                <a:lnTo>
                  <a:pt x="1229" y="414"/>
                </a:lnTo>
                <a:lnTo>
                  <a:pt x="1220" y="394"/>
                </a:lnTo>
                <a:lnTo>
                  <a:pt x="1212" y="375"/>
                </a:lnTo>
                <a:lnTo>
                  <a:pt x="1201" y="356"/>
                </a:lnTo>
                <a:lnTo>
                  <a:pt x="1188" y="340"/>
                </a:lnTo>
                <a:lnTo>
                  <a:pt x="1173" y="324"/>
                </a:lnTo>
                <a:lnTo>
                  <a:pt x="1157" y="309"/>
                </a:lnTo>
                <a:lnTo>
                  <a:pt x="1140" y="297"/>
                </a:lnTo>
                <a:lnTo>
                  <a:pt x="1122" y="286"/>
                </a:lnTo>
                <a:lnTo>
                  <a:pt x="1103" y="277"/>
                </a:lnTo>
                <a:lnTo>
                  <a:pt x="1082" y="269"/>
                </a:lnTo>
                <a:lnTo>
                  <a:pt x="1062" y="263"/>
                </a:lnTo>
                <a:lnTo>
                  <a:pt x="1040" y="260"/>
                </a:lnTo>
                <a:lnTo>
                  <a:pt x="1017" y="259"/>
                </a:lnTo>
                <a:lnTo>
                  <a:pt x="1017" y="259"/>
                </a:lnTo>
                <a:lnTo>
                  <a:pt x="1000" y="260"/>
                </a:lnTo>
                <a:lnTo>
                  <a:pt x="984" y="261"/>
                </a:lnTo>
                <a:lnTo>
                  <a:pt x="969" y="265"/>
                </a:lnTo>
                <a:lnTo>
                  <a:pt x="953" y="268"/>
                </a:lnTo>
                <a:lnTo>
                  <a:pt x="953" y="268"/>
                </a:lnTo>
                <a:lnTo>
                  <a:pt x="945" y="240"/>
                </a:lnTo>
                <a:lnTo>
                  <a:pt x="935" y="213"/>
                </a:lnTo>
                <a:lnTo>
                  <a:pt x="922" y="186"/>
                </a:lnTo>
                <a:lnTo>
                  <a:pt x="907" y="162"/>
                </a:lnTo>
                <a:lnTo>
                  <a:pt x="890" y="138"/>
                </a:lnTo>
                <a:lnTo>
                  <a:pt x="872" y="116"/>
                </a:lnTo>
                <a:lnTo>
                  <a:pt x="851" y="95"/>
                </a:lnTo>
                <a:lnTo>
                  <a:pt x="830" y="76"/>
                </a:lnTo>
                <a:lnTo>
                  <a:pt x="807" y="59"/>
                </a:lnTo>
                <a:lnTo>
                  <a:pt x="783" y="43"/>
                </a:lnTo>
                <a:lnTo>
                  <a:pt x="756" y="31"/>
                </a:lnTo>
                <a:lnTo>
                  <a:pt x="729" y="20"/>
                </a:lnTo>
                <a:lnTo>
                  <a:pt x="700" y="11"/>
                </a:lnTo>
                <a:lnTo>
                  <a:pt x="671" y="5"/>
                </a:lnTo>
                <a:lnTo>
                  <a:pt x="641" y="1"/>
                </a:lnTo>
                <a:lnTo>
                  <a:pt x="611" y="0"/>
                </a:lnTo>
                <a:lnTo>
                  <a:pt x="611" y="0"/>
                </a:lnTo>
                <a:lnTo>
                  <a:pt x="581" y="1"/>
                </a:lnTo>
                <a:lnTo>
                  <a:pt x="550" y="5"/>
                </a:lnTo>
                <a:lnTo>
                  <a:pt x="521" y="11"/>
                </a:lnTo>
                <a:lnTo>
                  <a:pt x="493" y="19"/>
                </a:lnTo>
                <a:lnTo>
                  <a:pt x="467" y="30"/>
                </a:lnTo>
                <a:lnTo>
                  <a:pt x="440" y="43"/>
                </a:lnTo>
                <a:lnTo>
                  <a:pt x="416" y="58"/>
                </a:lnTo>
                <a:lnTo>
                  <a:pt x="393" y="75"/>
                </a:lnTo>
                <a:lnTo>
                  <a:pt x="371" y="93"/>
                </a:lnTo>
                <a:lnTo>
                  <a:pt x="351" y="113"/>
                </a:lnTo>
                <a:lnTo>
                  <a:pt x="333" y="135"/>
                </a:lnTo>
                <a:lnTo>
                  <a:pt x="316" y="159"/>
                </a:lnTo>
                <a:lnTo>
                  <a:pt x="301" y="184"/>
                </a:lnTo>
                <a:lnTo>
                  <a:pt x="289" y="209"/>
                </a:lnTo>
                <a:lnTo>
                  <a:pt x="278" y="237"/>
                </a:lnTo>
                <a:lnTo>
                  <a:pt x="270" y="265"/>
                </a:lnTo>
                <a:lnTo>
                  <a:pt x="270" y="265"/>
                </a:lnTo>
                <a:lnTo>
                  <a:pt x="246" y="261"/>
                </a:lnTo>
                <a:lnTo>
                  <a:pt x="233" y="260"/>
                </a:lnTo>
                <a:lnTo>
                  <a:pt x="221" y="259"/>
                </a:lnTo>
                <a:lnTo>
                  <a:pt x="221" y="259"/>
                </a:lnTo>
                <a:lnTo>
                  <a:pt x="198" y="260"/>
                </a:lnTo>
                <a:lnTo>
                  <a:pt x="177" y="263"/>
                </a:lnTo>
                <a:lnTo>
                  <a:pt x="155" y="269"/>
                </a:lnTo>
                <a:lnTo>
                  <a:pt x="136" y="277"/>
                </a:lnTo>
                <a:lnTo>
                  <a:pt x="116" y="286"/>
                </a:lnTo>
                <a:lnTo>
                  <a:pt x="97" y="297"/>
                </a:lnTo>
                <a:lnTo>
                  <a:pt x="80" y="309"/>
                </a:lnTo>
                <a:lnTo>
                  <a:pt x="64" y="324"/>
                </a:lnTo>
                <a:lnTo>
                  <a:pt x="51" y="340"/>
                </a:lnTo>
                <a:lnTo>
                  <a:pt x="38" y="356"/>
                </a:lnTo>
                <a:lnTo>
                  <a:pt x="27" y="375"/>
                </a:lnTo>
                <a:lnTo>
                  <a:pt x="17" y="394"/>
                </a:lnTo>
                <a:lnTo>
                  <a:pt x="10" y="414"/>
                </a:lnTo>
                <a:lnTo>
                  <a:pt x="5" y="435"/>
                </a:lnTo>
                <a:lnTo>
                  <a:pt x="1" y="458"/>
                </a:lnTo>
                <a:lnTo>
                  <a:pt x="0" y="480"/>
                </a:lnTo>
                <a:lnTo>
                  <a:pt x="0" y="480"/>
                </a:lnTo>
                <a:lnTo>
                  <a:pt x="1" y="502"/>
                </a:lnTo>
                <a:lnTo>
                  <a:pt x="4" y="522"/>
                </a:lnTo>
                <a:lnTo>
                  <a:pt x="9" y="543"/>
                </a:lnTo>
                <a:lnTo>
                  <a:pt x="16" y="562"/>
                </a:lnTo>
                <a:lnTo>
                  <a:pt x="24" y="581"/>
                </a:lnTo>
                <a:lnTo>
                  <a:pt x="34" y="598"/>
                </a:lnTo>
                <a:lnTo>
                  <a:pt x="46" y="615"/>
                </a:lnTo>
                <a:lnTo>
                  <a:pt x="59" y="631"/>
                </a:lnTo>
                <a:lnTo>
                  <a:pt x="74" y="644"/>
                </a:lnTo>
                <a:lnTo>
                  <a:pt x="90" y="658"/>
                </a:lnTo>
                <a:lnTo>
                  <a:pt x="105" y="668"/>
                </a:lnTo>
                <a:lnTo>
                  <a:pt x="123" y="678"/>
                </a:lnTo>
                <a:lnTo>
                  <a:pt x="143" y="687"/>
                </a:lnTo>
                <a:lnTo>
                  <a:pt x="162" y="693"/>
                </a:lnTo>
                <a:lnTo>
                  <a:pt x="183" y="697"/>
                </a:lnTo>
                <a:lnTo>
                  <a:pt x="203" y="700"/>
                </a:lnTo>
                <a:lnTo>
                  <a:pt x="1029" y="701"/>
                </a:lnTo>
                <a:close/>
              </a:path>
            </a:pathLst>
          </a:custGeom>
          <a:gradFill>
            <a:gsLst>
              <a:gs pos="0">
                <a:schemeClr val="bg1"/>
              </a:gs>
              <a:gs pos="81000">
                <a:schemeClr val="accent1">
                  <a:lumMod val="40000"/>
                  <a:lumOff val="60000"/>
                </a:schemeClr>
              </a:gs>
            </a:gsLst>
            <a:path path="circle">
              <a:fillToRect r="100000" b="10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1" name="Freeform 582">
            <a:extLst>
              <a:ext uri="{FF2B5EF4-FFF2-40B4-BE49-F238E27FC236}">
                <a16:creationId xmlns:a16="http://schemas.microsoft.com/office/drawing/2014/main" id="{574C6F6D-1648-3A44-A07F-69D836D79109}"/>
              </a:ext>
            </a:extLst>
          </p:cNvPr>
          <p:cNvSpPr>
            <a:spLocks/>
          </p:cNvSpPr>
          <p:nvPr/>
        </p:nvSpPr>
        <p:spPr bwMode="auto">
          <a:xfrm rot="18900624">
            <a:off x="10807008" y="4773010"/>
            <a:ext cx="2353093" cy="1785464"/>
          </a:xfrm>
          <a:custGeom>
            <a:avLst/>
            <a:gdLst>
              <a:gd name="T0" fmla="*/ 23 w 456"/>
              <a:gd name="T1" fmla="*/ 176 h 346"/>
              <a:gd name="T2" fmla="*/ 1 w 456"/>
              <a:gd name="T3" fmla="*/ 139 h 346"/>
              <a:gd name="T4" fmla="*/ 5 w 456"/>
              <a:gd name="T5" fmla="*/ 98 h 346"/>
              <a:gd name="T6" fmla="*/ 36 w 456"/>
              <a:gd name="T7" fmla="*/ 59 h 346"/>
              <a:gd name="T8" fmla="*/ 112 w 456"/>
              <a:gd name="T9" fmla="*/ 15 h 346"/>
              <a:gd name="T10" fmla="*/ 100 w 456"/>
              <a:gd name="T11" fmla="*/ 53 h 346"/>
              <a:gd name="T12" fmla="*/ 105 w 456"/>
              <a:gd name="T13" fmla="*/ 92 h 346"/>
              <a:gd name="T14" fmla="*/ 124 w 456"/>
              <a:gd name="T15" fmla="*/ 143 h 346"/>
              <a:gd name="T16" fmla="*/ 138 w 456"/>
              <a:gd name="T17" fmla="*/ 136 h 346"/>
              <a:gd name="T18" fmla="*/ 139 w 456"/>
              <a:gd name="T19" fmla="*/ 96 h 346"/>
              <a:gd name="T20" fmla="*/ 130 w 456"/>
              <a:gd name="T21" fmla="*/ 41 h 346"/>
              <a:gd name="T22" fmla="*/ 151 w 456"/>
              <a:gd name="T23" fmla="*/ 15 h 346"/>
              <a:gd name="T24" fmla="*/ 211 w 456"/>
              <a:gd name="T25" fmla="*/ 1 h 346"/>
              <a:gd name="T26" fmla="*/ 244 w 456"/>
              <a:gd name="T27" fmla="*/ 9 h 346"/>
              <a:gd name="T28" fmla="*/ 215 w 456"/>
              <a:gd name="T29" fmla="*/ 34 h 346"/>
              <a:gd name="T30" fmla="*/ 207 w 456"/>
              <a:gd name="T31" fmla="*/ 59 h 346"/>
              <a:gd name="T32" fmla="*/ 205 w 456"/>
              <a:gd name="T33" fmla="*/ 125 h 346"/>
              <a:gd name="T34" fmla="*/ 220 w 456"/>
              <a:gd name="T35" fmla="*/ 121 h 346"/>
              <a:gd name="T36" fmla="*/ 248 w 456"/>
              <a:gd name="T37" fmla="*/ 74 h 346"/>
              <a:gd name="T38" fmla="*/ 272 w 456"/>
              <a:gd name="T39" fmla="*/ 45 h 346"/>
              <a:gd name="T40" fmla="*/ 304 w 456"/>
              <a:gd name="T41" fmla="*/ 32 h 346"/>
              <a:gd name="T42" fmla="*/ 336 w 456"/>
              <a:gd name="T43" fmla="*/ 47 h 346"/>
              <a:gd name="T44" fmla="*/ 303 w 456"/>
              <a:gd name="T45" fmla="*/ 76 h 346"/>
              <a:gd name="T46" fmla="*/ 295 w 456"/>
              <a:gd name="T47" fmla="*/ 97 h 346"/>
              <a:gd name="T48" fmla="*/ 304 w 456"/>
              <a:gd name="T49" fmla="*/ 115 h 346"/>
              <a:gd name="T50" fmla="*/ 335 w 456"/>
              <a:gd name="T51" fmla="*/ 90 h 346"/>
              <a:gd name="T52" fmla="*/ 383 w 456"/>
              <a:gd name="T53" fmla="*/ 66 h 346"/>
              <a:gd name="T54" fmla="*/ 441 w 456"/>
              <a:gd name="T55" fmla="*/ 93 h 346"/>
              <a:gd name="T56" fmla="*/ 447 w 456"/>
              <a:gd name="T57" fmla="*/ 107 h 346"/>
              <a:gd name="T58" fmla="*/ 422 w 456"/>
              <a:gd name="T59" fmla="*/ 120 h 346"/>
              <a:gd name="T60" fmla="*/ 404 w 456"/>
              <a:gd name="T61" fmla="*/ 145 h 346"/>
              <a:gd name="T62" fmla="*/ 354 w 456"/>
              <a:gd name="T63" fmla="*/ 189 h 346"/>
              <a:gd name="T64" fmla="*/ 292 w 456"/>
              <a:gd name="T65" fmla="*/ 174 h 346"/>
              <a:gd name="T66" fmla="*/ 251 w 456"/>
              <a:gd name="T67" fmla="*/ 174 h 346"/>
              <a:gd name="T68" fmla="*/ 244 w 456"/>
              <a:gd name="T69" fmla="*/ 188 h 346"/>
              <a:gd name="T70" fmla="*/ 266 w 456"/>
              <a:gd name="T71" fmla="*/ 206 h 346"/>
              <a:gd name="T72" fmla="*/ 317 w 456"/>
              <a:gd name="T73" fmla="*/ 213 h 346"/>
              <a:gd name="T74" fmla="*/ 334 w 456"/>
              <a:gd name="T75" fmla="*/ 243 h 346"/>
              <a:gd name="T76" fmla="*/ 294 w 456"/>
              <a:gd name="T77" fmla="*/ 288 h 346"/>
              <a:gd name="T78" fmla="*/ 215 w 456"/>
              <a:gd name="T79" fmla="*/ 242 h 346"/>
              <a:gd name="T80" fmla="*/ 192 w 456"/>
              <a:gd name="T81" fmla="*/ 242 h 346"/>
              <a:gd name="T82" fmla="*/ 196 w 456"/>
              <a:gd name="T83" fmla="*/ 261 h 346"/>
              <a:gd name="T84" fmla="*/ 232 w 456"/>
              <a:gd name="T85" fmla="*/ 278 h 346"/>
              <a:gd name="T86" fmla="*/ 271 w 456"/>
              <a:gd name="T87" fmla="*/ 305 h 346"/>
              <a:gd name="T88" fmla="*/ 220 w 456"/>
              <a:gd name="T89" fmla="*/ 336 h 346"/>
              <a:gd name="T90" fmla="*/ 164 w 456"/>
              <a:gd name="T91" fmla="*/ 329 h 346"/>
              <a:gd name="T92" fmla="*/ 130 w 456"/>
              <a:gd name="T93" fmla="*/ 259 h 346"/>
              <a:gd name="T94" fmla="*/ 118 w 456"/>
              <a:gd name="T95" fmla="*/ 224 h 346"/>
              <a:gd name="T96" fmla="*/ 103 w 456"/>
              <a:gd name="T97" fmla="*/ 220 h 346"/>
              <a:gd name="T98" fmla="*/ 95 w 456"/>
              <a:gd name="T99" fmla="*/ 245 h 346"/>
              <a:gd name="T100" fmla="*/ 128 w 456"/>
              <a:gd name="T101" fmla="*/ 321 h 346"/>
              <a:gd name="T102" fmla="*/ 93 w 456"/>
              <a:gd name="T103" fmla="*/ 345 h 346"/>
              <a:gd name="T104" fmla="*/ 47 w 456"/>
              <a:gd name="T105" fmla="*/ 327 h 346"/>
              <a:gd name="T106" fmla="*/ 25 w 456"/>
              <a:gd name="T107" fmla="*/ 292 h 346"/>
              <a:gd name="T108" fmla="*/ 24 w 456"/>
              <a:gd name="T109" fmla="*/ 252 h 346"/>
              <a:gd name="T110" fmla="*/ 55 w 456"/>
              <a:gd name="T111" fmla="*/ 207 h 346"/>
              <a:gd name="T112" fmla="*/ 65 w 456"/>
              <a:gd name="T113" fmla="*/ 191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56" h="346">
                <a:moveTo>
                  <a:pt x="59" y="184"/>
                </a:moveTo>
                <a:lnTo>
                  <a:pt x="59" y="184"/>
                </a:lnTo>
                <a:lnTo>
                  <a:pt x="46" y="180"/>
                </a:lnTo>
                <a:lnTo>
                  <a:pt x="23" y="176"/>
                </a:lnTo>
                <a:lnTo>
                  <a:pt x="23" y="176"/>
                </a:lnTo>
                <a:lnTo>
                  <a:pt x="19" y="174"/>
                </a:lnTo>
                <a:lnTo>
                  <a:pt x="17" y="173"/>
                </a:lnTo>
                <a:lnTo>
                  <a:pt x="11" y="165"/>
                </a:lnTo>
                <a:lnTo>
                  <a:pt x="5" y="154"/>
                </a:lnTo>
                <a:lnTo>
                  <a:pt x="1" y="139"/>
                </a:lnTo>
                <a:lnTo>
                  <a:pt x="0" y="132"/>
                </a:lnTo>
                <a:lnTo>
                  <a:pt x="0" y="124"/>
                </a:lnTo>
                <a:lnTo>
                  <a:pt x="1" y="115"/>
                </a:lnTo>
                <a:lnTo>
                  <a:pt x="2" y="107"/>
                </a:lnTo>
                <a:lnTo>
                  <a:pt x="5" y="98"/>
                </a:lnTo>
                <a:lnTo>
                  <a:pt x="8" y="90"/>
                </a:lnTo>
                <a:lnTo>
                  <a:pt x="14" y="82"/>
                </a:lnTo>
                <a:lnTo>
                  <a:pt x="20" y="74"/>
                </a:lnTo>
                <a:lnTo>
                  <a:pt x="20" y="74"/>
                </a:lnTo>
                <a:lnTo>
                  <a:pt x="36" y="59"/>
                </a:lnTo>
                <a:lnTo>
                  <a:pt x="52" y="47"/>
                </a:lnTo>
                <a:lnTo>
                  <a:pt x="67" y="38"/>
                </a:lnTo>
                <a:lnTo>
                  <a:pt x="81" y="29"/>
                </a:lnTo>
                <a:lnTo>
                  <a:pt x="104" y="18"/>
                </a:lnTo>
                <a:lnTo>
                  <a:pt x="112" y="15"/>
                </a:lnTo>
                <a:lnTo>
                  <a:pt x="112" y="15"/>
                </a:lnTo>
                <a:lnTo>
                  <a:pt x="109" y="22"/>
                </a:lnTo>
                <a:lnTo>
                  <a:pt x="106" y="30"/>
                </a:lnTo>
                <a:lnTo>
                  <a:pt x="103" y="41"/>
                </a:lnTo>
                <a:lnTo>
                  <a:pt x="100" y="53"/>
                </a:lnTo>
                <a:lnTo>
                  <a:pt x="100" y="66"/>
                </a:lnTo>
                <a:lnTo>
                  <a:pt x="101" y="79"/>
                </a:lnTo>
                <a:lnTo>
                  <a:pt x="103" y="85"/>
                </a:lnTo>
                <a:lnTo>
                  <a:pt x="105" y="92"/>
                </a:lnTo>
                <a:lnTo>
                  <a:pt x="105" y="92"/>
                </a:lnTo>
                <a:lnTo>
                  <a:pt x="110" y="104"/>
                </a:lnTo>
                <a:lnTo>
                  <a:pt x="115" y="116"/>
                </a:lnTo>
                <a:lnTo>
                  <a:pt x="119" y="136"/>
                </a:lnTo>
                <a:lnTo>
                  <a:pt x="123" y="142"/>
                </a:lnTo>
                <a:lnTo>
                  <a:pt x="124" y="143"/>
                </a:lnTo>
                <a:lnTo>
                  <a:pt x="127" y="144"/>
                </a:lnTo>
                <a:lnTo>
                  <a:pt x="129" y="144"/>
                </a:lnTo>
                <a:lnTo>
                  <a:pt x="132" y="143"/>
                </a:lnTo>
                <a:lnTo>
                  <a:pt x="138" y="136"/>
                </a:lnTo>
                <a:lnTo>
                  <a:pt x="138" y="136"/>
                </a:lnTo>
                <a:lnTo>
                  <a:pt x="140" y="130"/>
                </a:lnTo>
                <a:lnTo>
                  <a:pt x="141" y="125"/>
                </a:lnTo>
                <a:lnTo>
                  <a:pt x="142" y="118"/>
                </a:lnTo>
                <a:lnTo>
                  <a:pt x="142" y="110"/>
                </a:lnTo>
                <a:lnTo>
                  <a:pt x="139" y="96"/>
                </a:lnTo>
                <a:lnTo>
                  <a:pt x="135" y="79"/>
                </a:lnTo>
                <a:lnTo>
                  <a:pt x="132" y="63"/>
                </a:lnTo>
                <a:lnTo>
                  <a:pt x="130" y="56"/>
                </a:lnTo>
                <a:lnTo>
                  <a:pt x="130" y="49"/>
                </a:lnTo>
                <a:lnTo>
                  <a:pt x="130" y="41"/>
                </a:lnTo>
                <a:lnTo>
                  <a:pt x="133" y="34"/>
                </a:lnTo>
                <a:lnTo>
                  <a:pt x="135" y="28"/>
                </a:lnTo>
                <a:lnTo>
                  <a:pt x="140" y="23"/>
                </a:lnTo>
                <a:lnTo>
                  <a:pt x="140" y="23"/>
                </a:lnTo>
                <a:lnTo>
                  <a:pt x="151" y="15"/>
                </a:lnTo>
                <a:lnTo>
                  <a:pt x="163" y="7"/>
                </a:lnTo>
                <a:lnTo>
                  <a:pt x="175" y="4"/>
                </a:lnTo>
                <a:lnTo>
                  <a:pt x="187" y="1"/>
                </a:lnTo>
                <a:lnTo>
                  <a:pt x="199" y="0"/>
                </a:lnTo>
                <a:lnTo>
                  <a:pt x="211" y="1"/>
                </a:lnTo>
                <a:lnTo>
                  <a:pt x="223" y="3"/>
                </a:lnTo>
                <a:lnTo>
                  <a:pt x="236" y="5"/>
                </a:lnTo>
                <a:lnTo>
                  <a:pt x="236" y="5"/>
                </a:lnTo>
                <a:lnTo>
                  <a:pt x="243" y="7"/>
                </a:lnTo>
                <a:lnTo>
                  <a:pt x="244" y="9"/>
                </a:lnTo>
                <a:lnTo>
                  <a:pt x="243" y="11"/>
                </a:lnTo>
                <a:lnTo>
                  <a:pt x="239" y="15"/>
                </a:lnTo>
                <a:lnTo>
                  <a:pt x="232" y="18"/>
                </a:lnTo>
                <a:lnTo>
                  <a:pt x="223" y="26"/>
                </a:lnTo>
                <a:lnTo>
                  <a:pt x="215" y="34"/>
                </a:lnTo>
                <a:lnTo>
                  <a:pt x="211" y="39"/>
                </a:lnTo>
                <a:lnTo>
                  <a:pt x="209" y="45"/>
                </a:lnTo>
                <a:lnTo>
                  <a:pt x="208" y="52"/>
                </a:lnTo>
                <a:lnTo>
                  <a:pt x="207" y="59"/>
                </a:lnTo>
                <a:lnTo>
                  <a:pt x="207" y="59"/>
                </a:lnTo>
                <a:lnTo>
                  <a:pt x="207" y="76"/>
                </a:lnTo>
                <a:lnTo>
                  <a:pt x="205" y="91"/>
                </a:lnTo>
                <a:lnTo>
                  <a:pt x="203" y="114"/>
                </a:lnTo>
                <a:lnTo>
                  <a:pt x="204" y="122"/>
                </a:lnTo>
                <a:lnTo>
                  <a:pt x="205" y="125"/>
                </a:lnTo>
                <a:lnTo>
                  <a:pt x="207" y="126"/>
                </a:lnTo>
                <a:lnTo>
                  <a:pt x="209" y="126"/>
                </a:lnTo>
                <a:lnTo>
                  <a:pt x="211" y="126"/>
                </a:lnTo>
                <a:lnTo>
                  <a:pt x="220" y="121"/>
                </a:lnTo>
                <a:lnTo>
                  <a:pt x="220" y="121"/>
                </a:lnTo>
                <a:lnTo>
                  <a:pt x="228" y="113"/>
                </a:lnTo>
                <a:lnTo>
                  <a:pt x="234" y="104"/>
                </a:lnTo>
                <a:lnTo>
                  <a:pt x="240" y="93"/>
                </a:lnTo>
                <a:lnTo>
                  <a:pt x="244" y="84"/>
                </a:lnTo>
                <a:lnTo>
                  <a:pt x="248" y="74"/>
                </a:lnTo>
                <a:lnTo>
                  <a:pt x="252" y="64"/>
                </a:lnTo>
                <a:lnTo>
                  <a:pt x="257" y="56"/>
                </a:lnTo>
                <a:lnTo>
                  <a:pt x="265" y="50"/>
                </a:lnTo>
                <a:lnTo>
                  <a:pt x="265" y="50"/>
                </a:lnTo>
                <a:lnTo>
                  <a:pt x="272" y="45"/>
                </a:lnTo>
                <a:lnTo>
                  <a:pt x="279" y="40"/>
                </a:lnTo>
                <a:lnTo>
                  <a:pt x="292" y="35"/>
                </a:lnTo>
                <a:lnTo>
                  <a:pt x="301" y="32"/>
                </a:lnTo>
                <a:lnTo>
                  <a:pt x="304" y="32"/>
                </a:lnTo>
                <a:lnTo>
                  <a:pt x="304" y="32"/>
                </a:lnTo>
                <a:lnTo>
                  <a:pt x="318" y="38"/>
                </a:lnTo>
                <a:lnTo>
                  <a:pt x="329" y="43"/>
                </a:lnTo>
                <a:lnTo>
                  <a:pt x="335" y="46"/>
                </a:lnTo>
                <a:lnTo>
                  <a:pt x="335" y="46"/>
                </a:lnTo>
                <a:lnTo>
                  <a:pt x="336" y="47"/>
                </a:lnTo>
                <a:lnTo>
                  <a:pt x="335" y="49"/>
                </a:lnTo>
                <a:lnTo>
                  <a:pt x="331" y="53"/>
                </a:lnTo>
                <a:lnTo>
                  <a:pt x="318" y="63"/>
                </a:lnTo>
                <a:lnTo>
                  <a:pt x="311" y="70"/>
                </a:lnTo>
                <a:lnTo>
                  <a:pt x="303" y="76"/>
                </a:lnTo>
                <a:lnTo>
                  <a:pt x="297" y="84"/>
                </a:lnTo>
                <a:lnTo>
                  <a:pt x="296" y="87"/>
                </a:lnTo>
                <a:lnTo>
                  <a:pt x="295" y="90"/>
                </a:lnTo>
                <a:lnTo>
                  <a:pt x="295" y="90"/>
                </a:lnTo>
                <a:lnTo>
                  <a:pt x="295" y="97"/>
                </a:lnTo>
                <a:lnTo>
                  <a:pt x="295" y="103"/>
                </a:lnTo>
                <a:lnTo>
                  <a:pt x="296" y="108"/>
                </a:lnTo>
                <a:lnTo>
                  <a:pt x="297" y="113"/>
                </a:lnTo>
                <a:lnTo>
                  <a:pt x="301" y="115"/>
                </a:lnTo>
                <a:lnTo>
                  <a:pt x="304" y="115"/>
                </a:lnTo>
                <a:lnTo>
                  <a:pt x="311" y="111"/>
                </a:lnTo>
                <a:lnTo>
                  <a:pt x="317" y="105"/>
                </a:lnTo>
                <a:lnTo>
                  <a:pt x="317" y="105"/>
                </a:lnTo>
                <a:lnTo>
                  <a:pt x="325" y="97"/>
                </a:lnTo>
                <a:lnTo>
                  <a:pt x="335" y="90"/>
                </a:lnTo>
                <a:lnTo>
                  <a:pt x="344" y="84"/>
                </a:lnTo>
                <a:lnTo>
                  <a:pt x="354" y="78"/>
                </a:lnTo>
                <a:lnTo>
                  <a:pt x="371" y="69"/>
                </a:lnTo>
                <a:lnTo>
                  <a:pt x="383" y="66"/>
                </a:lnTo>
                <a:lnTo>
                  <a:pt x="383" y="66"/>
                </a:lnTo>
                <a:lnTo>
                  <a:pt x="388" y="66"/>
                </a:lnTo>
                <a:lnTo>
                  <a:pt x="394" y="68"/>
                </a:lnTo>
                <a:lnTo>
                  <a:pt x="411" y="75"/>
                </a:lnTo>
                <a:lnTo>
                  <a:pt x="441" y="93"/>
                </a:lnTo>
                <a:lnTo>
                  <a:pt x="441" y="93"/>
                </a:lnTo>
                <a:lnTo>
                  <a:pt x="451" y="98"/>
                </a:lnTo>
                <a:lnTo>
                  <a:pt x="456" y="102"/>
                </a:lnTo>
                <a:lnTo>
                  <a:pt x="456" y="103"/>
                </a:lnTo>
                <a:lnTo>
                  <a:pt x="454" y="104"/>
                </a:lnTo>
                <a:lnTo>
                  <a:pt x="447" y="107"/>
                </a:lnTo>
                <a:lnTo>
                  <a:pt x="447" y="107"/>
                </a:lnTo>
                <a:lnTo>
                  <a:pt x="441" y="109"/>
                </a:lnTo>
                <a:lnTo>
                  <a:pt x="435" y="111"/>
                </a:lnTo>
                <a:lnTo>
                  <a:pt x="428" y="116"/>
                </a:lnTo>
                <a:lnTo>
                  <a:pt x="422" y="120"/>
                </a:lnTo>
                <a:lnTo>
                  <a:pt x="416" y="126"/>
                </a:lnTo>
                <a:lnTo>
                  <a:pt x="411" y="132"/>
                </a:lnTo>
                <a:lnTo>
                  <a:pt x="406" y="138"/>
                </a:lnTo>
                <a:lnTo>
                  <a:pt x="404" y="145"/>
                </a:lnTo>
                <a:lnTo>
                  <a:pt x="404" y="145"/>
                </a:lnTo>
                <a:lnTo>
                  <a:pt x="396" y="160"/>
                </a:lnTo>
                <a:lnTo>
                  <a:pt x="388" y="176"/>
                </a:lnTo>
                <a:lnTo>
                  <a:pt x="378" y="191"/>
                </a:lnTo>
                <a:lnTo>
                  <a:pt x="378" y="191"/>
                </a:lnTo>
                <a:lnTo>
                  <a:pt x="354" y="189"/>
                </a:lnTo>
                <a:lnTo>
                  <a:pt x="334" y="185"/>
                </a:lnTo>
                <a:lnTo>
                  <a:pt x="319" y="183"/>
                </a:lnTo>
                <a:lnTo>
                  <a:pt x="319" y="183"/>
                </a:lnTo>
                <a:lnTo>
                  <a:pt x="302" y="178"/>
                </a:lnTo>
                <a:lnTo>
                  <a:pt x="292" y="174"/>
                </a:lnTo>
                <a:lnTo>
                  <a:pt x="280" y="172"/>
                </a:lnTo>
                <a:lnTo>
                  <a:pt x="269" y="171"/>
                </a:lnTo>
                <a:lnTo>
                  <a:pt x="260" y="172"/>
                </a:lnTo>
                <a:lnTo>
                  <a:pt x="255" y="172"/>
                </a:lnTo>
                <a:lnTo>
                  <a:pt x="251" y="174"/>
                </a:lnTo>
                <a:lnTo>
                  <a:pt x="249" y="177"/>
                </a:lnTo>
                <a:lnTo>
                  <a:pt x="246" y="180"/>
                </a:lnTo>
                <a:lnTo>
                  <a:pt x="246" y="180"/>
                </a:lnTo>
                <a:lnTo>
                  <a:pt x="245" y="184"/>
                </a:lnTo>
                <a:lnTo>
                  <a:pt x="244" y="188"/>
                </a:lnTo>
                <a:lnTo>
                  <a:pt x="245" y="191"/>
                </a:lnTo>
                <a:lnTo>
                  <a:pt x="246" y="194"/>
                </a:lnTo>
                <a:lnTo>
                  <a:pt x="250" y="199"/>
                </a:lnTo>
                <a:lnTo>
                  <a:pt x="257" y="202"/>
                </a:lnTo>
                <a:lnTo>
                  <a:pt x="266" y="206"/>
                </a:lnTo>
                <a:lnTo>
                  <a:pt x="275" y="208"/>
                </a:lnTo>
                <a:lnTo>
                  <a:pt x="296" y="211"/>
                </a:lnTo>
                <a:lnTo>
                  <a:pt x="296" y="211"/>
                </a:lnTo>
                <a:lnTo>
                  <a:pt x="307" y="211"/>
                </a:lnTo>
                <a:lnTo>
                  <a:pt x="317" y="213"/>
                </a:lnTo>
                <a:lnTo>
                  <a:pt x="337" y="218"/>
                </a:lnTo>
                <a:lnTo>
                  <a:pt x="356" y="224"/>
                </a:lnTo>
                <a:lnTo>
                  <a:pt x="356" y="224"/>
                </a:lnTo>
                <a:lnTo>
                  <a:pt x="344" y="234"/>
                </a:lnTo>
                <a:lnTo>
                  <a:pt x="334" y="243"/>
                </a:lnTo>
                <a:lnTo>
                  <a:pt x="323" y="253"/>
                </a:lnTo>
                <a:lnTo>
                  <a:pt x="323" y="253"/>
                </a:lnTo>
                <a:lnTo>
                  <a:pt x="303" y="276"/>
                </a:lnTo>
                <a:lnTo>
                  <a:pt x="294" y="288"/>
                </a:lnTo>
                <a:lnTo>
                  <a:pt x="294" y="288"/>
                </a:lnTo>
                <a:lnTo>
                  <a:pt x="279" y="278"/>
                </a:lnTo>
                <a:lnTo>
                  <a:pt x="246" y="259"/>
                </a:lnTo>
                <a:lnTo>
                  <a:pt x="246" y="259"/>
                </a:lnTo>
                <a:lnTo>
                  <a:pt x="230" y="248"/>
                </a:lnTo>
                <a:lnTo>
                  <a:pt x="215" y="242"/>
                </a:lnTo>
                <a:lnTo>
                  <a:pt x="208" y="240"/>
                </a:lnTo>
                <a:lnTo>
                  <a:pt x="202" y="238"/>
                </a:lnTo>
                <a:lnTo>
                  <a:pt x="197" y="240"/>
                </a:lnTo>
                <a:lnTo>
                  <a:pt x="192" y="242"/>
                </a:lnTo>
                <a:lnTo>
                  <a:pt x="192" y="242"/>
                </a:lnTo>
                <a:lnTo>
                  <a:pt x="190" y="245"/>
                </a:lnTo>
                <a:lnTo>
                  <a:pt x="188" y="248"/>
                </a:lnTo>
                <a:lnTo>
                  <a:pt x="190" y="253"/>
                </a:lnTo>
                <a:lnTo>
                  <a:pt x="192" y="257"/>
                </a:lnTo>
                <a:lnTo>
                  <a:pt x="196" y="261"/>
                </a:lnTo>
                <a:lnTo>
                  <a:pt x="202" y="266"/>
                </a:lnTo>
                <a:lnTo>
                  <a:pt x="210" y="270"/>
                </a:lnTo>
                <a:lnTo>
                  <a:pt x="220" y="275"/>
                </a:lnTo>
                <a:lnTo>
                  <a:pt x="220" y="275"/>
                </a:lnTo>
                <a:lnTo>
                  <a:pt x="232" y="278"/>
                </a:lnTo>
                <a:lnTo>
                  <a:pt x="242" y="283"/>
                </a:lnTo>
                <a:lnTo>
                  <a:pt x="257" y="294"/>
                </a:lnTo>
                <a:lnTo>
                  <a:pt x="267" y="301"/>
                </a:lnTo>
                <a:lnTo>
                  <a:pt x="271" y="305"/>
                </a:lnTo>
                <a:lnTo>
                  <a:pt x="271" y="305"/>
                </a:lnTo>
                <a:lnTo>
                  <a:pt x="251" y="319"/>
                </a:lnTo>
                <a:lnTo>
                  <a:pt x="234" y="330"/>
                </a:lnTo>
                <a:lnTo>
                  <a:pt x="227" y="334"/>
                </a:lnTo>
                <a:lnTo>
                  <a:pt x="220" y="336"/>
                </a:lnTo>
                <a:lnTo>
                  <a:pt x="220" y="336"/>
                </a:lnTo>
                <a:lnTo>
                  <a:pt x="182" y="345"/>
                </a:lnTo>
                <a:lnTo>
                  <a:pt x="182" y="345"/>
                </a:lnTo>
                <a:lnTo>
                  <a:pt x="179" y="342"/>
                </a:lnTo>
                <a:lnTo>
                  <a:pt x="170" y="335"/>
                </a:lnTo>
                <a:lnTo>
                  <a:pt x="164" y="329"/>
                </a:lnTo>
                <a:lnTo>
                  <a:pt x="158" y="321"/>
                </a:lnTo>
                <a:lnTo>
                  <a:pt x="152" y="311"/>
                </a:lnTo>
                <a:lnTo>
                  <a:pt x="147" y="299"/>
                </a:lnTo>
                <a:lnTo>
                  <a:pt x="147" y="299"/>
                </a:lnTo>
                <a:lnTo>
                  <a:pt x="130" y="259"/>
                </a:lnTo>
                <a:lnTo>
                  <a:pt x="126" y="246"/>
                </a:lnTo>
                <a:lnTo>
                  <a:pt x="122" y="234"/>
                </a:lnTo>
                <a:lnTo>
                  <a:pt x="122" y="234"/>
                </a:lnTo>
                <a:lnTo>
                  <a:pt x="121" y="229"/>
                </a:lnTo>
                <a:lnTo>
                  <a:pt x="118" y="224"/>
                </a:lnTo>
                <a:lnTo>
                  <a:pt x="116" y="220"/>
                </a:lnTo>
                <a:lnTo>
                  <a:pt x="112" y="219"/>
                </a:lnTo>
                <a:lnTo>
                  <a:pt x="109" y="218"/>
                </a:lnTo>
                <a:lnTo>
                  <a:pt x="106" y="219"/>
                </a:lnTo>
                <a:lnTo>
                  <a:pt x="103" y="220"/>
                </a:lnTo>
                <a:lnTo>
                  <a:pt x="99" y="225"/>
                </a:lnTo>
                <a:lnTo>
                  <a:pt x="99" y="225"/>
                </a:lnTo>
                <a:lnTo>
                  <a:pt x="96" y="230"/>
                </a:lnTo>
                <a:lnTo>
                  <a:pt x="95" y="237"/>
                </a:lnTo>
                <a:lnTo>
                  <a:pt x="95" y="245"/>
                </a:lnTo>
                <a:lnTo>
                  <a:pt x="96" y="253"/>
                </a:lnTo>
                <a:lnTo>
                  <a:pt x="103" y="269"/>
                </a:lnTo>
                <a:lnTo>
                  <a:pt x="109" y="284"/>
                </a:lnTo>
                <a:lnTo>
                  <a:pt x="109" y="284"/>
                </a:lnTo>
                <a:lnTo>
                  <a:pt x="128" y="321"/>
                </a:lnTo>
                <a:lnTo>
                  <a:pt x="141" y="345"/>
                </a:lnTo>
                <a:lnTo>
                  <a:pt x="141" y="345"/>
                </a:lnTo>
                <a:lnTo>
                  <a:pt x="127" y="346"/>
                </a:lnTo>
                <a:lnTo>
                  <a:pt x="111" y="346"/>
                </a:lnTo>
                <a:lnTo>
                  <a:pt x="93" y="345"/>
                </a:lnTo>
                <a:lnTo>
                  <a:pt x="83" y="342"/>
                </a:lnTo>
                <a:lnTo>
                  <a:pt x="72" y="340"/>
                </a:lnTo>
                <a:lnTo>
                  <a:pt x="64" y="338"/>
                </a:lnTo>
                <a:lnTo>
                  <a:pt x="54" y="333"/>
                </a:lnTo>
                <a:lnTo>
                  <a:pt x="47" y="327"/>
                </a:lnTo>
                <a:lnTo>
                  <a:pt x="40" y="321"/>
                </a:lnTo>
                <a:lnTo>
                  <a:pt x="34" y="312"/>
                </a:lnTo>
                <a:lnTo>
                  <a:pt x="29" y="303"/>
                </a:lnTo>
                <a:lnTo>
                  <a:pt x="29" y="303"/>
                </a:lnTo>
                <a:lnTo>
                  <a:pt x="25" y="292"/>
                </a:lnTo>
                <a:lnTo>
                  <a:pt x="24" y="282"/>
                </a:lnTo>
                <a:lnTo>
                  <a:pt x="23" y="274"/>
                </a:lnTo>
                <a:lnTo>
                  <a:pt x="22" y="265"/>
                </a:lnTo>
                <a:lnTo>
                  <a:pt x="23" y="258"/>
                </a:lnTo>
                <a:lnTo>
                  <a:pt x="24" y="252"/>
                </a:lnTo>
                <a:lnTo>
                  <a:pt x="28" y="240"/>
                </a:lnTo>
                <a:lnTo>
                  <a:pt x="34" y="229"/>
                </a:lnTo>
                <a:lnTo>
                  <a:pt x="41" y="220"/>
                </a:lnTo>
                <a:lnTo>
                  <a:pt x="48" y="213"/>
                </a:lnTo>
                <a:lnTo>
                  <a:pt x="55" y="207"/>
                </a:lnTo>
                <a:lnTo>
                  <a:pt x="55" y="207"/>
                </a:lnTo>
                <a:lnTo>
                  <a:pt x="61" y="202"/>
                </a:lnTo>
                <a:lnTo>
                  <a:pt x="64" y="197"/>
                </a:lnTo>
                <a:lnTo>
                  <a:pt x="66" y="194"/>
                </a:lnTo>
                <a:lnTo>
                  <a:pt x="65" y="191"/>
                </a:lnTo>
                <a:lnTo>
                  <a:pt x="64" y="190"/>
                </a:lnTo>
                <a:lnTo>
                  <a:pt x="63" y="188"/>
                </a:lnTo>
                <a:lnTo>
                  <a:pt x="59" y="184"/>
                </a:lnTo>
                <a:lnTo>
                  <a:pt x="59" y="184"/>
                </a:lnTo>
                <a:close/>
              </a:path>
            </a:pathLst>
          </a:custGeom>
          <a:solidFill>
            <a:srgbClr val="A5DAD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1" name="Freeform 579">
            <a:extLst>
              <a:ext uri="{FF2B5EF4-FFF2-40B4-BE49-F238E27FC236}">
                <a16:creationId xmlns:a16="http://schemas.microsoft.com/office/drawing/2014/main" id="{A5C54AD1-0C5C-6A43-8A8F-FDC534A240EE}"/>
              </a:ext>
            </a:extLst>
          </p:cNvPr>
          <p:cNvSpPr>
            <a:spLocks/>
          </p:cNvSpPr>
          <p:nvPr/>
        </p:nvSpPr>
        <p:spPr bwMode="auto">
          <a:xfrm flipH="1" flipV="1">
            <a:off x="0" y="0"/>
            <a:ext cx="5753237" cy="5169274"/>
          </a:xfrm>
          <a:custGeom>
            <a:avLst/>
            <a:gdLst>
              <a:gd name="T0" fmla="*/ 3290 w 3332"/>
              <a:gd name="T1" fmla="*/ 2991 h 2992"/>
              <a:gd name="T2" fmla="*/ 3316 w 3332"/>
              <a:gd name="T3" fmla="*/ 2976 h 2992"/>
              <a:gd name="T4" fmla="*/ 3331 w 3332"/>
              <a:gd name="T5" fmla="*/ 2950 h 2992"/>
              <a:gd name="T6" fmla="*/ 3332 w 3332"/>
              <a:gd name="T7" fmla="*/ 0 h 2992"/>
              <a:gd name="T8" fmla="*/ 3313 w 3332"/>
              <a:gd name="T9" fmla="*/ 97 h 2992"/>
              <a:gd name="T10" fmla="*/ 3288 w 3332"/>
              <a:gd name="T11" fmla="*/ 183 h 2992"/>
              <a:gd name="T12" fmla="*/ 3259 w 3332"/>
              <a:gd name="T13" fmla="*/ 258 h 2992"/>
              <a:gd name="T14" fmla="*/ 3226 w 3332"/>
              <a:gd name="T15" fmla="*/ 323 h 2992"/>
              <a:gd name="T16" fmla="*/ 3188 w 3332"/>
              <a:gd name="T17" fmla="*/ 379 h 2992"/>
              <a:gd name="T18" fmla="*/ 3148 w 3332"/>
              <a:gd name="T19" fmla="*/ 427 h 2992"/>
              <a:gd name="T20" fmla="*/ 3103 w 3332"/>
              <a:gd name="T21" fmla="*/ 468 h 2992"/>
              <a:gd name="T22" fmla="*/ 3056 w 3332"/>
              <a:gd name="T23" fmla="*/ 504 h 2992"/>
              <a:gd name="T24" fmla="*/ 2953 w 3332"/>
              <a:gd name="T25" fmla="*/ 556 h 2992"/>
              <a:gd name="T26" fmla="*/ 2843 w 3332"/>
              <a:gd name="T27" fmla="*/ 591 h 2992"/>
              <a:gd name="T28" fmla="*/ 2686 w 3332"/>
              <a:gd name="T29" fmla="*/ 623 h 2992"/>
              <a:gd name="T30" fmla="*/ 2485 w 3332"/>
              <a:gd name="T31" fmla="*/ 661 h 2992"/>
              <a:gd name="T32" fmla="*/ 2367 w 3332"/>
              <a:gd name="T33" fmla="*/ 693 h 2992"/>
              <a:gd name="T34" fmla="*/ 2290 w 3332"/>
              <a:gd name="T35" fmla="*/ 722 h 2992"/>
              <a:gd name="T36" fmla="*/ 2182 w 3332"/>
              <a:gd name="T37" fmla="*/ 776 h 2992"/>
              <a:gd name="T38" fmla="*/ 2081 w 3332"/>
              <a:gd name="T39" fmla="*/ 836 h 2992"/>
              <a:gd name="T40" fmla="*/ 1990 w 3332"/>
              <a:gd name="T41" fmla="*/ 907 h 2992"/>
              <a:gd name="T42" fmla="*/ 1904 w 3332"/>
              <a:gd name="T43" fmla="*/ 988 h 2992"/>
              <a:gd name="T44" fmla="*/ 1821 w 3332"/>
              <a:gd name="T45" fmla="*/ 1083 h 2992"/>
              <a:gd name="T46" fmla="*/ 1743 w 3332"/>
              <a:gd name="T47" fmla="*/ 1192 h 2992"/>
              <a:gd name="T48" fmla="*/ 1667 w 3332"/>
              <a:gd name="T49" fmla="*/ 1316 h 2992"/>
              <a:gd name="T50" fmla="*/ 1589 w 3332"/>
              <a:gd name="T51" fmla="*/ 1459 h 2992"/>
              <a:gd name="T52" fmla="*/ 1483 w 3332"/>
              <a:gd name="T53" fmla="*/ 1679 h 2992"/>
              <a:gd name="T54" fmla="*/ 1370 w 3332"/>
              <a:gd name="T55" fmla="*/ 1936 h 2992"/>
              <a:gd name="T56" fmla="*/ 1327 w 3332"/>
              <a:gd name="T57" fmla="*/ 2024 h 2992"/>
              <a:gd name="T58" fmla="*/ 1293 w 3332"/>
              <a:gd name="T59" fmla="*/ 2076 h 2992"/>
              <a:gd name="T60" fmla="*/ 1258 w 3332"/>
              <a:gd name="T61" fmla="*/ 2119 h 2992"/>
              <a:gd name="T62" fmla="*/ 1220 w 3332"/>
              <a:gd name="T63" fmla="*/ 2154 h 2992"/>
              <a:gd name="T64" fmla="*/ 1183 w 3332"/>
              <a:gd name="T65" fmla="*/ 2181 h 2992"/>
              <a:gd name="T66" fmla="*/ 1130 w 3332"/>
              <a:gd name="T67" fmla="*/ 2205 h 2992"/>
              <a:gd name="T68" fmla="*/ 1046 w 3332"/>
              <a:gd name="T69" fmla="*/ 2224 h 2992"/>
              <a:gd name="T70" fmla="*/ 959 w 3332"/>
              <a:gd name="T71" fmla="*/ 2225 h 2992"/>
              <a:gd name="T72" fmla="*/ 839 w 3332"/>
              <a:gd name="T73" fmla="*/ 2213 h 2992"/>
              <a:gd name="T74" fmla="*/ 716 w 3332"/>
              <a:gd name="T75" fmla="*/ 2201 h 2992"/>
              <a:gd name="T76" fmla="*/ 624 w 3332"/>
              <a:gd name="T77" fmla="*/ 2201 h 2992"/>
              <a:gd name="T78" fmla="*/ 531 w 3332"/>
              <a:gd name="T79" fmla="*/ 2218 h 2992"/>
              <a:gd name="T80" fmla="*/ 471 w 3332"/>
              <a:gd name="T81" fmla="*/ 2240 h 2992"/>
              <a:gd name="T82" fmla="*/ 373 w 3332"/>
              <a:gd name="T83" fmla="*/ 2294 h 2992"/>
              <a:gd name="T84" fmla="*/ 289 w 3332"/>
              <a:gd name="T85" fmla="*/ 2355 h 2992"/>
              <a:gd name="T86" fmla="*/ 218 w 3332"/>
              <a:gd name="T87" fmla="*/ 2421 h 2992"/>
              <a:gd name="T88" fmla="*/ 160 w 3332"/>
              <a:gd name="T89" fmla="*/ 2491 h 2992"/>
              <a:gd name="T90" fmla="*/ 111 w 3332"/>
              <a:gd name="T91" fmla="*/ 2566 h 2992"/>
              <a:gd name="T92" fmla="*/ 74 w 3332"/>
              <a:gd name="T93" fmla="*/ 2643 h 2992"/>
              <a:gd name="T94" fmla="*/ 46 w 3332"/>
              <a:gd name="T95" fmla="*/ 2720 h 2992"/>
              <a:gd name="T96" fmla="*/ 24 w 3332"/>
              <a:gd name="T97" fmla="*/ 2797 h 2992"/>
              <a:gd name="T98" fmla="*/ 4 w 3332"/>
              <a:gd name="T99" fmla="*/ 2945 h 29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332" h="2992">
                <a:moveTo>
                  <a:pt x="3279" y="2992"/>
                </a:moveTo>
                <a:lnTo>
                  <a:pt x="3279" y="2992"/>
                </a:lnTo>
                <a:lnTo>
                  <a:pt x="3290" y="2991"/>
                </a:lnTo>
                <a:lnTo>
                  <a:pt x="3299" y="2987"/>
                </a:lnTo>
                <a:lnTo>
                  <a:pt x="3309" y="2982"/>
                </a:lnTo>
                <a:lnTo>
                  <a:pt x="3316" y="2976"/>
                </a:lnTo>
                <a:lnTo>
                  <a:pt x="3324" y="2969"/>
                </a:lnTo>
                <a:lnTo>
                  <a:pt x="3328" y="2959"/>
                </a:lnTo>
                <a:lnTo>
                  <a:pt x="3331" y="2950"/>
                </a:lnTo>
                <a:lnTo>
                  <a:pt x="3332" y="2939"/>
                </a:lnTo>
                <a:lnTo>
                  <a:pt x="3332" y="0"/>
                </a:lnTo>
                <a:lnTo>
                  <a:pt x="3332" y="0"/>
                </a:lnTo>
                <a:lnTo>
                  <a:pt x="3326" y="34"/>
                </a:lnTo>
                <a:lnTo>
                  <a:pt x="3320" y="66"/>
                </a:lnTo>
                <a:lnTo>
                  <a:pt x="3313" y="97"/>
                </a:lnTo>
                <a:lnTo>
                  <a:pt x="3305" y="126"/>
                </a:lnTo>
                <a:lnTo>
                  <a:pt x="3297" y="155"/>
                </a:lnTo>
                <a:lnTo>
                  <a:pt x="3288" y="183"/>
                </a:lnTo>
                <a:lnTo>
                  <a:pt x="3279" y="208"/>
                </a:lnTo>
                <a:lnTo>
                  <a:pt x="3269" y="234"/>
                </a:lnTo>
                <a:lnTo>
                  <a:pt x="3259" y="258"/>
                </a:lnTo>
                <a:lnTo>
                  <a:pt x="3249" y="281"/>
                </a:lnTo>
                <a:lnTo>
                  <a:pt x="3238" y="303"/>
                </a:lnTo>
                <a:lnTo>
                  <a:pt x="3226" y="323"/>
                </a:lnTo>
                <a:lnTo>
                  <a:pt x="3213" y="343"/>
                </a:lnTo>
                <a:lnTo>
                  <a:pt x="3201" y="362"/>
                </a:lnTo>
                <a:lnTo>
                  <a:pt x="3188" y="379"/>
                </a:lnTo>
                <a:lnTo>
                  <a:pt x="3176" y="396"/>
                </a:lnTo>
                <a:lnTo>
                  <a:pt x="3161" y="413"/>
                </a:lnTo>
                <a:lnTo>
                  <a:pt x="3148" y="427"/>
                </a:lnTo>
                <a:lnTo>
                  <a:pt x="3134" y="442"/>
                </a:lnTo>
                <a:lnTo>
                  <a:pt x="3118" y="456"/>
                </a:lnTo>
                <a:lnTo>
                  <a:pt x="3103" y="468"/>
                </a:lnTo>
                <a:lnTo>
                  <a:pt x="3088" y="481"/>
                </a:lnTo>
                <a:lnTo>
                  <a:pt x="3072" y="493"/>
                </a:lnTo>
                <a:lnTo>
                  <a:pt x="3056" y="504"/>
                </a:lnTo>
                <a:lnTo>
                  <a:pt x="3024" y="523"/>
                </a:lnTo>
                <a:lnTo>
                  <a:pt x="2989" y="540"/>
                </a:lnTo>
                <a:lnTo>
                  <a:pt x="2953" y="556"/>
                </a:lnTo>
                <a:lnTo>
                  <a:pt x="2917" y="569"/>
                </a:lnTo>
                <a:lnTo>
                  <a:pt x="2881" y="581"/>
                </a:lnTo>
                <a:lnTo>
                  <a:pt x="2843" y="591"/>
                </a:lnTo>
                <a:lnTo>
                  <a:pt x="2805" y="600"/>
                </a:lnTo>
                <a:lnTo>
                  <a:pt x="2766" y="609"/>
                </a:lnTo>
                <a:lnTo>
                  <a:pt x="2686" y="623"/>
                </a:lnTo>
                <a:lnTo>
                  <a:pt x="2606" y="638"/>
                </a:lnTo>
                <a:lnTo>
                  <a:pt x="2525" y="652"/>
                </a:lnTo>
                <a:lnTo>
                  <a:pt x="2485" y="661"/>
                </a:lnTo>
                <a:lnTo>
                  <a:pt x="2446" y="670"/>
                </a:lnTo>
                <a:lnTo>
                  <a:pt x="2406" y="681"/>
                </a:lnTo>
                <a:lnTo>
                  <a:pt x="2367" y="693"/>
                </a:lnTo>
                <a:lnTo>
                  <a:pt x="2328" y="707"/>
                </a:lnTo>
                <a:lnTo>
                  <a:pt x="2290" y="722"/>
                </a:lnTo>
                <a:lnTo>
                  <a:pt x="2290" y="722"/>
                </a:lnTo>
                <a:lnTo>
                  <a:pt x="2253" y="739"/>
                </a:lnTo>
                <a:lnTo>
                  <a:pt x="2217" y="756"/>
                </a:lnTo>
                <a:lnTo>
                  <a:pt x="2182" y="776"/>
                </a:lnTo>
                <a:lnTo>
                  <a:pt x="2147" y="795"/>
                </a:lnTo>
                <a:lnTo>
                  <a:pt x="2114" y="815"/>
                </a:lnTo>
                <a:lnTo>
                  <a:pt x="2081" y="836"/>
                </a:lnTo>
                <a:lnTo>
                  <a:pt x="2050" y="859"/>
                </a:lnTo>
                <a:lnTo>
                  <a:pt x="2020" y="882"/>
                </a:lnTo>
                <a:lnTo>
                  <a:pt x="1990" y="907"/>
                </a:lnTo>
                <a:lnTo>
                  <a:pt x="1961" y="933"/>
                </a:lnTo>
                <a:lnTo>
                  <a:pt x="1932" y="961"/>
                </a:lnTo>
                <a:lnTo>
                  <a:pt x="1904" y="988"/>
                </a:lnTo>
                <a:lnTo>
                  <a:pt x="1876" y="1019"/>
                </a:lnTo>
                <a:lnTo>
                  <a:pt x="1849" y="1050"/>
                </a:lnTo>
                <a:lnTo>
                  <a:pt x="1821" y="1083"/>
                </a:lnTo>
                <a:lnTo>
                  <a:pt x="1796" y="1118"/>
                </a:lnTo>
                <a:lnTo>
                  <a:pt x="1769" y="1154"/>
                </a:lnTo>
                <a:lnTo>
                  <a:pt x="1743" y="1192"/>
                </a:lnTo>
                <a:lnTo>
                  <a:pt x="1717" y="1231"/>
                </a:lnTo>
                <a:lnTo>
                  <a:pt x="1692" y="1273"/>
                </a:lnTo>
                <a:lnTo>
                  <a:pt x="1667" y="1316"/>
                </a:lnTo>
                <a:lnTo>
                  <a:pt x="1640" y="1362"/>
                </a:lnTo>
                <a:lnTo>
                  <a:pt x="1615" y="1409"/>
                </a:lnTo>
                <a:lnTo>
                  <a:pt x="1589" y="1459"/>
                </a:lnTo>
                <a:lnTo>
                  <a:pt x="1563" y="1511"/>
                </a:lnTo>
                <a:lnTo>
                  <a:pt x="1536" y="1564"/>
                </a:lnTo>
                <a:lnTo>
                  <a:pt x="1483" y="1679"/>
                </a:lnTo>
                <a:lnTo>
                  <a:pt x="1427" y="1802"/>
                </a:lnTo>
                <a:lnTo>
                  <a:pt x="1370" y="1936"/>
                </a:lnTo>
                <a:lnTo>
                  <a:pt x="1370" y="1936"/>
                </a:lnTo>
                <a:lnTo>
                  <a:pt x="1349" y="1982"/>
                </a:lnTo>
                <a:lnTo>
                  <a:pt x="1338" y="2003"/>
                </a:lnTo>
                <a:lnTo>
                  <a:pt x="1327" y="2024"/>
                </a:lnTo>
                <a:lnTo>
                  <a:pt x="1316" y="2042"/>
                </a:lnTo>
                <a:lnTo>
                  <a:pt x="1305" y="2060"/>
                </a:lnTo>
                <a:lnTo>
                  <a:pt x="1293" y="2076"/>
                </a:lnTo>
                <a:lnTo>
                  <a:pt x="1282" y="2091"/>
                </a:lnTo>
                <a:lnTo>
                  <a:pt x="1270" y="2106"/>
                </a:lnTo>
                <a:lnTo>
                  <a:pt x="1258" y="2119"/>
                </a:lnTo>
                <a:lnTo>
                  <a:pt x="1246" y="2132"/>
                </a:lnTo>
                <a:lnTo>
                  <a:pt x="1234" y="2143"/>
                </a:lnTo>
                <a:lnTo>
                  <a:pt x="1220" y="2154"/>
                </a:lnTo>
                <a:lnTo>
                  <a:pt x="1208" y="2164"/>
                </a:lnTo>
                <a:lnTo>
                  <a:pt x="1195" y="2172"/>
                </a:lnTo>
                <a:lnTo>
                  <a:pt x="1183" y="2181"/>
                </a:lnTo>
                <a:lnTo>
                  <a:pt x="1170" y="2188"/>
                </a:lnTo>
                <a:lnTo>
                  <a:pt x="1156" y="2194"/>
                </a:lnTo>
                <a:lnTo>
                  <a:pt x="1130" y="2205"/>
                </a:lnTo>
                <a:lnTo>
                  <a:pt x="1102" y="2213"/>
                </a:lnTo>
                <a:lnTo>
                  <a:pt x="1074" y="2219"/>
                </a:lnTo>
                <a:lnTo>
                  <a:pt x="1046" y="2224"/>
                </a:lnTo>
                <a:lnTo>
                  <a:pt x="1017" y="2225"/>
                </a:lnTo>
                <a:lnTo>
                  <a:pt x="988" y="2227"/>
                </a:lnTo>
                <a:lnTo>
                  <a:pt x="959" y="2225"/>
                </a:lnTo>
                <a:lnTo>
                  <a:pt x="930" y="2223"/>
                </a:lnTo>
                <a:lnTo>
                  <a:pt x="900" y="2221"/>
                </a:lnTo>
                <a:lnTo>
                  <a:pt x="839" y="2213"/>
                </a:lnTo>
                <a:lnTo>
                  <a:pt x="778" y="2207"/>
                </a:lnTo>
                <a:lnTo>
                  <a:pt x="748" y="2204"/>
                </a:lnTo>
                <a:lnTo>
                  <a:pt x="716" y="2201"/>
                </a:lnTo>
                <a:lnTo>
                  <a:pt x="686" y="2200"/>
                </a:lnTo>
                <a:lnTo>
                  <a:pt x="654" y="2200"/>
                </a:lnTo>
                <a:lnTo>
                  <a:pt x="624" y="2201"/>
                </a:lnTo>
                <a:lnTo>
                  <a:pt x="593" y="2205"/>
                </a:lnTo>
                <a:lnTo>
                  <a:pt x="563" y="2210"/>
                </a:lnTo>
                <a:lnTo>
                  <a:pt x="531" y="2218"/>
                </a:lnTo>
                <a:lnTo>
                  <a:pt x="501" y="2228"/>
                </a:lnTo>
                <a:lnTo>
                  <a:pt x="471" y="2240"/>
                </a:lnTo>
                <a:lnTo>
                  <a:pt x="471" y="2240"/>
                </a:lnTo>
                <a:lnTo>
                  <a:pt x="437" y="2257"/>
                </a:lnTo>
                <a:lnTo>
                  <a:pt x="404" y="2275"/>
                </a:lnTo>
                <a:lnTo>
                  <a:pt x="373" y="2294"/>
                </a:lnTo>
                <a:lnTo>
                  <a:pt x="344" y="2314"/>
                </a:lnTo>
                <a:lnTo>
                  <a:pt x="316" y="2333"/>
                </a:lnTo>
                <a:lnTo>
                  <a:pt x="289" y="2355"/>
                </a:lnTo>
                <a:lnTo>
                  <a:pt x="264" y="2377"/>
                </a:lnTo>
                <a:lnTo>
                  <a:pt x="241" y="2398"/>
                </a:lnTo>
                <a:lnTo>
                  <a:pt x="218" y="2421"/>
                </a:lnTo>
                <a:lnTo>
                  <a:pt x="197" y="2444"/>
                </a:lnTo>
                <a:lnTo>
                  <a:pt x="178" y="2467"/>
                </a:lnTo>
                <a:lnTo>
                  <a:pt x="160" y="2491"/>
                </a:lnTo>
                <a:lnTo>
                  <a:pt x="143" y="2517"/>
                </a:lnTo>
                <a:lnTo>
                  <a:pt x="126" y="2541"/>
                </a:lnTo>
                <a:lnTo>
                  <a:pt x="111" y="2566"/>
                </a:lnTo>
                <a:lnTo>
                  <a:pt x="98" y="2592"/>
                </a:lnTo>
                <a:lnTo>
                  <a:pt x="86" y="2617"/>
                </a:lnTo>
                <a:lnTo>
                  <a:pt x="74" y="2643"/>
                </a:lnTo>
                <a:lnTo>
                  <a:pt x="64" y="2668"/>
                </a:lnTo>
                <a:lnTo>
                  <a:pt x="55" y="2695"/>
                </a:lnTo>
                <a:lnTo>
                  <a:pt x="46" y="2720"/>
                </a:lnTo>
                <a:lnTo>
                  <a:pt x="38" y="2745"/>
                </a:lnTo>
                <a:lnTo>
                  <a:pt x="32" y="2772"/>
                </a:lnTo>
                <a:lnTo>
                  <a:pt x="24" y="2797"/>
                </a:lnTo>
                <a:lnTo>
                  <a:pt x="15" y="2848"/>
                </a:lnTo>
                <a:lnTo>
                  <a:pt x="7" y="2898"/>
                </a:lnTo>
                <a:lnTo>
                  <a:pt x="4" y="2945"/>
                </a:lnTo>
                <a:lnTo>
                  <a:pt x="0" y="2992"/>
                </a:lnTo>
                <a:lnTo>
                  <a:pt x="3279" y="29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9943BB4E-4AA2-6141-9EC1-BBD35FA17B5F}"/>
              </a:ext>
            </a:extLst>
          </p:cNvPr>
          <p:cNvGrpSpPr/>
          <p:nvPr/>
        </p:nvGrpSpPr>
        <p:grpSpPr>
          <a:xfrm>
            <a:off x="41940" y="5519805"/>
            <a:ext cx="2171684" cy="1306719"/>
            <a:chOff x="9915526" y="1892300"/>
            <a:chExt cx="1116012" cy="671513"/>
          </a:xfrm>
          <a:solidFill>
            <a:schemeClr val="accent1"/>
          </a:solidFill>
        </p:grpSpPr>
        <p:sp>
          <p:nvSpPr>
            <p:cNvPr id="144" name="Freeform 80">
              <a:extLst>
                <a:ext uri="{FF2B5EF4-FFF2-40B4-BE49-F238E27FC236}">
                  <a16:creationId xmlns:a16="http://schemas.microsoft.com/office/drawing/2014/main" id="{83EF3FDC-A7B4-A445-A0CD-3B6EC0241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81">
              <a:extLst>
                <a:ext uri="{FF2B5EF4-FFF2-40B4-BE49-F238E27FC236}">
                  <a16:creationId xmlns:a16="http://schemas.microsoft.com/office/drawing/2014/main" id="{26BE76E7-44CE-3E40-B84F-243E0340E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82">
              <a:extLst>
                <a:ext uri="{FF2B5EF4-FFF2-40B4-BE49-F238E27FC236}">
                  <a16:creationId xmlns:a16="http://schemas.microsoft.com/office/drawing/2014/main" id="{193EDC8D-DB7C-FF40-9F97-5E65872AA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83">
              <a:extLst>
                <a:ext uri="{FF2B5EF4-FFF2-40B4-BE49-F238E27FC236}">
                  <a16:creationId xmlns:a16="http://schemas.microsoft.com/office/drawing/2014/main" id="{DF8BEE23-5E8D-214A-913E-2F6515D36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84">
              <a:extLst>
                <a:ext uri="{FF2B5EF4-FFF2-40B4-BE49-F238E27FC236}">
                  <a16:creationId xmlns:a16="http://schemas.microsoft.com/office/drawing/2014/main" id="{A716176F-258F-124E-8D2E-A3A2F5BEC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85">
              <a:extLst>
                <a:ext uri="{FF2B5EF4-FFF2-40B4-BE49-F238E27FC236}">
                  <a16:creationId xmlns:a16="http://schemas.microsoft.com/office/drawing/2014/main" id="{F00C980D-6AE2-4740-8964-2C61F7406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86">
              <a:extLst>
                <a:ext uri="{FF2B5EF4-FFF2-40B4-BE49-F238E27FC236}">
                  <a16:creationId xmlns:a16="http://schemas.microsoft.com/office/drawing/2014/main" id="{50777CF9-C39F-AD4A-9071-6E13D92A2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87">
              <a:extLst>
                <a:ext uri="{FF2B5EF4-FFF2-40B4-BE49-F238E27FC236}">
                  <a16:creationId xmlns:a16="http://schemas.microsoft.com/office/drawing/2014/main" id="{9494930A-7A9B-4049-AE0B-3C3E72CD3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88">
              <a:extLst>
                <a:ext uri="{FF2B5EF4-FFF2-40B4-BE49-F238E27FC236}">
                  <a16:creationId xmlns:a16="http://schemas.microsoft.com/office/drawing/2014/main" id="{AC54ED67-68B8-9745-8BAA-C5B957A32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89">
              <a:extLst>
                <a:ext uri="{FF2B5EF4-FFF2-40B4-BE49-F238E27FC236}">
                  <a16:creationId xmlns:a16="http://schemas.microsoft.com/office/drawing/2014/main" id="{DFC0777A-07C7-174C-B676-B9FF5F80A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90">
              <a:extLst>
                <a:ext uri="{FF2B5EF4-FFF2-40B4-BE49-F238E27FC236}">
                  <a16:creationId xmlns:a16="http://schemas.microsoft.com/office/drawing/2014/main" id="{04322974-7030-3848-97BA-9ED2B91B0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91">
              <a:extLst>
                <a:ext uri="{FF2B5EF4-FFF2-40B4-BE49-F238E27FC236}">
                  <a16:creationId xmlns:a16="http://schemas.microsoft.com/office/drawing/2014/main" id="{469DEE49-87A4-D14E-9934-8175C3E5F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92">
              <a:extLst>
                <a:ext uri="{FF2B5EF4-FFF2-40B4-BE49-F238E27FC236}">
                  <a16:creationId xmlns:a16="http://schemas.microsoft.com/office/drawing/2014/main" id="{70F18EB9-FAAE-5642-94D2-9650EE03A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93">
              <a:extLst>
                <a:ext uri="{FF2B5EF4-FFF2-40B4-BE49-F238E27FC236}">
                  <a16:creationId xmlns:a16="http://schemas.microsoft.com/office/drawing/2014/main" id="{4D0F9CEC-0B67-5545-9074-127899C5C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94">
              <a:extLst>
                <a:ext uri="{FF2B5EF4-FFF2-40B4-BE49-F238E27FC236}">
                  <a16:creationId xmlns:a16="http://schemas.microsoft.com/office/drawing/2014/main" id="{F9272213-390A-FB4E-B045-0C4B7C192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95">
              <a:extLst>
                <a:ext uri="{FF2B5EF4-FFF2-40B4-BE49-F238E27FC236}">
                  <a16:creationId xmlns:a16="http://schemas.microsoft.com/office/drawing/2014/main" id="{3F9F0F66-D040-344C-AF6C-E4A5C4F92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96">
              <a:extLst>
                <a:ext uri="{FF2B5EF4-FFF2-40B4-BE49-F238E27FC236}">
                  <a16:creationId xmlns:a16="http://schemas.microsoft.com/office/drawing/2014/main" id="{826E29B8-B4F6-DA47-B5A4-5F7F23CC7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97">
              <a:extLst>
                <a:ext uri="{FF2B5EF4-FFF2-40B4-BE49-F238E27FC236}">
                  <a16:creationId xmlns:a16="http://schemas.microsoft.com/office/drawing/2014/main" id="{CEAC5883-7BA8-B94C-9E6D-1563099AA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98">
              <a:extLst>
                <a:ext uri="{FF2B5EF4-FFF2-40B4-BE49-F238E27FC236}">
                  <a16:creationId xmlns:a16="http://schemas.microsoft.com/office/drawing/2014/main" id="{E27D3A73-7F85-4644-AC3B-8D097B4EE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99">
              <a:extLst>
                <a:ext uri="{FF2B5EF4-FFF2-40B4-BE49-F238E27FC236}">
                  <a16:creationId xmlns:a16="http://schemas.microsoft.com/office/drawing/2014/main" id="{CD86EA57-130B-6846-B811-0F23496B2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00">
              <a:extLst>
                <a:ext uri="{FF2B5EF4-FFF2-40B4-BE49-F238E27FC236}">
                  <a16:creationId xmlns:a16="http://schemas.microsoft.com/office/drawing/2014/main" id="{D1E940F3-2816-E64C-BC98-CA65B2EF6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01">
              <a:extLst>
                <a:ext uri="{FF2B5EF4-FFF2-40B4-BE49-F238E27FC236}">
                  <a16:creationId xmlns:a16="http://schemas.microsoft.com/office/drawing/2014/main" id="{72EA9730-7C0B-DF43-AACD-F4257C7DE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02">
              <a:extLst>
                <a:ext uri="{FF2B5EF4-FFF2-40B4-BE49-F238E27FC236}">
                  <a16:creationId xmlns:a16="http://schemas.microsoft.com/office/drawing/2014/main" id="{B021A4B0-DAC0-DD41-92CF-489350C4C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03">
              <a:extLst>
                <a:ext uri="{FF2B5EF4-FFF2-40B4-BE49-F238E27FC236}">
                  <a16:creationId xmlns:a16="http://schemas.microsoft.com/office/drawing/2014/main" id="{AF8E2172-1BB8-7F47-B508-CA215EA68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04">
              <a:extLst>
                <a:ext uri="{FF2B5EF4-FFF2-40B4-BE49-F238E27FC236}">
                  <a16:creationId xmlns:a16="http://schemas.microsoft.com/office/drawing/2014/main" id="{A66BBFF4-6029-A046-A452-DF33BE037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05">
              <a:extLst>
                <a:ext uri="{FF2B5EF4-FFF2-40B4-BE49-F238E27FC236}">
                  <a16:creationId xmlns:a16="http://schemas.microsoft.com/office/drawing/2014/main" id="{52890172-DD4A-5A4D-B9F5-62B9D92F3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06">
              <a:extLst>
                <a:ext uri="{FF2B5EF4-FFF2-40B4-BE49-F238E27FC236}">
                  <a16:creationId xmlns:a16="http://schemas.microsoft.com/office/drawing/2014/main" id="{77226D2E-5AB4-944D-A001-3CE6276B6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07">
              <a:extLst>
                <a:ext uri="{FF2B5EF4-FFF2-40B4-BE49-F238E27FC236}">
                  <a16:creationId xmlns:a16="http://schemas.microsoft.com/office/drawing/2014/main" id="{FA8AC5BA-E215-8440-9FC1-F8256B4C8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08">
              <a:extLst>
                <a:ext uri="{FF2B5EF4-FFF2-40B4-BE49-F238E27FC236}">
                  <a16:creationId xmlns:a16="http://schemas.microsoft.com/office/drawing/2014/main" id="{6267E183-9366-0B40-AEE0-89A8689FD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09">
              <a:extLst>
                <a:ext uri="{FF2B5EF4-FFF2-40B4-BE49-F238E27FC236}">
                  <a16:creationId xmlns:a16="http://schemas.microsoft.com/office/drawing/2014/main" id="{0CBA07DC-628E-444F-B01B-54FEE9171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10">
              <a:extLst>
                <a:ext uri="{FF2B5EF4-FFF2-40B4-BE49-F238E27FC236}">
                  <a16:creationId xmlns:a16="http://schemas.microsoft.com/office/drawing/2014/main" id="{B25B8367-FA39-5C47-8C15-AE036C45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111">
              <a:extLst>
                <a:ext uri="{FF2B5EF4-FFF2-40B4-BE49-F238E27FC236}">
                  <a16:creationId xmlns:a16="http://schemas.microsoft.com/office/drawing/2014/main" id="{58E1A796-0A23-4743-9850-22D39722C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112">
              <a:extLst>
                <a:ext uri="{FF2B5EF4-FFF2-40B4-BE49-F238E27FC236}">
                  <a16:creationId xmlns:a16="http://schemas.microsoft.com/office/drawing/2014/main" id="{69090A2F-1E1C-2F4B-9994-E8E0EA361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113">
              <a:extLst>
                <a:ext uri="{FF2B5EF4-FFF2-40B4-BE49-F238E27FC236}">
                  <a16:creationId xmlns:a16="http://schemas.microsoft.com/office/drawing/2014/main" id="{DF8576F6-BEA6-ED47-9E30-6E053231A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114">
              <a:extLst>
                <a:ext uri="{FF2B5EF4-FFF2-40B4-BE49-F238E27FC236}">
                  <a16:creationId xmlns:a16="http://schemas.microsoft.com/office/drawing/2014/main" id="{E6EDE4F1-177A-0144-8619-50018DA08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115">
              <a:extLst>
                <a:ext uri="{FF2B5EF4-FFF2-40B4-BE49-F238E27FC236}">
                  <a16:creationId xmlns:a16="http://schemas.microsoft.com/office/drawing/2014/main" id="{DD28DC1E-74A3-EF46-8A00-4E3B5CF31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116">
              <a:extLst>
                <a:ext uri="{FF2B5EF4-FFF2-40B4-BE49-F238E27FC236}">
                  <a16:creationId xmlns:a16="http://schemas.microsoft.com/office/drawing/2014/main" id="{71D656BA-2E1E-2142-9C63-86AEF2BF2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117">
              <a:extLst>
                <a:ext uri="{FF2B5EF4-FFF2-40B4-BE49-F238E27FC236}">
                  <a16:creationId xmlns:a16="http://schemas.microsoft.com/office/drawing/2014/main" id="{F727CDD0-2B54-184F-B77B-E3507BAC9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118">
              <a:extLst>
                <a:ext uri="{FF2B5EF4-FFF2-40B4-BE49-F238E27FC236}">
                  <a16:creationId xmlns:a16="http://schemas.microsoft.com/office/drawing/2014/main" id="{E62DDF7C-7F3B-F94D-8F04-36A9F2C61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119">
              <a:extLst>
                <a:ext uri="{FF2B5EF4-FFF2-40B4-BE49-F238E27FC236}">
                  <a16:creationId xmlns:a16="http://schemas.microsoft.com/office/drawing/2014/main" id="{9A40F77B-F1CB-C84A-A4BF-BDCD94FC6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120">
              <a:extLst>
                <a:ext uri="{FF2B5EF4-FFF2-40B4-BE49-F238E27FC236}">
                  <a16:creationId xmlns:a16="http://schemas.microsoft.com/office/drawing/2014/main" id="{1A3D8DAA-DC29-704E-AD7B-54EED8D69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121">
              <a:extLst>
                <a:ext uri="{FF2B5EF4-FFF2-40B4-BE49-F238E27FC236}">
                  <a16:creationId xmlns:a16="http://schemas.microsoft.com/office/drawing/2014/main" id="{5349BD92-F392-394F-8DF8-E1D40F853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122">
              <a:extLst>
                <a:ext uri="{FF2B5EF4-FFF2-40B4-BE49-F238E27FC236}">
                  <a16:creationId xmlns:a16="http://schemas.microsoft.com/office/drawing/2014/main" id="{E1852D53-3A25-9C49-B5C7-690B8D7B3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123">
              <a:extLst>
                <a:ext uri="{FF2B5EF4-FFF2-40B4-BE49-F238E27FC236}">
                  <a16:creationId xmlns:a16="http://schemas.microsoft.com/office/drawing/2014/main" id="{EBF296F3-938E-BF4F-9FC6-1ADBDB9DC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124">
              <a:extLst>
                <a:ext uri="{FF2B5EF4-FFF2-40B4-BE49-F238E27FC236}">
                  <a16:creationId xmlns:a16="http://schemas.microsoft.com/office/drawing/2014/main" id="{5406BCAC-AAF7-0545-BC1B-2775C69B5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125">
              <a:extLst>
                <a:ext uri="{FF2B5EF4-FFF2-40B4-BE49-F238E27FC236}">
                  <a16:creationId xmlns:a16="http://schemas.microsoft.com/office/drawing/2014/main" id="{11D5D358-1320-1249-A881-967AAA9F2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126">
              <a:extLst>
                <a:ext uri="{FF2B5EF4-FFF2-40B4-BE49-F238E27FC236}">
                  <a16:creationId xmlns:a16="http://schemas.microsoft.com/office/drawing/2014/main" id="{DDE42B94-348F-814E-BB9B-FF3CE5B22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127">
              <a:extLst>
                <a:ext uri="{FF2B5EF4-FFF2-40B4-BE49-F238E27FC236}">
                  <a16:creationId xmlns:a16="http://schemas.microsoft.com/office/drawing/2014/main" id="{60C3F61F-A71D-8C44-887E-9EC83797A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128">
              <a:extLst>
                <a:ext uri="{FF2B5EF4-FFF2-40B4-BE49-F238E27FC236}">
                  <a16:creationId xmlns:a16="http://schemas.microsoft.com/office/drawing/2014/main" id="{09F899E2-FAD0-EB40-B6E5-8640BD965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129">
              <a:extLst>
                <a:ext uri="{FF2B5EF4-FFF2-40B4-BE49-F238E27FC236}">
                  <a16:creationId xmlns:a16="http://schemas.microsoft.com/office/drawing/2014/main" id="{C868A57A-6122-A344-86E5-DA9CE606D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130">
              <a:extLst>
                <a:ext uri="{FF2B5EF4-FFF2-40B4-BE49-F238E27FC236}">
                  <a16:creationId xmlns:a16="http://schemas.microsoft.com/office/drawing/2014/main" id="{0021C601-B674-B649-A2F9-27605E076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131">
              <a:extLst>
                <a:ext uri="{FF2B5EF4-FFF2-40B4-BE49-F238E27FC236}">
                  <a16:creationId xmlns:a16="http://schemas.microsoft.com/office/drawing/2014/main" id="{5E51E653-9E05-104B-B6A5-2A4AF7464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132">
              <a:extLst>
                <a:ext uri="{FF2B5EF4-FFF2-40B4-BE49-F238E27FC236}">
                  <a16:creationId xmlns:a16="http://schemas.microsoft.com/office/drawing/2014/main" id="{A21CC13B-3D05-A74A-95A3-49D2F5084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133">
              <a:extLst>
                <a:ext uri="{FF2B5EF4-FFF2-40B4-BE49-F238E27FC236}">
                  <a16:creationId xmlns:a16="http://schemas.microsoft.com/office/drawing/2014/main" id="{E93EDF27-AB93-DD46-B908-850DA57FF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134">
              <a:extLst>
                <a:ext uri="{FF2B5EF4-FFF2-40B4-BE49-F238E27FC236}">
                  <a16:creationId xmlns:a16="http://schemas.microsoft.com/office/drawing/2014/main" id="{8E3B5478-36F3-BE4A-9A88-D5A34708A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135">
              <a:extLst>
                <a:ext uri="{FF2B5EF4-FFF2-40B4-BE49-F238E27FC236}">
                  <a16:creationId xmlns:a16="http://schemas.microsoft.com/office/drawing/2014/main" id="{38EC9E9A-3366-8B47-A043-7808E95D3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136">
              <a:extLst>
                <a:ext uri="{FF2B5EF4-FFF2-40B4-BE49-F238E27FC236}">
                  <a16:creationId xmlns:a16="http://schemas.microsoft.com/office/drawing/2014/main" id="{D6CF889A-048A-3240-A0B7-20EC2A5A9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137">
              <a:extLst>
                <a:ext uri="{FF2B5EF4-FFF2-40B4-BE49-F238E27FC236}">
                  <a16:creationId xmlns:a16="http://schemas.microsoft.com/office/drawing/2014/main" id="{34F13F32-AB2D-1444-A613-6A4BBCCFA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138">
              <a:extLst>
                <a:ext uri="{FF2B5EF4-FFF2-40B4-BE49-F238E27FC236}">
                  <a16:creationId xmlns:a16="http://schemas.microsoft.com/office/drawing/2014/main" id="{DDA42C5E-3DC5-1049-9B83-3C3240787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139">
              <a:extLst>
                <a:ext uri="{FF2B5EF4-FFF2-40B4-BE49-F238E27FC236}">
                  <a16:creationId xmlns:a16="http://schemas.microsoft.com/office/drawing/2014/main" id="{9D58E95D-2760-A640-971F-DCE15A72E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140">
              <a:extLst>
                <a:ext uri="{FF2B5EF4-FFF2-40B4-BE49-F238E27FC236}">
                  <a16:creationId xmlns:a16="http://schemas.microsoft.com/office/drawing/2014/main" id="{C5F5F620-7293-C543-AB0A-AF8E369EA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141">
              <a:extLst>
                <a:ext uri="{FF2B5EF4-FFF2-40B4-BE49-F238E27FC236}">
                  <a16:creationId xmlns:a16="http://schemas.microsoft.com/office/drawing/2014/main" id="{1DE071ED-0996-814E-8A00-1A3B0D629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142">
              <a:extLst>
                <a:ext uri="{FF2B5EF4-FFF2-40B4-BE49-F238E27FC236}">
                  <a16:creationId xmlns:a16="http://schemas.microsoft.com/office/drawing/2014/main" id="{D6D0F04D-71DE-1943-BA2F-12EEDAFF2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143">
              <a:extLst>
                <a:ext uri="{FF2B5EF4-FFF2-40B4-BE49-F238E27FC236}">
                  <a16:creationId xmlns:a16="http://schemas.microsoft.com/office/drawing/2014/main" id="{7239C5EA-BB5F-494B-9CD3-4818D6BB0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144">
              <a:extLst>
                <a:ext uri="{FF2B5EF4-FFF2-40B4-BE49-F238E27FC236}">
                  <a16:creationId xmlns:a16="http://schemas.microsoft.com/office/drawing/2014/main" id="{093B9F5A-EB9F-5149-940C-508795CA3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145">
              <a:extLst>
                <a:ext uri="{FF2B5EF4-FFF2-40B4-BE49-F238E27FC236}">
                  <a16:creationId xmlns:a16="http://schemas.microsoft.com/office/drawing/2014/main" id="{33EA5BD6-5BE7-3348-875B-8D7F2732C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146">
              <a:extLst>
                <a:ext uri="{FF2B5EF4-FFF2-40B4-BE49-F238E27FC236}">
                  <a16:creationId xmlns:a16="http://schemas.microsoft.com/office/drawing/2014/main" id="{5482D2C0-AD30-F747-98A8-FD92F189A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147">
              <a:extLst>
                <a:ext uri="{FF2B5EF4-FFF2-40B4-BE49-F238E27FC236}">
                  <a16:creationId xmlns:a16="http://schemas.microsoft.com/office/drawing/2014/main" id="{BC73CF19-E8F3-384D-97C2-E2E964A74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148">
              <a:extLst>
                <a:ext uri="{FF2B5EF4-FFF2-40B4-BE49-F238E27FC236}">
                  <a16:creationId xmlns:a16="http://schemas.microsoft.com/office/drawing/2014/main" id="{E3765C42-A982-9744-8C29-CD063393D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149">
              <a:extLst>
                <a:ext uri="{FF2B5EF4-FFF2-40B4-BE49-F238E27FC236}">
                  <a16:creationId xmlns:a16="http://schemas.microsoft.com/office/drawing/2014/main" id="{7FBA97DF-C691-A548-99E4-625348E4B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150">
              <a:extLst>
                <a:ext uri="{FF2B5EF4-FFF2-40B4-BE49-F238E27FC236}">
                  <a16:creationId xmlns:a16="http://schemas.microsoft.com/office/drawing/2014/main" id="{DC8C19C8-EDD5-E542-9748-BF30C492E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151">
              <a:extLst>
                <a:ext uri="{FF2B5EF4-FFF2-40B4-BE49-F238E27FC236}">
                  <a16:creationId xmlns:a16="http://schemas.microsoft.com/office/drawing/2014/main" id="{C046699D-DFD2-8441-99E4-6F0936BAC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152">
              <a:extLst>
                <a:ext uri="{FF2B5EF4-FFF2-40B4-BE49-F238E27FC236}">
                  <a16:creationId xmlns:a16="http://schemas.microsoft.com/office/drawing/2014/main" id="{AEDE3847-85B2-0040-9A15-7518F8ED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153">
              <a:extLst>
                <a:ext uri="{FF2B5EF4-FFF2-40B4-BE49-F238E27FC236}">
                  <a16:creationId xmlns:a16="http://schemas.microsoft.com/office/drawing/2014/main" id="{0AFA462D-C3BE-0340-9E77-E7FFA7BEE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154">
              <a:extLst>
                <a:ext uri="{FF2B5EF4-FFF2-40B4-BE49-F238E27FC236}">
                  <a16:creationId xmlns:a16="http://schemas.microsoft.com/office/drawing/2014/main" id="{AD7AE088-FAE0-2B4B-ADC6-285AFC16F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155">
              <a:extLst>
                <a:ext uri="{FF2B5EF4-FFF2-40B4-BE49-F238E27FC236}">
                  <a16:creationId xmlns:a16="http://schemas.microsoft.com/office/drawing/2014/main" id="{AA0AAB4C-B445-694D-B487-440EB9C0A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156">
              <a:extLst>
                <a:ext uri="{FF2B5EF4-FFF2-40B4-BE49-F238E27FC236}">
                  <a16:creationId xmlns:a16="http://schemas.microsoft.com/office/drawing/2014/main" id="{45E17B6D-9F2E-9F4C-9EA0-7C4C9DC8D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157">
              <a:extLst>
                <a:ext uri="{FF2B5EF4-FFF2-40B4-BE49-F238E27FC236}">
                  <a16:creationId xmlns:a16="http://schemas.microsoft.com/office/drawing/2014/main" id="{65F4D3EC-D481-4046-9CC4-60E32C8F8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158">
              <a:extLst>
                <a:ext uri="{FF2B5EF4-FFF2-40B4-BE49-F238E27FC236}">
                  <a16:creationId xmlns:a16="http://schemas.microsoft.com/office/drawing/2014/main" id="{1FE09BE1-08F2-364E-9A4A-449824E82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159">
              <a:extLst>
                <a:ext uri="{FF2B5EF4-FFF2-40B4-BE49-F238E27FC236}">
                  <a16:creationId xmlns:a16="http://schemas.microsoft.com/office/drawing/2014/main" id="{191A8B31-F576-B048-B082-097E34B65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160">
              <a:extLst>
                <a:ext uri="{FF2B5EF4-FFF2-40B4-BE49-F238E27FC236}">
                  <a16:creationId xmlns:a16="http://schemas.microsoft.com/office/drawing/2014/main" id="{0D682595-FC7F-4649-9BE1-C2108501D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161">
              <a:extLst>
                <a:ext uri="{FF2B5EF4-FFF2-40B4-BE49-F238E27FC236}">
                  <a16:creationId xmlns:a16="http://schemas.microsoft.com/office/drawing/2014/main" id="{43634E8F-D936-F444-86D5-934D85DC6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162">
              <a:extLst>
                <a:ext uri="{FF2B5EF4-FFF2-40B4-BE49-F238E27FC236}">
                  <a16:creationId xmlns:a16="http://schemas.microsoft.com/office/drawing/2014/main" id="{4273A769-CD0A-BD49-9C28-499B9468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163">
              <a:extLst>
                <a:ext uri="{FF2B5EF4-FFF2-40B4-BE49-F238E27FC236}">
                  <a16:creationId xmlns:a16="http://schemas.microsoft.com/office/drawing/2014/main" id="{706A2207-B568-FF46-AE16-4D817557C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235">
              <a:extLst>
                <a:ext uri="{FF2B5EF4-FFF2-40B4-BE49-F238E27FC236}">
                  <a16:creationId xmlns:a16="http://schemas.microsoft.com/office/drawing/2014/main" id="{7B5691F3-685E-AF47-9246-82581CC67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242">
              <a:extLst>
                <a:ext uri="{FF2B5EF4-FFF2-40B4-BE49-F238E27FC236}">
                  <a16:creationId xmlns:a16="http://schemas.microsoft.com/office/drawing/2014/main" id="{E51C91F1-B9B3-1645-93F7-2AC7B89F0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249">
              <a:extLst>
                <a:ext uri="{FF2B5EF4-FFF2-40B4-BE49-F238E27FC236}">
                  <a16:creationId xmlns:a16="http://schemas.microsoft.com/office/drawing/2014/main" id="{8B7CE90A-04E1-1C48-B841-031818646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256">
              <a:extLst>
                <a:ext uri="{FF2B5EF4-FFF2-40B4-BE49-F238E27FC236}">
                  <a16:creationId xmlns:a16="http://schemas.microsoft.com/office/drawing/2014/main" id="{BA14351D-0471-7D45-B11B-74B0AC405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263">
              <a:extLst>
                <a:ext uri="{FF2B5EF4-FFF2-40B4-BE49-F238E27FC236}">
                  <a16:creationId xmlns:a16="http://schemas.microsoft.com/office/drawing/2014/main" id="{254ED132-1318-8044-AE56-2FBDBD638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270">
              <a:extLst>
                <a:ext uri="{FF2B5EF4-FFF2-40B4-BE49-F238E27FC236}">
                  <a16:creationId xmlns:a16="http://schemas.microsoft.com/office/drawing/2014/main" id="{13836F1C-44C7-364D-9C1C-0CBF81A8B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277">
              <a:extLst>
                <a:ext uri="{FF2B5EF4-FFF2-40B4-BE49-F238E27FC236}">
                  <a16:creationId xmlns:a16="http://schemas.microsoft.com/office/drawing/2014/main" id="{B3663C49-40DF-3C44-8F49-D85D945DC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284">
              <a:extLst>
                <a:ext uri="{FF2B5EF4-FFF2-40B4-BE49-F238E27FC236}">
                  <a16:creationId xmlns:a16="http://schemas.microsoft.com/office/drawing/2014/main" id="{B89EBD27-1C28-3644-A101-B3C5F7162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291">
              <a:extLst>
                <a:ext uri="{FF2B5EF4-FFF2-40B4-BE49-F238E27FC236}">
                  <a16:creationId xmlns:a16="http://schemas.microsoft.com/office/drawing/2014/main" id="{1983E0E8-9720-414E-8184-6E2F1CEF4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298">
              <a:extLst>
                <a:ext uri="{FF2B5EF4-FFF2-40B4-BE49-F238E27FC236}">
                  <a16:creationId xmlns:a16="http://schemas.microsoft.com/office/drawing/2014/main" id="{9789CE57-F43C-C045-AF7C-4BAAA8741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305">
              <a:extLst>
                <a:ext uri="{FF2B5EF4-FFF2-40B4-BE49-F238E27FC236}">
                  <a16:creationId xmlns:a16="http://schemas.microsoft.com/office/drawing/2014/main" id="{27B5E36C-6C47-6F4F-B1B3-6EAE349FA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312">
              <a:extLst>
                <a:ext uri="{FF2B5EF4-FFF2-40B4-BE49-F238E27FC236}">
                  <a16:creationId xmlns:a16="http://schemas.microsoft.com/office/drawing/2014/main" id="{135D005C-9FDD-8E4A-8729-EC38522E7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3D60C891-D5BD-7140-8F51-DDD2031E9B70}"/>
              </a:ext>
            </a:extLst>
          </p:cNvPr>
          <p:cNvGrpSpPr/>
          <p:nvPr/>
        </p:nvGrpSpPr>
        <p:grpSpPr>
          <a:xfrm rot="1090742">
            <a:off x="-872253" y="4339248"/>
            <a:ext cx="4080149" cy="2526143"/>
            <a:chOff x="3363913" y="4510088"/>
            <a:chExt cx="912813" cy="565150"/>
          </a:xfrm>
        </p:grpSpPr>
        <p:sp>
          <p:nvSpPr>
            <p:cNvPr id="695" name="Freeform 581">
              <a:extLst>
                <a:ext uri="{FF2B5EF4-FFF2-40B4-BE49-F238E27FC236}">
                  <a16:creationId xmlns:a16="http://schemas.microsoft.com/office/drawing/2014/main" id="{D8F2AE61-7657-454F-B4C8-C23E28F07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913" y="4510088"/>
              <a:ext cx="520700" cy="382588"/>
            </a:xfrm>
            <a:custGeom>
              <a:avLst/>
              <a:gdLst>
                <a:gd name="T0" fmla="*/ 627 w 656"/>
                <a:gd name="T1" fmla="*/ 161 h 483"/>
                <a:gd name="T2" fmla="*/ 566 w 656"/>
                <a:gd name="T3" fmla="*/ 138 h 483"/>
                <a:gd name="T4" fmla="*/ 528 w 656"/>
                <a:gd name="T5" fmla="*/ 224 h 483"/>
                <a:gd name="T6" fmla="*/ 497 w 656"/>
                <a:gd name="T7" fmla="*/ 242 h 483"/>
                <a:gd name="T8" fmla="*/ 486 w 656"/>
                <a:gd name="T9" fmla="*/ 215 h 483"/>
                <a:gd name="T10" fmla="*/ 530 w 656"/>
                <a:gd name="T11" fmla="*/ 114 h 483"/>
                <a:gd name="T12" fmla="*/ 497 w 656"/>
                <a:gd name="T13" fmla="*/ 38 h 483"/>
                <a:gd name="T14" fmla="*/ 429 w 656"/>
                <a:gd name="T15" fmla="*/ 6 h 483"/>
                <a:gd name="T16" fmla="*/ 406 w 656"/>
                <a:gd name="T17" fmla="*/ 14 h 483"/>
                <a:gd name="T18" fmla="*/ 431 w 656"/>
                <a:gd name="T19" fmla="*/ 78 h 483"/>
                <a:gd name="T20" fmla="*/ 406 w 656"/>
                <a:gd name="T21" fmla="*/ 90 h 483"/>
                <a:gd name="T22" fmla="*/ 383 w 656"/>
                <a:gd name="T23" fmla="*/ 53 h 483"/>
                <a:gd name="T24" fmla="*/ 310 w 656"/>
                <a:gd name="T25" fmla="*/ 9 h 483"/>
                <a:gd name="T26" fmla="*/ 244 w 656"/>
                <a:gd name="T27" fmla="*/ 20 h 483"/>
                <a:gd name="T28" fmla="*/ 303 w 656"/>
                <a:gd name="T29" fmla="*/ 81 h 483"/>
                <a:gd name="T30" fmla="*/ 281 w 656"/>
                <a:gd name="T31" fmla="*/ 95 h 483"/>
                <a:gd name="T32" fmla="*/ 247 w 656"/>
                <a:gd name="T33" fmla="*/ 88 h 483"/>
                <a:gd name="T34" fmla="*/ 215 w 656"/>
                <a:gd name="T35" fmla="*/ 45 h 483"/>
                <a:gd name="T36" fmla="*/ 123 w 656"/>
                <a:gd name="T37" fmla="*/ 23 h 483"/>
                <a:gd name="T38" fmla="*/ 79 w 656"/>
                <a:gd name="T39" fmla="*/ 34 h 483"/>
                <a:gd name="T40" fmla="*/ 14 w 656"/>
                <a:gd name="T41" fmla="*/ 6 h 483"/>
                <a:gd name="T42" fmla="*/ 1 w 656"/>
                <a:gd name="T43" fmla="*/ 14 h 483"/>
                <a:gd name="T44" fmla="*/ 29 w 656"/>
                <a:gd name="T45" fmla="*/ 102 h 483"/>
                <a:gd name="T46" fmla="*/ 67 w 656"/>
                <a:gd name="T47" fmla="*/ 130 h 483"/>
                <a:gd name="T48" fmla="*/ 150 w 656"/>
                <a:gd name="T49" fmla="*/ 143 h 483"/>
                <a:gd name="T50" fmla="*/ 177 w 656"/>
                <a:gd name="T51" fmla="*/ 153 h 483"/>
                <a:gd name="T52" fmla="*/ 157 w 656"/>
                <a:gd name="T53" fmla="*/ 182 h 483"/>
                <a:gd name="T54" fmla="*/ 81 w 656"/>
                <a:gd name="T55" fmla="*/ 184 h 483"/>
                <a:gd name="T56" fmla="*/ 78 w 656"/>
                <a:gd name="T57" fmla="*/ 213 h 483"/>
                <a:gd name="T58" fmla="*/ 123 w 656"/>
                <a:gd name="T59" fmla="*/ 251 h 483"/>
                <a:gd name="T60" fmla="*/ 176 w 656"/>
                <a:gd name="T61" fmla="*/ 253 h 483"/>
                <a:gd name="T62" fmla="*/ 251 w 656"/>
                <a:gd name="T63" fmla="*/ 226 h 483"/>
                <a:gd name="T64" fmla="*/ 286 w 656"/>
                <a:gd name="T65" fmla="*/ 232 h 483"/>
                <a:gd name="T66" fmla="*/ 268 w 656"/>
                <a:gd name="T67" fmla="*/ 261 h 483"/>
                <a:gd name="T68" fmla="*/ 202 w 656"/>
                <a:gd name="T69" fmla="*/ 318 h 483"/>
                <a:gd name="T70" fmla="*/ 137 w 656"/>
                <a:gd name="T71" fmla="*/ 319 h 483"/>
                <a:gd name="T72" fmla="*/ 133 w 656"/>
                <a:gd name="T73" fmla="*/ 334 h 483"/>
                <a:gd name="T74" fmla="*/ 195 w 656"/>
                <a:gd name="T75" fmla="*/ 398 h 483"/>
                <a:gd name="T76" fmla="*/ 252 w 656"/>
                <a:gd name="T77" fmla="*/ 413 h 483"/>
                <a:gd name="T78" fmla="*/ 296 w 656"/>
                <a:gd name="T79" fmla="*/ 388 h 483"/>
                <a:gd name="T80" fmla="*/ 348 w 656"/>
                <a:gd name="T81" fmla="*/ 311 h 483"/>
                <a:gd name="T82" fmla="*/ 385 w 656"/>
                <a:gd name="T83" fmla="*/ 295 h 483"/>
                <a:gd name="T84" fmla="*/ 384 w 656"/>
                <a:gd name="T85" fmla="*/ 327 h 483"/>
                <a:gd name="T86" fmla="*/ 351 w 656"/>
                <a:gd name="T87" fmla="*/ 393 h 483"/>
                <a:gd name="T88" fmla="*/ 285 w 656"/>
                <a:gd name="T89" fmla="*/ 446 h 483"/>
                <a:gd name="T90" fmla="*/ 344 w 656"/>
                <a:gd name="T91" fmla="*/ 473 h 483"/>
                <a:gd name="T92" fmla="*/ 447 w 656"/>
                <a:gd name="T93" fmla="*/ 481 h 483"/>
                <a:gd name="T94" fmla="*/ 512 w 656"/>
                <a:gd name="T95" fmla="*/ 443 h 483"/>
                <a:gd name="T96" fmla="*/ 538 w 656"/>
                <a:gd name="T97" fmla="*/ 388 h 483"/>
                <a:gd name="T98" fmla="*/ 516 w 656"/>
                <a:gd name="T99" fmla="*/ 344 h 483"/>
                <a:gd name="T100" fmla="*/ 509 w 656"/>
                <a:gd name="T101" fmla="*/ 309 h 483"/>
                <a:gd name="T102" fmla="*/ 570 w 656"/>
                <a:gd name="T103" fmla="*/ 304 h 483"/>
                <a:gd name="T104" fmla="*/ 621 w 656"/>
                <a:gd name="T105" fmla="*/ 282 h 483"/>
                <a:gd name="T106" fmla="*/ 653 w 656"/>
                <a:gd name="T107" fmla="*/ 242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56" h="483">
                  <a:moveTo>
                    <a:pt x="651" y="202"/>
                  </a:moveTo>
                  <a:lnTo>
                    <a:pt x="651" y="202"/>
                  </a:lnTo>
                  <a:lnTo>
                    <a:pt x="644" y="189"/>
                  </a:lnTo>
                  <a:lnTo>
                    <a:pt x="636" y="174"/>
                  </a:lnTo>
                  <a:lnTo>
                    <a:pt x="636" y="174"/>
                  </a:lnTo>
                  <a:lnTo>
                    <a:pt x="627" y="161"/>
                  </a:lnTo>
                  <a:lnTo>
                    <a:pt x="618" y="148"/>
                  </a:lnTo>
                  <a:lnTo>
                    <a:pt x="596" y="122"/>
                  </a:lnTo>
                  <a:lnTo>
                    <a:pt x="596" y="122"/>
                  </a:lnTo>
                  <a:lnTo>
                    <a:pt x="575" y="102"/>
                  </a:lnTo>
                  <a:lnTo>
                    <a:pt x="575" y="102"/>
                  </a:lnTo>
                  <a:lnTo>
                    <a:pt x="566" y="138"/>
                  </a:lnTo>
                  <a:lnTo>
                    <a:pt x="556" y="169"/>
                  </a:lnTo>
                  <a:lnTo>
                    <a:pt x="556" y="169"/>
                  </a:lnTo>
                  <a:lnTo>
                    <a:pt x="547" y="191"/>
                  </a:lnTo>
                  <a:lnTo>
                    <a:pt x="541" y="203"/>
                  </a:lnTo>
                  <a:lnTo>
                    <a:pt x="535" y="214"/>
                  </a:lnTo>
                  <a:lnTo>
                    <a:pt x="528" y="224"/>
                  </a:lnTo>
                  <a:lnTo>
                    <a:pt x="521" y="232"/>
                  </a:lnTo>
                  <a:lnTo>
                    <a:pt x="514" y="238"/>
                  </a:lnTo>
                  <a:lnTo>
                    <a:pt x="509" y="241"/>
                  </a:lnTo>
                  <a:lnTo>
                    <a:pt x="505" y="242"/>
                  </a:lnTo>
                  <a:lnTo>
                    <a:pt x="505" y="242"/>
                  </a:lnTo>
                  <a:lnTo>
                    <a:pt x="497" y="242"/>
                  </a:lnTo>
                  <a:lnTo>
                    <a:pt x="491" y="241"/>
                  </a:lnTo>
                  <a:lnTo>
                    <a:pt x="487" y="238"/>
                  </a:lnTo>
                  <a:lnTo>
                    <a:pt x="485" y="234"/>
                  </a:lnTo>
                  <a:lnTo>
                    <a:pt x="483" y="229"/>
                  </a:lnTo>
                  <a:lnTo>
                    <a:pt x="483" y="223"/>
                  </a:lnTo>
                  <a:lnTo>
                    <a:pt x="486" y="215"/>
                  </a:lnTo>
                  <a:lnTo>
                    <a:pt x="489" y="208"/>
                  </a:lnTo>
                  <a:lnTo>
                    <a:pt x="489" y="208"/>
                  </a:lnTo>
                  <a:lnTo>
                    <a:pt x="498" y="191"/>
                  </a:lnTo>
                  <a:lnTo>
                    <a:pt x="506" y="173"/>
                  </a:lnTo>
                  <a:lnTo>
                    <a:pt x="530" y="114"/>
                  </a:lnTo>
                  <a:lnTo>
                    <a:pt x="530" y="114"/>
                  </a:lnTo>
                  <a:lnTo>
                    <a:pt x="534" y="103"/>
                  </a:lnTo>
                  <a:lnTo>
                    <a:pt x="538" y="92"/>
                  </a:lnTo>
                  <a:lnTo>
                    <a:pt x="541" y="72"/>
                  </a:lnTo>
                  <a:lnTo>
                    <a:pt x="541" y="72"/>
                  </a:lnTo>
                  <a:lnTo>
                    <a:pt x="518" y="55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86" y="32"/>
                  </a:lnTo>
                  <a:lnTo>
                    <a:pt x="486" y="32"/>
                  </a:lnTo>
                  <a:lnTo>
                    <a:pt x="453" y="17"/>
                  </a:lnTo>
                  <a:lnTo>
                    <a:pt x="453" y="17"/>
                  </a:lnTo>
                  <a:lnTo>
                    <a:pt x="429" y="6"/>
                  </a:lnTo>
                  <a:lnTo>
                    <a:pt x="429" y="6"/>
                  </a:lnTo>
                  <a:lnTo>
                    <a:pt x="422" y="3"/>
                  </a:lnTo>
                  <a:lnTo>
                    <a:pt x="422" y="3"/>
                  </a:lnTo>
                  <a:lnTo>
                    <a:pt x="402" y="0"/>
                  </a:lnTo>
                  <a:lnTo>
                    <a:pt x="402" y="0"/>
                  </a:lnTo>
                  <a:lnTo>
                    <a:pt x="406" y="14"/>
                  </a:lnTo>
                  <a:lnTo>
                    <a:pt x="414" y="32"/>
                  </a:lnTo>
                  <a:lnTo>
                    <a:pt x="414" y="32"/>
                  </a:lnTo>
                  <a:lnTo>
                    <a:pt x="422" y="47"/>
                  </a:lnTo>
                  <a:lnTo>
                    <a:pt x="426" y="59"/>
                  </a:lnTo>
                  <a:lnTo>
                    <a:pt x="430" y="69"/>
                  </a:lnTo>
                  <a:lnTo>
                    <a:pt x="431" y="78"/>
                  </a:lnTo>
                  <a:lnTo>
                    <a:pt x="430" y="84"/>
                  </a:lnTo>
                  <a:lnTo>
                    <a:pt x="428" y="87"/>
                  </a:lnTo>
                  <a:lnTo>
                    <a:pt x="423" y="90"/>
                  </a:lnTo>
                  <a:lnTo>
                    <a:pt x="418" y="90"/>
                  </a:lnTo>
                  <a:lnTo>
                    <a:pt x="418" y="90"/>
                  </a:lnTo>
                  <a:lnTo>
                    <a:pt x="406" y="90"/>
                  </a:lnTo>
                  <a:lnTo>
                    <a:pt x="401" y="88"/>
                  </a:lnTo>
                  <a:lnTo>
                    <a:pt x="397" y="86"/>
                  </a:lnTo>
                  <a:lnTo>
                    <a:pt x="393" y="82"/>
                  </a:lnTo>
                  <a:lnTo>
                    <a:pt x="389" y="75"/>
                  </a:lnTo>
                  <a:lnTo>
                    <a:pt x="385" y="66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73" y="12"/>
                  </a:lnTo>
                  <a:lnTo>
                    <a:pt x="371" y="3"/>
                  </a:lnTo>
                  <a:lnTo>
                    <a:pt x="371" y="3"/>
                  </a:lnTo>
                  <a:lnTo>
                    <a:pt x="351" y="5"/>
                  </a:lnTo>
                  <a:lnTo>
                    <a:pt x="310" y="9"/>
                  </a:lnTo>
                  <a:lnTo>
                    <a:pt x="310" y="9"/>
                  </a:lnTo>
                  <a:lnTo>
                    <a:pt x="258" y="9"/>
                  </a:lnTo>
                  <a:lnTo>
                    <a:pt x="228" y="9"/>
                  </a:lnTo>
                  <a:lnTo>
                    <a:pt x="228" y="9"/>
                  </a:lnTo>
                  <a:lnTo>
                    <a:pt x="233" y="12"/>
                  </a:lnTo>
                  <a:lnTo>
                    <a:pt x="244" y="20"/>
                  </a:lnTo>
                  <a:lnTo>
                    <a:pt x="261" y="34"/>
                  </a:lnTo>
                  <a:lnTo>
                    <a:pt x="280" y="53"/>
                  </a:lnTo>
                  <a:lnTo>
                    <a:pt x="280" y="53"/>
                  </a:lnTo>
                  <a:lnTo>
                    <a:pt x="297" y="70"/>
                  </a:lnTo>
                  <a:lnTo>
                    <a:pt x="302" y="76"/>
                  </a:lnTo>
                  <a:lnTo>
                    <a:pt x="303" y="81"/>
                  </a:lnTo>
                  <a:lnTo>
                    <a:pt x="303" y="82"/>
                  </a:lnTo>
                  <a:lnTo>
                    <a:pt x="303" y="84"/>
                  </a:lnTo>
                  <a:lnTo>
                    <a:pt x="298" y="87"/>
                  </a:lnTo>
                  <a:lnTo>
                    <a:pt x="292" y="91"/>
                  </a:lnTo>
                  <a:lnTo>
                    <a:pt x="281" y="95"/>
                  </a:lnTo>
                  <a:lnTo>
                    <a:pt x="281" y="95"/>
                  </a:lnTo>
                  <a:lnTo>
                    <a:pt x="275" y="96"/>
                  </a:lnTo>
                  <a:lnTo>
                    <a:pt x="270" y="97"/>
                  </a:lnTo>
                  <a:lnTo>
                    <a:pt x="266" y="97"/>
                  </a:lnTo>
                  <a:lnTo>
                    <a:pt x="261" y="97"/>
                  </a:lnTo>
                  <a:lnTo>
                    <a:pt x="254" y="93"/>
                  </a:lnTo>
                  <a:lnTo>
                    <a:pt x="247" y="88"/>
                  </a:lnTo>
                  <a:lnTo>
                    <a:pt x="241" y="81"/>
                  </a:lnTo>
                  <a:lnTo>
                    <a:pt x="237" y="74"/>
                  </a:lnTo>
                  <a:lnTo>
                    <a:pt x="228" y="59"/>
                  </a:lnTo>
                  <a:lnTo>
                    <a:pt x="228" y="59"/>
                  </a:lnTo>
                  <a:lnTo>
                    <a:pt x="222" y="52"/>
                  </a:lnTo>
                  <a:lnTo>
                    <a:pt x="215" y="45"/>
                  </a:lnTo>
                  <a:lnTo>
                    <a:pt x="198" y="29"/>
                  </a:lnTo>
                  <a:lnTo>
                    <a:pt x="177" y="14"/>
                  </a:lnTo>
                  <a:lnTo>
                    <a:pt x="177" y="14"/>
                  </a:lnTo>
                  <a:lnTo>
                    <a:pt x="169" y="15"/>
                  </a:lnTo>
                  <a:lnTo>
                    <a:pt x="148" y="17"/>
                  </a:lnTo>
                  <a:lnTo>
                    <a:pt x="123" y="23"/>
                  </a:lnTo>
                  <a:lnTo>
                    <a:pt x="111" y="27"/>
                  </a:lnTo>
                  <a:lnTo>
                    <a:pt x="100" y="32"/>
                  </a:lnTo>
                  <a:lnTo>
                    <a:pt x="100" y="32"/>
                  </a:lnTo>
                  <a:lnTo>
                    <a:pt x="95" y="33"/>
                  </a:lnTo>
                  <a:lnTo>
                    <a:pt x="90" y="34"/>
                  </a:lnTo>
                  <a:lnTo>
                    <a:pt x="79" y="34"/>
                  </a:lnTo>
                  <a:lnTo>
                    <a:pt x="67" y="33"/>
                  </a:lnTo>
                  <a:lnTo>
                    <a:pt x="55" y="28"/>
                  </a:lnTo>
                  <a:lnTo>
                    <a:pt x="43" y="23"/>
                  </a:lnTo>
                  <a:lnTo>
                    <a:pt x="32" y="17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7" y="3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4"/>
                  </a:lnTo>
                  <a:lnTo>
                    <a:pt x="0" y="7"/>
                  </a:lnTo>
                  <a:lnTo>
                    <a:pt x="1" y="14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12" y="50"/>
                  </a:lnTo>
                  <a:lnTo>
                    <a:pt x="19" y="78"/>
                  </a:lnTo>
                  <a:lnTo>
                    <a:pt x="24" y="91"/>
                  </a:lnTo>
                  <a:lnTo>
                    <a:pt x="29" y="102"/>
                  </a:lnTo>
                  <a:lnTo>
                    <a:pt x="33" y="111"/>
                  </a:lnTo>
                  <a:lnTo>
                    <a:pt x="38" y="118"/>
                  </a:lnTo>
                  <a:lnTo>
                    <a:pt x="38" y="118"/>
                  </a:lnTo>
                  <a:lnTo>
                    <a:pt x="44" y="121"/>
                  </a:lnTo>
                  <a:lnTo>
                    <a:pt x="55" y="126"/>
                  </a:lnTo>
                  <a:lnTo>
                    <a:pt x="67" y="130"/>
                  </a:lnTo>
                  <a:lnTo>
                    <a:pt x="82" y="134"/>
                  </a:lnTo>
                  <a:lnTo>
                    <a:pt x="99" y="138"/>
                  </a:lnTo>
                  <a:lnTo>
                    <a:pt x="116" y="140"/>
                  </a:lnTo>
                  <a:lnTo>
                    <a:pt x="133" y="143"/>
                  </a:lnTo>
                  <a:lnTo>
                    <a:pt x="150" y="143"/>
                  </a:lnTo>
                  <a:lnTo>
                    <a:pt x="150" y="143"/>
                  </a:lnTo>
                  <a:lnTo>
                    <a:pt x="164" y="143"/>
                  </a:lnTo>
                  <a:lnTo>
                    <a:pt x="169" y="144"/>
                  </a:lnTo>
                  <a:lnTo>
                    <a:pt x="173" y="145"/>
                  </a:lnTo>
                  <a:lnTo>
                    <a:pt x="175" y="147"/>
                  </a:lnTo>
                  <a:lnTo>
                    <a:pt x="177" y="149"/>
                  </a:lnTo>
                  <a:lnTo>
                    <a:pt x="177" y="153"/>
                  </a:lnTo>
                  <a:lnTo>
                    <a:pt x="177" y="155"/>
                  </a:lnTo>
                  <a:lnTo>
                    <a:pt x="175" y="162"/>
                  </a:lnTo>
                  <a:lnTo>
                    <a:pt x="171" y="168"/>
                  </a:lnTo>
                  <a:lnTo>
                    <a:pt x="164" y="176"/>
                  </a:lnTo>
                  <a:lnTo>
                    <a:pt x="157" y="182"/>
                  </a:lnTo>
                  <a:lnTo>
                    <a:pt x="157" y="182"/>
                  </a:lnTo>
                  <a:lnTo>
                    <a:pt x="153" y="184"/>
                  </a:lnTo>
                  <a:lnTo>
                    <a:pt x="147" y="186"/>
                  </a:lnTo>
                  <a:lnTo>
                    <a:pt x="135" y="188"/>
                  </a:lnTo>
                  <a:lnTo>
                    <a:pt x="121" y="188"/>
                  </a:lnTo>
                  <a:lnTo>
                    <a:pt x="106" y="186"/>
                  </a:lnTo>
                  <a:lnTo>
                    <a:pt x="81" y="184"/>
                  </a:lnTo>
                  <a:lnTo>
                    <a:pt x="72" y="184"/>
                  </a:lnTo>
                  <a:lnTo>
                    <a:pt x="71" y="185"/>
                  </a:lnTo>
                  <a:lnTo>
                    <a:pt x="70" y="186"/>
                  </a:lnTo>
                  <a:lnTo>
                    <a:pt x="70" y="186"/>
                  </a:lnTo>
                  <a:lnTo>
                    <a:pt x="72" y="197"/>
                  </a:lnTo>
                  <a:lnTo>
                    <a:pt x="78" y="213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90" y="236"/>
                  </a:lnTo>
                  <a:lnTo>
                    <a:pt x="104" y="243"/>
                  </a:lnTo>
                  <a:lnTo>
                    <a:pt x="112" y="247"/>
                  </a:lnTo>
                  <a:lnTo>
                    <a:pt x="123" y="251"/>
                  </a:lnTo>
                  <a:lnTo>
                    <a:pt x="135" y="254"/>
                  </a:lnTo>
                  <a:lnTo>
                    <a:pt x="148" y="257"/>
                  </a:lnTo>
                  <a:lnTo>
                    <a:pt x="148" y="257"/>
                  </a:lnTo>
                  <a:lnTo>
                    <a:pt x="154" y="257"/>
                  </a:lnTo>
                  <a:lnTo>
                    <a:pt x="162" y="257"/>
                  </a:lnTo>
                  <a:lnTo>
                    <a:pt x="176" y="253"/>
                  </a:lnTo>
                  <a:lnTo>
                    <a:pt x="189" y="247"/>
                  </a:lnTo>
                  <a:lnTo>
                    <a:pt x="204" y="241"/>
                  </a:lnTo>
                  <a:lnTo>
                    <a:pt x="220" y="235"/>
                  </a:lnTo>
                  <a:lnTo>
                    <a:pt x="235" y="230"/>
                  </a:lnTo>
                  <a:lnTo>
                    <a:pt x="243" y="228"/>
                  </a:lnTo>
                  <a:lnTo>
                    <a:pt x="251" y="226"/>
                  </a:lnTo>
                  <a:lnTo>
                    <a:pt x="260" y="226"/>
                  </a:lnTo>
                  <a:lnTo>
                    <a:pt x="269" y="226"/>
                  </a:lnTo>
                  <a:lnTo>
                    <a:pt x="269" y="226"/>
                  </a:lnTo>
                  <a:lnTo>
                    <a:pt x="277" y="228"/>
                  </a:lnTo>
                  <a:lnTo>
                    <a:pt x="283" y="230"/>
                  </a:lnTo>
                  <a:lnTo>
                    <a:pt x="286" y="232"/>
                  </a:lnTo>
                  <a:lnTo>
                    <a:pt x="289" y="235"/>
                  </a:lnTo>
                  <a:lnTo>
                    <a:pt x="289" y="238"/>
                  </a:lnTo>
                  <a:lnTo>
                    <a:pt x="286" y="242"/>
                  </a:lnTo>
                  <a:lnTo>
                    <a:pt x="284" y="246"/>
                  </a:lnTo>
                  <a:lnTo>
                    <a:pt x="279" y="251"/>
                  </a:lnTo>
                  <a:lnTo>
                    <a:pt x="268" y="261"/>
                  </a:lnTo>
                  <a:lnTo>
                    <a:pt x="254" y="275"/>
                  </a:lnTo>
                  <a:lnTo>
                    <a:pt x="237" y="289"/>
                  </a:lnTo>
                  <a:lnTo>
                    <a:pt x="220" y="305"/>
                  </a:lnTo>
                  <a:lnTo>
                    <a:pt x="220" y="305"/>
                  </a:lnTo>
                  <a:lnTo>
                    <a:pt x="211" y="312"/>
                  </a:lnTo>
                  <a:lnTo>
                    <a:pt x="202" y="318"/>
                  </a:lnTo>
                  <a:lnTo>
                    <a:pt x="193" y="322"/>
                  </a:lnTo>
                  <a:lnTo>
                    <a:pt x="183" y="323"/>
                  </a:lnTo>
                  <a:lnTo>
                    <a:pt x="175" y="324"/>
                  </a:lnTo>
                  <a:lnTo>
                    <a:pt x="166" y="324"/>
                  </a:lnTo>
                  <a:lnTo>
                    <a:pt x="151" y="322"/>
                  </a:lnTo>
                  <a:lnTo>
                    <a:pt x="137" y="319"/>
                  </a:lnTo>
                  <a:lnTo>
                    <a:pt x="133" y="319"/>
                  </a:lnTo>
                  <a:lnTo>
                    <a:pt x="130" y="319"/>
                  </a:lnTo>
                  <a:lnTo>
                    <a:pt x="128" y="321"/>
                  </a:lnTo>
                  <a:lnTo>
                    <a:pt x="128" y="323"/>
                  </a:lnTo>
                  <a:lnTo>
                    <a:pt x="129" y="328"/>
                  </a:lnTo>
                  <a:lnTo>
                    <a:pt x="133" y="334"/>
                  </a:lnTo>
                  <a:lnTo>
                    <a:pt x="133" y="334"/>
                  </a:lnTo>
                  <a:lnTo>
                    <a:pt x="142" y="348"/>
                  </a:lnTo>
                  <a:lnTo>
                    <a:pt x="153" y="363"/>
                  </a:lnTo>
                  <a:lnTo>
                    <a:pt x="165" y="375"/>
                  </a:lnTo>
                  <a:lnTo>
                    <a:pt x="180" y="387"/>
                  </a:lnTo>
                  <a:lnTo>
                    <a:pt x="195" y="398"/>
                  </a:lnTo>
                  <a:lnTo>
                    <a:pt x="204" y="402"/>
                  </a:lnTo>
                  <a:lnTo>
                    <a:pt x="212" y="405"/>
                  </a:lnTo>
                  <a:lnTo>
                    <a:pt x="222" y="409"/>
                  </a:lnTo>
                  <a:lnTo>
                    <a:pt x="232" y="410"/>
                  </a:lnTo>
                  <a:lnTo>
                    <a:pt x="241" y="413"/>
                  </a:lnTo>
                  <a:lnTo>
                    <a:pt x="252" y="413"/>
                  </a:lnTo>
                  <a:lnTo>
                    <a:pt x="252" y="413"/>
                  </a:lnTo>
                  <a:lnTo>
                    <a:pt x="262" y="413"/>
                  </a:lnTo>
                  <a:lnTo>
                    <a:pt x="272" y="409"/>
                  </a:lnTo>
                  <a:lnTo>
                    <a:pt x="280" y="404"/>
                  </a:lnTo>
                  <a:lnTo>
                    <a:pt x="289" y="397"/>
                  </a:lnTo>
                  <a:lnTo>
                    <a:pt x="296" y="388"/>
                  </a:lnTo>
                  <a:lnTo>
                    <a:pt x="303" y="379"/>
                  </a:lnTo>
                  <a:lnTo>
                    <a:pt x="315" y="358"/>
                  </a:lnTo>
                  <a:lnTo>
                    <a:pt x="329" y="338"/>
                  </a:lnTo>
                  <a:lnTo>
                    <a:pt x="335" y="328"/>
                  </a:lnTo>
                  <a:lnTo>
                    <a:pt x="341" y="318"/>
                  </a:lnTo>
                  <a:lnTo>
                    <a:pt x="348" y="311"/>
                  </a:lnTo>
                  <a:lnTo>
                    <a:pt x="355" y="304"/>
                  </a:lnTo>
                  <a:lnTo>
                    <a:pt x="362" y="299"/>
                  </a:lnTo>
                  <a:lnTo>
                    <a:pt x="371" y="296"/>
                  </a:lnTo>
                  <a:lnTo>
                    <a:pt x="371" y="296"/>
                  </a:lnTo>
                  <a:lnTo>
                    <a:pt x="379" y="295"/>
                  </a:lnTo>
                  <a:lnTo>
                    <a:pt x="385" y="295"/>
                  </a:lnTo>
                  <a:lnTo>
                    <a:pt x="389" y="296"/>
                  </a:lnTo>
                  <a:lnTo>
                    <a:pt x="393" y="299"/>
                  </a:lnTo>
                  <a:lnTo>
                    <a:pt x="394" y="301"/>
                  </a:lnTo>
                  <a:lnTo>
                    <a:pt x="393" y="305"/>
                  </a:lnTo>
                  <a:lnTo>
                    <a:pt x="390" y="315"/>
                  </a:lnTo>
                  <a:lnTo>
                    <a:pt x="384" y="327"/>
                  </a:lnTo>
                  <a:lnTo>
                    <a:pt x="376" y="341"/>
                  </a:lnTo>
                  <a:lnTo>
                    <a:pt x="367" y="358"/>
                  </a:lnTo>
                  <a:lnTo>
                    <a:pt x="360" y="376"/>
                  </a:lnTo>
                  <a:lnTo>
                    <a:pt x="360" y="376"/>
                  </a:lnTo>
                  <a:lnTo>
                    <a:pt x="356" y="385"/>
                  </a:lnTo>
                  <a:lnTo>
                    <a:pt x="351" y="393"/>
                  </a:lnTo>
                  <a:lnTo>
                    <a:pt x="345" y="402"/>
                  </a:lnTo>
                  <a:lnTo>
                    <a:pt x="339" y="409"/>
                  </a:lnTo>
                  <a:lnTo>
                    <a:pt x="325" y="422"/>
                  </a:lnTo>
                  <a:lnTo>
                    <a:pt x="310" y="432"/>
                  </a:lnTo>
                  <a:lnTo>
                    <a:pt x="296" y="440"/>
                  </a:lnTo>
                  <a:lnTo>
                    <a:pt x="285" y="446"/>
                  </a:lnTo>
                  <a:lnTo>
                    <a:pt x="274" y="451"/>
                  </a:lnTo>
                  <a:lnTo>
                    <a:pt x="274" y="451"/>
                  </a:lnTo>
                  <a:lnTo>
                    <a:pt x="286" y="456"/>
                  </a:lnTo>
                  <a:lnTo>
                    <a:pt x="302" y="461"/>
                  </a:lnTo>
                  <a:lnTo>
                    <a:pt x="321" y="467"/>
                  </a:lnTo>
                  <a:lnTo>
                    <a:pt x="344" y="473"/>
                  </a:lnTo>
                  <a:lnTo>
                    <a:pt x="371" y="478"/>
                  </a:lnTo>
                  <a:lnTo>
                    <a:pt x="401" y="481"/>
                  </a:lnTo>
                  <a:lnTo>
                    <a:pt x="416" y="483"/>
                  </a:lnTo>
                  <a:lnTo>
                    <a:pt x="431" y="483"/>
                  </a:lnTo>
                  <a:lnTo>
                    <a:pt x="431" y="483"/>
                  </a:lnTo>
                  <a:lnTo>
                    <a:pt x="447" y="481"/>
                  </a:lnTo>
                  <a:lnTo>
                    <a:pt x="460" y="478"/>
                  </a:lnTo>
                  <a:lnTo>
                    <a:pt x="474" y="473"/>
                  </a:lnTo>
                  <a:lnTo>
                    <a:pt x="486" y="467"/>
                  </a:lnTo>
                  <a:lnTo>
                    <a:pt x="495" y="460"/>
                  </a:lnTo>
                  <a:lnTo>
                    <a:pt x="505" y="451"/>
                  </a:lnTo>
                  <a:lnTo>
                    <a:pt x="512" y="443"/>
                  </a:lnTo>
                  <a:lnTo>
                    <a:pt x="520" y="433"/>
                  </a:lnTo>
                  <a:lnTo>
                    <a:pt x="526" y="423"/>
                  </a:lnTo>
                  <a:lnTo>
                    <a:pt x="530" y="414"/>
                  </a:lnTo>
                  <a:lnTo>
                    <a:pt x="534" y="405"/>
                  </a:lnTo>
                  <a:lnTo>
                    <a:pt x="537" y="397"/>
                  </a:lnTo>
                  <a:lnTo>
                    <a:pt x="538" y="388"/>
                  </a:lnTo>
                  <a:lnTo>
                    <a:pt x="538" y="382"/>
                  </a:lnTo>
                  <a:lnTo>
                    <a:pt x="538" y="376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26" y="358"/>
                  </a:lnTo>
                  <a:lnTo>
                    <a:pt x="516" y="344"/>
                  </a:lnTo>
                  <a:lnTo>
                    <a:pt x="505" y="325"/>
                  </a:lnTo>
                  <a:lnTo>
                    <a:pt x="505" y="325"/>
                  </a:lnTo>
                  <a:lnTo>
                    <a:pt x="505" y="318"/>
                  </a:lnTo>
                  <a:lnTo>
                    <a:pt x="505" y="315"/>
                  </a:lnTo>
                  <a:lnTo>
                    <a:pt x="505" y="311"/>
                  </a:lnTo>
                  <a:lnTo>
                    <a:pt x="509" y="309"/>
                  </a:lnTo>
                  <a:lnTo>
                    <a:pt x="514" y="306"/>
                  </a:lnTo>
                  <a:lnTo>
                    <a:pt x="521" y="305"/>
                  </a:lnTo>
                  <a:lnTo>
                    <a:pt x="532" y="305"/>
                  </a:lnTo>
                  <a:lnTo>
                    <a:pt x="532" y="305"/>
                  </a:lnTo>
                  <a:lnTo>
                    <a:pt x="551" y="306"/>
                  </a:lnTo>
                  <a:lnTo>
                    <a:pt x="570" y="304"/>
                  </a:lnTo>
                  <a:lnTo>
                    <a:pt x="580" y="301"/>
                  </a:lnTo>
                  <a:lnTo>
                    <a:pt x="590" y="299"/>
                  </a:lnTo>
                  <a:lnTo>
                    <a:pt x="598" y="295"/>
                  </a:lnTo>
                  <a:lnTo>
                    <a:pt x="608" y="292"/>
                  </a:lnTo>
                  <a:lnTo>
                    <a:pt x="608" y="292"/>
                  </a:lnTo>
                  <a:lnTo>
                    <a:pt x="621" y="282"/>
                  </a:lnTo>
                  <a:lnTo>
                    <a:pt x="634" y="271"/>
                  </a:lnTo>
                  <a:lnTo>
                    <a:pt x="639" y="264"/>
                  </a:lnTo>
                  <a:lnTo>
                    <a:pt x="644" y="258"/>
                  </a:lnTo>
                  <a:lnTo>
                    <a:pt x="649" y="251"/>
                  </a:lnTo>
                  <a:lnTo>
                    <a:pt x="653" y="242"/>
                  </a:lnTo>
                  <a:lnTo>
                    <a:pt x="653" y="242"/>
                  </a:lnTo>
                  <a:lnTo>
                    <a:pt x="655" y="232"/>
                  </a:lnTo>
                  <a:lnTo>
                    <a:pt x="656" y="221"/>
                  </a:lnTo>
                  <a:lnTo>
                    <a:pt x="655" y="212"/>
                  </a:lnTo>
                  <a:lnTo>
                    <a:pt x="651" y="202"/>
                  </a:lnTo>
                  <a:lnTo>
                    <a:pt x="651" y="202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6" name="Freeform 582">
              <a:extLst>
                <a:ext uri="{FF2B5EF4-FFF2-40B4-BE49-F238E27FC236}">
                  <a16:creationId xmlns:a16="http://schemas.microsoft.com/office/drawing/2014/main" id="{B4DD6F65-D416-324E-BEDA-67F6B068F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776" y="4721225"/>
              <a:ext cx="361950" cy="274638"/>
            </a:xfrm>
            <a:custGeom>
              <a:avLst/>
              <a:gdLst>
                <a:gd name="T0" fmla="*/ 23 w 456"/>
                <a:gd name="T1" fmla="*/ 176 h 346"/>
                <a:gd name="T2" fmla="*/ 1 w 456"/>
                <a:gd name="T3" fmla="*/ 139 h 346"/>
                <a:gd name="T4" fmla="*/ 5 w 456"/>
                <a:gd name="T5" fmla="*/ 98 h 346"/>
                <a:gd name="T6" fmla="*/ 36 w 456"/>
                <a:gd name="T7" fmla="*/ 59 h 346"/>
                <a:gd name="T8" fmla="*/ 112 w 456"/>
                <a:gd name="T9" fmla="*/ 15 h 346"/>
                <a:gd name="T10" fmla="*/ 100 w 456"/>
                <a:gd name="T11" fmla="*/ 53 h 346"/>
                <a:gd name="T12" fmla="*/ 105 w 456"/>
                <a:gd name="T13" fmla="*/ 92 h 346"/>
                <a:gd name="T14" fmla="*/ 124 w 456"/>
                <a:gd name="T15" fmla="*/ 143 h 346"/>
                <a:gd name="T16" fmla="*/ 138 w 456"/>
                <a:gd name="T17" fmla="*/ 136 h 346"/>
                <a:gd name="T18" fmla="*/ 139 w 456"/>
                <a:gd name="T19" fmla="*/ 96 h 346"/>
                <a:gd name="T20" fmla="*/ 130 w 456"/>
                <a:gd name="T21" fmla="*/ 41 h 346"/>
                <a:gd name="T22" fmla="*/ 151 w 456"/>
                <a:gd name="T23" fmla="*/ 15 h 346"/>
                <a:gd name="T24" fmla="*/ 211 w 456"/>
                <a:gd name="T25" fmla="*/ 1 h 346"/>
                <a:gd name="T26" fmla="*/ 244 w 456"/>
                <a:gd name="T27" fmla="*/ 9 h 346"/>
                <a:gd name="T28" fmla="*/ 215 w 456"/>
                <a:gd name="T29" fmla="*/ 34 h 346"/>
                <a:gd name="T30" fmla="*/ 207 w 456"/>
                <a:gd name="T31" fmla="*/ 59 h 346"/>
                <a:gd name="T32" fmla="*/ 205 w 456"/>
                <a:gd name="T33" fmla="*/ 125 h 346"/>
                <a:gd name="T34" fmla="*/ 220 w 456"/>
                <a:gd name="T35" fmla="*/ 121 h 346"/>
                <a:gd name="T36" fmla="*/ 248 w 456"/>
                <a:gd name="T37" fmla="*/ 74 h 346"/>
                <a:gd name="T38" fmla="*/ 272 w 456"/>
                <a:gd name="T39" fmla="*/ 45 h 346"/>
                <a:gd name="T40" fmla="*/ 304 w 456"/>
                <a:gd name="T41" fmla="*/ 32 h 346"/>
                <a:gd name="T42" fmla="*/ 336 w 456"/>
                <a:gd name="T43" fmla="*/ 47 h 346"/>
                <a:gd name="T44" fmla="*/ 303 w 456"/>
                <a:gd name="T45" fmla="*/ 76 h 346"/>
                <a:gd name="T46" fmla="*/ 295 w 456"/>
                <a:gd name="T47" fmla="*/ 97 h 346"/>
                <a:gd name="T48" fmla="*/ 304 w 456"/>
                <a:gd name="T49" fmla="*/ 115 h 346"/>
                <a:gd name="T50" fmla="*/ 335 w 456"/>
                <a:gd name="T51" fmla="*/ 90 h 346"/>
                <a:gd name="T52" fmla="*/ 383 w 456"/>
                <a:gd name="T53" fmla="*/ 66 h 346"/>
                <a:gd name="T54" fmla="*/ 441 w 456"/>
                <a:gd name="T55" fmla="*/ 93 h 346"/>
                <a:gd name="T56" fmla="*/ 447 w 456"/>
                <a:gd name="T57" fmla="*/ 107 h 346"/>
                <a:gd name="T58" fmla="*/ 422 w 456"/>
                <a:gd name="T59" fmla="*/ 120 h 346"/>
                <a:gd name="T60" fmla="*/ 404 w 456"/>
                <a:gd name="T61" fmla="*/ 145 h 346"/>
                <a:gd name="T62" fmla="*/ 354 w 456"/>
                <a:gd name="T63" fmla="*/ 189 h 346"/>
                <a:gd name="T64" fmla="*/ 292 w 456"/>
                <a:gd name="T65" fmla="*/ 174 h 346"/>
                <a:gd name="T66" fmla="*/ 251 w 456"/>
                <a:gd name="T67" fmla="*/ 174 h 346"/>
                <a:gd name="T68" fmla="*/ 244 w 456"/>
                <a:gd name="T69" fmla="*/ 188 h 346"/>
                <a:gd name="T70" fmla="*/ 266 w 456"/>
                <a:gd name="T71" fmla="*/ 206 h 346"/>
                <a:gd name="T72" fmla="*/ 317 w 456"/>
                <a:gd name="T73" fmla="*/ 213 h 346"/>
                <a:gd name="T74" fmla="*/ 334 w 456"/>
                <a:gd name="T75" fmla="*/ 243 h 346"/>
                <a:gd name="T76" fmla="*/ 294 w 456"/>
                <a:gd name="T77" fmla="*/ 288 h 346"/>
                <a:gd name="T78" fmla="*/ 215 w 456"/>
                <a:gd name="T79" fmla="*/ 242 h 346"/>
                <a:gd name="T80" fmla="*/ 192 w 456"/>
                <a:gd name="T81" fmla="*/ 242 h 346"/>
                <a:gd name="T82" fmla="*/ 196 w 456"/>
                <a:gd name="T83" fmla="*/ 261 h 346"/>
                <a:gd name="T84" fmla="*/ 232 w 456"/>
                <a:gd name="T85" fmla="*/ 278 h 346"/>
                <a:gd name="T86" fmla="*/ 271 w 456"/>
                <a:gd name="T87" fmla="*/ 305 h 346"/>
                <a:gd name="T88" fmla="*/ 220 w 456"/>
                <a:gd name="T89" fmla="*/ 336 h 346"/>
                <a:gd name="T90" fmla="*/ 164 w 456"/>
                <a:gd name="T91" fmla="*/ 329 h 346"/>
                <a:gd name="T92" fmla="*/ 130 w 456"/>
                <a:gd name="T93" fmla="*/ 259 h 346"/>
                <a:gd name="T94" fmla="*/ 118 w 456"/>
                <a:gd name="T95" fmla="*/ 224 h 346"/>
                <a:gd name="T96" fmla="*/ 103 w 456"/>
                <a:gd name="T97" fmla="*/ 220 h 346"/>
                <a:gd name="T98" fmla="*/ 95 w 456"/>
                <a:gd name="T99" fmla="*/ 245 h 346"/>
                <a:gd name="T100" fmla="*/ 128 w 456"/>
                <a:gd name="T101" fmla="*/ 321 h 346"/>
                <a:gd name="T102" fmla="*/ 93 w 456"/>
                <a:gd name="T103" fmla="*/ 345 h 346"/>
                <a:gd name="T104" fmla="*/ 47 w 456"/>
                <a:gd name="T105" fmla="*/ 327 h 346"/>
                <a:gd name="T106" fmla="*/ 25 w 456"/>
                <a:gd name="T107" fmla="*/ 292 h 346"/>
                <a:gd name="T108" fmla="*/ 24 w 456"/>
                <a:gd name="T109" fmla="*/ 252 h 346"/>
                <a:gd name="T110" fmla="*/ 55 w 456"/>
                <a:gd name="T111" fmla="*/ 207 h 346"/>
                <a:gd name="T112" fmla="*/ 65 w 456"/>
                <a:gd name="T113" fmla="*/ 191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56" h="346">
                  <a:moveTo>
                    <a:pt x="59" y="184"/>
                  </a:moveTo>
                  <a:lnTo>
                    <a:pt x="59" y="184"/>
                  </a:lnTo>
                  <a:lnTo>
                    <a:pt x="46" y="180"/>
                  </a:lnTo>
                  <a:lnTo>
                    <a:pt x="23" y="176"/>
                  </a:lnTo>
                  <a:lnTo>
                    <a:pt x="23" y="176"/>
                  </a:lnTo>
                  <a:lnTo>
                    <a:pt x="19" y="174"/>
                  </a:lnTo>
                  <a:lnTo>
                    <a:pt x="17" y="173"/>
                  </a:lnTo>
                  <a:lnTo>
                    <a:pt x="11" y="165"/>
                  </a:lnTo>
                  <a:lnTo>
                    <a:pt x="5" y="154"/>
                  </a:lnTo>
                  <a:lnTo>
                    <a:pt x="1" y="139"/>
                  </a:lnTo>
                  <a:lnTo>
                    <a:pt x="0" y="132"/>
                  </a:lnTo>
                  <a:lnTo>
                    <a:pt x="0" y="124"/>
                  </a:lnTo>
                  <a:lnTo>
                    <a:pt x="1" y="115"/>
                  </a:lnTo>
                  <a:lnTo>
                    <a:pt x="2" y="107"/>
                  </a:lnTo>
                  <a:lnTo>
                    <a:pt x="5" y="98"/>
                  </a:lnTo>
                  <a:lnTo>
                    <a:pt x="8" y="90"/>
                  </a:lnTo>
                  <a:lnTo>
                    <a:pt x="14" y="82"/>
                  </a:lnTo>
                  <a:lnTo>
                    <a:pt x="20" y="74"/>
                  </a:lnTo>
                  <a:lnTo>
                    <a:pt x="20" y="74"/>
                  </a:lnTo>
                  <a:lnTo>
                    <a:pt x="36" y="59"/>
                  </a:lnTo>
                  <a:lnTo>
                    <a:pt x="52" y="47"/>
                  </a:lnTo>
                  <a:lnTo>
                    <a:pt x="67" y="38"/>
                  </a:lnTo>
                  <a:lnTo>
                    <a:pt x="81" y="29"/>
                  </a:lnTo>
                  <a:lnTo>
                    <a:pt x="104" y="18"/>
                  </a:lnTo>
                  <a:lnTo>
                    <a:pt x="112" y="15"/>
                  </a:lnTo>
                  <a:lnTo>
                    <a:pt x="112" y="15"/>
                  </a:lnTo>
                  <a:lnTo>
                    <a:pt x="109" y="22"/>
                  </a:lnTo>
                  <a:lnTo>
                    <a:pt x="106" y="30"/>
                  </a:lnTo>
                  <a:lnTo>
                    <a:pt x="103" y="41"/>
                  </a:lnTo>
                  <a:lnTo>
                    <a:pt x="100" y="53"/>
                  </a:lnTo>
                  <a:lnTo>
                    <a:pt x="100" y="66"/>
                  </a:lnTo>
                  <a:lnTo>
                    <a:pt x="101" y="79"/>
                  </a:lnTo>
                  <a:lnTo>
                    <a:pt x="103" y="85"/>
                  </a:lnTo>
                  <a:lnTo>
                    <a:pt x="105" y="92"/>
                  </a:lnTo>
                  <a:lnTo>
                    <a:pt x="105" y="92"/>
                  </a:lnTo>
                  <a:lnTo>
                    <a:pt x="110" y="104"/>
                  </a:lnTo>
                  <a:lnTo>
                    <a:pt x="115" y="116"/>
                  </a:lnTo>
                  <a:lnTo>
                    <a:pt x="119" y="136"/>
                  </a:lnTo>
                  <a:lnTo>
                    <a:pt x="123" y="142"/>
                  </a:lnTo>
                  <a:lnTo>
                    <a:pt x="124" y="143"/>
                  </a:lnTo>
                  <a:lnTo>
                    <a:pt x="127" y="144"/>
                  </a:lnTo>
                  <a:lnTo>
                    <a:pt x="129" y="144"/>
                  </a:lnTo>
                  <a:lnTo>
                    <a:pt x="132" y="143"/>
                  </a:lnTo>
                  <a:lnTo>
                    <a:pt x="138" y="136"/>
                  </a:lnTo>
                  <a:lnTo>
                    <a:pt x="138" y="136"/>
                  </a:lnTo>
                  <a:lnTo>
                    <a:pt x="140" y="130"/>
                  </a:lnTo>
                  <a:lnTo>
                    <a:pt x="141" y="125"/>
                  </a:lnTo>
                  <a:lnTo>
                    <a:pt x="142" y="118"/>
                  </a:lnTo>
                  <a:lnTo>
                    <a:pt x="142" y="110"/>
                  </a:lnTo>
                  <a:lnTo>
                    <a:pt x="139" y="96"/>
                  </a:lnTo>
                  <a:lnTo>
                    <a:pt x="135" y="79"/>
                  </a:lnTo>
                  <a:lnTo>
                    <a:pt x="132" y="63"/>
                  </a:lnTo>
                  <a:lnTo>
                    <a:pt x="130" y="56"/>
                  </a:lnTo>
                  <a:lnTo>
                    <a:pt x="130" y="49"/>
                  </a:lnTo>
                  <a:lnTo>
                    <a:pt x="130" y="41"/>
                  </a:lnTo>
                  <a:lnTo>
                    <a:pt x="133" y="34"/>
                  </a:lnTo>
                  <a:lnTo>
                    <a:pt x="135" y="28"/>
                  </a:lnTo>
                  <a:lnTo>
                    <a:pt x="140" y="23"/>
                  </a:lnTo>
                  <a:lnTo>
                    <a:pt x="140" y="23"/>
                  </a:lnTo>
                  <a:lnTo>
                    <a:pt x="151" y="15"/>
                  </a:lnTo>
                  <a:lnTo>
                    <a:pt x="163" y="7"/>
                  </a:lnTo>
                  <a:lnTo>
                    <a:pt x="175" y="4"/>
                  </a:lnTo>
                  <a:lnTo>
                    <a:pt x="187" y="1"/>
                  </a:lnTo>
                  <a:lnTo>
                    <a:pt x="199" y="0"/>
                  </a:lnTo>
                  <a:lnTo>
                    <a:pt x="211" y="1"/>
                  </a:lnTo>
                  <a:lnTo>
                    <a:pt x="223" y="3"/>
                  </a:lnTo>
                  <a:lnTo>
                    <a:pt x="236" y="5"/>
                  </a:lnTo>
                  <a:lnTo>
                    <a:pt x="236" y="5"/>
                  </a:lnTo>
                  <a:lnTo>
                    <a:pt x="243" y="7"/>
                  </a:lnTo>
                  <a:lnTo>
                    <a:pt x="244" y="9"/>
                  </a:lnTo>
                  <a:lnTo>
                    <a:pt x="243" y="11"/>
                  </a:lnTo>
                  <a:lnTo>
                    <a:pt x="239" y="15"/>
                  </a:lnTo>
                  <a:lnTo>
                    <a:pt x="232" y="18"/>
                  </a:lnTo>
                  <a:lnTo>
                    <a:pt x="223" y="26"/>
                  </a:lnTo>
                  <a:lnTo>
                    <a:pt x="215" y="34"/>
                  </a:lnTo>
                  <a:lnTo>
                    <a:pt x="211" y="39"/>
                  </a:lnTo>
                  <a:lnTo>
                    <a:pt x="209" y="45"/>
                  </a:lnTo>
                  <a:lnTo>
                    <a:pt x="208" y="52"/>
                  </a:lnTo>
                  <a:lnTo>
                    <a:pt x="207" y="59"/>
                  </a:lnTo>
                  <a:lnTo>
                    <a:pt x="207" y="59"/>
                  </a:lnTo>
                  <a:lnTo>
                    <a:pt x="207" y="76"/>
                  </a:lnTo>
                  <a:lnTo>
                    <a:pt x="205" y="91"/>
                  </a:lnTo>
                  <a:lnTo>
                    <a:pt x="203" y="114"/>
                  </a:lnTo>
                  <a:lnTo>
                    <a:pt x="204" y="122"/>
                  </a:lnTo>
                  <a:lnTo>
                    <a:pt x="205" y="125"/>
                  </a:lnTo>
                  <a:lnTo>
                    <a:pt x="207" y="126"/>
                  </a:lnTo>
                  <a:lnTo>
                    <a:pt x="209" y="126"/>
                  </a:lnTo>
                  <a:lnTo>
                    <a:pt x="211" y="126"/>
                  </a:lnTo>
                  <a:lnTo>
                    <a:pt x="220" y="121"/>
                  </a:lnTo>
                  <a:lnTo>
                    <a:pt x="220" y="121"/>
                  </a:lnTo>
                  <a:lnTo>
                    <a:pt x="228" y="113"/>
                  </a:lnTo>
                  <a:lnTo>
                    <a:pt x="234" y="104"/>
                  </a:lnTo>
                  <a:lnTo>
                    <a:pt x="240" y="93"/>
                  </a:lnTo>
                  <a:lnTo>
                    <a:pt x="244" y="84"/>
                  </a:lnTo>
                  <a:lnTo>
                    <a:pt x="248" y="74"/>
                  </a:lnTo>
                  <a:lnTo>
                    <a:pt x="252" y="64"/>
                  </a:lnTo>
                  <a:lnTo>
                    <a:pt x="257" y="56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72" y="45"/>
                  </a:lnTo>
                  <a:lnTo>
                    <a:pt x="279" y="40"/>
                  </a:lnTo>
                  <a:lnTo>
                    <a:pt x="292" y="35"/>
                  </a:lnTo>
                  <a:lnTo>
                    <a:pt x="301" y="32"/>
                  </a:lnTo>
                  <a:lnTo>
                    <a:pt x="304" y="32"/>
                  </a:lnTo>
                  <a:lnTo>
                    <a:pt x="304" y="32"/>
                  </a:lnTo>
                  <a:lnTo>
                    <a:pt x="318" y="38"/>
                  </a:lnTo>
                  <a:lnTo>
                    <a:pt x="329" y="43"/>
                  </a:lnTo>
                  <a:lnTo>
                    <a:pt x="335" y="46"/>
                  </a:lnTo>
                  <a:lnTo>
                    <a:pt x="335" y="46"/>
                  </a:lnTo>
                  <a:lnTo>
                    <a:pt x="336" y="47"/>
                  </a:lnTo>
                  <a:lnTo>
                    <a:pt x="335" y="49"/>
                  </a:lnTo>
                  <a:lnTo>
                    <a:pt x="331" y="53"/>
                  </a:lnTo>
                  <a:lnTo>
                    <a:pt x="318" y="63"/>
                  </a:lnTo>
                  <a:lnTo>
                    <a:pt x="311" y="70"/>
                  </a:lnTo>
                  <a:lnTo>
                    <a:pt x="303" y="76"/>
                  </a:lnTo>
                  <a:lnTo>
                    <a:pt x="297" y="84"/>
                  </a:lnTo>
                  <a:lnTo>
                    <a:pt x="296" y="87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7"/>
                  </a:lnTo>
                  <a:lnTo>
                    <a:pt x="295" y="103"/>
                  </a:lnTo>
                  <a:lnTo>
                    <a:pt x="296" y="108"/>
                  </a:lnTo>
                  <a:lnTo>
                    <a:pt x="297" y="113"/>
                  </a:lnTo>
                  <a:lnTo>
                    <a:pt x="301" y="115"/>
                  </a:lnTo>
                  <a:lnTo>
                    <a:pt x="304" y="115"/>
                  </a:lnTo>
                  <a:lnTo>
                    <a:pt x="311" y="111"/>
                  </a:lnTo>
                  <a:lnTo>
                    <a:pt x="317" y="105"/>
                  </a:lnTo>
                  <a:lnTo>
                    <a:pt x="317" y="105"/>
                  </a:lnTo>
                  <a:lnTo>
                    <a:pt x="325" y="97"/>
                  </a:lnTo>
                  <a:lnTo>
                    <a:pt x="335" y="90"/>
                  </a:lnTo>
                  <a:lnTo>
                    <a:pt x="344" y="84"/>
                  </a:lnTo>
                  <a:lnTo>
                    <a:pt x="354" y="78"/>
                  </a:lnTo>
                  <a:lnTo>
                    <a:pt x="371" y="69"/>
                  </a:lnTo>
                  <a:lnTo>
                    <a:pt x="383" y="66"/>
                  </a:lnTo>
                  <a:lnTo>
                    <a:pt x="383" y="66"/>
                  </a:lnTo>
                  <a:lnTo>
                    <a:pt x="388" y="66"/>
                  </a:lnTo>
                  <a:lnTo>
                    <a:pt x="394" y="68"/>
                  </a:lnTo>
                  <a:lnTo>
                    <a:pt x="411" y="75"/>
                  </a:lnTo>
                  <a:lnTo>
                    <a:pt x="441" y="93"/>
                  </a:lnTo>
                  <a:lnTo>
                    <a:pt x="441" y="93"/>
                  </a:lnTo>
                  <a:lnTo>
                    <a:pt x="451" y="98"/>
                  </a:lnTo>
                  <a:lnTo>
                    <a:pt x="456" y="102"/>
                  </a:lnTo>
                  <a:lnTo>
                    <a:pt x="456" y="103"/>
                  </a:lnTo>
                  <a:lnTo>
                    <a:pt x="454" y="104"/>
                  </a:lnTo>
                  <a:lnTo>
                    <a:pt x="447" y="107"/>
                  </a:lnTo>
                  <a:lnTo>
                    <a:pt x="447" y="107"/>
                  </a:lnTo>
                  <a:lnTo>
                    <a:pt x="441" y="109"/>
                  </a:lnTo>
                  <a:lnTo>
                    <a:pt x="435" y="111"/>
                  </a:lnTo>
                  <a:lnTo>
                    <a:pt x="428" y="116"/>
                  </a:lnTo>
                  <a:lnTo>
                    <a:pt x="422" y="120"/>
                  </a:lnTo>
                  <a:lnTo>
                    <a:pt x="416" y="126"/>
                  </a:lnTo>
                  <a:lnTo>
                    <a:pt x="411" y="132"/>
                  </a:lnTo>
                  <a:lnTo>
                    <a:pt x="406" y="138"/>
                  </a:lnTo>
                  <a:lnTo>
                    <a:pt x="404" y="145"/>
                  </a:lnTo>
                  <a:lnTo>
                    <a:pt x="404" y="145"/>
                  </a:lnTo>
                  <a:lnTo>
                    <a:pt x="396" y="160"/>
                  </a:lnTo>
                  <a:lnTo>
                    <a:pt x="388" y="176"/>
                  </a:lnTo>
                  <a:lnTo>
                    <a:pt x="378" y="191"/>
                  </a:lnTo>
                  <a:lnTo>
                    <a:pt x="378" y="191"/>
                  </a:lnTo>
                  <a:lnTo>
                    <a:pt x="354" y="189"/>
                  </a:lnTo>
                  <a:lnTo>
                    <a:pt x="334" y="185"/>
                  </a:lnTo>
                  <a:lnTo>
                    <a:pt x="319" y="183"/>
                  </a:lnTo>
                  <a:lnTo>
                    <a:pt x="319" y="183"/>
                  </a:lnTo>
                  <a:lnTo>
                    <a:pt x="302" y="178"/>
                  </a:lnTo>
                  <a:lnTo>
                    <a:pt x="292" y="174"/>
                  </a:lnTo>
                  <a:lnTo>
                    <a:pt x="280" y="172"/>
                  </a:lnTo>
                  <a:lnTo>
                    <a:pt x="269" y="171"/>
                  </a:lnTo>
                  <a:lnTo>
                    <a:pt x="260" y="172"/>
                  </a:lnTo>
                  <a:lnTo>
                    <a:pt x="255" y="172"/>
                  </a:lnTo>
                  <a:lnTo>
                    <a:pt x="251" y="174"/>
                  </a:lnTo>
                  <a:lnTo>
                    <a:pt x="249" y="177"/>
                  </a:lnTo>
                  <a:lnTo>
                    <a:pt x="246" y="180"/>
                  </a:lnTo>
                  <a:lnTo>
                    <a:pt x="246" y="180"/>
                  </a:lnTo>
                  <a:lnTo>
                    <a:pt x="245" y="184"/>
                  </a:lnTo>
                  <a:lnTo>
                    <a:pt x="244" y="188"/>
                  </a:lnTo>
                  <a:lnTo>
                    <a:pt x="245" y="191"/>
                  </a:lnTo>
                  <a:lnTo>
                    <a:pt x="246" y="194"/>
                  </a:lnTo>
                  <a:lnTo>
                    <a:pt x="250" y="199"/>
                  </a:lnTo>
                  <a:lnTo>
                    <a:pt x="257" y="202"/>
                  </a:lnTo>
                  <a:lnTo>
                    <a:pt x="266" y="206"/>
                  </a:lnTo>
                  <a:lnTo>
                    <a:pt x="275" y="208"/>
                  </a:lnTo>
                  <a:lnTo>
                    <a:pt x="296" y="211"/>
                  </a:lnTo>
                  <a:lnTo>
                    <a:pt x="296" y="211"/>
                  </a:lnTo>
                  <a:lnTo>
                    <a:pt x="307" y="211"/>
                  </a:lnTo>
                  <a:lnTo>
                    <a:pt x="317" y="213"/>
                  </a:lnTo>
                  <a:lnTo>
                    <a:pt x="337" y="218"/>
                  </a:lnTo>
                  <a:lnTo>
                    <a:pt x="356" y="224"/>
                  </a:lnTo>
                  <a:lnTo>
                    <a:pt x="356" y="224"/>
                  </a:lnTo>
                  <a:lnTo>
                    <a:pt x="344" y="234"/>
                  </a:lnTo>
                  <a:lnTo>
                    <a:pt x="334" y="243"/>
                  </a:lnTo>
                  <a:lnTo>
                    <a:pt x="323" y="253"/>
                  </a:lnTo>
                  <a:lnTo>
                    <a:pt x="323" y="253"/>
                  </a:lnTo>
                  <a:lnTo>
                    <a:pt x="303" y="276"/>
                  </a:lnTo>
                  <a:lnTo>
                    <a:pt x="294" y="288"/>
                  </a:lnTo>
                  <a:lnTo>
                    <a:pt x="294" y="288"/>
                  </a:lnTo>
                  <a:lnTo>
                    <a:pt x="279" y="278"/>
                  </a:lnTo>
                  <a:lnTo>
                    <a:pt x="246" y="259"/>
                  </a:lnTo>
                  <a:lnTo>
                    <a:pt x="246" y="259"/>
                  </a:lnTo>
                  <a:lnTo>
                    <a:pt x="230" y="248"/>
                  </a:lnTo>
                  <a:lnTo>
                    <a:pt x="215" y="242"/>
                  </a:lnTo>
                  <a:lnTo>
                    <a:pt x="208" y="240"/>
                  </a:lnTo>
                  <a:lnTo>
                    <a:pt x="202" y="238"/>
                  </a:lnTo>
                  <a:lnTo>
                    <a:pt x="197" y="240"/>
                  </a:lnTo>
                  <a:lnTo>
                    <a:pt x="192" y="242"/>
                  </a:lnTo>
                  <a:lnTo>
                    <a:pt x="192" y="242"/>
                  </a:lnTo>
                  <a:lnTo>
                    <a:pt x="190" y="245"/>
                  </a:lnTo>
                  <a:lnTo>
                    <a:pt x="188" y="248"/>
                  </a:lnTo>
                  <a:lnTo>
                    <a:pt x="190" y="253"/>
                  </a:lnTo>
                  <a:lnTo>
                    <a:pt x="192" y="257"/>
                  </a:lnTo>
                  <a:lnTo>
                    <a:pt x="196" y="261"/>
                  </a:lnTo>
                  <a:lnTo>
                    <a:pt x="202" y="266"/>
                  </a:lnTo>
                  <a:lnTo>
                    <a:pt x="210" y="270"/>
                  </a:lnTo>
                  <a:lnTo>
                    <a:pt x="220" y="275"/>
                  </a:lnTo>
                  <a:lnTo>
                    <a:pt x="220" y="275"/>
                  </a:lnTo>
                  <a:lnTo>
                    <a:pt x="232" y="278"/>
                  </a:lnTo>
                  <a:lnTo>
                    <a:pt x="242" y="283"/>
                  </a:lnTo>
                  <a:lnTo>
                    <a:pt x="257" y="294"/>
                  </a:lnTo>
                  <a:lnTo>
                    <a:pt x="267" y="301"/>
                  </a:lnTo>
                  <a:lnTo>
                    <a:pt x="271" y="305"/>
                  </a:lnTo>
                  <a:lnTo>
                    <a:pt x="271" y="305"/>
                  </a:lnTo>
                  <a:lnTo>
                    <a:pt x="251" y="319"/>
                  </a:lnTo>
                  <a:lnTo>
                    <a:pt x="234" y="330"/>
                  </a:lnTo>
                  <a:lnTo>
                    <a:pt x="227" y="334"/>
                  </a:lnTo>
                  <a:lnTo>
                    <a:pt x="220" y="336"/>
                  </a:lnTo>
                  <a:lnTo>
                    <a:pt x="220" y="336"/>
                  </a:lnTo>
                  <a:lnTo>
                    <a:pt x="182" y="345"/>
                  </a:lnTo>
                  <a:lnTo>
                    <a:pt x="182" y="345"/>
                  </a:lnTo>
                  <a:lnTo>
                    <a:pt x="179" y="342"/>
                  </a:lnTo>
                  <a:lnTo>
                    <a:pt x="170" y="335"/>
                  </a:lnTo>
                  <a:lnTo>
                    <a:pt x="164" y="329"/>
                  </a:lnTo>
                  <a:lnTo>
                    <a:pt x="158" y="321"/>
                  </a:lnTo>
                  <a:lnTo>
                    <a:pt x="152" y="311"/>
                  </a:lnTo>
                  <a:lnTo>
                    <a:pt x="147" y="299"/>
                  </a:lnTo>
                  <a:lnTo>
                    <a:pt x="147" y="299"/>
                  </a:lnTo>
                  <a:lnTo>
                    <a:pt x="130" y="259"/>
                  </a:lnTo>
                  <a:lnTo>
                    <a:pt x="126" y="246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1" y="229"/>
                  </a:lnTo>
                  <a:lnTo>
                    <a:pt x="118" y="224"/>
                  </a:lnTo>
                  <a:lnTo>
                    <a:pt x="116" y="220"/>
                  </a:lnTo>
                  <a:lnTo>
                    <a:pt x="112" y="219"/>
                  </a:lnTo>
                  <a:lnTo>
                    <a:pt x="109" y="218"/>
                  </a:lnTo>
                  <a:lnTo>
                    <a:pt x="106" y="219"/>
                  </a:lnTo>
                  <a:lnTo>
                    <a:pt x="103" y="220"/>
                  </a:lnTo>
                  <a:lnTo>
                    <a:pt x="99" y="225"/>
                  </a:lnTo>
                  <a:lnTo>
                    <a:pt x="99" y="225"/>
                  </a:lnTo>
                  <a:lnTo>
                    <a:pt x="96" y="230"/>
                  </a:lnTo>
                  <a:lnTo>
                    <a:pt x="95" y="237"/>
                  </a:lnTo>
                  <a:lnTo>
                    <a:pt x="95" y="245"/>
                  </a:lnTo>
                  <a:lnTo>
                    <a:pt x="96" y="253"/>
                  </a:lnTo>
                  <a:lnTo>
                    <a:pt x="103" y="269"/>
                  </a:lnTo>
                  <a:lnTo>
                    <a:pt x="109" y="284"/>
                  </a:lnTo>
                  <a:lnTo>
                    <a:pt x="109" y="284"/>
                  </a:lnTo>
                  <a:lnTo>
                    <a:pt x="128" y="321"/>
                  </a:lnTo>
                  <a:lnTo>
                    <a:pt x="141" y="345"/>
                  </a:lnTo>
                  <a:lnTo>
                    <a:pt x="141" y="345"/>
                  </a:lnTo>
                  <a:lnTo>
                    <a:pt x="127" y="346"/>
                  </a:lnTo>
                  <a:lnTo>
                    <a:pt x="111" y="346"/>
                  </a:lnTo>
                  <a:lnTo>
                    <a:pt x="93" y="345"/>
                  </a:lnTo>
                  <a:lnTo>
                    <a:pt x="83" y="342"/>
                  </a:lnTo>
                  <a:lnTo>
                    <a:pt x="72" y="340"/>
                  </a:lnTo>
                  <a:lnTo>
                    <a:pt x="64" y="338"/>
                  </a:lnTo>
                  <a:lnTo>
                    <a:pt x="54" y="333"/>
                  </a:lnTo>
                  <a:lnTo>
                    <a:pt x="47" y="327"/>
                  </a:lnTo>
                  <a:lnTo>
                    <a:pt x="40" y="321"/>
                  </a:lnTo>
                  <a:lnTo>
                    <a:pt x="34" y="312"/>
                  </a:lnTo>
                  <a:lnTo>
                    <a:pt x="29" y="303"/>
                  </a:lnTo>
                  <a:lnTo>
                    <a:pt x="29" y="303"/>
                  </a:lnTo>
                  <a:lnTo>
                    <a:pt x="25" y="292"/>
                  </a:lnTo>
                  <a:lnTo>
                    <a:pt x="24" y="282"/>
                  </a:lnTo>
                  <a:lnTo>
                    <a:pt x="23" y="274"/>
                  </a:lnTo>
                  <a:lnTo>
                    <a:pt x="22" y="265"/>
                  </a:lnTo>
                  <a:lnTo>
                    <a:pt x="23" y="258"/>
                  </a:lnTo>
                  <a:lnTo>
                    <a:pt x="24" y="252"/>
                  </a:lnTo>
                  <a:lnTo>
                    <a:pt x="28" y="240"/>
                  </a:lnTo>
                  <a:lnTo>
                    <a:pt x="34" y="229"/>
                  </a:lnTo>
                  <a:lnTo>
                    <a:pt x="41" y="220"/>
                  </a:lnTo>
                  <a:lnTo>
                    <a:pt x="48" y="213"/>
                  </a:lnTo>
                  <a:lnTo>
                    <a:pt x="55" y="207"/>
                  </a:lnTo>
                  <a:lnTo>
                    <a:pt x="55" y="207"/>
                  </a:lnTo>
                  <a:lnTo>
                    <a:pt x="61" y="202"/>
                  </a:lnTo>
                  <a:lnTo>
                    <a:pt x="64" y="197"/>
                  </a:lnTo>
                  <a:lnTo>
                    <a:pt x="66" y="194"/>
                  </a:lnTo>
                  <a:lnTo>
                    <a:pt x="65" y="191"/>
                  </a:lnTo>
                  <a:lnTo>
                    <a:pt x="64" y="190"/>
                  </a:lnTo>
                  <a:lnTo>
                    <a:pt x="63" y="188"/>
                  </a:lnTo>
                  <a:lnTo>
                    <a:pt x="59" y="184"/>
                  </a:lnTo>
                  <a:lnTo>
                    <a:pt x="59" y="184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7" name="Freeform 583">
              <a:extLst>
                <a:ext uri="{FF2B5EF4-FFF2-40B4-BE49-F238E27FC236}">
                  <a16:creationId xmlns:a16="http://schemas.microsoft.com/office/drawing/2014/main" id="{29F1BB09-A2AD-2349-A83B-757E9422D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813" y="4713288"/>
              <a:ext cx="185738" cy="361950"/>
            </a:xfrm>
            <a:custGeom>
              <a:avLst/>
              <a:gdLst>
                <a:gd name="T0" fmla="*/ 233 w 233"/>
                <a:gd name="T1" fmla="*/ 456 h 456"/>
                <a:gd name="T2" fmla="*/ 214 w 233"/>
                <a:gd name="T3" fmla="*/ 456 h 456"/>
                <a:gd name="T4" fmla="*/ 214 w 233"/>
                <a:gd name="T5" fmla="*/ 305 h 456"/>
                <a:gd name="T6" fmla="*/ 214 w 233"/>
                <a:gd name="T7" fmla="*/ 305 h 456"/>
                <a:gd name="T8" fmla="*/ 212 w 233"/>
                <a:gd name="T9" fmla="*/ 277 h 456"/>
                <a:gd name="T10" fmla="*/ 209 w 233"/>
                <a:gd name="T11" fmla="*/ 253 h 456"/>
                <a:gd name="T12" fmla="*/ 209 w 233"/>
                <a:gd name="T13" fmla="*/ 253 h 456"/>
                <a:gd name="T14" fmla="*/ 206 w 233"/>
                <a:gd name="T15" fmla="*/ 237 h 456"/>
                <a:gd name="T16" fmla="*/ 201 w 233"/>
                <a:gd name="T17" fmla="*/ 223 h 456"/>
                <a:gd name="T18" fmla="*/ 197 w 233"/>
                <a:gd name="T19" fmla="*/ 210 h 456"/>
                <a:gd name="T20" fmla="*/ 191 w 233"/>
                <a:gd name="T21" fmla="*/ 195 h 456"/>
                <a:gd name="T22" fmla="*/ 185 w 233"/>
                <a:gd name="T23" fmla="*/ 183 h 456"/>
                <a:gd name="T24" fmla="*/ 179 w 233"/>
                <a:gd name="T25" fmla="*/ 170 h 456"/>
                <a:gd name="T26" fmla="*/ 163 w 233"/>
                <a:gd name="T27" fmla="*/ 147 h 456"/>
                <a:gd name="T28" fmla="*/ 147 w 233"/>
                <a:gd name="T29" fmla="*/ 126 h 456"/>
                <a:gd name="T30" fmla="*/ 129 w 233"/>
                <a:gd name="T31" fmla="*/ 107 h 456"/>
                <a:gd name="T32" fmla="*/ 111 w 233"/>
                <a:gd name="T33" fmla="*/ 89 h 456"/>
                <a:gd name="T34" fmla="*/ 93 w 233"/>
                <a:gd name="T35" fmla="*/ 74 h 456"/>
                <a:gd name="T36" fmla="*/ 76 w 233"/>
                <a:gd name="T37" fmla="*/ 61 h 456"/>
                <a:gd name="T38" fmla="*/ 59 w 233"/>
                <a:gd name="T39" fmla="*/ 49 h 456"/>
                <a:gd name="T40" fmla="*/ 43 w 233"/>
                <a:gd name="T41" fmla="*/ 39 h 456"/>
                <a:gd name="T42" fmla="*/ 29 w 233"/>
                <a:gd name="T43" fmla="*/ 32 h 456"/>
                <a:gd name="T44" fmla="*/ 8 w 233"/>
                <a:gd name="T45" fmla="*/ 21 h 456"/>
                <a:gd name="T46" fmla="*/ 0 w 233"/>
                <a:gd name="T47" fmla="*/ 17 h 456"/>
                <a:gd name="T48" fmla="*/ 7 w 233"/>
                <a:gd name="T49" fmla="*/ 0 h 456"/>
                <a:gd name="T50" fmla="*/ 7 w 233"/>
                <a:gd name="T51" fmla="*/ 0 h 456"/>
                <a:gd name="T52" fmla="*/ 18 w 233"/>
                <a:gd name="T53" fmla="*/ 4 h 456"/>
                <a:gd name="T54" fmla="*/ 39 w 233"/>
                <a:gd name="T55" fmla="*/ 16 h 456"/>
                <a:gd name="T56" fmla="*/ 55 w 233"/>
                <a:gd name="T57" fmla="*/ 25 h 456"/>
                <a:gd name="T58" fmla="*/ 71 w 233"/>
                <a:gd name="T59" fmla="*/ 34 h 456"/>
                <a:gd name="T60" fmla="*/ 89 w 233"/>
                <a:gd name="T61" fmla="*/ 46 h 456"/>
                <a:gd name="T62" fmla="*/ 107 w 233"/>
                <a:gd name="T63" fmla="*/ 61 h 456"/>
                <a:gd name="T64" fmla="*/ 126 w 233"/>
                <a:gd name="T65" fmla="*/ 77 h 456"/>
                <a:gd name="T66" fmla="*/ 145 w 233"/>
                <a:gd name="T67" fmla="*/ 95 h 456"/>
                <a:gd name="T68" fmla="*/ 163 w 233"/>
                <a:gd name="T69" fmla="*/ 115 h 456"/>
                <a:gd name="T70" fmla="*/ 180 w 233"/>
                <a:gd name="T71" fmla="*/ 137 h 456"/>
                <a:gd name="T72" fmla="*/ 195 w 233"/>
                <a:gd name="T73" fmla="*/ 161 h 456"/>
                <a:gd name="T74" fmla="*/ 203 w 233"/>
                <a:gd name="T75" fmla="*/ 174 h 456"/>
                <a:gd name="T76" fmla="*/ 209 w 233"/>
                <a:gd name="T77" fmla="*/ 189 h 456"/>
                <a:gd name="T78" fmla="*/ 215 w 233"/>
                <a:gd name="T79" fmla="*/ 202 h 456"/>
                <a:gd name="T80" fmla="*/ 220 w 233"/>
                <a:gd name="T81" fmla="*/ 218 h 456"/>
                <a:gd name="T82" fmla="*/ 224 w 233"/>
                <a:gd name="T83" fmla="*/ 234 h 456"/>
                <a:gd name="T84" fmla="*/ 228 w 233"/>
                <a:gd name="T85" fmla="*/ 249 h 456"/>
                <a:gd name="T86" fmla="*/ 228 w 233"/>
                <a:gd name="T87" fmla="*/ 249 h 456"/>
                <a:gd name="T88" fmla="*/ 232 w 233"/>
                <a:gd name="T89" fmla="*/ 276 h 456"/>
                <a:gd name="T90" fmla="*/ 233 w 233"/>
                <a:gd name="T91" fmla="*/ 305 h 456"/>
                <a:gd name="T92" fmla="*/ 233 w 233"/>
                <a:gd name="T9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3" h="456">
                  <a:moveTo>
                    <a:pt x="233" y="456"/>
                  </a:moveTo>
                  <a:lnTo>
                    <a:pt x="214" y="456"/>
                  </a:lnTo>
                  <a:lnTo>
                    <a:pt x="214" y="305"/>
                  </a:lnTo>
                  <a:lnTo>
                    <a:pt x="214" y="305"/>
                  </a:lnTo>
                  <a:lnTo>
                    <a:pt x="212" y="277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06" y="237"/>
                  </a:lnTo>
                  <a:lnTo>
                    <a:pt x="201" y="223"/>
                  </a:lnTo>
                  <a:lnTo>
                    <a:pt x="197" y="210"/>
                  </a:lnTo>
                  <a:lnTo>
                    <a:pt x="191" y="195"/>
                  </a:lnTo>
                  <a:lnTo>
                    <a:pt x="185" y="183"/>
                  </a:lnTo>
                  <a:lnTo>
                    <a:pt x="179" y="170"/>
                  </a:lnTo>
                  <a:lnTo>
                    <a:pt x="163" y="147"/>
                  </a:lnTo>
                  <a:lnTo>
                    <a:pt x="147" y="126"/>
                  </a:lnTo>
                  <a:lnTo>
                    <a:pt x="129" y="107"/>
                  </a:lnTo>
                  <a:lnTo>
                    <a:pt x="111" y="89"/>
                  </a:lnTo>
                  <a:lnTo>
                    <a:pt x="93" y="74"/>
                  </a:lnTo>
                  <a:lnTo>
                    <a:pt x="76" y="61"/>
                  </a:lnTo>
                  <a:lnTo>
                    <a:pt x="59" y="49"/>
                  </a:lnTo>
                  <a:lnTo>
                    <a:pt x="43" y="39"/>
                  </a:lnTo>
                  <a:lnTo>
                    <a:pt x="29" y="32"/>
                  </a:lnTo>
                  <a:lnTo>
                    <a:pt x="8" y="21"/>
                  </a:lnTo>
                  <a:lnTo>
                    <a:pt x="0" y="17"/>
                  </a:lnTo>
                  <a:lnTo>
                    <a:pt x="7" y="0"/>
                  </a:lnTo>
                  <a:lnTo>
                    <a:pt x="7" y="0"/>
                  </a:lnTo>
                  <a:lnTo>
                    <a:pt x="18" y="4"/>
                  </a:lnTo>
                  <a:lnTo>
                    <a:pt x="39" y="16"/>
                  </a:lnTo>
                  <a:lnTo>
                    <a:pt x="55" y="25"/>
                  </a:lnTo>
                  <a:lnTo>
                    <a:pt x="71" y="34"/>
                  </a:lnTo>
                  <a:lnTo>
                    <a:pt x="89" y="46"/>
                  </a:lnTo>
                  <a:lnTo>
                    <a:pt x="107" y="61"/>
                  </a:lnTo>
                  <a:lnTo>
                    <a:pt x="126" y="77"/>
                  </a:lnTo>
                  <a:lnTo>
                    <a:pt x="145" y="95"/>
                  </a:lnTo>
                  <a:lnTo>
                    <a:pt x="163" y="115"/>
                  </a:lnTo>
                  <a:lnTo>
                    <a:pt x="180" y="137"/>
                  </a:lnTo>
                  <a:lnTo>
                    <a:pt x="195" y="161"/>
                  </a:lnTo>
                  <a:lnTo>
                    <a:pt x="203" y="174"/>
                  </a:lnTo>
                  <a:lnTo>
                    <a:pt x="209" y="189"/>
                  </a:lnTo>
                  <a:lnTo>
                    <a:pt x="215" y="202"/>
                  </a:lnTo>
                  <a:lnTo>
                    <a:pt x="220" y="218"/>
                  </a:lnTo>
                  <a:lnTo>
                    <a:pt x="224" y="234"/>
                  </a:lnTo>
                  <a:lnTo>
                    <a:pt x="228" y="249"/>
                  </a:lnTo>
                  <a:lnTo>
                    <a:pt x="228" y="249"/>
                  </a:lnTo>
                  <a:lnTo>
                    <a:pt x="232" y="276"/>
                  </a:lnTo>
                  <a:lnTo>
                    <a:pt x="233" y="305"/>
                  </a:lnTo>
                  <a:lnTo>
                    <a:pt x="233" y="456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8" name="Freeform 584">
              <a:extLst>
                <a:ext uri="{FF2B5EF4-FFF2-40B4-BE49-F238E27FC236}">
                  <a16:creationId xmlns:a16="http://schemas.microsoft.com/office/drawing/2014/main" id="{B2C74A0A-CF99-304A-8770-31709E811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438" y="4856163"/>
              <a:ext cx="106363" cy="215900"/>
            </a:xfrm>
            <a:custGeom>
              <a:avLst/>
              <a:gdLst>
                <a:gd name="T0" fmla="*/ 0 w 135"/>
                <a:gd name="T1" fmla="*/ 272 h 272"/>
                <a:gd name="T2" fmla="*/ 0 w 135"/>
                <a:gd name="T3" fmla="*/ 272 h 272"/>
                <a:gd name="T4" fmla="*/ 0 w 135"/>
                <a:gd name="T5" fmla="*/ 262 h 272"/>
                <a:gd name="T6" fmla="*/ 2 w 135"/>
                <a:gd name="T7" fmla="*/ 238 h 272"/>
                <a:gd name="T8" fmla="*/ 3 w 135"/>
                <a:gd name="T9" fmla="*/ 221 h 272"/>
                <a:gd name="T10" fmla="*/ 5 w 135"/>
                <a:gd name="T11" fmla="*/ 201 h 272"/>
                <a:gd name="T12" fmla="*/ 9 w 135"/>
                <a:gd name="T13" fmla="*/ 181 h 272"/>
                <a:gd name="T14" fmla="*/ 14 w 135"/>
                <a:gd name="T15" fmla="*/ 159 h 272"/>
                <a:gd name="T16" fmla="*/ 20 w 135"/>
                <a:gd name="T17" fmla="*/ 136 h 272"/>
                <a:gd name="T18" fmla="*/ 28 w 135"/>
                <a:gd name="T19" fmla="*/ 113 h 272"/>
                <a:gd name="T20" fmla="*/ 39 w 135"/>
                <a:gd name="T21" fmla="*/ 90 h 272"/>
                <a:gd name="T22" fmla="*/ 51 w 135"/>
                <a:gd name="T23" fmla="*/ 68 h 272"/>
                <a:gd name="T24" fmla="*/ 58 w 135"/>
                <a:gd name="T25" fmla="*/ 59 h 272"/>
                <a:gd name="T26" fmla="*/ 67 w 135"/>
                <a:gd name="T27" fmla="*/ 48 h 272"/>
                <a:gd name="T28" fmla="*/ 75 w 135"/>
                <a:gd name="T29" fmla="*/ 38 h 272"/>
                <a:gd name="T30" fmla="*/ 85 w 135"/>
                <a:gd name="T31" fmla="*/ 30 h 272"/>
                <a:gd name="T32" fmla="*/ 95 w 135"/>
                <a:gd name="T33" fmla="*/ 21 h 272"/>
                <a:gd name="T34" fmla="*/ 106 w 135"/>
                <a:gd name="T35" fmla="*/ 13 h 272"/>
                <a:gd name="T36" fmla="*/ 118 w 135"/>
                <a:gd name="T37" fmla="*/ 6 h 272"/>
                <a:gd name="T38" fmla="*/ 131 w 135"/>
                <a:gd name="T39" fmla="*/ 0 h 272"/>
                <a:gd name="T40" fmla="*/ 135 w 135"/>
                <a:gd name="T41" fmla="*/ 8 h 272"/>
                <a:gd name="T42" fmla="*/ 135 w 135"/>
                <a:gd name="T43" fmla="*/ 8 h 272"/>
                <a:gd name="T44" fmla="*/ 123 w 135"/>
                <a:gd name="T45" fmla="*/ 14 h 272"/>
                <a:gd name="T46" fmla="*/ 112 w 135"/>
                <a:gd name="T47" fmla="*/ 21 h 272"/>
                <a:gd name="T48" fmla="*/ 101 w 135"/>
                <a:gd name="T49" fmla="*/ 29 h 272"/>
                <a:gd name="T50" fmla="*/ 91 w 135"/>
                <a:gd name="T51" fmla="*/ 37 h 272"/>
                <a:gd name="T52" fmla="*/ 81 w 135"/>
                <a:gd name="T53" fmla="*/ 45 h 272"/>
                <a:gd name="T54" fmla="*/ 73 w 135"/>
                <a:gd name="T55" fmla="*/ 55 h 272"/>
                <a:gd name="T56" fmla="*/ 66 w 135"/>
                <a:gd name="T57" fmla="*/ 65 h 272"/>
                <a:gd name="T58" fmla="*/ 58 w 135"/>
                <a:gd name="T59" fmla="*/ 75 h 272"/>
                <a:gd name="T60" fmla="*/ 46 w 135"/>
                <a:gd name="T61" fmla="*/ 96 h 272"/>
                <a:gd name="T62" fmla="*/ 37 w 135"/>
                <a:gd name="T63" fmla="*/ 118 h 272"/>
                <a:gd name="T64" fmla="*/ 28 w 135"/>
                <a:gd name="T65" fmla="*/ 140 h 272"/>
                <a:gd name="T66" fmla="*/ 22 w 135"/>
                <a:gd name="T67" fmla="*/ 162 h 272"/>
                <a:gd name="T68" fmla="*/ 17 w 135"/>
                <a:gd name="T69" fmla="*/ 183 h 272"/>
                <a:gd name="T70" fmla="*/ 14 w 135"/>
                <a:gd name="T71" fmla="*/ 204 h 272"/>
                <a:gd name="T72" fmla="*/ 13 w 135"/>
                <a:gd name="T73" fmla="*/ 222 h 272"/>
                <a:gd name="T74" fmla="*/ 10 w 135"/>
                <a:gd name="T75" fmla="*/ 238 h 272"/>
                <a:gd name="T76" fmla="*/ 10 w 135"/>
                <a:gd name="T77" fmla="*/ 262 h 272"/>
                <a:gd name="T78" fmla="*/ 10 w 135"/>
                <a:gd name="T79" fmla="*/ 272 h 272"/>
                <a:gd name="T80" fmla="*/ 0 w 135"/>
                <a:gd name="T81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5" h="272">
                  <a:moveTo>
                    <a:pt x="0" y="272"/>
                  </a:moveTo>
                  <a:lnTo>
                    <a:pt x="0" y="272"/>
                  </a:lnTo>
                  <a:lnTo>
                    <a:pt x="0" y="262"/>
                  </a:lnTo>
                  <a:lnTo>
                    <a:pt x="2" y="238"/>
                  </a:lnTo>
                  <a:lnTo>
                    <a:pt x="3" y="221"/>
                  </a:lnTo>
                  <a:lnTo>
                    <a:pt x="5" y="201"/>
                  </a:lnTo>
                  <a:lnTo>
                    <a:pt x="9" y="181"/>
                  </a:lnTo>
                  <a:lnTo>
                    <a:pt x="14" y="159"/>
                  </a:lnTo>
                  <a:lnTo>
                    <a:pt x="20" y="136"/>
                  </a:lnTo>
                  <a:lnTo>
                    <a:pt x="28" y="113"/>
                  </a:lnTo>
                  <a:lnTo>
                    <a:pt x="39" y="90"/>
                  </a:lnTo>
                  <a:lnTo>
                    <a:pt x="51" y="68"/>
                  </a:lnTo>
                  <a:lnTo>
                    <a:pt x="58" y="59"/>
                  </a:lnTo>
                  <a:lnTo>
                    <a:pt x="67" y="48"/>
                  </a:lnTo>
                  <a:lnTo>
                    <a:pt x="75" y="38"/>
                  </a:lnTo>
                  <a:lnTo>
                    <a:pt x="85" y="30"/>
                  </a:lnTo>
                  <a:lnTo>
                    <a:pt x="95" y="21"/>
                  </a:lnTo>
                  <a:lnTo>
                    <a:pt x="106" y="13"/>
                  </a:lnTo>
                  <a:lnTo>
                    <a:pt x="118" y="6"/>
                  </a:lnTo>
                  <a:lnTo>
                    <a:pt x="131" y="0"/>
                  </a:lnTo>
                  <a:lnTo>
                    <a:pt x="135" y="8"/>
                  </a:lnTo>
                  <a:lnTo>
                    <a:pt x="135" y="8"/>
                  </a:lnTo>
                  <a:lnTo>
                    <a:pt x="123" y="14"/>
                  </a:lnTo>
                  <a:lnTo>
                    <a:pt x="112" y="21"/>
                  </a:lnTo>
                  <a:lnTo>
                    <a:pt x="101" y="29"/>
                  </a:lnTo>
                  <a:lnTo>
                    <a:pt x="91" y="37"/>
                  </a:lnTo>
                  <a:lnTo>
                    <a:pt x="81" y="45"/>
                  </a:lnTo>
                  <a:lnTo>
                    <a:pt x="73" y="55"/>
                  </a:lnTo>
                  <a:lnTo>
                    <a:pt x="66" y="65"/>
                  </a:lnTo>
                  <a:lnTo>
                    <a:pt x="58" y="75"/>
                  </a:lnTo>
                  <a:lnTo>
                    <a:pt x="46" y="96"/>
                  </a:lnTo>
                  <a:lnTo>
                    <a:pt x="37" y="118"/>
                  </a:lnTo>
                  <a:lnTo>
                    <a:pt x="28" y="140"/>
                  </a:lnTo>
                  <a:lnTo>
                    <a:pt x="22" y="162"/>
                  </a:lnTo>
                  <a:lnTo>
                    <a:pt x="17" y="183"/>
                  </a:lnTo>
                  <a:lnTo>
                    <a:pt x="14" y="204"/>
                  </a:lnTo>
                  <a:lnTo>
                    <a:pt x="13" y="222"/>
                  </a:lnTo>
                  <a:lnTo>
                    <a:pt x="10" y="238"/>
                  </a:lnTo>
                  <a:lnTo>
                    <a:pt x="10" y="262"/>
                  </a:lnTo>
                  <a:lnTo>
                    <a:pt x="10" y="272"/>
                  </a:lnTo>
                  <a:lnTo>
                    <a:pt x="0" y="272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92" name="Group 591">
            <a:extLst>
              <a:ext uri="{FF2B5EF4-FFF2-40B4-BE49-F238E27FC236}">
                <a16:creationId xmlns:a16="http://schemas.microsoft.com/office/drawing/2014/main" id="{43D13A06-0C46-784F-904B-131DE3E9BCB5}"/>
              </a:ext>
            </a:extLst>
          </p:cNvPr>
          <p:cNvGrpSpPr/>
          <p:nvPr/>
        </p:nvGrpSpPr>
        <p:grpSpPr>
          <a:xfrm>
            <a:off x="2865351" y="5519805"/>
            <a:ext cx="2171684" cy="1306719"/>
            <a:chOff x="9915526" y="1892300"/>
            <a:chExt cx="1116012" cy="671513"/>
          </a:xfrm>
          <a:solidFill>
            <a:schemeClr val="accent1"/>
          </a:solidFill>
        </p:grpSpPr>
        <p:sp>
          <p:nvSpPr>
            <p:cNvPr id="593" name="Freeform 80">
              <a:extLst>
                <a:ext uri="{FF2B5EF4-FFF2-40B4-BE49-F238E27FC236}">
                  <a16:creationId xmlns:a16="http://schemas.microsoft.com/office/drawing/2014/main" id="{7816C4AE-E1FD-104E-B107-D236E62DB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Freeform 81">
              <a:extLst>
                <a:ext uri="{FF2B5EF4-FFF2-40B4-BE49-F238E27FC236}">
                  <a16:creationId xmlns:a16="http://schemas.microsoft.com/office/drawing/2014/main" id="{74B3A09D-0A82-AB49-A668-598E29B45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Freeform 82">
              <a:extLst>
                <a:ext uri="{FF2B5EF4-FFF2-40B4-BE49-F238E27FC236}">
                  <a16:creationId xmlns:a16="http://schemas.microsoft.com/office/drawing/2014/main" id="{5102E57A-5ACB-F547-A13C-A11FF1F92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Freeform 83">
              <a:extLst>
                <a:ext uri="{FF2B5EF4-FFF2-40B4-BE49-F238E27FC236}">
                  <a16:creationId xmlns:a16="http://schemas.microsoft.com/office/drawing/2014/main" id="{9DC47967-821E-5C40-9CBF-275755D60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Freeform 84">
              <a:extLst>
                <a:ext uri="{FF2B5EF4-FFF2-40B4-BE49-F238E27FC236}">
                  <a16:creationId xmlns:a16="http://schemas.microsoft.com/office/drawing/2014/main" id="{7D0EA77B-5B02-4942-88BB-B13BF1740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Freeform 85">
              <a:extLst>
                <a:ext uri="{FF2B5EF4-FFF2-40B4-BE49-F238E27FC236}">
                  <a16:creationId xmlns:a16="http://schemas.microsoft.com/office/drawing/2014/main" id="{7BCFEA3F-1EDB-B945-9800-D7DC478D7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86">
              <a:extLst>
                <a:ext uri="{FF2B5EF4-FFF2-40B4-BE49-F238E27FC236}">
                  <a16:creationId xmlns:a16="http://schemas.microsoft.com/office/drawing/2014/main" id="{EE53DD63-DCA4-D64D-8DB3-BF72059DC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Freeform 87">
              <a:extLst>
                <a:ext uri="{FF2B5EF4-FFF2-40B4-BE49-F238E27FC236}">
                  <a16:creationId xmlns:a16="http://schemas.microsoft.com/office/drawing/2014/main" id="{0AF253D2-B80C-9F48-BF29-D8B1F22AD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88">
              <a:extLst>
                <a:ext uri="{FF2B5EF4-FFF2-40B4-BE49-F238E27FC236}">
                  <a16:creationId xmlns:a16="http://schemas.microsoft.com/office/drawing/2014/main" id="{55B2AFFB-52C9-6B40-87F7-2C3F7EAD0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Freeform 89">
              <a:extLst>
                <a:ext uri="{FF2B5EF4-FFF2-40B4-BE49-F238E27FC236}">
                  <a16:creationId xmlns:a16="http://schemas.microsoft.com/office/drawing/2014/main" id="{9BCFAB5E-E8D2-D14F-AD50-511ECAE55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Freeform 90">
              <a:extLst>
                <a:ext uri="{FF2B5EF4-FFF2-40B4-BE49-F238E27FC236}">
                  <a16:creationId xmlns:a16="http://schemas.microsoft.com/office/drawing/2014/main" id="{A7E9AA3A-A783-5543-9D9E-C6D6EC506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Freeform 91">
              <a:extLst>
                <a:ext uri="{FF2B5EF4-FFF2-40B4-BE49-F238E27FC236}">
                  <a16:creationId xmlns:a16="http://schemas.microsoft.com/office/drawing/2014/main" id="{B5DDCADA-8354-5344-8ED1-228B4620A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Freeform 92">
              <a:extLst>
                <a:ext uri="{FF2B5EF4-FFF2-40B4-BE49-F238E27FC236}">
                  <a16:creationId xmlns:a16="http://schemas.microsoft.com/office/drawing/2014/main" id="{736E0C48-4A69-224B-8473-A62EED350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Freeform 93">
              <a:extLst>
                <a:ext uri="{FF2B5EF4-FFF2-40B4-BE49-F238E27FC236}">
                  <a16:creationId xmlns:a16="http://schemas.microsoft.com/office/drawing/2014/main" id="{B7295D7B-F980-9945-9394-56430D6E3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Freeform 94">
              <a:extLst>
                <a:ext uri="{FF2B5EF4-FFF2-40B4-BE49-F238E27FC236}">
                  <a16:creationId xmlns:a16="http://schemas.microsoft.com/office/drawing/2014/main" id="{371BCC2B-3BF8-C84F-B24B-83DB524F4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Freeform 95">
              <a:extLst>
                <a:ext uri="{FF2B5EF4-FFF2-40B4-BE49-F238E27FC236}">
                  <a16:creationId xmlns:a16="http://schemas.microsoft.com/office/drawing/2014/main" id="{F2268D5C-142A-E144-A3EB-633AA31F6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Freeform 96">
              <a:extLst>
                <a:ext uri="{FF2B5EF4-FFF2-40B4-BE49-F238E27FC236}">
                  <a16:creationId xmlns:a16="http://schemas.microsoft.com/office/drawing/2014/main" id="{4A1AB2BB-847D-AC4A-B7A7-3ECA28228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Freeform 97">
              <a:extLst>
                <a:ext uri="{FF2B5EF4-FFF2-40B4-BE49-F238E27FC236}">
                  <a16:creationId xmlns:a16="http://schemas.microsoft.com/office/drawing/2014/main" id="{E46BC5C5-6181-C945-A064-EA16A06D6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" name="Freeform 98">
              <a:extLst>
                <a:ext uri="{FF2B5EF4-FFF2-40B4-BE49-F238E27FC236}">
                  <a16:creationId xmlns:a16="http://schemas.microsoft.com/office/drawing/2014/main" id="{34504FED-FEE1-2546-ABC7-4BC0FDB1C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Freeform 99">
              <a:extLst>
                <a:ext uri="{FF2B5EF4-FFF2-40B4-BE49-F238E27FC236}">
                  <a16:creationId xmlns:a16="http://schemas.microsoft.com/office/drawing/2014/main" id="{21F83CF4-1642-B743-AE45-A1839BA4A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Freeform 100">
              <a:extLst>
                <a:ext uri="{FF2B5EF4-FFF2-40B4-BE49-F238E27FC236}">
                  <a16:creationId xmlns:a16="http://schemas.microsoft.com/office/drawing/2014/main" id="{698C2544-53AD-AD47-B756-1835B3321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Freeform 101">
              <a:extLst>
                <a:ext uri="{FF2B5EF4-FFF2-40B4-BE49-F238E27FC236}">
                  <a16:creationId xmlns:a16="http://schemas.microsoft.com/office/drawing/2014/main" id="{9D9BE232-A717-494D-9737-3D73DBB35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Freeform 102">
              <a:extLst>
                <a:ext uri="{FF2B5EF4-FFF2-40B4-BE49-F238E27FC236}">
                  <a16:creationId xmlns:a16="http://schemas.microsoft.com/office/drawing/2014/main" id="{EDAA33E5-C835-6345-8823-A0904A032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Freeform 103">
              <a:extLst>
                <a:ext uri="{FF2B5EF4-FFF2-40B4-BE49-F238E27FC236}">
                  <a16:creationId xmlns:a16="http://schemas.microsoft.com/office/drawing/2014/main" id="{F43D00B3-DE5D-0C48-B641-85F0074CD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Freeform 104">
              <a:extLst>
                <a:ext uri="{FF2B5EF4-FFF2-40B4-BE49-F238E27FC236}">
                  <a16:creationId xmlns:a16="http://schemas.microsoft.com/office/drawing/2014/main" id="{E9089AA3-05B6-ED46-981F-DBE6085D0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Freeform 105">
              <a:extLst>
                <a:ext uri="{FF2B5EF4-FFF2-40B4-BE49-F238E27FC236}">
                  <a16:creationId xmlns:a16="http://schemas.microsoft.com/office/drawing/2014/main" id="{E556AF56-6295-5B4D-B5F3-7C4476511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Freeform 106">
              <a:extLst>
                <a:ext uri="{FF2B5EF4-FFF2-40B4-BE49-F238E27FC236}">
                  <a16:creationId xmlns:a16="http://schemas.microsoft.com/office/drawing/2014/main" id="{D033C6E1-20B2-414C-ADAD-4CF4DBE9D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Freeform 107">
              <a:extLst>
                <a:ext uri="{FF2B5EF4-FFF2-40B4-BE49-F238E27FC236}">
                  <a16:creationId xmlns:a16="http://schemas.microsoft.com/office/drawing/2014/main" id="{1BB05508-9BFE-5C42-9899-82BD4050A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Freeform 108">
              <a:extLst>
                <a:ext uri="{FF2B5EF4-FFF2-40B4-BE49-F238E27FC236}">
                  <a16:creationId xmlns:a16="http://schemas.microsoft.com/office/drawing/2014/main" id="{56B32D89-1C86-9847-939A-FA4EEE781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Freeform 109">
              <a:extLst>
                <a:ext uri="{FF2B5EF4-FFF2-40B4-BE49-F238E27FC236}">
                  <a16:creationId xmlns:a16="http://schemas.microsoft.com/office/drawing/2014/main" id="{3966631F-66F2-DB46-8D16-C68D4A110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Freeform 110">
              <a:extLst>
                <a:ext uri="{FF2B5EF4-FFF2-40B4-BE49-F238E27FC236}">
                  <a16:creationId xmlns:a16="http://schemas.microsoft.com/office/drawing/2014/main" id="{5B94B202-55A0-3B4A-B230-A1D38517F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Freeform 111">
              <a:extLst>
                <a:ext uri="{FF2B5EF4-FFF2-40B4-BE49-F238E27FC236}">
                  <a16:creationId xmlns:a16="http://schemas.microsoft.com/office/drawing/2014/main" id="{A2041003-5B65-CB42-BEF9-1E091B16D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Freeform 112">
              <a:extLst>
                <a:ext uri="{FF2B5EF4-FFF2-40B4-BE49-F238E27FC236}">
                  <a16:creationId xmlns:a16="http://schemas.microsoft.com/office/drawing/2014/main" id="{89FAE214-B583-D548-AA45-9D7E525AA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Freeform 113">
              <a:extLst>
                <a:ext uri="{FF2B5EF4-FFF2-40B4-BE49-F238E27FC236}">
                  <a16:creationId xmlns:a16="http://schemas.microsoft.com/office/drawing/2014/main" id="{EDBFD956-8590-5748-BC56-924B1491F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Freeform 114">
              <a:extLst>
                <a:ext uri="{FF2B5EF4-FFF2-40B4-BE49-F238E27FC236}">
                  <a16:creationId xmlns:a16="http://schemas.microsoft.com/office/drawing/2014/main" id="{E7D59614-6CC5-9042-87A2-F662D698A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Freeform 115">
              <a:extLst>
                <a:ext uri="{FF2B5EF4-FFF2-40B4-BE49-F238E27FC236}">
                  <a16:creationId xmlns:a16="http://schemas.microsoft.com/office/drawing/2014/main" id="{3EC3901F-F365-9847-BAA7-53339CB7C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Freeform 116">
              <a:extLst>
                <a:ext uri="{FF2B5EF4-FFF2-40B4-BE49-F238E27FC236}">
                  <a16:creationId xmlns:a16="http://schemas.microsoft.com/office/drawing/2014/main" id="{E33016B3-1381-104C-9569-0E487CDC1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Freeform 117">
              <a:extLst>
                <a:ext uri="{FF2B5EF4-FFF2-40B4-BE49-F238E27FC236}">
                  <a16:creationId xmlns:a16="http://schemas.microsoft.com/office/drawing/2014/main" id="{7041F52B-E3DE-7F4B-A9A4-E1EB76514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Freeform 118">
              <a:extLst>
                <a:ext uri="{FF2B5EF4-FFF2-40B4-BE49-F238E27FC236}">
                  <a16:creationId xmlns:a16="http://schemas.microsoft.com/office/drawing/2014/main" id="{3BDE1D60-B4F9-1948-9F66-668786BBF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Freeform 119">
              <a:extLst>
                <a:ext uri="{FF2B5EF4-FFF2-40B4-BE49-F238E27FC236}">
                  <a16:creationId xmlns:a16="http://schemas.microsoft.com/office/drawing/2014/main" id="{363BD951-3AA9-9D4A-BF75-1F4C6CDA3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Freeform 120">
              <a:extLst>
                <a:ext uri="{FF2B5EF4-FFF2-40B4-BE49-F238E27FC236}">
                  <a16:creationId xmlns:a16="http://schemas.microsoft.com/office/drawing/2014/main" id="{66D6A758-4491-A84B-8161-07C0DA568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Freeform 121">
              <a:extLst>
                <a:ext uri="{FF2B5EF4-FFF2-40B4-BE49-F238E27FC236}">
                  <a16:creationId xmlns:a16="http://schemas.microsoft.com/office/drawing/2014/main" id="{51240FEA-CD28-DA49-8F1E-36AEAB2D6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Freeform 122">
              <a:extLst>
                <a:ext uri="{FF2B5EF4-FFF2-40B4-BE49-F238E27FC236}">
                  <a16:creationId xmlns:a16="http://schemas.microsoft.com/office/drawing/2014/main" id="{6C7B1094-4FF6-D34A-AB3E-D17E83232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Freeform 123">
              <a:extLst>
                <a:ext uri="{FF2B5EF4-FFF2-40B4-BE49-F238E27FC236}">
                  <a16:creationId xmlns:a16="http://schemas.microsoft.com/office/drawing/2014/main" id="{4FC8D0D7-833D-8146-A3D3-E174ED91A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Freeform 124">
              <a:extLst>
                <a:ext uri="{FF2B5EF4-FFF2-40B4-BE49-F238E27FC236}">
                  <a16:creationId xmlns:a16="http://schemas.microsoft.com/office/drawing/2014/main" id="{78B4612E-7777-C84E-B184-F88DFB58C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Freeform 125">
              <a:extLst>
                <a:ext uri="{FF2B5EF4-FFF2-40B4-BE49-F238E27FC236}">
                  <a16:creationId xmlns:a16="http://schemas.microsoft.com/office/drawing/2014/main" id="{0E321064-893D-BE4E-BDD3-24B81A35B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Freeform 126">
              <a:extLst>
                <a:ext uri="{FF2B5EF4-FFF2-40B4-BE49-F238E27FC236}">
                  <a16:creationId xmlns:a16="http://schemas.microsoft.com/office/drawing/2014/main" id="{7111E984-1841-4543-9512-9A208AF0F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Freeform 127">
              <a:extLst>
                <a:ext uri="{FF2B5EF4-FFF2-40B4-BE49-F238E27FC236}">
                  <a16:creationId xmlns:a16="http://schemas.microsoft.com/office/drawing/2014/main" id="{A3F55CE6-772D-484E-9108-32E546AA9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Freeform 128">
              <a:extLst>
                <a:ext uri="{FF2B5EF4-FFF2-40B4-BE49-F238E27FC236}">
                  <a16:creationId xmlns:a16="http://schemas.microsoft.com/office/drawing/2014/main" id="{057170BC-5DC2-AF4C-B012-12136BE2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Freeform 129">
              <a:extLst>
                <a:ext uri="{FF2B5EF4-FFF2-40B4-BE49-F238E27FC236}">
                  <a16:creationId xmlns:a16="http://schemas.microsoft.com/office/drawing/2014/main" id="{CECB27CB-5821-D743-A22C-F8BF46808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Freeform 130">
              <a:extLst>
                <a:ext uri="{FF2B5EF4-FFF2-40B4-BE49-F238E27FC236}">
                  <a16:creationId xmlns:a16="http://schemas.microsoft.com/office/drawing/2014/main" id="{0C182087-776D-B44D-A997-D5B6525C8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Freeform 131">
              <a:extLst>
                <a:ext uri="{FF2B5EF4-FFF2-40B4-BE49-F238E27FC236}">
                  <a16:creationId xmlns:a16="http://schemas.microsoft.com/office/drawing/2014/main" id="{E2252E07-2B1C-DF48-BDA5-C1A0ED160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Freeform 132">
              <a:extLst>
                <a:ext uri="{FF2B5EF4-FFF2-40B4-BE49-F238E27FC236}">
                  <a16:creationId xmlns:a16="http://schemas.microsoft.com/office/drawing/2014/main" id="{8FEEEBFF-E4DA-ED49-8D06-8C0DAF0EE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Freeform 133">
              <a:extLst>
                <a:ext uri="{FF2B5EF4-FFF2-40B4-BE49-F238E27FC236}">
                  <a16:creationId xmlns:a16="http://schemas.microsoft.com/office/drawing/2014/main" id="{F24735B0-D3AF-764E-AC4F-2F9930D34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Freeform 134">
              <a:extLst>
                <a:ext uri="{FF2B5EF4-FFF2-40B4-BE49-F238E27FC236}">
                  <a16:creationId xmlns:a16="http://schemas.microsoft.com/office/drawing/2014/main" id="{734B2935-AD3C-444E-9908-78344914A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Freeform 135">
              <a:extLst>
                <a:ext uri="{FF2B5EF4-FFF2-40B4-BE49-F238E27FC236}">
                  <a16:creationId xmlns:a16="http://schemas.microsoft.com/office/drawing/2014/main" id="{62E79D87-18CA-6942-8F30-0E6D032C8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Freeform 136">
              <a:extLst>
                <a:ext uri="{FF2B5EF4-FFF2-40B4-BE49-F238E27FC236}">
                  <a16:creationId xmlns:a16="http://schemas.microsoft.com/office/drawing/2014/main" id="{5DEFA599-1611-9040-9559-999DF499B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Freeform 137">
              <a:extLst>
                <a:ext uri="{FF2B5EF4-FFF2-40B4-BE49-F238E27FC236}">
                  <a16:creationId xmlns:a16="http://schemas.microsoft.com/office/drawing/2014/main" id="{DFAA4F84-4001-7E44-84B8-343856E19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Freeform 138">
              <a:extLst>
                <a:ext uri="{FF2B5EF4-FFF2-40B4-BE49-F238E27FC236}">
                  <a16:creationId xmlns:a16="http://schemas.microsoft.com/office/drawing/2014/main" id="{AFF3F780-FDCC-1A45-90DF-09859B46A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Freeform 139">
              <a:extLst>
                <a:ext uri="{FF2B5EF4-FFF2-40B4-BE49-F238E27FC236}">
                  <a16:creationId xmlns:a16="http://schemas.microsoft.com/office/drawing/2014/main" id="{3A715679-31D4-894B-8042-58A179F44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Freeform 140">
              <a:extLst>
                <a:ext uri="{FF2B5EF4-FFF2-40B4-BE49-F238E27FC236}">
                  <a16:creationId xmlns:a16="http://schemas.microsoft.com/office/drawing/2014/main" id="{599AB41B-EFFB-DD4B-853F-4DEDB28FF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Freeform 141">
              <a:extLst>
                <a:ext uri="{FF2B5EF4-FFF2-40B4-BE49-F238E27FC236}">
                  <a16:creationId xmlns:a16="http://schemas.microsoft.com/office/drawing/2014/main" id="{808B405A-9F31-5A40-AD77-D2D1602FD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Freeform 142">
              <a:extLst>
                <a:ext uri="{FF2B5EF4-FFF2-40B4-BE49-F238E27FC236}">
                  <a16:creationId xmlns:a16="http://schemas.microsoft.com/office/drawing/2014/main" id="{46867029-3E67-214B-8AAD-C251D81DA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Freeform 143">
              <a:extLst>
                <a:ext uri="{FF2B5EF4-FFF2-40B4-BE49-F238E27FC236}">
                  <a16:creationId xmlns:a16="http://schemas.microsoft.com/office/drawing/2014/main" id="{36DEAF98-507D-8D4B-8782-6B1BEBB0F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Freeform 144">
              <a:extLst>
                <a:ext uri="{FF2B5EF4-FFF2-40B4-BE49-F238E27FC236}">
                  <a16:creationId xmlns:a16="http://schemas.microsoft.com/office/drawing/2014/main" id="{9D2917F0-55F4-4D48-BAF7-6FD6A8F00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Freeform 145">
              <a:extLst>
                <a:ext uri="{FF2B5EF4-FFF2-40B4-BE49-F238E27FC236}">
                  <a16:creationId xmlns:a16="http://schemas.microsoft.com/office/drawing/2014/main" id="{883C2DBF-DD37-D540-894C-A0272782E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Freeform 146">
              <a:extLst>
                <a:ext uri="{FF2B5EF4-FFF2-40B4-BE49-F238E27FC236}">
                  <a16:creationId xmlns:a16="http://schemas.microsoft.com/office/drawing/2014/main" id="{8C588E64-2299-CE4A-BD2F-F6A27175E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Freeform 147">
              <a:extLst>
                <a:ext uri="{FF2B5EF4-FFF2-40B4-BE49-F238E27FC236}">
                  <a16:creationId xmlns:a16="http://schemas.microsoft.com/office/drawing/2014/main" id="{93AC310F-6E01-F843-BA94-1A71807B2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Freeform 148">
              <a:extLst>
                <a:ext uri="{FF2B5EF4-FFF2-40B4-BE49-F238E27FC236}">
                  <a16:creationId xmlns:a16="http://schemas.microsoft.com/office/drawing/2014/main" id="{88E2DE5D-4384-174A-8E17-12E0255DF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Freeform 149">
              <a:extLst>
                <a:ext uri="{FF2B5EF4-FFF2-40B4-BE49-F238E27FC236}">
                  <a16:creationId xmlns:a16="http://schemas.microsoft.com/office/drawing/2014/main" id="{4E61DA04-DF39-424A-A0F0-AF0EB9F19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Freeform 150">
              <a:extLst>
                <a:ext uri="{FF2B5EF4-FFF2-40B4-BE49-F238E27FC236}">
                  <a16:creationId xmlns:a16="http://schemas.microsoft.com/office/drawing/2014/main" id="{081DBA82-FFDF-2E48-BAFE-65D83432F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Freeform 151">
              <a:extLst>
                <a:ext uri="{FF2B5EF4-FFF2-40B4-BE49-F238E27FC236}">
                  <a16:creationId xmlns:a16="http://schemas.microsoft.com/office/drawing/2014/main" id="{4CD98594-1714-EF4B-A09A-B5C8A13B0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Freeform 152">
              <a:extLst>
                <a:ext uri="{FF2B5EF4-FFF2-40B4-BE49-F238E27FC236}">
                  <a16:creationId xmlns:a16="http://schemas.microsoft.com/office/drawing/2014/main" id="{F2164AD0-6B9A-6E4A-AA22-CC40957D1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Freeform 153">
              <a:extLst>
                <a:ext uri="{FF2B5EF4-FFF2-40B4-BE49-F238E27FC236}">
                  <a16:creationId xmlns:a16="http://schemas.microsoft.com/office/drawing/2014/main" id="{9912AEEC-27AE-A346-91AA-F8396FE88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Freeform 154">
              <a:extLst>
                <a:ext uri="{FF2B5EF4-FFF2-40B4-BE49-F238E27FC236}">
                  <a16:creationId xmlns:a16="http://schemas.microsoft.com/office/drawing/2014/main" id="{70DD788C-0339-D249-890D-5F47D2CE3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Freeform 155">
              <a:extLst>
                <a:ext uri="{FF2B5EF4-FFF2-40B4-BE49-F238E27FC236}">
                  <a16:creationId xmlns:a16="http://schemas.microsoft.com/office/drawing/2014/main" id="{A6CADF26-14AA-2D4B-9F1B-8730E0454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Freeform 156">
              <a:extLst>
                <a:ext uri="{FF2B5EF4-FFF2-40B4-BE49-F238E27FC236}">
                  <a16:creationId xmlns:a16="http://schemas.microsoft.com/office/drawing/2014/main" id="{B61A6B08-5BEE-8C45-B451-0C700E1A5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Freeform 157">
              <a:extLst>
                <a:ext uri="{FF2B5EF4-FFF2-40B4-BE49-F238E27FC236}">
                  <a16:creationId xmlns:a16="http://schemas.microsoft.com/office/drawing/2014/main" id="{60ED733C-C8B9-5C4A-B1A2-4FCFFD457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Freeform 158">
              <a:extLst>
                <a:ext uri="{FF2B5EF4-FFF2-40B4-BE49-F238E27FC236}">
                  <a16:creationId xmlns:a16="http://schemas.microsoft.com/office/drawing/2014/main" id="{04EB6FFB-9090-7B46-99D5-8EAD09552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Freeform 159">
              <a:extLst>
                <a:ext uri="{FF2B5EF4-FFF2-40B4-BE49-F238E27FC236}">
                  <a16:creationId xmlns:a16="http://schemas.microsoft.com/office/drawing/2014/main" id="{36A1CD60-4137-F948-B744-8FFA20B79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Freeform 160">
              <a:extLst>
                <a:ext uri="{FF2B5EF4-FFF2-40B4-BE49-F238E27FC236}">
                  <a16:creationId xmlns:a16="http://schemas.microsoft.com/office/drawing/2014/main" id="{D4CDA639-2191-2742-8B39-85461B0C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Freeform 161">
              <a:extLst>
                <a:ext uri="{FF2B5EF4-FFF2-40B4-BE49-F238E27FC236}">
                  <a16:creationId xmlns:a16="http://schemas.microsoft.com/office/drawing/2014/main" id="{55A6ABAD-D89A-4D4F-96EE-DAD87C156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Freeform 162">
              <a:extLst>
                <a:ext uri="{FF2B5EF4-FFF2-40B4-BE49-F238E27FC236}">
                  <a16:creationId xmlns:a16="http://schemas.microsoft.com/office/drawing/2014/main" id="{713E27B9-DE8D-9A4A-9778-9161C4801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Freeform 163">
              <a:extLst>
                <a:ext uri="{FF2B5EF4-FFF2-40B4-BE49-F238E27FC236}">
                  <a16:creationId xmlns:a16="http://schemas.microsoft.com/office/drawing/2014/main" id="{022AB745-267F-2947-B980-CC35E1F7C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Freeform 235">
              <a:extLst>
                <a:ext uri="{FF2B5EF4-FFF2-40B4-BE49-F238E27FC236}">
                  <a16:creationId xmlns:a16="http://schemas.microsoft.com/office/drawing/2014/main" id="{3753FD3A-677B-6641-9DA6-9DFCE8003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Freeform 242">
              <a:extLst>
                <a:ext uri="{FF2B5EF4-FFF2-40B4-BE49-F238E27FC236}">
                  <a16:creationId xmlns:a16="http://schemas.microsoft.com/office/drawing/2014/main" id="{E7FB94B9-26FF-6D4F-A426-3AC4B4DE0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Freeform 249">
              <a:extLst>
                <a:ext uri="{FF2B5EF4-FFF2-40B4-BE49-F238E27FC236}">
                  <a16:creationId xmlns:a16="http://schemas.microsoft.com/office/drawing/2014/main" id="{569B965D-E5A4-6B48-8875-B3DF37CF2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Freeform 256">
              <a:extLst>
                <a:ext uri="{FF2B5EF4-FFF2-40B4-BE49-F238E27FC236}">
                  <a16:creationId xmlns:a16="http://schemas.microsoft.com/office/drawing/2014/main" id="{7BD68F80-BC89-5441-95A6-F1C61700F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Freeform 263">
              <a:extLst>
                <a:ext uri="{FF2B5EF4-FFF2-40B4-BE49-F238E27FC236}">
                  <a16:creationId xmlns:a16="http://schemas.microsoft.com/office/drawing/2014/main" id="{6F9CEF96-958D-6044-8075-964A35D24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Freeform 270">
              <a:extLst>
                <a:ext uri="{FF2B5EF4-FFF2-40B4-BE49-F238E27FC236}">
                  <a16:creationId xmlns:a16="http://schemas.microsoft.com/office/drawing/2014/main" id="{E9AE7D7F-B07F-4E44-9821-7250CD574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Freeform 277">
              <a:extLst>
                <a:ext uri="{FF2B5EF4-FFF2-40B4-BE49-F238E27FC236}">
                  <a16:creationId xmlns:a16="http://schemas.microsoft.com/office/drawing/2014/main" id="{82C4C6E3-0635-534C-99A5-C3977BA08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Freeform 284">
              <a:extLst>
                <a:ext uri="{FF2B5EF4-FFF2-40B4-BE49-F238E27FC236}">
                  <a16:creationId xmlns:a16="http://schemas.microsoft.com/office/drawing/2014/main" id="{E644A438-8AB0-714F-BFFD-2C56DF82B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Freeform 291">
              <a:extLst>
                <a:ext uri="{FF2B5EF4-FFF2-40B4-BE49-F238E27FC236}">
                  <a16:creationId xmlns:a16="http://schemas.microsoft.com/office/drawing/2014/main" id="{5332A6AA-4EAD-F846-B947-C1C2139D7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Freeform 298">
              <a:extLst>
                <a:ext uri="{FF2B5EF4-FFF2-40B4-BE49-F238E27FC236}">
                  <a16:creationId xmlns:a16="http://schemas.microsoft.com/office/drawing/2014/main" id="{B94797DC-48EB-3048-902B-B4255B5A6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Freeform 305">
              <a:extLst>
                <a:ext uri="{FF2B5EF4-FFF2-40B4-BE49-F238E27FC236}">
                  <a16:creationId xmlns:a16="http://schemas.microsoft.com/office/drawing/2014/main" id="{1B1DF9E9-4998-6245-B6A1-E0A94AA29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Freeform 312">
              <a:extLst>
                <a:ext uri="{FF2B5EF4-FFF2-40B4-BE49-F238E27FC236}">
                  <a16:creationId xmlns:a16="http://schemas.microsoft.com/office/drawing/2014/main" id="{07A6146F-252F-C747-9190-D4D2654AE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4" name="Group 243">
            <a:extLst>
              <a:ext uri="{FF2B5EF4-FFF2-40B4-BE49-F238E27FC236}">
                <a16:creationId xmlns:a16="http://schemas.microsoft.com/office/drawing/2014/main" id="{6CD4C74B-90BE-1C46-84F4-49714E8CDE49}"/>
              </a:ext>
            </a:extLst>
          </p:cNvPr>
          <p:cNvGrpSpPr/>
          <p:nvPr/>
        </p:nvGrpSpPr>
        <p:grpSpPr>
          <a:xfrm>
            <a:off x="9439410" y="394647"/>
            <a:ext cx="2171684" cy="1306719"/>
            <a:chOff x="9915526" y="1892300"/>
            <a:chExt cx="1116012" cy="671513"/>
          </a:xfrm>
          <a:solidFill>
            <a:schemeClr val="bg1"/>
          </a:solidFill>
        </p:grpSpPr>
        <p:sp>
          <p:nvSpPr>
            <p:cNvPr id="245" name="Freeform 80">
              <a:extLst>
                <a:ext uri="{FF2B5EF4-FFF2-40B4-BE49-F238E27FC236}">
                  <a16:creationId xmlns:a16="http://schemas.microsoft.com/office/drawing/2014/main" id="{289D585F-E34B-E340-AFB6-5E719D7D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81">
              <a:extLst>
                <a:ext uri="{FF2B5EF4-FFF2-40B4-BE49-F238E27FC236}">
                  <a16:creationId xmlns:a16="http://schemas.microsoft.com/office/drawing/2014/main" id="{9AAFE77D-C2A5-C64F-B8C8-7B30BF78B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82">
              <a:extLst>
                <a:ext uri="{FF2B5EF4-FFF2-40B4-BE49-F238E27FC236}">
                  <a16:creationId xmlns:a16="http://schemas.microsoft.com/office/drawing/2014/main" id="{E96AECC5-283F-6348-9DE6-40BF0D36F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83">
              <a:extLst>
                <a:ext uri="{FF2B5EF4-FFF2-40B4-BE49-F238E27FC236}">
                  <a16:creationId xmlns:a16="http://schemas.microsoft.com/office/drawing/2014/main" id="{4E01B1D8-B0D9-1642-AE31-B713D54DE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84">
              <a:extLst>
                <a:ext uri="{FF2B5EF4-FFF2-40B4-BE49-F238E27FC236}">
                  <a16:creationId xmlns:a16="http://schemas.microsoft.com/office/drawing/2014/main" id="{FFC12126-D976-0F4C-BA26-23AF41F19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85">
              <a:extLst>
                <a:ext uri="{FF2B5EF4-FFF2-40B4-BE49-F238E27FC236}">
                  <a16:creationId xmlns:a16="http://schemas.microsoft.com/office/drawing/2014/main" id="{69C1FB6D-40F5-1D48-88CC-D58F583C1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86">
              <a:extLst>
                <a:ext uri="{FF2B5EF4-FFF2-40B4-BE49-F238E27FC236}">
                  <a16:creationId xmlns:a16="http://schemas.microsoft.com/office/drawing/2014/main" id="{1D6530A4-9A9E-7743-92A0-CA6A5CA5E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87">
              <a:extLst>
                <a:ext uri="{FF2B5EF4-FFF2-40B4-BE49-F238E27FC236}">
                  <a16:creationId xmlns:a16="http://schemas.microsoft.com/office/drawing/2014/main" id="{B9EEF0AF-EE54-B142-A945-186D4B51F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88">
              <a:extLst>
                <a:ext uri="{FF2B5EF4-FFF2-40B4-BE49-F238E27FC236}">
                  <a16:creationId xmlns:a16="http://schemas.microsoft.com/office/drawing/2014/main" id="{215F6839-922B-C64D-9199-23F33A362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89">
              <a:extLst>
                <a:ext uri="{FF2B5EF4-FFF2-40B4-BE49-F238E27FC236}">
                  <a16:creationId xmlns:a16="http://schemas.microsoft.com/office/drawing/2014/main" id="{3CC65548-6058-1244-ACDB-91D3F5AFF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90">
              <a:extLst>
                <a:ext uri="{FF2B5EF4-FFF2-40B4-BE49-F238E27FC236}">
                  <a16:creationId xmlns:a16="http://schemas.microsoft.com/office/drawing/2014/main" id="{17030F30-C9CF-8542-9F45-E164F9842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91">
              <a:extLst>
                <a:ext uri="{FF2B5EF4-FFF2-40B4-BE49-F238E27FC236}">
                  <a16:creationId xmlns:a16="http://schemas.microsoft.com/office/drawing/2014/main" id="{656A3341-09B8-3443-99C0-65097F662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92">
              <a:extLst>
                <a:ext uri="{FF2B5EF4-FFF2-40B4-BE49-F238E27FC236}">
                  <a16:creationId xmlns:a16="http://schemas.microsoft.com/office/drawing/2014/main" id="{94C570C0-C7B4-A342-B570-F8E9C8AAD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93">
              <a:extLst>
                <a:ext uri="{FF2B5EF4-FFF2-40B4-BE49-F238E27FC236}">
                  <a16:creationId xmlns:a16="http://schemas.microsoft.com/office/drawing/2014/main" id="{DD416DBB-A286-3843-A63A-00D82616F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94">
              <a:extLst>
                <a:ext uri="{FF2B5EF4-FFF2-40B4-BE49-F238E27FC236}">
                  <a16:creationId xmlns:a16="http://schemas.microsoft.com/office/drawing/2014/main" id="{C2D0CA6A-C837-7A44-8B98-0943E7727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95">
              <a:extLst>
                <a:ext uri="{FF2B5EF4-FFF2-40B4-BE49-F238E27FC236}">
                  <a16:creationId xmlns:a16="http://schemas.microsoft.com/office/drawing/2014/main" id="{050E8B5A-B677-0441-AADA-05651AAE0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96">
              <a:extLst>
                <a:ext uri="{FF2B5EF4-FFF2-40B4-BE49-F238E27FC236}">
                  <a16:creationId xmlns:a16="http://schemas.microsoft.com/office/drawing/2014/main" id="{31C87877-E1E7-384C-8E0B-A8B90551C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97">
              <a:extLst>
                <a:ext uri="{FF2B5EF4-FFF2-40B4-BE49-F238E27FC236}">
                  <a16:creationId xmlns:a16="http://schemas.microsoft.com/office/drawing/2014/main" id="{A13FF6DD-89FD-A240-9159-2E50CB39A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98">
              <a:extLst>
                <a:ext uri="{FF2B5EF4-FFF2-40B4-BE49-F238E27FC236}">
                  <a16:creationId xmlns:a16="http://schemas.microsoft.com/office/drawing/2014/main" id="{260FA318-51E4-D04A-8332-289A57B15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99">
              <a:extLst>
                <a:ext uri="{FF2B5EF4-FFF2-40B4-BE49-F238E27FC236}">
                  <a16:creationId xmlns:a16="http://schemas.microsoft.com/office/drawing/2014/main" id="{6DC4D77B-4A99-1841-8AD9-0D064CD16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100">
              <a:extLst>
                <a:ext uri="{FF2B5EF4-FFF2-40B4-BE49-F238E27FC236}">
                  <a16:creationId xmlns:a16="http://schemas.microsoft.com/office/drawing/2014/main" id="{62F21925-27B6-8C44-BF08-3E7DCBA7F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101">
              <a:extLst>
                <a:ext uri="{FF2B5EF4-FFF2-40B4-BE49-F238E27FC236}">
                  <a16:creationId xmlns:a16="http://schemas.microsoft.com/office/drawing/2014/main" id="{B716F6D6-34B9-5A41-9241-312193BD8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102">
              <a:extLst>
                <a:ext uri="{FF2B5EF4-FFF2-40B4-BE49-F238E27FC236}">
                  <a16:creationId xmlns:a16="http://schemas.microsoft.com/office/drawing/2014/main" id="{1E8C3982-F7DD-864A-9103-0405476C8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103">
              <a:extLst>
                <a:ext uri="{FF2B5EF4-FFF2-40B4-BE49-F238E27FC236}">
                  <a16:creationId xmlns:a16="http://schemas.microsoft.com/office/drawing/2014/main" id="{9FEEC4D4-1134-BF4C-8431-049800E6D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104">
              <a:extLst>
                <a:ext uri="{FF2B5EF4-FFF2-40B4-BE49-F238E27FC236}">
                  <a16:creationId xmlns:a16="http://schemas.microsoft.com/office/drawing/2014/main" id="{B1C02401-CDB4-3448-BE9A-4E735B8DD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105">
              <a:extLst>
                <a:ext uri="{FF2B5EF4-FFF2-40B4-BE49-F238E27FC236}">
                  <a16:creationId xmlns:a16="http://schemas.microsoft.com/office/drawing/2014/main" id="{50582E43-19F3-A248-A353-D431E53EE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106">
              <a:extLst>
                <a:ext uri="{FF2B5EF4-FFF2-40B4-BE49-F238E27FC236}">
                  <a16:creationId xmlns:a16="http://schemas.microsoft.com/office/drawing/2014/main" id="{CEBA8291-FDF3-B148-865E-A3A6DA1CC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107">
              <a:extLst>
                <a:ext uri="{FF2B5EF4-FFF2-40B4-BE49-F238E27FC236}">
                  <a16:creationId xmlns:a16="http://schemas.microsoft.com/office/drawing/2014/main" id="{750BE691-BBF7-3C43-A453-EC20525C2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108">
              <a:extLst>
                <a:ext uri="{FF2B5EF4-FFF2-40B4-BE49-F238E27FC236}">
                  <a16:creationId xmlns:a16="http://schemas.microsoft.com/office/drawing/2014/main" id="{FF2E3EBE-E696-8C4E-B0C4-9E600BEBB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109">
              <a:extLst>
                <a:ext uri="{FF2B5EF4-FFF2-40B4-BE49-F238E27FC236}">
                  <a16:creationId xmlns:a16="http://schemas.microsoft.com/office/drawing/2014/main" id="{E638B4D5-104C-D241-8724-78E85BC75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110">
              <a:extLst>
                <a:ext uri="{FF2B5EF4-FFF2-40B4-BE49-F238E27FC236}">
                  <a16:creationId xmlns:a16="http://schemas.microsoft.com/office/drawing/2014/main" id="{41CB9402-670B-1B48-B8D9-2245403F8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111">
              <a:extLst>
                <a:ext uri="{FF2B5EF4-FFF2-40B4-BE49-F238E27FC236}">
                  <a16:creationId xmlns:a16="http://schemas.microsoft.com/office/drawing/2014/main" id="{8EDCA7C6-9267-394A-9A7C-0DF0195E6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112">
              <a:extLst>
                <a:ext uri="{FF2B5EF4-FFF2-40B4-BE49-F238E27FC236}">
                  <a16:creationId xmlns:a16="http://schemas.microsoft.com/office/drawing/2014/main" id="{E13F73FB-8FBB-1F4D-8D61-40671259D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113">
              <a:extLst>
                <a:ext uri="{FF2B5EF4-FFF2-40B4-BE49-F238E27FC236}">
                  <a16:creationId xmlns:a16="http://schemas.microsoft.com/office/drawing/2014/main" id="{3582C49F-2BDF-A647-9EA9-04B28B11B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114">
              <a:extLst>
                <a:ext uri="{FF2B5EF4-FFF2-40B4-BE49-F238E27FC236}">
                  <a16:creationId xmlns:a16="http://schemas.microsoft.com/office/drawing/2014/main" id="{6133B455-00F6-D247-8A64-BD963837D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115">
              <a:extLst>
                <a:ext uri="{FF2B5EF4-FFF2-40B4-BE49-F238E27FC236}">
                  <a16:creationId xmlns:a16="http://schemas.microsoft.com/office/drawing/2014/main" id="{84DCB91E-E4C9-8846-AE23-8B90A0C00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116">
              <a:extLst>
                <a:ext uri="{FF2B5EF4-FFF2-40B4-BE49-F238E27FC236}">
                  <a16:creationId xmlns:a16="http://schemas.microsoft.com/office/drawing/2014/main" id="{8EAD6541-826B-9649-9266-00EAC929F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117">
              <a:extLst>
                <a:ext uri="{FF2B5EF4-FFF2-40B4-BE49-F238E27FC236}">
                  <a16:creationId xmlns:a16="http://schemas.microsoft.com/office/drawing/2014/main" id="{9E994827-00E4-E14A-BC2F-87E7FF7C9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118">
              <a:extLst>
                <a:ext uri="{FF2B5EF4-FFF2-40B4-BE49-F238E27FC236}">
                  <a16:creationId xmlns:a16="http://schemas.microsoft.com/office/drawing/2014/main" id="{7D37A452-6647-4C46-9C2B-FE127EFE6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119">
              <a:extLst>
                <a:ext uri="{FF2B5EF4-FFF2-40B4-BE49-F238E27FC236}">
                  <a16:creationId xmlns:a16="http://schemas.microsoft.com/office/drawing/2014/main" id="{83978F45-7997-274C-BC87-854D51020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120">
              <a:extLst>
                <a:ext uri="{FF2B5EF4-FFF2-40B4-BE49-F238E27FC236}">
                  <a16:creationId xmlns:a16="http://schemas.microsoft.com/office/drawing/2014/main" id="{6E3DAA9B-4E55-AB4A-BF74-EAE5DB3D1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121">
              <a:extLst>
                <a:ext uri="{FF2B5EF4-FFF2-40B4-BE49-F238E27FC236}">
                  <a16:creationId xmlns:a16="http://schemas.microsoft.com/office/drawing/2014/main" id="{08986C28-DD60-5846-B993-E287E7221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122">
              <a:extLst>
                <a:ext uri="{FF2B5EF4-FFF2-40B4-BE49-F238E27FC236}">
                  <a16:creationId xmlns:a16="http://schemas.microsoft.com/office/drawing/2014/main" id="{5E6AE2A7-88DC-E542-8389-CE988B575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123">
              <a:extLst>
                <a:ext uri="{FF2B5EF4-FFF2-40B4-BE49-F238E27FC236}">
                  <a16:creationId xmlns:a16="http://schemas.microsoft.com/office/drawing/2014/main" id="{64BAC1DB-EC38-3D4D-A3BA-5CCEDCC6F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124">
              <a:extLst>
                <a:ext uri="{FF2B5EF4-FFF2-40B4-BE49-F238E27FC236}">
                  <a16:creationId xmlns:a16="http://schemas.microsoft.com/office/drawing/2014/main" id="{1B0F50EC-FCA5-C248-962D-D224A12A0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125">
              <a:extLst>
                <a:ext uri="{FF2B5EF4-FFF2-40B4-BE49-F238E27FC236}">
                  <a16:creationId xmlns:a16="http://schemas.microsoft.com/office/drawing/2014/main" id="{87B3B777-C9A1-954E-BAF4-57CFD9061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126">
              <a:extLst>
                <a:ext uri="{FF2B5EF4-FFF2-40B4-BE49-F238E27FC236}">
                  <a16:creationId xmlns:a16="http://schemas.microsoft.com/office/drawing/2014/main" id="{8D4B70A3-D418-6E46-9927-A3B0C2309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127">
              <a:extLst>
                <a:ext uri="{FF2B5EF4-FFF2-40B4-BE49-F238E27FC236}">
                  <a16:creationId xmlns:a16="http://schemas.microsoft.com/office/drawing/2014/main" id="{57AC41A8-BB63-FC4C-9F03-4AF05E885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128">
              <a:extLst>
                <a:ext uri="{FF2B5EF4-FFF2-40B4-BE49-F238E27FC236}">
                  <a16:creationId xmlns:a16="http://schemas.microsoft.com/office/drawing/2014/main" id="{B533D74C-1BA6-E34E-8E25-C74564E22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129">
              <a:extLst>
                <a:ext uri="{FF2B5EF4-FFF2-40B4-BE49-F238E27FC236}">
                  <a16:creationId xmlns:a16="http://schemas.microsoft.com/office/drawing/2014/main" id="{914349F8-0B33-0340-8D79-1D0C15ABD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130">
              <a:extLst>
                <a:ext uri="{FF2B5EF4-FFF2-40B4-BE49-F238E27FC236}">
                  <a16:creationId xmlns:a16="http://schemas.microsoft.com/office/drawing/2014/main" id="{CEEA0565-4D92-064A-9857-0CD1A8D66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131">
              <a:extLst>
                <a:ext uri="{FF2B5EF4-FFF2-40B4-BE49-F238E27FC236}">
                  <a16:creationId xmlns:a16="http://schemas.microsoft.com/office/drawing/2014/main" id="{FEAC0F36-9AB0-484E-89E8-AE4693EF9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132">
              <a:extLst>
                <a:ext uri="{FF2B5EF4-FFF2-40B4-BE49-F238E27FC236}">
                  <a16:creationId xmlns:a16="http://schemas.microsoft.com/office/drawing/2014/main" id="{2D48B370-E373-114E-9659-02FA885E4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133">
              <a:extLst>
                <a:ext uri="{FF2B5EF4-FFF2-40B4-BE49-F238E27FC236}">
                  <a16:creationId xmlns:a16="http://schemas.microsoft.com/office/drawing/2014/main" id="{062678DC-63D8-9743-90D3-D2257F421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134">
              <a:extLst>
                <a:ext uri="{FF2B5EF4-FFF2-40B4-BE49-F238E27FC236}">
                  <a16:creationId xmlns:a16="http://schemas.microsoft.com/office/drawing/2014/main" id="{32C8411A-723E-344B-A597-E1E7AC25D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135">
              <a:extLst>
                <a:ext uri="{FF2B5EF4-FFF2-40B4-BE49-F238E27FC236}">
                  <a16:creationId xmlns:a16="http://schemas.microsoft.com/office/drawing/2014/main" id="{26836067-1B7C-8440-B039-B5A44987F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136">
              <a:extLst>
                <a:ext uri="{FF2B5EF4-FFF2-40B4-BE49-F238E27FC236}">
                  <a16:creationId xmlns:a16="http://schemas.microsoft.com/office/drawing/2014/main" id="{1F964960-05E0-CF43-827E-5DA518441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137">
              <a:extLst>
                <a:ext uri="{FF2B5EF4-FFF2-40B4-BE49-F238E27FC236}">
                  <a16:creationId xmlns:a16="http://schemas.microsoft.com/office/drawing/2014/main" id="{5FC2B6AD-F963-B648-BC04-BDE153878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138">
              <a:extLst>
                <a:ext uri="{FF2B5EF4-FFF2-40B4-BE49-F238E27FC236}">
                  <a16:creationId xmlns:a16="http://schemas.microsoft.com/office/drawing/2014/main" id="{34574F19-EDE0-7F4C-B22A-7AD5B9B15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139">
              <a:extLst>
                <a:ext uri="{FF2B5EF4-FFF2-40B4-BE49-F238E27FC236}">
                  <a16:creationId xmlns:a16="http://schemas.microsoft.com/office/drawing/2014/main" id="{5F5D251D-EEAC-3149-923A-3031EC676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140">
              <a:extLst>
                <a:ext uri="{FF2B5EF4-FFF2-40B4-BE49-F238E27FC236}">
                  <a16:creationId xmlns:a16="http://schemas.microsoft.com/office/drawing/2014/main" id="{BE1B62BE-1381-BD4B-9DCA-2B6B15494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141">
              <a:extLst>
                <a:ext uri="{FF2B5EF4-FFF2-40B4-BE49-F238E27FC236}">
                  <a16:creationId xmlns:a16="http://schemas.microsoft.com/office/drawing/2014/main" id="{8A54BBE2-DDBA-1C49-A1A2-079AF66C9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142">
              <a:extLst>
                <a:ext uri="{FF2B5EF4-FFF2-40B4-BE49-F238E27FC236}">
                  <a16:creationId xmlns:a16="http://schemas.microsoft.com/office/drawing/2014/main" id="{9C62E02F-EBB8-A742-B16D-0F1DED48B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143">
              <a:extLst>
                <a:ext uri="{FF2B5EF4-FFF2-40B4-BE49-F238E27FC236}">
                  <a16:creationId xmlns:a16="http://schemas.microsoft.com/office/drawing/2014/main" id="{58C958A8-D244-BA48-8588-9269F68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144">
              <a:extLst>
                <a:ext uri="{FF2B5EF4-FFF2-40B4-BE49-F238E27FC236}">
                  <a16:creationId xmlns:a16="http://schemas.microsoft.com/office/drawing/2014/main" id="{CF4D99D5-08DE-CE43-865C-6C71AA77A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145">
              <a:extLst>
                <a:ext uri="{FF2B5EF4-FFF2-40B4-BE49-F238E27FC236}">
                  <a16:creationId xmlns:a16="http://schemas.microsoft.com/office/drawing/2014/main" id="{A64832C4-BB11-2B47-A8A3-1E78C53CD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146">
              <a:extLst>
                <a:ext uri="{FF2B5EF4-FFF2-40B4-BE49-F238E27FC236}">
                  <a16:creationId xmlns:a16="http://schemas.microsoft.com/office/drawing/2014/main" id="{983BA7C7-715F-984B-9561-B5BE32AA1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147">
              <a:extLst>
                <a:ext uri="{FF2B5EF4-FFF2-40B4-BE49-F238E27FC236}">
                  <a16:creationId xmlns:a16="http://schemas.microsoft.com/office/drawing/2014/main" id="{EB09A00C-D552-E240-8399-92A1BCE3E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148">
              <a:extLst>
                <a:ext uri="{FF2B5EF4-FFF2-40B4-BE49-F238E27FC236}">
                  <a16:creationId xmlns:a16="http://schemas.microsoft.com/office/drawing/2014/main" id="{EFCD5667-79F4-AC4F-A053-1473D269B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149">
              <a:extLst>
                <a:ext uri="{FF2B5EF4-FFF2-40B4-BE49-F238E27FC236}">
                  <a16:creationId xmlns:a16="http://schemas.microsoft.com/office/drawing/2014/main" id="{C6E3F021-A5E9-4742-9E31-B152C6065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150">
              <a:extLst>
                <a:ext uri="{FF2B5EF4-FFF2-40B4-BE49-F238E27FC236}">
                  <a16:creationId xmlns:a16="http://schemas.microsoft.com/office/drawing/2014/main" id="{C8CEFF27-0B57-C442-A365-A22E145E7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151">
              <a:extLst>
                <a:ext uri="{FF2B5EF4-FFF2-40B4-BE49-F238E27FC236}">
                  <a16:creationId xmlns:a16="http://schemas.microsoft.com/office/drawing/2014/main" id="{C2F4B0CF-0335-A649-A9AC-DEDB865B0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152">
              <a:extLst>
                <a:ext uri="{FF2B5EF4-FFF2-40B4-BE49-F238E27FC236}">
                  <a16:creationId xmlns:a16="http://schemas.microsoft.com/office/drawing/2014/main" id="{3E46DF4B-6849-D145-AA04-EFC9F0268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153">
              <a:extLst>
                <a:ext uri="{FF2B5EF4-FFF2-40B4-BE49-F238E27FC236}">
                  <a16:creationId xmlns:a16="http://schemas.microsoft.com/office/drawing/2014/main" id="{F63687E6-9A02-4D4A-BC28-B918E3D65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154">
              <a:extLst>
                <a:ext uri="{FF2B5EF4-FFF2-40B4-BE49-F238E27FC236}">
                  <a16:creationId xmlns:a16="http://schemas.microsoft.com/office/drawing/2014/main" id="{18EC4103-B4F6-9442-9290-B95285130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155">
              <a:extLst>
                <a:ext uri="{FF2B5EF4-FFF2-40B4-BE49-F238E27FC236}">
                  <a16:creationId xmlns:a16="http://schemas.microsoft.com/office/drawing/2014/main" id="{966DC952-63DA-CB45-80FB-1B76CAE88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156">
              <a:extLst>
                <a:ext uri="{FF2B5EF4-FFF2-40B4-BE49-F238E27FC236}">
                  <a16:creationId xmlns:a16="http://schemas.microsoft.com/office/drawing/2014/main" id="{EB3451DC-590F-554C-A08E-A622549F2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157">
              <a:extLst>
                <a:ext uri="{FF2B5EF4-FFF2-40B4-BE49-F238E27FC236}">
                  <a16:creationId xmlns:a16="http://schemas.microsoft.com/office/drawing/2014/main" id="{64983372-FB6D-E04D-9164-B32B5A83D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158">
              <a:extLst>
                <a:ext uri="{FF2B5EF4-FFF2-40B4-BE49-F238E27FC236}">
                  <a16:creationId xmlns:a16="http://schemas.microsoft.com/office/drawing/2014/main" id="{864BCC6D-2DA7-1E4A-9778-94FC4CB0E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159">
              <a:extLst>
                <a:ext uri="{FF2B5EF4-FFF2-40B4-BE49-F238E27FC236}">
                  <a16:creationId xmlns:a16="http://schemas.microsoft.com/office/drawing/2014/main" id="{C97FF3B3-29EB-0F43-9E65-181C5F118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160">
              <a:extLst>
                <a:ext uri="{FF2B5EF4-FFF2-40B4-BE49-F238E27FC236}">
                  <a16:creationId xmlns:a16="http://schemas.microsoft.com/office/drawing/2014/main" id="{CC6C34CC-1778-1C4C-B32E-0D0A73A14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161">
              <a:extLst>
                <a:ext uri="{FF2B5EF4-FFF2-40B4-BE49-F238E27FC236}">
                  <a16:creationId xmlns:a16="http://schemas.microsoft.com/office/drawing/2014/main" id="{EC4023F9-46FB-C643-85D5-38977F56B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162">
              <a:extLst>
                <a:ext uri="{FF2B5EF4-FFF2-40B4-BE49-F238E27FC236}">
                  <a16:creationId xmlns:a16="http://schemas.microsoft.com/office/drawing/2014/main" id="{48575E07-1503-ED48-9141-DB34985B0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163">
              <a:extLst>
                <a:ext uri="{FF2B5EF4-FFF2-40B4-BE49-F238E27FC236}">
                  <a16:creationId xmlns:a16="http://schemas.microsoft.com/office/drawing/2014/main" id="{87BE5011-4C84-CD4B-8330-6097B223E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235">
              <a:extLst>
                <a:ext uri="{FF2B5EF4-FFF2-40B4-BE49-F238E27FC236}">
                  <a16:creationId xmlns:a16="http://schemas.microsoft.com/office/drawing/2014/main" id="{76892E73-7F5F-EE49-B618-12329FD5A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242">
              <a:extLst>
                <a:ext uri="{FF2B5EF4-FFF2-40B4-BE49-F238E27FC236}">
                  <a16:creationId xmlns:a16="http://schemas.microsoft.com/office/drawing/2014/main" id="{D8087AF1-4DF3-A842-9879-9A5140DA7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249">
              <a:extLst>
                <a:ext uri="{FF2B5EF4-FFF2-40B4-BE49-F238E27FC236}">
                  <a16:creationId xmlns:a16="http://schemas.microsoft.com/office/drawing/2014/main" id="{711C4808-B988-DD43-95A0-E5C677EBF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256">
              <a:extLst>
                <a:ext uri="{FF2B5EF4-FFF2-40B4-BE49-F238E27FC236}">
                  <a16:creationId xmlns:a16="http://schemas.microsoft.com/office/drawing/2014/main" id="{0846365D-E010-2042-AD57-2153651E6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263">
              <a:extLst>
                <a:ext uri="{FF2B5EF4-FFF2-40B4-BE49-F238E27FC236}">
                  <a16:creationId xmlns:a16="http://schemas.microsoft.com/office/drawing/2014/main" id="{4EC5C324-A5D8-9C43-A52C-37878ACF5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270">
              <a:extLst>
                <a:ext uri="{FF2B5EF4-FFF2-40B4-BE49-F238E27FC236}">
                  <a16:creationId xmlns:a16="http://schemas.microsoft.com/office/drawing/2014/main" id="{6BCDDF18-9656-4444-B225-932382907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277">
              <a:extLst>
                <a:ext uri="{FF2B5EF4-FFF2-40B4-BE49-F238E27FC236}">
                  <a16:creationId xmlns:a16="http://schemas.microsoft.com/office/drawing/2014/main" id="{297A659D-7AF8-A645-AAD8-C18B42FCE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284">
              <a:extLst>
                <a:ext uri="{FF2B5EF4-FFF2-40B4-BE49-F238E27FC236}">
                  <a16:creationId xmlns:a16="http://schemas.microsoft.com/office/drawing/2014/main" id="{9B97FCD1-51A2-1546-8DEB-3422B28C0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291">
              <a:extLst>
                <a:ext uri="{FF2B5EF4-FFF2-40B4-BE49-F238E27FC236}">
                  <a16:creationId xmlns:a16="http://schemas.microsoft.com/office/drawing/2014/main" id="{BA9BF454-0BE3-0B4E-AEB6-4E7E0239B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298">
              <a:extLst>
                <a:ext uri="{FF2B5EF4-FFF2-40B4-BE49-F238E27FC236}">
                  <a16:creationId xmlns:a16="http://schemas.microsoft.com/office/drawing/2014/main" id="{F26BE992-B575-4849-A127-7F0702F78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Freeform 305">
              <a:extLst>
                <a:ext uri="{FF2B5EF4-FFF2-40B4-BE49-F238E27FC236}">
                  <a16:creationId xmlns:a16="http://schemas.microsoft.com/office/drawing/2014/main" id="{A150A431-5ABB-264E-A1A4-43C290746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312">
              <a:extLst>
                <a:ext uri="{FF2B5EF4-FFF2-40B4-BE49-F238E27FC236}">
                  <a16:creationId xmlns:a16="http://schemas.microsoft.com/office/drawing/2014/main" id="{C1072DA9-6397-6D41-A39A-59C2B5A8D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37" name="Freeform 136">
            <a:extLst>
              <a:ext uri="{FF2B5EF4-FFF2-40B4-BE49-F238E27FC236}">
                <a16:creationId xmlns:a16="http://schemas.microsoft.com/office/drawing/2014/main" id="{7BA80A05-B7A7-0A42-B898-FCD92C3DBD01}"/>
              </a:ext>
            </a:extLst>
          </p:cNvPr>
          <p:cNvSpPr>
            <a:spLocks/>
          </p:cNvSpPr>
          <p:nvPr/>
        </p:nvSpPr>
        <p:spPr bwMode="auto">
          <a:xfrm>
            <a:off x="5004530" y="6276233"/>
            <a:ext cx="506812" cy="122441"/>
          </a:xfrm>
          <a:custGeom>
            <a:avLst/>
            <a:gdLst>
              <a:gd name="T0" fmla="*/ 305 w 347"/>
              <a:gd name="T1" fmla="*/ 84 h 84"/>
              <a:gd name="T2" fmla="*/ 42 w 347"/>
              <a:gd name="T3" fmla="*/ 84 h 84"/>
              <a:gd name="T4" fmla="*/ 0 w 347"/>
              <a:gd name="T5" fmla="*/ 42 h 84"/>
              <a:gd name="T6" fmla="*/ 42 w 347"/>
              <a:gd name="T7" fmla="*/ 0 h 84"/>
              <a:gd name="T8" fmla="*/ 305 w 347"/>
              <a:gd name="T9" fmla="*/ 0 h 84"/>
              <a:gd name="T10" fmla="*/ 347 w 347"/>
              <a:gd name="T11" fmla="*/ 42 h 84"/>
              <a:gd name="T12" fmla="*/ 305 w 347"/>
              <a:gd name="T1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7" h="84">
                <a:moveTo>
                  <a:pt x="305" y="84"/>
                </a:moveTo>
                <a:cubicBezTo>
                  <a:pt x="42" y="84"/>
                  <a:pt x="42" y="84"/>
                  <a:pt x="42" y="84"/>
                </a:cubicBezTo>
                <a:cubicBezTo>
                  <a:pt x="18" y="84"/>
                  <a:pt x="0" y="65"/>
                  <a:pt x="0" y="42"/>
                </a:cubicBezTo>
                <a:cubicBezTo>
                  <a:pt x="0" y="19"/>
                  <a:pt x="18" y="0"/>
                  <a:pt x="42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7" y="19"/>
                  <a:pt x="347" y="42"/>
                </a:cubicBezTo>
                <a:cubicBezTo>
                  <a:pt x="347" y="65"/>
                  <a:pt x="328" y="84"/>
                  <a:pt x="305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240" name="Freeform 239">
            <a:extLst>
              <a:ext uri="{FF2B5EF4-FFF2-40B4-BE49-F238E27FC236}">
                <a16:creationId xmlns:a16="http://schemas.microsoft.com/office/drawing/2014/main" id="{04661BE5-BDB2-C743-9481-685493CDCDD4}"/>
              </a:ext>
            </a:extLst>
          </p:cNvPr>
          <p:cNvSpPr>
            <a:spLocks/>
          </p:cNvSpPr>
          <p:nvPr/>
        </p:nvSpPr>
        <p:spPr bwMode="auto">
          <a:xfrm>
            <a:off x="5472975" y="5834480"/>
            <a:ext cx="831146" cy="200797"/>
          </a:xfrm>
          <a:custGeom>
            <a:avLst/>
            <a:gdLst>
              <a:gd name="T0" fmla="*/ 305 w 347"/>
              <a:gd name="T1" fmla="*/ 84 h 84"/>
              <a:gd name="T2" fmla="*/ 42 w 347"/>
              <a:gd name="T3" fmla="*/ 84 h 84"/>
              <a:gd name="T4" fmla="*/ 0 w 347"/>
              <a:gd name="T5" fmla="*/ 42 h 84"/>
              <a:gd name="T6" fmla="*/ 42 w 347"/>
              <a:gd name="T7" fmla="*/ 0 h 84"/>
              <a:gd name="T8" fmla="*/ 305 w 347"/>
              <a:gd name="T9" fmla="*/ 0 h 84"/>
              <a:gd name="T10" fmla="*/ 347 w 347"/>
              <a:gd name="T11" fmla="*/ 42 h 84"/>
              <a:gd name="T12" fmla="*/ 305 w 347"/>
              <a:gd name="T1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7" h="84">
                <a:moveTo>
                  <a:pt x="305" y="84"/>
                </a:moveTo>
                <a:cubicBezTo>
                  <a:pt x="42" y="84"/>
                  <a:pt x="42" y="84"/>
                  <a:pt x="42" y="84"/>
                </a:cubicBezTo>
                <a:cubicBezTo>
                  <a:pt x="18" y="84"/>
                  <a:pt x="0" y="65"/>
                  <a:pt x="0" y="42"/>
                </a:cubicBezTo>
                <a:cubicBezTo>
                  <a:pt x="0" y="19"/>
                  <a:pt x="18" y="0"/>
                  <a:pt x="42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7" y="19"/>
                  <a:pt x="347" y="42"/>
                </a:cubicBezTo>
                <a:cubicBezTo>
                  <a:pt x="347" y="65"/>
                  <a:pt x="328" y="84"/>
                  <a:pt x="305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21" name="Rounded Rectangle 20">
            <a:extLst>
              <a:ext uri="{FF2B5EF4-FFF2-40B4-BE49-F238E27FC236}">
                <a16:creationId xmlns:a16="http://schemas.microsoft.com/office/drawing/2014/main" id="{6B50EF47-E3B0-6542-8FB0-F171C5010A33}"/>
              </a:ext>
            </a:extLst>
          </p:cNvPr>
          <p:cNvSpPr/>
          <p:nvPr/>
        </p:nvSpPr>
        <p:spPr>
          <a:xfrm>
            <a:off x="6017423" y="1308009"/>
            <a:ext cx="5508625" cy="6177879"/>
          </a:xfrm>
          <a:prstGeom prst="roundRect">
            <a:avLst>
              <a:gd name="adj" fmla="val 7098"/>
            </a:avLst>
          </a:prstGeom>
          <a:gradFill flip="none" rotWithShape="1">
            <a:gsLst>
              <a:gs pos="0">
                <a:schemeClr val="accent5"/>
              </a:gs>
              <a:gs pos="100000">
                <a:schemeClr val="accent5">
                  <a:lumMod val="90000"/>
                </a:schemeClr>
              </a:gs>
            </a:gsLst>
            <a:lin ang="2700000" scaled="1"/>
            <a:tileRect/>
          </a:gradFill>
          <a:ln>
            <a:noFill/>
          </a:ln>
          <a:effectLst>
            <a:outerShdw blurRad="279400" sx="102000" sy="102000" algn="ctr" rotWithShape="0">
              <a:schemeClr val="accent1">
                <a:lumMod val="75000"/>
                <a:alpha val="26000"/>
              </a:scheme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chemeClr val="tx1"/>
              </a:solidFill>
            </a:endParaRPr>
          </a:p>
        </p:txBody>
      </p:sp>
      <p:sp>
        <p:nvSpPr>
          <p:cNvPr id="140" name="Parallelogram 139">
            <a:extLst>
              <a:ext uri="{FF2B5EF4-FFF2-40B4-BE49-F238E27FC236}">
                <a16:creationId xmlns:a16="http://schemas.microsoft.com/office/drawing/2014/main" id="{BA05D083-3A28-854B-BE19-10F92323B8F6}"/>
              </a:ext>
            </a:extLst>
          </p:cNvPr>
          <p:cNvSpPr/>
          <p:nvPr/>
        </p:nvSpPr>
        <p:spPr>
          <a:xfrm rot="5400000" flipV="1">
            <a:off x="6446413" y="1778365"/>
            <a:ext cx="4650643" cy="5508626"/>
          </a:xfrm>
          <a:prstGeom prst="parallelogram">
            <a:avLst>
              <a:gd name="adj" fmla="val 48220"/>
            </a:avLst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Rounded Rectangle 22">
            <a:extLst>
              <a:ext uri="{FF2B5EF4-FFF2-40B4-BE49-F238E27FC236}">
                <a16:creationId xmlns:a16="http://schemas.microsoft.com/office/drawing/2014/main" id="{01BF2AFD-2BB0-154A-A319-DC7AFE75C2B7}"/>
              </a:ext>
            </a:extLst>
          </p:cNvPr>
          <p:cNvSpPr/>
          <p:nvPr/>
        </p:nvSpPr>
        <p:spPr>
          <a:xfrm>
            <a:off x="6369911" y="1682496"/>
            <a:ext cx="4803648" cy="5427726"/>
          </a:xfrm>
          <a:prstGeom prst="roundRect">
            <a:avLst>
              <a:gd name="adj" fmla="val 4334"/>
            </a:avLst>
          </a:prstGeom>
          <a:solidFill>
            <a:schemeClr val="bg1"/>
          </a:solidFill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Rounded Rectangle 26">
            <a:extLst>
              <a:ext uri="{FF2B5EF4-FFF2-40B4-BE49-F238E27FC236}">
                <a16:creationId xmlns:a16="http://schemas.microsoft.com/office/drawing/2014/main" id="{BE609B99-CBAF-8744-A0FF-2681B7BD3508}"/>
              </a:ext>
            </a:extLst>
          </p:cNvPr>
          <p:cNvSpPr/>
          <p:nvPr/>
        </p:nvSpPr>
        <p:spPr>
          <a:xfrm>
            <a:off x="7189763" y="1173370"/>
            <a:ext cx="3277489" cy="959871"/>
          </a:xfrm>
          <a:prstGeom prst="roundRect">
            <a:avLst>
              <a:gd name="adj" fmla="val 20519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EC79D9E-6649-194A-BDFB-7A0B0AB4BD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7375" y="593367"/>
            <a:ext cx="11017250" cy="747897"/>
          </a:xfrm>
        </p:spPr>
        <p:txBody>
          <a:bodyPr/>
          <a:lstStyle/>
          <a:p>
            <a:r>
              <a:rPr lang="en-US" sz="5400" dirty="0">
                <a:solidFill>
                  <a:schemeClr val="bg1"/>
                </a:solidFill>
              </a:rPr>
              <a:t>Agenda</a:t>
            </a:r>
          </a:p>
        </p:txBody>
      </p:sp>
      <p:sp>
        <p:nvSpPr>
          <p:cNvPr id="11" name="Freeform 10">
            <a:extLst>
              <a:ext uri="{FF2B5EF4-FFF2-40B4-BE49-F238E27FC236}">
                <a16:creationId xmlns:a16="http://schemas.microsoft.com/office/drawing/2014/main" id="{1CEC5767-51C3-E94B-9FE0-01A13D99CF7A}"/>
              </a:ext>
            </a:extLst>
          </p:cNvPr>
          <p:cNvSpPr>
            <a:spLocks noEditPoints="1"/>
          </p:cNvSpPr>
          <p:nvPr/>
        </p:nvSpPr>
        <p:spPr bwMode="auto">
          <a:xfrm>
            <a:off x="6831506" y="2620677"/>
            <a:ext cx="716513" cy="716513"/>
          </a:xfrm>
          <a:custGeom>
            <a:avLst/>
            <a:gdLst>
              <a:gd name="T0" fmla="*/ 305 w 346"/>
              <a:gd name="T1" fmla="*/ 347 h 347"/>
              <a:gd name="T2" fmla="*/ 41 w 346"/>
              <a:gd name="T3" fmla="*/ 347 h 347"/>
              <a:gd name="T4" fmla="*/ 0 w 346"/>
              <a:gd name="T5" fmla="*/ 305 h 347"/>
              <a:gd name="T6" fmla="*/ 0 w 346"/>
              <a:gd name="T7" fmla="*/ 41 h 347"/>
              <a:gd name="T8" fmla="*/ 41 w 346"/>
              <a:gd name="T9" fmla="*/ 0 h 347"/>
              <a:gd name="T10" fmla="*/ 305 w 346"/>
              <a:gd name="T11" fmla="*/ 0 h 347"/>
              <a:gd name="T12" fmla="*/ 346 w 346"/>
              <a:gd name="T13" fmla="*/ 41 h 347"/>
              <a:gd name="T14" fmla="*/ 346 w 346"/>
              <a:gd name="T15" fmla="*/ 305 h 347"/>
              <a:gd name="T16" fmla="*/ 305 w 346"/>
              <a:gd name="T17" fmla="*/ 347 h 347"/>
              <a:gd name="T18" fmla="*/ 83 w 346"/>
              <a:gd name="T19" fmla="*/ 263 h 347"/>
              <a:gd name="T20" fmla="*/ 263 w 346"/>
              <a:gd name="T21" fmla="*/ 263 h 347"/>
              <a:gd name="T22" fmla="*/ 263 w 346"/>
              <a:gd name="T23" fmla="*/ 83 h 347"/>
              <a:gd name="T24" fmla="*/ 83 w 346"/>
              <a:gd name="T25" fmla="*/ 83 h 347"/>
              <a:gd name="T26" fmla="*/ 83 w 346"/>
              <a:gd name="T27" fmla="*/ 263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46" h="347">
                <a:moveTo>
                  <a:pt x="305" y="347"/>
                </a:moveTo>
                <a:cubicBezTo>
                  <a:pt x="41" y="347"/>
                  <a:pt x="41" y="347"/>
                  <a:pt x="41" y="347"/>
                </a:cubicBezTo>
                <a:cubicBezTo>
                  <a:pt x="18" y="347"/>
                  <a:pt x="0" y="328"/>
                  <a:pt x="0" y="305"/>
                </a:cubicBezTo>
                <a:cubicBezTo>
                  <a:pt x="0" y="41"/>
                  <a:pt x="0" y="41"/>
                  <a:pt x="0" y="41"/>
                </a:cubicBezTo>
                <a:cubicBezTo>
                  <a:pt x="0" y="18"/>
                  <a:pt x="18" y="0"/>
                  <a:pt x="41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6" y="18"/>
                  <a:pt x="346" y="41"/>
                </a:cubicBezTo>
                <a:cubicBezTo>
                  <a:pt x="346" y="305"/>
                  <a:pt x="346" y="305"/>
                  <a:pt x="346" y="305"/>
                </a:cubicBezTo>
                <a:cubicBezTo>
                  <a:pt x="346" y="328"/>
                  <a:pt x="328" y="347"/>
                  <a:pt x="305" y="347"/>
                </a:cubicBezTo>
                <a:close/>
                <a:moveTo>
                  <a:pt x="83" y="263"/>
                </a:moveTo>
                <a:cubicBezTo>
                  <a:pt x="263" y="263"/>
                  <a:pt x="263" y="263"/>
                  <a:pt x="263" y="263"/>
                </a:cubicBezTo>
                <a:cubicBezTo>
                  <a:pt x="263" y="83"/>
                  <a:pt x="263" y="83"/>
                  <a:pt x="263" y="83"/>
                </a:cubicBezTo>
                <a:cubicBezTo>
                  <a:pt x="83" y="83"/>
                  <a:pt x="83" y="83"/>
                  <a:pt x="83" y="83"/>
                </a:cubicBezTo>
                <a:lnTo>
                  <a:pt x="83" y="26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22" name="Rounded Rectangle 21">
            <a:extLst>
              <a:ext uri="{FF2B5EF4-FFF2-40B4-BE49-F238E27FC236}">
                <a16:creationId xmlns:a16="http://schemas.microsoft.com/office/drawing/2014/main" id="{E63E938A-E4E5-7F4C-A75E-07DC78CBC3A1}"/>
              </a:ext>
            </a:extLst>
          </p:cNvPr>
          <p:cNvSpPr/>
          <p:nvPr/>
        </p:nvSpPr>
        <p:spPr>
          <a:xfrm>
            <a:off x="7189763" y="1051450"/>
            <a:ext cx="3277489" cy="959871"/>
          </a:xfrm>
          <a:prstGeom prst="roundRect">
            <a:avLst>
              <a:gd name="adj" fmla="val 20519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CE69F321-DBCA-6F48-808B-96ACC3F925DB}"/>
              </a:ext>
            </a:extLst>
          </p:cNvPr>
          <p:cNvSpPr/>
          <p:nvPr/>
        </p:nvSpPr>
        <p:spPr>
          <a:xfrm>
            <a:off x="8281142" y="759464"/>
            <a:ext cx="1094731" cy="1094731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0229CD6F-FB18-0E47-93E4-1D976B2D7ED9}"/>
              </a:ext>
            </a:extLst>
          </p:cNvPr>
          <p:cNvSpPr/>
          <p:nvPr/>
        </p:nvSpPr>
        <p:spPr>
          <a:xfrm>
            <a:off x="8653854" y="1080095"/>
            <a:ext cx="349307" cy="349307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Rounded Rectangle 25">
            <a:extLst>
              <a:ext uri="{FF2B5EF4-FFF2-40B4-BE49-F238E27FC236}">
                <a16:creationId xmlns:a16="http://schemas.microsoft.com/office/drawing/2014/main" id="{8FA2E873-F9C8-DD4B-AA98-575EB2B10B85}"/>
              </a:ext>
            </a:extLst>
          </p:cNvPr>
          <p:cNvSpPr/>
          <p:nvPr/>
        </p:nvSpPr>
        <p:spPr>
          <a:xfrm>
            <a:off x="7734336" y="1608380"/>
            <a:ext cx="2182368" cy="195509"/>
          </a:xfrm>
          <a:prstGeom prst="roundRect">
            <a:avLst>
              <a:gd name="adj" fmla="val 50000"/>
            </a:avLst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8B8AD188-B46C-1342-867A-2B574D10894D}"/>
              </a:ext>
            </a:extLst>
          </p:cNvPr>
          <p:cNvSpPr txBox="1">
            <a:spLocks/>
          </p:cNvSpPr>
          <p:nvPr/>
        </p:nvSpPr>
        <p:spPr>
          <a:xfrm>
            <a:off x="8005527" y="2633380"/>
            <a:ext cx="2668822" cy="66479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400" b="1" dirty="0">
                <a:latin typeface="+mn-lt"/>
                <a:cs typeface="Arial" panose="020B0604020202020204" pitchFamily="34" charset="0"/>
              </a:rPr>
              <a:t>Lorem ipsum dolor sit </a:t>
            </a:r>
            <a:r>
              <a:rPr lang="en-US" sz="2400" b="1" dirty="0" err="1">
                <a:latin typeface="+mn-lt"/>
                <a:cs typeface="Arial" panose="020B0604020202020204" pitchFamily="34" charset="0"/>
              </a:rPr>
              <a:t>amet</a:t>
            </a:r>
            <a:endParaRPr lang="en-US" sz="2400" b="1" dirty="0">
              <a:latin typeface="+mn-lt"/>
              <a:cs typeface="Arial" panose="020B0604020202020204" pitchFamily="34" charset="0"/>
            </a:endParaRPr>
          </a:p>
        </p:txBody>
      </p:sp>
      <p:sp>
        <p:nvSpPr>
          <p:cNvPr id="31" name="Freeform 30">
            <a:extLst>
              <a:ext uri="{FF2B5EF4-FFF2-40B4-BE49-F238E27FC236}">
                <a16:creationId xmlns:a16="http://schemas.microsoft.com/office/drawing/2014/main" id="{05F56B99-E5AB-A942-BD13-9C4F9AD1A0C4}"/>
              </a:ext>
            </a:extLst>
          </p:cNvPr>
          <p:cNvSpPr>
            <a:spLocks noEditPoints="1"/>
          </p:cNvSpPr>
          <p:nvPr/>
        </p:nvSpPr>
        <p:spPr bwMode="auto">
          <a:xfrm>
            <a:off x="6831506" y="3638512"/>
            <a:ext cx="716513" cy="716513"/>
          </a:xfrm>
          <a:custGeom>
            <a:avLst/>
            <a:gdLst>
              <a:gd name="T0" fmla="*/ 305 w 346"/>
              <a:gd name="T1" fmla="*/ 347 h 347"/>
              <a:gd name="T2" fmla="*/ 41 w 346"/>
              <a:gd name="T3" fmla="*/ 347 h 347"/>
              <a:gd name="T4" fmla="*/ 0 w 346"/>
              <a:gd name="T5" fmla="*/ 305 h 347"/>
              <a:gd name="T6" fmla="*/ 0 w 346"/>
              <a:gd name="T7" fmla="*/ 41 h 347"/>
              <a:gd name="T8" fmla="*/ 41 w 346"/>
              <a:gd name="T9" fmla="*/ 0 h 347"/>
              <a:gd name="T10" fmla="*/ 305 w 346"/>
              <a:gd name="T11" fmla="*/ 0 h 347"/>
              <a:gd name="T12" fmla="*/ 346 w 346"/>
              <a:gd name="T13" fmla="*/ 41 h 347"/>
              <a:gd name="T14" fmla="*/ 346 w 346"/>
              <a:gd name="T15" fmla="*/ 305 h 347"/>
              <a:gd name="T16" fmla="*/ 305 w 346"/>
              <a:gd name="T17" fmla="*/ 347 h 347"/>
              <a:gd name="T18" fmla="*/ 83 w 346"/>
              <a:gd name="T19" fmla="*/ 263 h 347"/>
              <a:gd name="T20" fmla="*/ 263 w 346"/>
              <a:gd name="T21" fmla="*/ 263 h 347"/>
              <a:gd name="T22" fmla="*/ 263 w 346"/>
              <a:gd name="T23" fmla="*/ 83 h 347"/>
              <a:gd name="T24" fmla="*/ 83 w 346"/>
              <a:gd name="T25" fmla="*/ 83 h 347"/>
              <a:gd name="T26" fmla="*/ 83 w 346"/>
              <a:gd name="T27" fmla="*/ 263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46" h="347">
                <a:moveTo>
                  <a:pt x="305" y="347"/>
                </a:moveTo>
                <a:cubicBezTo>
                  <a:pt x="41" y="347"/>
                  <a:pt x="41" y="347"/>
                  <a:pt x="41" y="347"/>
                </a:cubicBezTo>
                <a:cubicBezTo>
                  <a:pt x="18" y="347"/>
                  <a:pt x="0" y="328"/>
                  <a:pt x="0" y="305"/>
                </a:cubicBezTo>
                <a:cubicBezTo>
                  <a:pt x="0" y="41"/>
                  <a:pt x="0" y="41"/>
                  <a:pt x="0" y="41"/>
                </a:cubicBezTo>
                <a:cubicBezTo>
                  <a:pt x="0" y="18"/>
                  <a:pt x="18" y="0"/>
                  <a:pt x="41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6" y="18"/>
                  <a:pt x="346" y="41"/>
                </a:cubicBezTo>
                <a:cubicBezTo>
                  <a:pt x="346" y="305"/>
                  <a:pt x="346" y="305"/>
                  <a:pt x="346" y="305"/>
                </a:cubicBezTo>
                <a:cubicBezTo>
                  <a:pt x="346" y="328"/>
                  <a:pt x="328" y="347"/>
                  <a:pt x="305" y="347"/>
                </a:cubicBezTo>
                <a:close/>
                <a:moveTo>
                  <a:pt x="83" y="263"/>
                </a:moveTo>
                <a:cubicBezTo>
                  <a:pt x="263" y="263"/>
                  <a:pt x="263" y="263"/>
                  <a:pt x="263" y="263"/>
                </a:cubicBezTo>
                <a:cubicBezTo>
                  <a:pt x="263" y="83"/>
                  <a:pt x="263" y="83"/>
                  <a:pt x="263" y="83"/>
                </a:cubicBezTo>
                <a:cubicBezTo>
                  <a:pt x="83" y="83"/>
                  <a:pt x="83" y="83"/>
                  <a:pt x="83" y="83"/>
                </a:cubicBezTo>
                <a:lnTo>
                  <a:pt x="83" y="26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2F042714-6ACF-914A-B51C-B288722A2682}"/>
              </a:ext>
            </a:extLst>
          </p:cNvPr>
          <p:cNvSpPr txBox="1">
            <a:spLocks/>
          </p:cNvSpPr>
          <p:nvPr/>
        </p:nvSpPr>
        <p:spPr>
          <a:xfrm>
            <a:off x="8005526" y="3667854"/>
            <a:ext cx="2668823" cy="66479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400" b="1" dirty="0">
                <a:latin typeface="+mn-lt"/>
                <a:cs typeface="Arial" panose="020B0604020202020204" pitchFamily="34" charset="0"/>
              </a:rPr>
              <a:t>Lorem ipsum dolor sit </a:t>
            </a:r>
            <a:r>
              <a:rPr lang="en-US" sz="2400" b="1" dirty="0" err="1">
                <a:latin typeface="+mn-lt"/>
                <a:cs typeface="Arial" panose="020B0604020202020204" pitchFamily="34" charset="0"/>
              </a:rPr>
              <a:t>amet</a:t>
            </a:r>
            <a:endParaRPr lang="en-US" sz="2400" b="1" dirty="0">
              <a:latin typeface="+mn-lt"/>
              <a:cs typeface="Arial" panose="020B0604020202020204" pitchFamily="34" charset="0"/>
            </a:endParaRPr>
          </a:p>
        </p:txBody>
      </p:sp>
      <p:sp>
        <p:nvSpPr>
          <p:cNvPr id="33" name="Freeform 32">
            <a:extLst>
              <a:ext uri="{FF2B5EF4-FFF2-40B4-BE49-F238E27FC236}">
                <a16:creationId xmlns:a16="http://schemas.microsoft.com/office/drawing/2014/main" id="{4FDC5BA1-F76D-A54B-BB06-F91027741A14}"/>
              </a:ext>
            </a:extLst>
          </p:cNvPr>
          <p:cNvSpPr>
            <a:spLocks/>
          </p:cNvSpPr>
          <p:nvPr/>
        </p:nvSpPr>
        <p:spPr bwMode="auto">
          <a:xfrm>
            <a:off x="6897775" y="2394770"/>
            <a:ext cx="650244" cy="695653"/>
          </a:xfrm>
          <a:custGeom>
            <a:avLst/>
            <a:gdLst>
              <a:gd name="T0" fmla="*/ 181 w 379"/>
              <a:gd name="T1" fmla="*/ 407 h 407"/>
              <a:gd name="T2" fmla="*/ 146 w 379"/>
              <a:gd name="T3" fmla="*/ 389 h 407"/>
              <a:gd name="T4" fmla="*/ 12 w 379"/>
              <a:gd name="T5" fmla="*/ 188 h 407"/>
              <a:gd name="T6" fmla="*/ 24 w 379"/>
              <a:gd name="T7" fmla="*/ 130 h 407"/>
              <a:gd name="T8" fmla="*/ 82 w 379"/>
              <a:gd name="T9" fmla="*/ 142 h 407"/>
              <a:gd name="T10" fmla="*/ 175 w 379"/>
              <a:gd name="T11" fmla="*/ 281 h 407"/>
              <a:gd name="T12" fmla="*/ 294 w 379"/>
              <a:gd name="T13" fmla="*/ 30 h 407"/>
              <a:gd name="T14" fmla="*/ 349 w 379"/>
              <a:gd name="T15" fmla="*/ 10 h 407"/>
              <a:gd name="T16" fmla="*/ 369 w 379"/>
              <a:gd name="T17" fmla="*/ 66 h 407"/>
              <a:gd name="T18" fmla="*/ 219 w 379"/>
              <a:gd name="T19" fmla="*/ 383 h 407"/>
              <a:gd name="T20" fmla="*/ 184 w 379"/>
              <a:gd name="T21" fmla="*/ 407 h 407"/>
              <a:gd name="T22" fmla="*/ 181 w 379"/>
              <a:gd name="T23" fmla="*/ 407 h 4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79" h="407">
                <a:moveTo>
                  <a:pt x="181" y="407"/>
                </a:moveTo>
                <a:cubicBezTo>
                  <a:pt x="167" y="407"/>
                  <a:pt x="154" y="400"/>
                  <a:pt x="146" y="389"/>
                </a:cubicBezTo>
                <a:cubicBezTo>
                  <a:pt x="12" y="188"/>
                  <a:pt x="12" y="188"/>
                  <a:pt x="12" y="188"/>
                </a:cubicBezTo>
                <a:cubicBezTo>
                  <a:pt x="0" y="169"/>
                  <a:pt x="5" y="143"/>
                  <a:pt x="24" y="130"/>
                </a:cubicBezTo>
                <a:cubicBezTo>
                  <a:pt x="43" y="117"/>
                  <a:pt x="69" y="123"/>
                  <a:pt x="82" y="142"/>
                </a:cubicBezTo>
                <a:cubicBezTo>
                  <a:pt x="175" y="281"/>
                  <a:pt x="175" y="281"/>
                  <a:pt x="175" y="281"/>
                </a:cubicBezTo>
                <a:cubicBezTo>
                  <a:pt x="294" y="30"/>
                  <a:pt x="294" y="30"/>
                  <a:pt x="294" y="30"/>
                </a:cubicBezTo>
                <a:cubicBezTo>
                  <a:pt x="304" y="9"/>
                  <a:pt x="328" y="0"/>
                  <a:pt x="349" y="10"/>
                </a:cubicBezTo>
                <a:cubicBezTo>
                  <a:pt x="370" y="20"/>
                  <a:pt x="379" y="45"/>
                  <a:pt x="369" y="66"/>
                </a:cubicBezTo>
                <a:cubicBezTo>
                  <a:pt x="219" y="383"/>
                  <a:pt x="219" y="383"/>
                  <a:pt x="219" y="383"/>
                </a:cubicBezTo>
                <a:cubicBezTo>
                  <a:pt x="212" y="397"/>
                  <a:pt x="199" y="406"/>
                  <a:pt x="184" y="407"/>
                </a:cubicBezTo>
                <a:cubicBezTo>
                  <a:pt x="183" y="407"/>
                  <a:pt x="182" y="407"/>
                  <a:pt x="181" y="4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34" name="Freeform 33">
            <a:extLst>
              <a:ext uri="{FF2B5EF4-FFF2-40B4-BE49-F238E27FC236}">
                <a16:creationId xmlns:a16="http://schemas.microsoft.com/office/drawing/2014/main" id="{541863AB-9136-B143-A90D-EA22688FCF32}"/>
              </a:ext>
            </a:extLst>
          </p:cNvPr>
          <p:cNvSpPr>
            <a:spLocks noEditPoints="1"/>
          </p:cNvSpPr>
          <p:nvPr/>
        </p:nvSpPr>
        <p:spPr bwMode="auto">
          <a:xfrm>
            <a:off x="6831506" y="4656347"/>
            <a:ext cx="716513" cy="716513"/>
          </a:xfrm>
          <a:custGeom>
            <a:avLst/>
            <a:gdLst>
              <a:gd name="T0" fmla="*/ 305 w 346"/>
              <a:gd name="T1" fmla="*/ 347 h 347"/>
              <a:gd name="T2" fmla="*/ 41 w 346"/>
              <a:gd name="T3" fmla="*/ 347 h 347"/>
              <a:gd name="T4" fmla="*/ 0 w 346"/>
              <a:gd name="T5" fmla="*/ 305 h 347"/>
              <a:gd name="T6" fmla="*/ 0 w 346"/>
              <a:gd name="T7" fmla="*/ 41 h 347"/>
              <a:gd name="T8" fmla="*/ 41 w 346"/>
              <a:gd name="T9" fmla="*/ 0 h 347"/>
              <a:gd name="T10" fmla="*/ 305 w 346"/>
              <a:gd name="T11" fmla="*/ 0 h 347"/>
              <a:gd name="T12" fmla="*/ 346 w 346"/>
              <a:gd name="T13" fmla="*/ 41 h 347"/>
              <a:gd name="T14" fmla="*/ 346 w 346"/>
              <a:gd name="T15" fmla="*/ 305 h 347"/>
              <a:gd name="T16" fmla="*/ 305 w 346"/>
              <a:gd name="T17" fmla="*/ 347 h 347"/>
              <a:gd name="T18" fmla="*/ 83 w 346"/>
              <a:gd name="T19" fmla="*/ 263 h 347"/>
              <a:gd name="T20" fmla="*/ 263 w 346"/>
              <a:gd name="T21" fmla="*/ 263 h 347"/>
              <a:gd name="T22" fmla="*/ 263 w 346"/>
              <a:gd name="T23" fmla="*/ 83 h 347"/>
              <a:gd name="T24" fmla="*/ 83 w 346"/>
              <a:gd name="T25" fmla="*/ 83 h 347"/>
              <a:gd name="T26" fmla="*/ 83 w 346"/>
              <a:gd name="T27" fmla="*/ 263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46" h="347">
                <a:moveTo>
                  <a:pt x="305" y="347"/>
                </a:moveTo>
                <a:cubicBezTo>
                  <a:pt x="41" y="347"/>
                  <a:pt x="41" y="347"/>
                  <a:pt x="41" y="347"/>
                </a:cubicBezTo>
                <a:cubicBezTo>
                  <a:pt x="18" y="347"/>
                  <a:pt x="0" y="328"/>
                  <a:pt x="0" y="305"/>
                </a:cubicBezTo>
                <a:cubicBezTo>
                  <a:pt x="0" y="41"/>
                  <a:pt x="0" y="41"/>
                  <a:pt x="0" y="41"/>
                </a:cubicBezTo>
                <a:cubicBezTo>
                  <a:pt x="0" y="18"/>
                  <a:pt x="18" y="0"/>
                  <a:pt x="41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6" y="18"/>
                  <a:pt x="346" y="41"/>
                </a:cubicBezTo>
                <a:cubicBezTo>
                  <a:pt x="346" y="305"/>
                  <a:pt x="346" y="305"/>
                  <a:pt x="346" y="305"/>
                </a:cubicBezTo>
                <a:cubicBezTo>
                  <a:pt x="346" y="328"/>
                  <a:pt x="328" y="347"/>
                  <a:pt x="305" y="347"/>
                </a:cubicBezTo>
                <a:close/>
                <a:moveTo>
                  <a:pt x="83" y="263"/>
                </a:moveTo>
                <a:cubicBezTo>
                  <a:pt x="263" y="263"/>
                  <a:pt x="263" y="263"/>
                  <a:pt x="263" y="263"/>
                </a:cubicBezTo>
                <a:cubicBezTo>
                  <a:pt x="263" y="83"/>
                  <a:pt x="263" y="83"/>
                  <a:pt x="263" y="83"/>
                </a:cubicBezTo>
                <a:cubicBezTo>
                  <a:pt x="83" y="83"/>
                  <a:pt x="83" y="83"/>
                  <a:pt x="83" y="83"/>
                </a:cubicBezTo>
                <a:lnTo>
                  <a:pt x="83" y="26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112EC56A-91F8-FE45-9E56-756EA79B0F7F}"/>
              </a:ext>
            </a:extLst>
          </p:cNvPr>
          <p:cNvSpPr txBox="1">
            <a:spLocks/>
          </p:cNvSpPr>
          <p:nvPr/>
        </p:nvSpPr>
        <p:spPr>
          <a:xfrm>
            <a:off x="8005526" y="4708317"/>
            <a:ext cx="2668823" cy="66479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400" b="1" dirty="0">
                <a:latin typeface="+mn-lt"/>
                <a:cs typeface="Arial" panose="020B0604020202020204" pitchFamily="34" charset="0"/>
              </a:rPr>
              <a:t>Lorem ipsum dolor sit </a:t>
            </a:r>
            <a:r>
              <a:rPr lang="en-US" sz="2400" b="1" dirty="0" err="1">
                <a:latin typeface="+mn-lt"/>
                <a:cs typeface="Arial" panose="020B0604020202020204" pitchFamily="34" charset="0"/>
              </a:rPr>
              <a:t>amet</a:t>
            </a:r>
            <a:endParaRPr lang="en-US" sz="2400" b="1" dirty="0">
              <a:latin typeface="+mn-lt"/>
              <a:cs typeface="Arial" panose="020B0604020202020204" pitchFamily="34" charset="0"/>
            </a:endParaRPr>
          </a:p>
        </p:txBody>
      </p:sp>
      <p:sp>
        <p:nvSpPr>
          <p:cNvPr id="135" name="Freeform 320">
            <a:extLst>
              <a:ext uri="{FF2B5EF4-FFF2-40B4-BE49-F238E27FC236}">
                <a16:creationId xmlns:a16="http://schemas.microsoft.com/office/drawing/2014/main" id="{CB31C46A-B956-7346-A800-C6142E3FBD4B}"/>
              </a:ext>
            </a:extLst>
          </p:cNvPr>
          <p:cNvSpPr>
            <a:spLocks/>
          </p:cNvSpPr>
          <p:nvPr/>
        </p:nvSpPr>
        <p:spPr bwMode="auto">
          <a:xfrm rot="2493426">
            <a:off x="11280112" y="265367"/>
            <a:ext cx="673927" cy="546682"/>
          </a:xfrm>
          <a:custGeom>
            <a:avLst/>
            <a:gdLst>
              <a:gd name="T0" fmla="*/ 1111 w 1145"/>
              <a:gd name="T1" fmla="*/ 84 h 927"/>
              <a:gd name="T2" fmla="*/ 1064 w 1145"/>
              <a:gd name="T3" fmla="*/ 110 h 927"/>
              <a:gd name="T4" fmla="*/ 996 w 1145"/>
              <a:gd name="T5" fmla="*/ 119 h 927"/>
              <a:gd name="T6" fmla="*/ 920 w 1145"/>
              <a:gd name="T7" fmla="*/ 116 h 927"/>
              <a:gd name="T8" fmla="*/ 860 w 1145"/>
              <a:gd name="T9" fmla="*/ 128 h 927"/>
              <a:gd name="T10" fmla="*/ 821 w 1145"/>
              <a:gd name="T11" fmla="*/ 162 h 927"/>
              <a:gd name="T12" fmla="*/ 801 w 1145"/>
              <a:gd name="T13" fmla="*/ 220 h 927"/>
              <a:gd name="T14" fmla="*/ 804 w 1145"/>
              <a:gd name="T15" fmla="*/ 290 h 927"/>
              <a:gd name="T16" fmla="*/ 797 w 1145"/>
              <a:gd name="T17" fmla="*/ 368 h 927"/>
              <a:gd name="T18" fmla="*/ 777 w 1145"/>
              <a:gd name="T19" fmla="*/ 414 h 927"/>
              <a:gd name="T20" fmla="*/ 749 w 1145"/>
              <a:gd name="T21" fmla="*/ 450 h 927"/>
              <a:gd name="T22" fmla="*/ 704 w 1145"/>
              <a:gd name="T23" fmla="*/ 483 h 927"/>
              <a:gd name="T24" fmla="*/ 656 w 1145"/>
              <a:gd name="T25" fmla="*/ 499 h 927"/>
              <a:gd name="T26" fmla="*/ 569 w 1145"/>
              <a:gd name="T27" fmla="*/ 501 h 927"/>
              <a:gd name="T28" fmla="*/ 505 w 1145"/>
              <a:gd name="T29" fmla="*/ 503 h 927"/>
              <a:gd name="T30" fmla="*/ 448 w 1145"/>
              <a:gd name="T31" fmla="*/ 532 h 927"/>
              <a:gd name="T32" fmla="*/ 423 w 1145"/>
              <a:gd name="T33" fmla="*/ 574 h 927"/>
              <a:gd name="T34" fmla="*/ 418 w 1145"/>
              <a:gd name="T35" fmla="*/ 653 h 927"/>
              <a:gd name="T36" fmla="*/ 419 w 1145"/>
              <a:gd name="T37" fmla="*/ 718 h 927"/>
              <a:gd name="T38" fmla="*/ 405 w 1145"/>
              <a:gd name="T39" fmla="*/ 775 h 927"/>
              <a:gd name="T40" fmla="*/ 376 w 1145"/>
              <a:gd name="T41" fmla="*/ 822 h 927"/>
              <a:gd name="T42" fmla="*/ 343 w 1145"/>
              <a:gd name="T43" fmla="*/ 852 h 927"/>
              <a:gd name="T44" fmla="*/ 296 w 1145"/>
              <a:gd name="T45" fmla="*/ 878 h 927"/>
              <a:gd name="T46" fmla="*/ 228 w 1145"/>
              <a:gd name="T47" fmla="*/ 887 h 927"/>
              <a:gd name="T48" fmla="*/ 152 w 1145"/>
              <a:gd name="T49" fmla="*/ 885 h 927"/>
              <a:gd name="T50" fmla="*/ 92 w 1145"/>
              <a:gd name="T51" fmla="*/ 896 h 927"/>
              <a:gd name="T52" fmla="*/ 59 w 1145"/>
              <a:gd name="T53" fmla="*/ 921 h 927"/>
              <a:gd name="T54" fmla="*/ 30 w 1145"/>
              <a:gd name="T55" fmla="*/ 927 h 927"/>
              <a:gd name="T56" fmla="*/ 11 w 1145"/>
              <a:gd name="T57" fmla="*/ 916 h 927"/>
              <a:gd name="T58" fmla="*/ 0 w 1145"/>
              <a:gd name="T59" fmla="*/ 890 h 927"/>
              <a:gd name="T60" fmla="*/ 11 w 1145"/>
              <a:gd name="T61" fmla="*/ 862 h 927"/>
              <a:gd name="T62" fmla="*/ 44 w 1145"/>
              <a:gd name="T63" fmla="*/ 834 h 927"/>
              <a:gd name="T64" fmla="*/ 92 w 1145"/>
              <a:gd name="T65" fmla="*/ 815 h 927"/>
              <a:gd name="T66" fmla="*/ 170 w 1145"/>
              <a:gd name="T67" fmla="*/ 807 h 927"/>
              <a:gd name="T68" fmla="*/ 240 w 1145"/>
              <a:gd name="T69" fmla="*/ 810 h 927"/>
              <a:gd name="T70" fmla="*/ 297 w 1145"/>
              <a:gd name="T71" fmla="*/ 791 h 927"/>
              <a:gd name="T72" fmla="*/ 331 w 1145"/>
              <a:gd name="T73" fmla="*/ 752 h 927"/>
              <a:gd name="T74" fmla="*/ 343 w 1145"/>
              <a:gd name="T75" fmla="*/ 691 h 927"/>
              <a:gd name="T76" fmla="*/ 339 w 1145"/>
              <a:gd name="T77" fmla="*/ 615 h 927"/>
              <a:gd name="T78" fmla="*/ 350 w 1145"/>
              <a:gd name="T79" fmla="*/ 547 h 927"/>
              <a:gd name="T80" fmla="*/ 375 w 1145"/>
              <a:gd name="T81" fmla="*/ 500 h 927"/>
              <a:gd name="T82" fmla="*/ 406 w 1145"/>
              <a:gd name="T83" fmla="*/ 468 h 927"/>
              <a:gd name="T84" fmla="*/ 452 w 1145"/>
              <a:gd name="T85" fmla="*/ 439 h 927"/>
              <a:gd name="T86" fmla="*/ 510 w 1145"/>
              <a:gd name="T87" fmla="*/ 424 h 927"/>
              <a:gd name="T88" fmla="*/ 574 w 1145"/>
              <a:gd name="T89" fmla="*/ 425 h 927"/>
              <a:gd name="T90" fmla="*/ 654 w 1145"/>
              <a:gd name="T91" fmla="*/ 420 h 927"/>
              <a:gd name="T92" fmla="*/ 695 w 1145"/>
              <a:gd name="T93" fmla="*/ 395 h 927"/>
              <a:gd name="T94" fmla="*/ 725 w 1145"/>
              <a:gd name="T95" fmla="*/ 338 h 927"/>
              <a:gd name="T96" fmla="*/ 725 w 1145"/>
              <a:gd name="T97" fmla="*/ 274 h 927"/>
              <a:gd name="T98" fmla="*/ 728 w 1145"/>
              <a:gd name="T99" fmla="*/ 187 h 927"/>
              <a:gd name="T100" fmla="*/ 745 w 1145"/>
              <a:gd name="T101" fmla="*/ 140 h 927"/>
              <a:gd name="T102" fmla="*/ 778 w 1145"/>
              <a:gd name="T103" fmla="*/ 94 h 927"/>
              <a:gd name="T104" fmla="*/ 812 w 1145"/>
              <a:gd name="T105" fmla="*/ 66 h 927"/>
              <a:gd name="T106" fmla="*/ 860 w 1145"/>
              <a:gd name="T107" fmla="*/ 47 h 927"/>
              <a:gd name="T108" fmla="*/ 938 w 1145"/>
              <a:gd name="T109" fmla="*/ 40 h 927"/>
              <a:gd name="T110" fmla="*/ 1008 w 1145"/>
              <a:gd name="T111" fmla="*/ 42 h 927"/>
              <a:gd name="T112" fmla="*/ 1066 w 1145"/>
              <a:gd name="T113" fmla="*/ 23 h 927"/>
              <a:gd name="T114" fmla="*/ 1092 w 1145"/>
              <a:gd name="T115" fmla="*/ 2 h 927"/>
              <a:gd name="T116" fmla="*/ 1121 w 1145"/>
              <a:gd name="T117" fmla="*/ 2 h 927"/>
              <a:gd name="T118" fmla="*/ 1139 w 1145"/>
              <a:gd name="T119" fmla="*/ 17 h 927"/>
              <a:gd name="T120" fmla="*/ 1144 w 1145"/>
              <a:gd name="T121" fmla="*/ 46 h 927"/>
              <a:gd name="T122" fmla="*/ 1134 w 1145"/>
              <a:gd name="T123" fmla="*/ 65 h 9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145" h="927">
                <a:moveTo>
                  <a:pt x="1134" y="65"/>
                </a:moveTo>
                <a:lnTo>
                  <a:pt x="1134" y="65"/>
                </a:lnTo>
                <a:lnTo>
                  <a:pt x="1122" y="76"/>
                </a:lnTo>
                <a:lnTo>
                  <a:pt x="1111" y="84"/>
                </a:lnTo>
                <a:lnTo>
                  <a:pt x="1099" y="93"/>
                </a:lnTo>
                <a:lnTo>
                  <a:pt x="1088" y="99"/>
                </a:lnTo>
                <a:lnTo>
                  <a:pt x="1076" y="105"/>
                </a:lnTo>
                <a:lnTo>
                  <a:pt x="1064" y="110"/>
                </a:lnTo>
                <a:lnTo>
                  <a:pt x="1053" y="112"/>
                </a:lnTo>
                <a:lnTo>
                  <a:pt x="1041" y="116"/>
                </a:lnTo>
                <a:lnTo>
                  <a:pt x="1018" y="118"/>
                </a:lnTo>
                <a:lnTo>
                  <a:pt x="996" y="119"/>
                </a:lnTo>
                <a:lnTo>
                  <a:pt x="974" y="119"/>
                </a:lnTo>
                <a:lnTo>
                  <a:pt x="954" y="118"/>
                </a:lnTo>
                <a:lnTo>
                  <a:pt x="954" y="118"/>
                </a:lnTo>
                <a:lnTo>
                  <a:pt x="920" y="116"/>
                </a:lnTo>
                <a:lnTo>
                  <a:pt x="904" y="117"/>
                </a:lnTo>
                <a:lnTo>
                  <a:pt x="889" y="118"/>
                </a:lnTo>
                <a:lnTo>
                  <a:pt x="874" y="122"/>
                </a:lnTo>
                <a:lnTo>
                  <a:pt x="860" y="128"/>
                </a:lnTo>
                <a:lnTo>
                  <a:pt x="846" y="136"/>
                </a:lnTo>
                <a:lnTo>
                  <a:pt x="833" y="148"/>
                </a:lnTo>
                <a:lnTo>
                  <a:pt x="833" y="148"/>
                </a:lnTo>
                <a:lnTo>
                  <a:pt x="821" y="162"/>
                </a:lnTo>
                <a:lnTo>
                  <a:pt x="812" y="175"/>
                </a:lnTo>
                <a:lnTo>
                  <a:pt x="806" y="190"/>
                </a:lnTo>
                <a:lnTo>
                  <a:pt x="803" y="204"/>
                </a:lnTo>
                <a:lnTo>
                  <a:pt x="801" y="220"/>
                </a:lnTo>
                <a:lnTo>
                  <a:pt x="800" y="235"/>
                </a:lnTo>
                <a:lnTo>
                  <a:pt x="803" y="269"/>
                </a:lnTo>
                <a:lnTo>
                  <a:pt x="803" y="269"/>
                </a:lnTo>
                <a:lnTo>
                  <a:pt x="804" y="290"/>
                </a:lnTo>
                <a:lnTo>
                  <a:pt x="804" y="312"/>
                </a:lnTo>
                <a:lnTo>
                  <a:pt x="803" y="333"/>
                </a:lnTo>
                <a:lnTo>
                  <a:pt x="800" y="356"/>
                </a:lnTo>
                <a:lnTo>
                  <a:pt x="797" y="368"/>
                </a:lnTo>
                <a:lnTo>
                  <a:pt x="794" y="379"/>
                </a:lnTo>
                <a:lnTo>
                  <a:pt x="789" y="391"/>
                </a:lnTo>
                <a:lnTo>
                  <a:pt x="783" y="404"/>
                </a:lnTo>
                <a:lnTo>
                  <a:pt x="777" y="414"/>
                </a:lnTo>
                <a:lnTo>
                  <a:pt x="769" y="427"/>
                </a:lnTo>
                <a:lnTo>
                  <a:pt x="760" y="437"/>
                </a:lnTo>
                <a:lnTo>
                  <a:pt x="749" y="450"/>
                </a:lnTo>
                <a:lnTo>
                  <a:pt x="749" y="450"/>
                </a:lnTo>
                <a:lnTo>
                  <a:pt x="739" y="459"/>
                </a:lnTo>
                <a:lnTo>
                  <a:pt x="726" y="469"/>
                </a:lnTo>
                <a:lnTo>
                  <a:pt x="716" y="476"/>
                </a:lnTo>
                <a:lnTo>
                  <a:pt x="704" y="483"/>
                </a:lnTo>
                <a:lnTo>
                  <a:pt x="691" y="488"/>
                </a:lnTo>
                <a:lnTo>
                  <a:pt x="681" y="493"/>
                </a:lnTo>
                <a:lnTo>
                  <a:pt x="668" y="497"/>
                </a:lnTo>
                <a:lnTo>
                  <a:pt x="656" y="499"/>
                </a:lnTo>
                <a:lnTo>
                  <a:pt x="635" y="503"/>
                </a:lnTo>
                <a:lnTo>
                  <a:pt x="612" y="504"/>
                </a:lnTo>
                <a:lnTo>
                  <a:pt x="590" y="503"/>
                </a:lnTo>
                <a:lnTo>
                  <a:pt x="569" y="501"/>
                </a:lnTo>
                <a:lnTo>
                  <a:pt x="569" y="501"/>
                </a:lnTo>
                <a:lnTo>
                  <a:pt x="535" y="500"/>
                </a:lnTo>
                <a:lnTo>
                  <a:pt x="520" y="500"/>
                </a:lnTo>
                <a:lnTo>
                  <a:pt x="505" y="503"/>
                </a:lnTo>
                <a:lnTo>
                  <a:pt x="491" y="506"/>
                </a:lnTo>
                <a:lnTo>
                  <a:pt x="476" y="512"/>
                </a:lnTo>
                <a:lnTo>
                  <a:pt x="463" y="521"/>
                </a:lnTo>
                <a:lnTo>
                  <a:pt x="448" y="532"/>
                </a:lnTo>
                <a:lnTo>
                  <a:pt x="448" y="532"/>
                </a:lnTo>
                <a:lnTo>
                  <a:pt x="437" y="546"/>
                </a:lnTo>
                <a:lnTo>
                  <a:pt x="429" y="560"/>
                </a:lnTo>
                <a:lnTo>
                  <a:pt x="423" y="574"/>
                </a:lnTo>
                <a:lnTo>
                  <a:pt x="419" y="589"/>
                </a:lnTo>
                <a:lnTo>
                  <a:pt x="417" y="603"/>
                </a:lnTo>
                <a:lnTo>
                  <a:pt x="417" y="619"/>
                </a:lnTo>
                <a:lnTo>
                  <a:pt x="418" y="653"/>
                </a:lnTo>
                <a:lnTo>
                  <a:pt x="418" y="653"/>
                </a:lnTo>
                <a:lnTo>
                  <a:pt x="419" y="673"/>
                </a:lnTo>
                <a:lnTo>
                  <a:pt x="421" y="695"/>
                </a:lnTo>
                <a:lnTo>
                  <a:pt x="419" y="718"/>
                </a:lnTo>
                <a:lnTo>
                  <a:pt x="416" y="741"/>
                </a:lnTo>
                <a:lnTo>
                  <a:pt x="413" y="752"/>
                </a:lnTo>
                <a:lnTo>
                  <a:pt x="410" y="764"/>
                </a:lnTo>
                <a:lnTo>
                  <a:pt x="405" y="775"/>
                </a:lnTo>
                <a:lnTo>
                  <a:pt x="400" y="787"/>
                </a:lnTo>
                <a:lnTo>
                  <a:pt x="393" y="799"/>
                </a:lnTo>
                <a:lnTo>
                  <a:pt x="385" y="810"/>
                </a:lnTo>
                <a:lnTo>
                  <a:pt x="376" y="822"/>
                </a:lnTo>
                <a:lnTo>
                  <a:pt x="366" y="833"/>
                </a:lnTo>
                <a:lnTo>
                  <a:pt x="366" y="833"/>
                </a:lnTo>
                <a:lnTo>
                  <a:pt x="354" y="844"/>
                </a:lnTo>
                <a:lnTo>
                  <a:pt x="343" y="852"/>
                </a:lnTo>
                <a:lnTo>
                  <a:pt x="331" y="861"/>
                </a:lnTo>
                <a:lnTo>
                  <a:pt x="319" y="867"/>
                </a:lnTo>
                <a:lnTo>
                  <a:pt x="308" y="873"/>
                </a:lnTo>
                <a:lnTo>
                  <a:pt x="296" y="878"/>
                </a:lnTo>
                <a:lnTo>
                  <a:pt x="285" y="881"/>
                </a:lnTo>
                <a:lnTo>
                  <a:pt x="273" y="884"/>
                </a:lnTo>
                <a:lnTo>
                  <a:pt x="250" y="886"/>
                </a:lnTo>
                <a:lnTo>
                  <a:pt x="228" y="887"/>
                </a:lnTo>
                <a:lnTo>
                  <a:pt x="206" y="887"/>
                </a:lnTo>
                <a:lnTo>
                  <a:pt x="186" y="886"/>
                </a:lnTo>
                <a:lnTo>
                  <a:pt x="186" y="886"/>
                </a:lnTo>
                <a:lnTo>
                  <a:pt x="152" y="885"/>
                </a:lnTo>
                <a:lnTo>
                  <a:pt x="136" y="885"/>
                </a:lnTo>
                <a:lnTo>
                  <a:pt x="121" y="886"/>
                </a:lnTo>
                <a:lnTo>
                  <a:pt x="106" y="890"/>
                </a:lnTo>
                <a:lnTo>
                  <a:pt x="92" y="896"/>
                </a:lnTo>
                <a:lnTo>
                  <a:pt x="78" y="904"/>
                </a:lnTo>
                <a:lnTo>
                  <a:pt x="65" y="916"/>
                </a:lnTo>
                <a:lnTo>
                  <a:pt x="65" y="916"/>
                </a:lnTo>
                <a:lnTo>
                  <a:pt x="59" y="921"/>
                </a:lnTo>
                <a:lnTo>
                  <a:pt x="52" y="925"/>
                </a:lnTo>
                <a:lnTo>
                  <a:pt x="44" y="927"/>
                </a:lnTo>
                <a:lnTo>
                  <a:pt x="37" y="927"/>
                </a:lnTo>
                <a:lnTo>
                  <a:pt x="30" y="927"/>
                </a:lnTo>
                <a:lnTo>
                  <a:pt x="23" y="925"/>
                </a:lnTo>
                <a:lnTo>
                  <a:pt x="17" y="921"/>
                </a:lnTo>
                <a:lnTo>
                  <a:pt x="11" y="916"/>
                </a:lnTo>
                <a:lnTo>
                  <a:pt x="11" y="916"/>
                </a:lnTo>
                <a:lnTo>
                  <a:pt x="6" y="910"/>
                </a:lnTo>
                <a:lnTo>
                  <a:pt x="2" y="903"/>
                </a:lnTo>
                <a:lnTo>
                  <a:pt x="0" y="897"/>
                </a:lnTo>
                <a:lnTo>
                  <a:pt x="0" y="890"/>
                </a:lnTo>
                <a:lnTo>
                  <a:pt x="0" y="881"/>
                </a:lnTo>
                <a:lnTo>
                  <a:pt x="2" y="875"/>
                </a:lnTo>
                <a:lnTo>
                  <a:pt x="6" y="868"/>
                </a:lnTo>
                <a:lnTo>
                  <a:pt x="11" y="862"/>
                </a:lnTo>
                <a:lnTo>
                  <a:pt x="11" y="862"/>
                </a:lnTo>
                <a:lnTo>
                  <a:pt x="21" y="851"/>
                </a:lnTo>
                <a:lnTo>
                  <a:pt x="34" y="843"/>
                </a:lnTo>
                <a:lnTo>
                  <a:pt x="44" y="834"/>
                </a:lnTo>
                <a:lnTo>
                  <a:pt x="56" y="828"/>
                </a:lnTo>
                <a:lnTo>
                  <a:pt x="69" y="822"/>
                </a:lnTo>
                <a:lnTo>
                  <a:pt x="79" y="818"/>
                </a:lnTo>
                <a:lnTo>
                  <a:pt x="92" y="815"/>
                </a:lnTo>
                <a:lnTo>
                  <a:pt x="102" y="811"/>
                </a:lnTo>
                <a:lnTo>
                  <a:pt x="125" y="809"/>
                </a:lnTo>
                <a:lnTo>
                  <a:pt x="148" y="807"/>
                </a:lnTo>
                <a:lnTo>
                  <a:pt x="170" y="807"/>
                </a:lnTo>
                <a:lnTo>
                  <a:pt x="191" y="809"/>
                </a:lnTo>
                <a:lnTo>
                  <a:pt x="191" y="809"/>
                </a:lnTo>
                <a:lnTo>
                  <a:pt x="225" y="811"/>
                </a:lnTo>
                <a:lnTo>
                  <a:pt x="240" y="810"/>
                </a:lnTo>
                <a:lnTo>
                  <a:pt x="255" y="809"/>
                </a:lnTo>
                <a:lnTo>
                  <a:pt x="269" y="805"/>
                </a:lnTo>
                <a:lnTo>
                  <a:pt x="284" y="799"/>
                </a:lnTo>
                <a:lnTo>
                  <a:pt x="297" y="791"/>
                </a:lnTo>
                <a:lnTo>
                  <a:pt x="312" y="778"/>
                </a:lnTo>
                <a:lnTo>
                  <a:pt x="312" y="778"/>
                </a:lnTo>
                <a:lnTo>
                  <a:pt x="323" y="765"/>
                </a:lnTo>
                <a:lnTo>
                  <a:pt x="331" y="752"/>
                </a:lnTo>
                <a:lnTo>
                  <a:pt x="337" y="737"/>
                </a:lnTo>
                <a:lnTo>
                  <a:pt x="341" y="723"/>
                </a:lnTo>
                <a:lnTo>
                  <a:pt x="343" y="707"/>
                </a:lnTo>
                <a:lnTo>
                  <a:pt x="343" y="691"/>
                </a:lnTo>
                <a:lnTo>
                  <a:pt x="342" y="657"/>
                </a:lnTo>
                <a:lnTo>
                  <a:pt x="342" y="657"/>
                </a:lnTo>
                <a:lnTo>
                  <a:pt x="341" y="637"/>
                </a:lnTo>
                <a:lnTo>
                  <a:pt x="339" y="615"/>
                </a:lnTo>
                <a:lnTo>
                  <a:pt x="341" y="593"/>
                </a:lnTo>
                <a:lnTo>
                  <a:pt x="344" y="570"/>
                </a:lnTo>
                <a:lnTo>
                  <a:pt x="347" y="558"/>
                </a:lnTo>
                <a:lnTo>
                  <a:pt x="350" y="547"/>
                </a:lnTo>
                <a:lnTo>
                  <a:pt x="355" y="535"/>
                </a:lnTo>
                <a:lnTo>
                  <a:pt x="360" y="524"/>
                </a:lnTo>
                <a:lnTo>
                  <a:pt x="367" y="512"/>
                </a:lnTo>
                <a:lnTo>
                  <a:pt x="375" y="500"/>
                </a:lnTo>
                <a:lnTo>
                  <a:pt x="384" y="489"/>
                </a:lnTo>
                <a:lnTo>
                  <a:pt x="394" y="479"/>
                </a:lnTo>
                <a:lnTo>
                  <a:pt x="394" y="479"/>
                </a:lnTo>
                <a:lnTo>
                  <a:pt x="406" y="468"/>
                </a:lnTo>
                <a:lnTo>
                  <a:pt x="417" y="458"/>
                </a:lnTo>
                <a:lnTo>
                  <a:pt x="429" y="451"/>
                </a:lnTo>
                <a:lnTo>
                  <a:pt x="440" y="443"/>
                </a:lnTo>
                <a:lnTo>
                  <a:pt x="452" y="439"/>
                </a:lnTo>
                <a:lnTo>
                  <a:pt x="464" y="434"/>
                </a:lnTo>
                <a:lnTo>
                  <a:pt x="475" y="430"/>
                </a:lnTo>
                <a:lnTo>
                  <a:pt x="487" y="428"/>
                </a:lnTo>
                <a:lnTo>
                  <a:pt x="510" y="424"/>
                </a:lnTo>
                <a:lnTo>
                  <a:pt x="532" y="423"/>
                </a:lnTo>
                <a:lnTo>
                  <a:pt x="554" y="424"/>
                </a:lnTo>
                <a:lnTo>
                  <a:pt x="574" y="425"/>
                </a:lnTo>
                <a:lnTo>
                  <a:pt x="574" y="425"/>
                </a:lnTo>
                <a:lnTo>
                  <a:pt x="608" y="427"/>
                </a:lnTo>
                <a:lnTo>
                  <a:pt x="624" y="427"/>
                </a:lnTo>
                <a:lnTo>
                  <a:pt x="639" y="424"/>
                </a:lnTo>
                <a:lnTo>
                  <a:pt x="654" y="420"/>
                </a:lnTo>
                <a:lnTo>
                  <a:pt x="668" y="414"/>
                </a:lnTo>
                <a:lnTo>
                  <a:pt x="682" y="406"/>
                </a:lnTo>
                <a:lnTo>
                  <a:pt x="695" y="395"/>
                </a:lnTo>
                <a:lnTo>
                  <a:pt x="695" y="395"/>
                </a:lnTo>
                <a:lnTo>
                  <a:pt x="707" y="382"/>
                </a:lnTo>
                <a:lnTo>
                  <a:pt x="716" y="367"/>
                </a:lnTo>
                <a:lnTo>
                  <a:pt x="722" y="353"/>
                </a:lnTo>
                <a:lnTo>
                  <a:pt x="725" y="338"/>
                </a:lnTo>
                <a:lnTo>
                  <a:pt x="726" y="324"/>
                </a:lnTo>
                <a:lnTo>
                  <a:pt x="728" y="308"/>
                </a:lnTo>
                <a:lnTo>
                  <a:pt x="725" y="274"/>
                </a:lnTo>
                <a:lnTo>
                  <a:pt x="725" y="274"/>
                </a:lnTo>
                <a:lnTo>
                  <a:pt x="724" y="254"/>
                </a:lnTo>
                <a:lnTo>
                  <a:pt x="724" y="232"/>
                </a:lnTo>
                <a:lnTo>
                  <a:pt x="725" y="209"/>
                </a:lnTo>
                <a:lnTo>
                  <a:pt x="728" y="187"/>
                </a:lnTo>
                <a:lnTo>
                  <a:pt x="731" y="175"/>
                </a:lnTo>
                <a:lnTo>
                  <a:pt x="734" y="163"/>
                </a:lnTo>
                <a:lnTo>
                  <a:pt x="739" y="152"/>
                </a:lnTo>
                <a:lnTo>
                  <a:pt x="745" y="140"/>
                </a:lnTo>
                <a:lnTo>
                  <a:pt x="751" y="128"/>
                </a:lnTo>
                <a:lnTo>
                  <a:pt x="759" y="117"/>
                </a:lnTo>
                <a:lnTo>
                  <a:pt x="768" y="105"/>
                </a:lnTo>
                <a:lnTo>
                  <a:pt x="778" y="94"/>
                </a:lnTo>
                <a:lnTo>
                  <a:pt x="778" y="94"/>
                </a:lnTo>
                <a:lnTo>
                  <a:pt x="789" y="83"/>
                </a:lnTo>
                <a:lnTo>
                  <a:pt x="801" y="75"/>
                </a:lnTo>
                <a:lnTo>
                  <a:pt x="812" y="66"/>
                </a:lnTo>
                <a:lnTo>
                  <a:pt x="824" y="60"/>
                </a:lnTo>
                <a:lnTo>
                  <a:pt x="837" y="54"/>
                </a:lnTo>
                <a:lnTo>
                  <a:pt x="847" y="49"/>
                </a:lnTo>
                <a:lnTo>
                  <a:pt x="860" y="47"/>
                </a:lnTo>
                <a:lnTo>
                  <a:pt x="870" y="43"/>
                </a:lnTo>
                <a:lnTo>
                  <a:pt x="893" y="41"/>
                </a:lnTo>
                <a:lnTo>
                  <a:pt x="916" y="40"/>
                </a:lnTo>
                <a:lnTo>
                  <a:pt x="938" y="40"/>
                </a:lnTo>
                <a:lnTo>
                  <a:pt x="959" y="41"/>
                </a:lnTo>
                <a:lnTo>
                  <a:pt x="959" y="41"/>
                </a:lnTo>
                <a:lnTo>
                  <a:pt x="993" y="43"/>
                </a:lnTo>
                <a:lnTo>
                  <a:pt x="1008" y="42"/>
                </a:lnTo>
                <a:lnTo>
                  <a:pt x="1023" y="41"/>
                </a:lnTo>
                <a:lnTo>
                  <a:pt x="1037" y="37"/>
                </a:lnTo>
                <a:lnTo>
                  <a:pt x="1052" y="31"/>
                </a:lnTo>
                <a:lnTo>
                  <a:pt x="1066" y="23"/>
                </a:lnTo>
                <a:lnTo>
                  <a:pt x="1080" y="11"/>
                </a:lnTo>
                <a:lnTo>
                  <a:pt x="1080" y="11"/>
                </a:lnTo>
                <a:lnTo>
                  <a:pt x="1086" y="6"/>
                </a:lnTo>
                <a:lnTo>
                  <a:pt x="1092" y="2"/>
                </a:lnTo>
                <a:lnTo>
                  <a:pt x="1099" y="0"/>
                </a:lnTo>
                <a:lnTo>
                  <a:pt x="1106" y="0"/>
                </a:lnTo>
                <a:lnTo>
                  <a:pt x="1113" y="0"/>
                </a:lnTo>
                <a:lnTo>
                  <a:pt x="1121" y="2"/>
                </a:lnTo>
                <a:lnTo>
                  <a:pt x="1128" y="6"/>
                </a:lnTo>
                <a:lnTo>
                  <a:pt x="1134" y="11"/>
                </a:lnTo>
                <a:lnTo>
                  <a:pt x="1134" y="11"/>
                </a:lnTo>
                <a:lnTo>
                  <a:pt x="1139" y="17"/>
                </a:lnTo>
                <a:lnTo>
                  <a:pt x="1142" y="24"/>
                </a:lnTo>
                <a:lnTo>
                  <a:pt x="1144" y="31"/>
                </a:lnTo>
                <a:lnTo>
                  <a:pt x="1145" y="38"/>
                </a:lnTo>
                <a:lnTo>
                  <a:pt x="1144" y="46"/>
                </a:lnTo>
                <a:lnTo>
                  <a:pt x="1142" y="53"/>
                </a:lnTo>
                <a:lnTo>
                  <a:pt x="1139" y="59"/>
                </a:lnTo>
                <a:lnTo>
                  <a:pt x="1134" y="65"/>
                </a:lnTo>
                <a:lnTo>
                  <a:pt x="1134" y="6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320">
            <a:extLst>
              <a:ext uri="{FF2B5EF4-FFF2-40B4-BE49-F238E27FC236}">
                <a16:creationId xmlns:a16="http://schemas.microsoft.com/office/drawing/2014/main" id="{934BFDDE-30F0-6A43-A2A5-27A6E217E50D}"/>
              </a:ext>
            </a:extLst>
          </p:cNvPr>
          <p:cNvSpPr>
            <a:spLocks/>
          </p:cNvSpPr>
          <p:nvPr/>
        </p:nvSpPr>
        <p:spPr bwMode="auto">
          <a:xfrm rot="2493426">
            <a:off x="11693785" y="616006"/>
            <a:ext cx="673927" cy="546682"/>
          </a:xfrm>
          <a:custGeom>
            <a:avLst/>
            <a:gdLst>
              <a:gd name="T0" fmla="*/ 1111 w 1145"/>
              <a:gd name="T1" fmla="*/ 84 h 927"/>
              <a:gd name="T2" fmla="*/ 1064 w 1145"/>
              <a:gd name="T3" fmla="*/ 110 h 927"/>
              <a:gd name="T4" fmla="*/ 996 w 1145"/>
              <a:gd name="T5" fmla="*/ 119 h 927"/>
              <a:gd name="T6" fmla="*/ 920 w 1145"/>
              <a:gd name="T7" fmla="*/ 116 h 927"/>
              <a:gd name="T8" fmla="*/ 860 w 1145"/>
              <a:gd name="T9" fmla="*/ 128 h 927"/>
              <a:gd name="T10" fmla="*/ 821 w 1145"/>
              <a:gd name="T11" fmla="*/ 162 h 927"/>
              <a:gd name="T12" fmla="*/ 801 w 1145"/>
              <a:gd name="T13" fmla="*/ 220 h 927"/>
              <a:gd name="T14" fmla="*/ 804 w 1145"/>
              <a:gd name="T15" fmla="*/ 290 h 927"/>
              <a:gd name="T16" fmla="*/ 797 w 1145"/>
              <a:gd name="T17" fmla="*/ 368 h 927"/>
              <a:gd name="T18" fmla="*/ 777 w 1145"/>
              <a:gd name="T19" fmla="*/ 414 h 927"/>
              <a:gd name="T20" fmla="*/ 749 w 1145"/>
              <a:gd name="T21" fmla="*/ 450 h 927"/>
              <a:gd name="T22" fmla="*/ 704 w 1145"/>
              <a:gd name="T23" fmla="*/ 483 h 927"/>
              <a:gd name="T24" fmla="*/ 656 w 1145"/>
              <a:gd name="T25" fmla="*/ 499 h 927"/>
              <a:gd name="T26" fmla="*/ 569 w 1145"/>
              <a:gd name="T27" fmla="*/ 501 h 927"/>
              <a:gd name="T28" fmla="*/ 505 w 1145"/>
              <a:gd name="T29" fmla="*/ 503 h 927"/>
              <a:gd name="T30" fmla="*/ 448 w 1145"/>
              <a:gd name="T31" fmla="*/ 532 h 927"/>
              <a:gd name="T32" fmla="*/ 423 w 1145"/>
              <a:gd name="T33" fmla="*/ 574 h 927"/>
              <a:gd name="T34" fmla="*/ 418 w 1145"/>
              <a:gd name="T35" fmla="*/ 653 h 927"/>
              <a:gd name="T36" fmla="*/ 419 w 1145"/>
              <a:gd name="T37" fmla="*/ 718 h 927"/>
              <a:gd name="T38" fmla="*/ 405 w 1145"/>
              <a:gd name="T39" fmla="*/ 775 h 927"/>
              <a:gd name="T40" fmla="*/ 376 w 1145"/>
              <a:gd name="T41" fmla="*/ 822 h 927"/>
              <a:gd name="T42" fmla="*/ 343 w 1145"/>
              <a:gd name="T43" fmla="*/ 852 h 927"/>
              <a:gd name="T44" fmla="*/ 296 w 1145"/>
              <a:gd name="T45" fmla="*/ 878 h 927"/>
              <a:gd name="T46" fmla="*/ 228 w 1145"/>
              <a:gd name="T47" fmla="*/ 887 h 927"/>
              <a:gd name="T48" fmla="*/ 152 w 1145"/>
              <a:gd name="T49" fmla="*/ 885 h 927"/>
              <a:gd name="T50" fmla="*/ 92 w 1145"/>
              <a:gd name="T51" fmla="*/ 896 h 927"/>
              <a:gd name="T52" fmla="*/ 59 w 1145"/>
              <a:gd name="T53" fmla="*/ 921 h 927"/>
              <a:gd name="T54" fmla="*/ 30 w 1145"/>
              <a:gd name="T55" fmla="*/ 927 h 927"/>
              <a:gd name="T56" fmla="*/ 11 w 1145"/>
              <a:gd name="T57" fmla="*/ 916 h 927"/>
              <a:gd name="T58" fmla="*/ 0 w 1145"/>
              <a:gd name="T59" fmla="*/ 890 h 927"/>
              <a:gd name="T60" fmla="*/ 11 w 1145"/>
              <a:gd name="T61" fmla="*/ 862 h 927"/>
              <a:gd name="T62" fmla="*/ 44 w 1145"/>
              <a:gd name="T63" fmla="*/ 834 h 927"/>
              <a:gd name="T64" fmla="*/ 92 w 1145"/>
              <a:gd name="T65" fmla="*/ 815 h 927"/>
              <a:gd name="T66" fmla="*/ 170 w 1145"/>
              <a:gd name="T67" fmla="*/ 807 h 927"/>
              <a:gd name="T68" fmla="*/ 240 w 1145"/>
              <a:gd name="T69" fmla="*/ 810 h 927"/>
              <a:gd name="T70" fmla="*/ 297 w 1145"/>
              <a:gd name="T71" fmla="*/ 791 h 927"/>
              <a:gd name="T72" fmla="*/ 331 w 1145"/>
              <a:gd name="T73" fmla="*/ 752 h 927"/>
              <a:gd name="T74" fmla="*/ 343 w 1145"/>
              <a:gd name="T75" fmla="*/ 691 h 927"/>
              <a:gd name="T76" fmla="*/ 339 w 1145"/>
              <a:gd name="T77" fmla="*/ 615 h 927"/>
              <a:gd name="T78" fmla="*/ 350 w 1145"/>
              <a:gd name="T79" fmla="*/ 547 h 927"/>
              <a:gd name="T80" fmla="*/ 375 w 1145"/>
              <a:gd name="T81" fmla="*/ 500 h 927"/>
              <a:gd name="T82" fmla="*/ 406 w 1145"/>
              <a:gd name="T83" fmla="*/ 468 h 927"/>
              <a:gd name="T84" fmla="*/ 452 w 1145"/>
              <a:gd name="T85" fmla="*/ 439 h 927"/>
              <a:gd name="T86" fmla="*/ 510 w 1145"/>
              <a:gd name="T87" fmla="*/ 424 h 927"/>
              <a:gd name="T88" fmla="*/ 574 w 1145"/>
              <a:gd name="T89" fmla="*/ 425 h 927"/>
              <a:gd name="T90" fmla="*/ 654 w 1145"/>
              <a:gd name="T91" fmla="*/ 420 h 927"/>
              <a:gd name="T92" fmla="*/ 695 w 1145"/>
              <a:gd name="T93" fmla="*/ 395 h 927"/>
              <a:gd name="T94" fmla="*/ 725 w 1145"/>
              <a:gd name="T95" fmla="*/ 338 h 927"/>
              <a:gd name="T96" fmla="*/ 725 w 1145"/>
              <a:gd name="T97" fmla="*/ 274 h 927"/>
              <a:gd name="T98" fmla="*/ 728 w 1145"/>
              <a:gd name="T99" fmla="*/ 187 h 927"/>
              <a:gd name="T100" fmla="*/ 745 w 1145"/>
              <a:gd name="T101" fmla="*/ 140 h 927"/>
              <a:gd name="T102" fmla="*/ 778 w 1145"/>
              <a:gd name="T103" fmla="*/ 94 h 927"/>
              <a:gd name="T104" fmla="*/ 812 w 1145"/>
              <a:gd name="T105" fmla="*/ 66 h 927"/>
              <a:gd name="T106" fmla="*/ 860 w 1145"/>
              <a:gd name="T107" fmla="*/ 47 h 927"/>
              <a:gd name="T108" fmla="*/ 938 w 1145"/>
              <a:gd name="T109" fmla="*/ 40 h 927"/>
              <a:gd name="T110" fmla="*/ 1008 w 1145"/>
              <a:gd name="T111" fmla="*/ 42 h 927"/>
              <a:gd name="T112" fmla="*/ 1066 w 1145"/>
              <a:gd name="T113" fmla="*/ 23 h 927"/>
              <a:gd name="T114" fmla="*/ 1092 w 1145"/>
              <a:gd name="T115" fmla="*/ 2 h 927"/>
              <a:gd name="T116" fmla="*/ 1121 w 1145"/>
              <a:gd name="T117" fmla="*/ 2 h 927"/>
              <a:gd name="T118" fmla="*/ 1139 w 1145"/>
              <a:gd name="T119" fmla="*/ 17 h 927"/>
              <a:gd name="T120" fmla="*/ 1144 w 1145"/>
              <a:gd name="T121" fmla="*/ 46 h 927"/>
              <a:gd name="T122" fmla="*/ 1134 w 1145"/>
              <a:gd name="T123" fmla="*/ 65 h 9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145" h="927">
                <a:moveTo>
                  <a:pt x="1134" y="65"/>
                </a:moveTo>
                <a:lnTo>
                  <a:pt x="1134" y="65"/>
                </a:lnTo>
                <a:lnTo>
                  <a:pt x="1122" y="76"/>
                </a:lnTo>
                <a:lnTo>
                  <a:pt x="1111" y="84"/>
                </a:lnTo>
                <a:lnTo>
                  <a:pt x="1099" y="93"/>
                </a:lnTo>
                <a:lnTo>
                  <a:pt x="1088" y="99"/>
                </a:lnTo>
                <a:lnTo>
                  <a:pt x="1076" y="105"/>
                </a:lnTo>
                <a:lnTo>
                  <a:pt x="1064" y="110"/>
                </a:lnTo>
                <a:lnTo>
                  <a:pt x="1053" y="112"/>
                </a:lnTo>
                <a:lnTo>
                  <a:pt x="1041" y="116"/>
                </a:lnTo>
                <a:lnTo>
                  <a:pt x="1018" y="118"/>
                </a:lnTo>
                <a:lnTo>
                  <a:pt x="996" y="119"/>
                </a:lnTo>
                <a:lnTo>
                  <a:pt x="974" y="119"/>
                </a:lnTo>
                <a:lnTo>
                  <a:pt x="954" y="118"/>
                </a:lnTo>
                <a:lnTo>
                  <a:pt x="954" y="118"/>
                </a:lnTo>
                <a:lnTo>
                  <a:pt x="920" y="116"/>
                </a:lnTo>
                <a:lnTo>
                  <a:pt x="904" y="117"/>
                </a:lnTo>
                <a:lnTo>
                  <a:pt x="889" y="118"/>
                </a:lnTo>
                <a:lnTo>
                  <a:pt x="874" y="122"/>
                </a:lnTo>
                <a:lnTo>
                  <a:pt x="860" y="128"/>
                </a:lnTo>
                <a:lnTo>
                  <a:pt x="846" y="136"/>
                </a:lnTo>
                <a:lnTo>
                  <a:pt x="833" y="148"/>
                </a:lnTo>
                <a:lnTo>
                  <a:pt x="833" y="148"/>
                </a:lnTo>
                <a:lnTo>
                  <a:pt x="821" y="162"/>
                </a:lnTo>
                <a:lnTo>
                  <a:pt x="812" y="175"/>
                </a:lnTo>
                <a:lnTo>
                  <a:pt x="806" y="190"/>
                </a:lnTo>
                <a:lnTo>
                  <a:pt x="803" y="204"/>
                </a:lnTo>
                <a:lnTo>
                  <a:pt x="801" y="220"/>
                </a:lnTo>
                <a:lnTo>
                  <a:pt x="800" y="235"/>
                </a:lnTo>
                <a:lnTo>
                  <a:pt x="803" y="269"/>
                </a:lnTo>
                <a:lnTo>
                  <a:pt x="803" y="269"/>
                </a:lnTo>
                <a:lnTo>
                  <a:pt x="804" y="290"/>
                </a:lnTo>
                <a:lnTo>
                  <a:pt x="804" y="312"/>
                </a:lnTo>
                <a:lnTo>
                  <a:pt x="803" y="333"/>
                </a:lnTo>
                <a:lnTo>
                  <a:pt x="800" y="356"/>
                </a:lnTo>
                <a:lnTo>
                  <a:pt x="797" y="368"/>
                </a:lnTo>
                <a:lnTo>
                  <a:pt x="794" y="379"/>
                </a:lnTo>
                <a:lnTo>
                  <a:pt x="789" y="391"/>
                </a:lnTo>
                <a:lnTo>
                  <a:pt x="783" y="404"/>
                </a:lnTo>
                <a:lnTo>
                  <a:pt x="777" y="414"/>
                </a:lnTo>
                <a:lnTo>
                  <a:pt x="769" y="427"/>
                </a:lnTo>
                <a:lnTo>
                  <a:pt x="760" y="437"/>
                </a:lnTo>
                <a:lnTo>
                  <a:pt x="749" y="450"/>
                </a:lnTo>
                <a:lnTo>
                  <a:pt x="749" y="450"/>
                </a:lnTo>
                <a:lnTo>
                  <a:pt x="739" y="459"/>
                </a:lnTo>
                <a:lnTo>
                  <a:pt x="726" y="469"/>
                </a:lnTo>
                <a:lnTo>
                  <a:pt x="716" y="476"/>
                </a:lnTo>
                <a:lnTo>
                  <a:pt x="704" y="483"/>
                </a:lnTo>
                <a:lnTo>
                  <a:pt x="691" y="488"/>
                </a:lnTo>
                <a:lnTo>
                  <a:pt x="681" y="493"/>
                </a:lnTo>
                <a:lnTo>
                  <a:pt x="668" y="497"/>
                </a:lnTo>
                <a:lnTo>
                  <a:pt x="656" y="499"/>
                </a:lnTo>
                <a:lnTo>
                  <a:pt x="635" y="503"/>
                </a:lnTo>
                <a:lnTo>
                  <a:pt x="612" y="504"/>
                </a:lnTo>
                <a:lnTo>
                  <a:pt x="590" y="503"/>
                </a:lnTo>
                <a:lnTo>
                  <a:pt x="569" y="501"/>
                </a:lnTo>
                <a:lnTo>
                  <a:pt x="569" y="501"/>
                </a:lnTo>
                <a:lnTo>
                  <a:pt x="535" y="500"/>
                </a:lnTo>
                <a:lnTo>
                  <a:pt x="520" y="500"/>
                </a:lnTo>
                <a:lnTo>
                  <a:pt x="505" y="503"/>
                </a:lnTo>
                <a:lnTo>
                  <a:pt x="491" y="506"/>
                </a:lnTo>
                <a:lnTo>
                  <a:pt x="476" y="512"/>
                </a:lnTo>
                <a:lnTo>
                  <a:pt x="463" y="521"/>
                </a:lnTo>
                <a:lnTo>
                  <a:pt x="448" y="532"/>
                </a:lnTo>
                <a:lnTo>
                  <a:pt x="448" y="532"/>
                </a:lnTo>
                <a:lnTo>
                  <a:pt x="437" y="546"/>
                </a:lnTo>
                <a:lnTo>
                  <a:pt x="429" y="560"/>
                </a:lnTo>
                <a:lnTo>
                  <a:pt x="423" y="574"/>
                </a:lnTo>
                <a:lnTo>
                  <a:pt x="419" y="589"/>
                </a:lnTo>
                <a:lnTo>
                  <a:pt x="417" y="603"/>
                </a:lnTo>
                <a:lnTo>
                  <a:pt x="417" y="619"/>
                </a:lnTo>
                <a:lnTo>
                  <a:pt x="418" y="653"/>
                </a:lnTo>
                <a:lnTo>
                  <a:pt x="418" y="653"/>
                </a:lnTo>
                <a:lnTo>
                  <a:pt x="419" y="673"/>
                </a:lnTo>
                <a:lnTo>
                  <a:pt x="421" y="695"/>
                </a:lnTo>
                <a:lnTo>
                  <a:pt x="419" y="718"/>
                </a:lnTo>
                <a:lnTo>
                  <a:pt x="416" y="741"/>
                </a:lnTo>
                <a:lnTo>
                  <a:pt x="413" y="752"/>
                </a:lnTo>
                <a:lnTo>
                  <a:pt x="410" y="764"/>
                </a:lnTo>
                <a:lnTo>
                  <a:pt x="405" y="775"/>
                </a:lnTo>
                <a:lnTo>
                  <a:pt x="400" y="787"/>
                </a:lnTo>
                <a:lnTo>
                  <a:pt x="393" y="799"/>
                </a:lnTo>
                <a:lnTo>
                  <a:pt x="385" y="810"/>
                </a:lnTo>
                <a:lnTo>
                  <a:pt x="376" y="822"/>
                </a:lnTo>
                <a:lnTo>
                  <a:pt x="366" y="833"/>
                </a:lnTo>
                <a:lnTo>
                  <a:pt x="366" y="833"/>
                </a:lnTo>
                <a:lnTo>
                  <a:pt x="354" y="844"/>
                </a:lnTo>
                <a:lnTo>
                  <a:pt x="343" y="852"/>
                </a:lnTo>
                <a:lnTo>
                  <a:pt x="331" y="861"/>
                </a:lnTo>
                <a:lnTo>
                  <a:pt x="319" y="867"/>
                </a:lnTo>
                <a:lnTo>
                  <a:pt x="308" y="873"/>
                </a:lnTo>
                <a:lnTo>
                  <a:pt x="296" y="878"/>
                </a:lnTo>
                <a:lnTo>
                  <a:pt x="285" y="881"/>
                </a:lnTo>
                <a:lnTo>
                  <a:pt x="273" y="884"/>
                </a:lnTo>
                <a:lnTo>
                  <a:pt x="250" y="886"/>
                </a:lnTo>
                <a:lnTo>
                  <a:pt x="228" y="887"/>
                </a:lnTo>
                <a:lnTo>
                  <a:pt x="206" y="887"/>
                </a:lnTo>
                <a:lnTo>
                  <a:pt x="186" y="886"/>
                </a:lnTo>
                <a:lnTo>
                  <a:pt x="186" y="886"/>
                </a:lnTo>
                <a:lnTo>
                  <a:pt x="152" y="885"/>
                </a:lnTo>
                <a:lnTo>
                  <a:pt x="136" y="885"/>
                </a:lnTo>
                <a:lnTo>
                  <a:pt x="121" y="886"/>
                </a:lnTo>
                <a:lnTo>
                  <a:pt x="106" y="890"/>
                </a:lnTo>
                <a:lnTo>
                  <a:pt x="92" y="896"/>
                </a:lnTo>
                <a:lnTo>
                  <a:pt x="78" y="904"/>
                </a:lnTo>
                <a:lnTo>
                  <a:pt x="65" y="916"/>
                </a:lnTo>
                <a:lnTo>
                  <a:pt x="65" y="916"/>
                </a:lnTo>
                <a:lnTo>
                  <a:pt x="59" y="921"/>
                </a:lnTo>
                <a:lnTo>
                  <a:pt x="52" y="925"/>
                </a:lnTo>
                <a:lnTo>
                  <a:pt x="44" y="927"/>
                </a:lnTo>
                <a:lnTo>
                  <a:pt x="37" y="927"/>
                </a:lnTo>
                <a:lnTo>
                  <a:pt x="30" y="927"/>
                </a:lnTo>
                <a:lnTo>
                  <a:pt x="23" y="925"/>
                </a:lnTo>
                <a:lnTo>
                  <a:pt x="17" y="921"/>
                </a:lnTo>
                <a:lnTo>
                  <a:pt x="11" y="916"/>
                </a:lnTo>
                <a:lnTo>
                  <a:pt x="11" y="916"/>
                </a:lnTo>
                <a:lnTo>
                  <a:pt x="6" y="910"/>
                </a:lnTo>
                <a:lnTo>
                  <a:pt x="2" y="903"/>
                </a:lnTo>
                <a:lnTo>
                  <a:pt x="0" y="897"/>
                </a:lnTo>
                <a:lnTo>
                  <a:pt x="0" y="890"/>
                </a:lnTo>
                <a:lnTo>
                  <a:pt x="0" y="881"/>
                </a:lnTo>
                <a:lnTo>
                  <a:pt x="2" y="875"/>
                </a:lnTo>
                <a:lnTo>
                  <a:pt x="6" y="868"/>
                </a:lnTo>
                <a:lnTo>
                  <a:pt x="11" y="862"/>
                </a:lnTo>
                <a:lnTo>
                  <a:pt x="11" y="862"/>
                </a:lnTo>
                <a:lnTo>
                  <a:pt x="21" y="851"/>
                </a:lnTo>
                <a:lnTo>
                  <a:pt x="34" y="843"/>
                </a:lnTo>
                <a:lnTo>
                  <a:pt x="44" y="834"/>
                </a:lnTo>
                <a:lnTo>
                  <a:pt x="56" y="828"/>
                </a:lnTo>
                <a:lnTo>
                  <a:pt x="69" y="822"/>
                </a:lnTo>
                <a:lnTo>
                  <a:pt x="79" y="818"/>
                </a:lnTo>
                <a:lnTo>
                  <a:pt x="92" y="815"/>
                </a:lnTo>
                <a:lnTo>
                  <a:pt x="102" y="811"/>
                </a:lnTo>
                <a:lnTo>
                  <a:pt x="125" y="809"/>
                </a:lnTo>
                <a:lnTo>
                  <a:pt x="148" y="807"/>
                </a:lnTo>
                <a:lnTo>
                  <a:pt x="170" y="807"/>
                </a:lnTo>
                <a:lnTo>
                  <a:pt x="191" y="809"/>
                </a:lnTo>
                <a:lnTo>
                  <a:pt x="191" y="809"/>
                </a:lnTo>
                <a:lnTo>
                  <a:pt x="225" y="811"/>
                </a:lnTo>
                <a:lnTo>
                  <a:pt x="240" y="810"/>
                </a:lnTo>
                <a:lnTo>
                  <a:pt x="255" y="809"/>
                </a:lnTo>
                <a:lnTo>
                  <a:pt x="269" y="805"/>
                </a:lnTo>
                <a:lnTo>
                  <a:pt x="284" y="799"/>
                </a:lnTo>
                <a:lnTo>
                  <a:pt x="297" y="791"/>
                </a:lnTo>
                <a:lnTo>
                  <a:pt x="312" y="778"/>
                </a:lnTo>
                <a:lnTo>
                  <a:pt x="312" y="778"/>
                </a:lnTo>
                <a:lnTo>
                  <a:pt x="323" y="765"/>
                </a:lnTo>
                <a:lnTo>
                  <a:pt x="331" y="752"/>
                </a:lnTo>
                <a:lnTo>
                  <a:pt x="337" y="737"/>
                </a:lnTo>
                <a:lnTo>
                  <a:pt x="341" y="723"/>
                </a:lnTo>
                <a:lnTo>
                  <a:pt x="343" y="707"/>
                </a:lnTo>
                <a:lnTo>
                  <a:pt x="343" y="691"/>
                </a:lnTo>
                <a:lnTo>
                  <a:pt x="342" y="657"/>
                </a:lnTo>
                <a:lnTo>
                  <a:pt x="342" y="657"/>
                </a:lnTo>
                <a:lnTo>
                  <a:pt x="341" y="637"/>
                </a:lnTo>
                <a:lnTo>
                  <a:pt x="339" y="615"/>
                </a:lnTo>
                <a:lnTo>
                  <a:pt x="341" y="593"/>
                </a:lnTo>
                <a:lnTo>
                  <a:pt x="344" y="570"/>
                </a:lnTo>
                <a:lnTo>
                  <a:pt x="347" y="558"/>
                </a:lnTo>
                <a:lnTo>
                  <a:pt x="350" y="547"/>
                </a:lnTo>
                <a:lnTo>
                  <a:pt x="355" y="535"/>
                </a:lnTo>
                <a:lnTo>
                  <a:pt x="360" y="524"/>
                </a:lnTo>
                <a:lnTo>
                  <a:pt x="367" y="512"/>
                </a:lnTo>
                <a:lnTo>
                  <a:pt x="375" y="500"/>
                </a:lnTo>
                <a:lnTo>
                  <a:pt x="384" y="489"/>
                </a:lnTo>
                <a:lnTo>
                  <a:pt x="394" y="479"/>
                </a:lnTo>
                <a:lnTo>
                  <a:pt x="394" y="479"/>
                </a:lnTo>
                <a:lnTo>
                  <a:pt x="406" y="468"/>
                </a:lnTo>
                <a:lnTo>
                  <a:pt x="417" y="458"/>
                </a:lnTo>
                <a:lnTo>
                  <a:pt x="429" y="451"/>
                </a:lnTo>
                <a:lnTo>
                  <a:pt x="440" y="443"/>
                </a:lnTo>
                <a:lnTo>
                  <a:pt x="452" y="439"/>
                </a:lnTo>
                <a:lnTo>
                  <a:pt x="464" y="434"/>
                </a:lnTo>
                <a:lnTo>
                  <a:pt x="475" y="430"/>
                </a:lnTo>
                <a:lnTo>
                  <a:pt x="487" y="428"/>
                </a:lnTo>
                <a:lnTo>
                  <a:pt x="510" y="424"/>
                </a:lnTo>
                <a:lnTo>
                  <a:pt x="532" y="423"/>
                </a:lnTo>
                <a:lnTo>
                  <a:pt x="554" y="424"/>
                </a:lnTo>
                <a:lnTo>
                  <a:pt x="574" y="425"/>
                </a:lnTo>
                <a:lnTo>
                  <a:pt x="574" y="425"/>
                </a:lnTo>
                <a:lnTo>
                  <a:pt x="608" y="427"/>
                </a:lnTo>
                <a:lnTo>
                  <a:pt x="624" y="427"/>
                </a:lnTo>
                <a:lnTo>
                  <a:pt x="639" y="424"/>
                </a:lnTo>
                <a:lnTo>
                  <a:pt x="654" y="420"/>
                </a:lnTo>
                <a:lnTo>
                  <a:pt x="668" y="414"/>
                </a:lnTo>
                <a:lnTo>
                  <a:pt x="682" y="406"/>
                </a:lnTo>
                <a:lnTo>
                  <a:pt x="695" y="395"/>
                </a:lnTo>
                <a:lnTo>
                  <a:pt x="695" y="395"/>
                </a:lnTo>
                <a:lnTo>
                  <a:pt x="707" y="382"/>
                </a:lnTo>
                <a:lnTo>
                  <a:pt x="716" y="367"/>
                </a:lnTo>
                <a:lnTo>
                  <a:pt x="722" y="353"/>
                </a:lnTo>
                <a:lnTo>
                  <a:pt x="725" y="338"/>
                </a:lnTo>
                <a:lnTo>
                  <a:pt x="726" y="324"/>
                </a:lnTo>
                <a:lnTo>
                  <a:pt x="728" y="308"/>
                </a:lnTo>
                <a:lnTo>
                  <a:pt x="725" y="274"/>
                </a:lnTo>
                <a:lnTo>
                  <a:pt x="725" y="274"/>
                </a:lnTo>
                <a:lnTo>
                  <a:pt x="724" y="254"/>
                </a:lnTo>
                <a:lnTo>
                  <a:pt x="724" y="232"/>
                </a:lnTo>
                <a:lnTo>
                  <a:pt x="725" y="209"/>
                </a:lnTo>
                <a:lnTo>
                  <a:pt x="728" y="187"/>
                </a:lnTo>
                <a:lnTo>
                  <a:pt x="731" y="175"/>
                </a:lnTo>
                <a:lnTo>
                  <a:pt x="734" y="163"/>
                </a:lnTo>
                <a:lnTo>
                  <a:pt x="739" y="152"/>
                </a:lnTo>
                <a:lnTo>
                  <a:pt x="745" y="140"/>
                </a:lnTo>
                <a:lnTo>
                  <a:pt x="751" y="128"/>
                </a:lnTo>
                <a:lnTo>
                  <a:pt x="759" y="117"/>
                </a:lnTo>
                <a:lnTo>
                  <a:pt x="768" y="105"/>
                </a:lnTo>
                <a:lnTo>
                  <a:pt x="778" y="94"/>
                </a:lnTo>
                <a:lnTo>
                  <a:pt x="778" y="94"/>
                </a:lnTo>
                <a:lnTo>
                  <a:pt x="789" y="83"/>
                </a:lnTo>
                <a:lnTo>
                  <a:pt x="801" y="75"/>
                </a:lnTo>
                <a:lnTo>
                  <a:pt x="812" y="66"/>
                </a:lnTo>
                <a:lnTo>
                  <a:pt x="824" y="60"/>
                </a:lnTo>
                <a:lnTo>
                  <a:pt x="837" y="54"/>
                </a:lnTo>
                <a:lnTo>
                  <a:pt x="847" y="49"/>
                </a:lnTo>
                <a:lnTo>
                  <a:pt x="860" y="47"/>
                </a:lnTo>
                <a:lnTo>
                  <a:pt x="870" y="43"/>
                </a:lnTo>
                <a:lnTo>
                  <a:pt x="893" y="41"/>
                </a:lnTo>
                <a:lnTo>
                  <a:pt x="916" y="40"/>
                </a:lnTo>
                <a:lnTo>
                  <a:pt x="938" y="40"/>
                </a:lnTo>
                <a:lnTo>
                  <a:pt x="959" y="41"/>
                </a:lnTo>
                <a:lnTo>
                  <a:pt x="959" y="41"/>
                </a:lnTo>
                <a:lnTo>
                  <a:pt x="993" y="43"/>
                </a:lnTo>
                <a:lnTo>
                  <a:pt x="1008" y="42"/>
                </a:lnTo>
                <a:lnTo>
                  <a:pt x="1023" y="41"/>
                </a:lnTo>
                <a:lnTo>
                  <a:pt x="1037" y="37"/>
                </a:lnTo>
                <a:lnTo>
                  <a:pt x="1052" y="31"/>
                </a:lnTo>
                <a:lnTo>
                  <a:pt x="1066" y="23"/>
                </a:lnTo>
                <a:lnTo>
                  <a:pt x="1080" y="11"/>
                </a:lnTo>
                <a:lnTo>
                  <a:pt x="1080" y="11"/>
                </a:lnTo>
                <a:lnTo>
                  <a:pt x="1086" y="6"/>
                </a:lnTo>
                <a:lnTo>
                  <a:pt x="1092" y="2"/>
                </a:lnTo>
                <a:lnTo>
                  <a:pt x="1099" y="0"/>
                </a:lnTo>
                <a:lnTo>
                  <a:pt x="1106" y="0"/>
                </a:lnTo>
                <a:lnTo>
                  <a:pt x="1113" y="0"/>
                </a:lnTo>
                <a:lnTo>
                  <a:pt x="1121" y="2"/>
                </a:lnTo>
                <a:lnTo>
                  <a:pt x="1128" y="6"/>
                </a:lnTo>
                <a:lnTo>
                  <a:pt x="1134" y="11"/>
                </a:lnTo>
                <a:lnTo>
                  <a:pt x="1134" y="11"/>
                </a:lnTo>
                <a:lnTo>
                  <a:pt x="1139" y="17"/>
                </a:lnTo>
                <a:lnTo>
                  <a:pt x="1142" y="24"/>
                </a:lnTo>
                <a:lnTo>
                  <a:pt x="1144" y="31"/>
                </a:lnTo>
                <a:lnTo>
                  <a:pt x="1145" y="38"/>
                </a:lnTo>
                <a:lnTo>
                  <a:pt x="1144" y="46"/>
                </a:lnTo>
                <a:lnTo>
                  <a:pt x="1142" y="53"/>
                </a:lnTo>
                <a:lnTo>
                  <a:pt x="1139" y="59"/>
                </a:lnTo>
                <a:lnTo>
                  <a:pt x="1134" y="65"/>
                </a:lnTo>
                <a:lnTo>
                  <a:pt x="1134" y="6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241" name="Freeform 319">
            <a:extLst>
              <a:ext uri="{FF2B5EF4-FFF2-40B4-BE49-F238E27FC236}">
                <a16:creationId xmlns:a16="http://schemas.microsoft.com/office/drawing/2014/main" id="{2DE98ABF-5867-5D4D-A508-B6400799F500}"/>
              </a:ext>
            </a:extLst>
          </p:cNvPr>
          <p:cNvSpPr>
            <a:spLocks/>
          </p:cNvSpPr>
          <p:nvPr/>
        </p:nvSpPr>
        <p:spPr bwMode="auto">
          <a:xfrm>
            <a:off x="5103739" y="5836873"/>
            <a:ext cx="195263" cy="195263"/>
          </a:xfrm>
          <a:custGeom>
            <a:avLst/>
            <a:gdLst>
              <a:gd name="T0" fmla="*/ 245 w 245"/>
              <a:gd name="T1" fmla="*/ 123 h 245"/>
              <a:gd name="T2" fmla="*/ 243 w 245"/>
              <a:gd name="T3" fmla="*/ 147 h 245"/>
              <a:gd name="T4" fmla="*/ 235 w 245"/>
              <a:gd name="T5" fmla="*/ 170 h 245"/>
              <a:gd name="T6" fmla="*/ 225 w 245"/>
              <a:gd name="T7" fmla="*/ 191 h 245"/>
              <a:gd name="T8" fmla="*/ 209 w 245"/>
              <a:gd name="T9" fmla="*/ 209 h 245"/>
              <a:gd name="T10" fmla="*/ 191 w 245"/>
              <a:gd name="T11" fmla="*/ 225 h 245"/>
              <a:gd name="T12" fmla="*/ 170 w 245"/>
              <a:gd name="T13" fmla="*/ 236 h 245"/>
              <a:gd name="T14" fmla="*/ 147 w 245"/>
              <a:gd name="T15" fmla="*/ 243 h 245"/>
              <a:gd name="T16" fmla="*/ 123 w 245"/>
              <a:gd name="T17" fmla="*/ 245 h 245"/>
              <a:gd name="T18" fmla="*/ 110 w 245"/>
              <a:gd name="T19" fmla="*/ 245 h 245"/>
              <a:gd name="T20" fmla="*/ 86 w 245"/>
              <a:gd name="T21" fmla="*/ 240 h 245"/>
              <a:gd name="T22" fmla="*/ 64 w 245"/>
              <a:gd name="T23" fmla="*/ 231 h 245"/>
              <a:gd name="T24" fmla="*/ 44 w 245"/>
              <a:gd name="T25" fmla="*/ 217 h 245"/>
              <a:gd name="T26" fmla="*/ 27 w 245"/>
              <a:gd name="T27" fmla="*/ 200 h 245"/>
              <a:gd name="T28" fmla="*/ 14 w 245"/>
              <a:gd name="T29" fmla="*/ 181 h 245"/>
              <a:gd name="T30" fmla="*/ 6 w 245"/>
              <a:gd name="T31" fmla="*/ 159 h 245"/>
              <a:gd name="T32" fmla="*/ 1 w 245"/>
              <a:gd name="T33" fmla="*/ 135 h 245"/>
              <a:gd name="T34" fmla="*/ 0 w 245"/>
              <a:gd name="T35" fmla="*/ 123 h 245"/>
              <a:gd name="T36" fmla="*/ 2 w 245"/>
              <a:gd name="T37" fmla="*/ 98 h 245"/>
              <a:gd name="T38" fmla="*/ 9 w 245"/>
              <a:gd name="T39" fmla="*/ 75 h 245"/>
              <a:gd name="T40" fmla="*/ 21 w 245"/>
              <a:gd name="T41" fmla="*/ 54 h 245"/>
              <a:gd name="T42" fmla="*/ 36 w 245"/>
              <a:gd name="T43" fmla="*/ 36 h 245"/>
              <a:gd name="T44" fmla="*/ 54 w 245"/>
              <a:gd name="T45" fmla="*/ 22 h 245"/>
              <a:gd name="T46" fmla="*/ 75 w 245"/>
              <a:gd name="T47" fmla="*/ 9 h 245"/>
              <a:gd name="T48" fmla="*/ 98 w 245"/>
              <a:gd name="T49" fmla="*/ 2 h 245"/>
              <a:gd name="T50" fmla="*/ 123 w 245"/>
              <a:gd name="T51" fmla="*/ 0 h 245"/>
              <a:gd name="T52" fmla="*/ 135 w 245"/>
              <a:gd name="T53" fmla="*/ 1 h 245"/>
              <a:gd name="T54" fmla="*/ 159 w 245"/>
              <a:gd name="T55" fmla="*/ 6 h 245"/>
              <a:gd name="T56" fmla="*/ 181 w 245"/>
              <a:gd name="T57" fmla="*/ 14 h 245"/>
              <a:gd name="T58" fmla="*/ 200 w 245"/>
              <a:gd name="T59" fmla="*/ 28 h 245"/>
              <a:gd name="T60" fmla="*/ 217 w 245"/>
              <a:gd name="T61" fmla="*/ 44 h 245"/>
              <a:gd name="T62" fmla="*/ 231 w 245"/>
              <a:gd name="T63" fmla="*/ 64 h 245"/>
              <a:gd name="T64" fmla="*/ 240 w 245"/>
              <a:gd name="T65" fmla="*/ 87 h 245"/>
              <a:gd name="T66" fmla="*/ 245 w 245"/>
              <a:gd name="T67" fmla="*/ 110 h 245"/>
              <a:gd name="T68" fmla="*/ 245 w 245"/>
              <a:gd name="T69" fmla="*/ 12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45" h="245">
                <a:moveTo>
                  <a:pt x="245" y="123"/>
                </a:moveTo>
                <a:lnTo>
                  <a:pt x="245" y="123"/>
                </a:lnTo>
                <a:lnTo>
                  <a:pt x="245" y="135"/>
                </a:lnTo>
                <a:lnTo>
                  <a:pt x="243" y="147"/>
                </a:lnTo>
                <a:lnTo>
                  <a:pt x="240" y="159"/>
                </a:lnTo>
                <a:lnTo>
                  <a:pt x="235" y="170"/>
                </a:lnTo>
                <a:lnTo>
                  <a:pt x="231" y="181"/>
                </a:lnTo>
                <a:lnTo>
                  <a:pt x="225" y="191"/>
                </a:lnTo>
                <a:lnTo>
                  <a:pt x="217" y="200"/>
                </a:lnTo>
                <a:lnTo>
                  <a:pt x="209" y="209"/>
                </a:lnTo>
                <a:lnTo>
                  <a:pt x="200" y="217"/>
                </a:lnTo>
                <a:lnTo>
                  <a:pt x="191" y="225"/>
                </a:lnTo>
                <a:lnTo>
                  <a:pt x="181" y="231"/>
                </a:lnTo>
                <a:lnTo>
                  <a:pt x="170" y="236"/>
                </a:lnTo>
                <a:lnTo>
                  <a:pt x="159" y="240"/>
                </a:lnTo>
                <a:lnTo>
                  <a:pt x="147" y="243"/>
                </a:lnTo>
                <a:lnTo>
                  <a:pt x="135" y="245"/>
                </a:lnTo>
                <a:lnTo>
                  <a:pt x="123" y="245"/>
                </a:lnTo>
                <a:lnTo>
                  <a:pt x="123" y="245"/>
                </a:lnTo>
                <a:lnTo>
                  <a:pt x="110" y="245"/>
                </a:lnTo>
                <a:lnTo>
                  <a:pt x="98" y="243"/>
                </a:lnTo>
                <a:lnTo>
                  <a:pt x="86" y="240"/>
                </a:lnTo>
                <a:lnTo>
                  <a:pt x="75" y="236"/>
                </a:lnTo>
                <a:lnTo>
                  <a:pt x="64" y="231"/>
                </a:lnTo>
                <a:lnTo>
                  <a:pt x="54" y="225"/>
                </a:lnTo>
                <a:lnTo>
                  <a:pt x="44" y="217"/>
                </a:lnTo>
                <a:lnTo>
                  <a:pt x="36" y="209"/>
                </a:lnTo>
                <a:lnTo>
                  <a:pt x="27" y="200"/>
                </a:lnTo>
                <a:lnTo>
                  <a:pt x="21" y="191"/>
                </a:lnTo>
                <a:lnTo>
                  <a:pt x="14" y="181"/>
                </a:lnTo>
                <a:lnTo>
                  <a:pt x="9" y="170"/>
                </a:lnTo>
                <a:lnTo>
                  <a:pt x="6" y="159"/>
                </a:lnTo>
                <a:lnTo>
                  <a:pt x="2" y="147"/>
                </a:lnTo>
                <a:lnTo>
                  <a:pt x="1" y="135"/>
                </a:lnTo>
                <a:lnTo>
                  <a:pt x="0" y="123"/>
                </a:lnTo>
                <a:lnTo>
                  <a:pt x="0" y="123"/>
                </a:lnTo>
                <a:lnTo>
                  <a:pt x="1" y="110"/>
                </a:lnTo>
                <a:lnTo>
                  <a:pt x="2" y="98"/>
                </a:lnTo>
                <a:lnTo>
                  <a:pt x="6" y="87"/>
                </a:lnTo>
                <a:lnTo>
                  <a:pt x="9" y="75"/>
                </a:lnTo>
                <a:lnTo>
                  <a:pt x="14" y="64"/>
                </a:lnTo>
                <a:lnTo>
                  <a:pt x="21" y="54"/>
                </a:lnTo>
                <a:lnTo>
                  <a:pt x="27" y="44"/>
                </a:lnTo>
                <a:lnTo>
                  <a:pt x="36" y="36"/>
                </a:lnTo>
                <a:lnTo>
                  <a:pt x="44" y="28"/>
                </a:lnTo>
                <a:lnTo>
                  <a:pt x="54" y="22"/>
                </a:lnTo>
                <a:lnTo>
                  <a:pt x="64" y="14"/>
                </a:lnTo>
                <a:lnTo>
                  <a:pt x="75" y="9"/>
                </a:lnTo>
                <a:lnTo>
                  <a:pt x="86" y="6"/>
                </a:lnTo>
                <a:lnTo>
                  <a:pt x="98" y="2"/>
                </a:lnTo>
                <a:lnTo>
                  <a:pt x="110" y="1"/>
                </a:lnTo>
                <a:lnTo>
                  <a:pt x="123" y="0"/>
                </a:lnTo>
                <a:lnTo>
                  <a:pt x="123" y="0"/>
                </a:lnTo>
                <a:lnTo>
                  <a:pt x="135" y="1"/>
                </a:lnTo>
                <a:lnTo>
                  <a:pt x="147" y="2"/>
                </a:lnTo>
                <a:lnTo>
                  <a:pt x="159" y="6"/>
                </a:lnTo>
                <a:lnTo>
                  <a:pt x="170" y="9"/>
                </a:lnTo>
                <a:lnTo>
                  <a:pt x="181" y="14"/>
                </a:lnTo>
                <a:lnTo>
                  <a:pt x="191" y="22"/>
                </a:lnTo>
                <a:lnTo>
                  <a:pt x="200" y="28"/>
                </a:lnTo>
                <a:lnTo>
                  <a:pt x="209" y="36"/>
                </a:lnTo>
                <a:lnTo>
                  <a:pt x="217" y="44"/>
                </a:lnTo>
                <a:lnTo>
                  <a:pt x="225" y="54"/>
                </a:lnTo>
                <a:lnTo>
                  <a:pt x="231" y="64"/>
                </a:lnTo>
                <a:lnTo>
                  <a:pt x="235" y="75"/>
                </a:lnTo>
                <a:lnTo>
                  <a:pt x="240" y="87"/>
                </a:lnTo>
                <a:lnTo>
                  <a:pt x="243" y="98"/>
                </a:lnTo>
                <a:lnTo>
                  <a:pt x="245" y="110"/>
                </a:lnTo>
                <a:lnTo>
                  <a:pt x="245" y="123"/>
                </a:lnTo>
                <a:lnTo>
                  <a:pt x="245" y="123"/>
                </a:lnTo>
                <a:close/>
              </a:path>
            </a:pathLst>
          </a:custGeom>
          <a:solidFill>
            <a:schemeClr val="bg1"/>
          </a:solidFill>
          <a:ln w="3810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2" name="Freeform 534">
            <a:extLst>
              <a:ext uri="{FF2B5EF4-FFF2-40B4-BE49-F238E27FC236}">
                <a16:creationId xmlns:a16="http://schemas.microsoft.com/office/drawing/2014/main" id="{A238F7F3-27FD-8442-8600-42ED67FFF6B4}"/>
              </a:ext>
            </a:extLst>
          </p:cNvPr>
          <p:cNvSpPr>
            <a:spLocks/>
          </p:cNvSpPr>
          <p:nvPr/>
        </p:nvSpPr>
        <p:spPr bwMode="auto">
          <a:xfrm>
            <a:off x="9339937" y="278732"/>
            <a:ext cx="238610" cy="238610"/>
          </a:xfrm>
          <a:custGeom>
            <a:avLst/>
            <a:gdLst>
              <a:gd name="T0" fmla="*/ 575 w 575"/>
              <a:gd name="T1" fmla="*/ 188 h 575"/>
              <a:gd name="T2" fmla="*/ 387 w 575"/>
              <a:gd name="T3" fmla="*/ 188 h 575"/>
              <a:gd name="T4" fmla="*/ 387 w 575"/>
              <a:gd name="T5" fmla="*/ 0 h 575"/>
              <a:gd name="T6" fmla="*/ 188 w 575"/>
              <a:gd name="T7" fmla="*/ 0 h 575"/>
              <a:gd name="T8" fmla="*/ 188 w 575"/>
              <a:gd name="T9" fmla="*/ 188 h 575"/>
              <a:gd name="T10" fmla="*/ 0 w 575"/>
              <a:gd name="T11" fmla="*/ 188 h 575"/>
              <a:gd name="T12" fmla="*/ 0 w 575"/>
              <a:gd name="T13" fmla="*/ 385 h 575"/>
              <a:gd name="T14" fmla="*/ 188 w 575"/>
              <a:gd name="T15" fmla="*/ 385 h 575"/>
              <a:gd name="T16" fmla="*/ 188 w 575"/>
              <a:gd name="T17" fmla="*/ 575 h 575"/>
              <a:gd name="T18" fmla="*/ 387 w 575"/>
              <a:gd name="T19" fmla="*/ 575 h 575"/>
              <a:gd name="T20" fmla="*/ 387 w 575"/>
              <a:gd name="T21" fmla="*/ 385 h 575"/>
              <a:gd name="T22" fmla="*/ 575 w 575"/>
              <a:gd name="T23" fmla="*/ 385 h 575"/>
              <a:gd name="T24" fmla="*/ 575 w 575"/>
              <a:gd name="T25" fmla="*/ 188 h 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75" h="575">
                <a:moveTo>
                  <a:pt x="575" y="188"/>
                </a:moveTo>
                <a:lnTo>
                  <a:pt x="387" y="188"/>
                </a:lnTo>
                <a:lnTo>
                  <a:pt x="387" y="0"/>
                </a:lnTo>
                <a:lnTo>
                  <a:pt x="188" y="0"/>
                </a:lnTo>
                <a:lnTo>
                  <a:pt x="188" y="188"/>
                </a:lnTo>
                <a:lnTo>
                  <a:pt x="0" y="188"/>
                </a:lnTo>
                <a:lnTo>
                  <a:pt x="0" y="385"/>
                </a:lnTo>
                <a:lnTo>
                  <a:pt x="188" y="385"/>
                </a:lnTo>
                <a:lnTo>
                  <a:pt x="188" y="575"/>
                </a:lnTo>
                <a:lnTo>
                  <a:pt x="387" y="575"/>
                </a:lnTo>
                <a:lnTo>
                  <a:pt x="387" y="385"/>
                </a:lnTo>
                <a:lnTo>
                  <a:pt x="575" y="385"/>
                </a:lnTo>
                <a:lnTo>
                  <a:pt x="575" y="18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3" name="Freeform 319">
            <a:extLst>
              <a:ext uri="{FF2B5EF4-FFF2-40B4-BE49-F238E27FC236}">
                <a16:creationId xmlns:a16="http://schemas.microsoft.com/office/drawing/2014/main" id="{8FECE347-17C3-4B49-A21E-C3568AD688EA}"/>
              </a:ext>
            </a:extLst>
          </p:cNvPr>
          <p:cNvSpPr>
            <a:spLocks/>
          </p:cNvSpPr>
          <p:nvPr/>
        </p:nvSpPr>
        <p:spPr bwMode="auto">
          <a:xfrm>
            <a:off x="11175355" y="821674"/>
            <a:ext cx="195263" cy="195263"/>
          </a:xfrm>
          <a:custGeom>
            <a:avLst/>
            <a:gdLst>
              <a:gd name="T0" fmla="*/ 245 w 245"/>
              <a:gd name="T1" fmla="*/ 123 h 245"/>
              <a:gd name="T2" fmla="*/ 243 w 245"/>
              <a:gd name="T3" fmla="*/ 147 h 245"/>
              <a:gd name="T4" fmla="*/ 235 w 245"/>
              <a:gd name="T5" fmla="*/ 170 h 245"/>
              <a:gd name="T6" fmla="*/ 225 w 245"/>
              <a:gd name="T7" fmla="*/ 191 h 245"/>
              <a:gd name="T8" fmla="*/ 209 w 245"/>
              <a:gd name="T9" fmla="*/ 209 h 245"/>
              <a:gd name="T10" fmla="*/ 191 w 245"/>
              <a:gd name="T11" fmla="*/ 225 h 245"/>
              <a:gd name="T12" fmla="*/ 170 w 245"/>
              <a:gd name="T13" fmla="*/ 236 h 245"/>
              <a:gd name="T14" fmla="*/ 147 w 245"/>
              <a:gd name="T15" fmla="*/ 243 h 245"/>
              <a:gd name="T16" fmla="*/ 123 w 245"/>
              <a:gd name="T17" fmla="*/ 245 h 245"/>
              <a:gd name="T18" fmla="*/ 110 w 245"/>
              <a:gd name="T19" fmla="*/ 245 h 245"/>
              <a:gd name="T20" fmla="*/ 86 w 245"/>
              <a:gd name="T21" fmla="*/ 240 h 245"/>
              <a:gd name="T22" fmla="*/ 64 w 245"/>
              <a:gd name="T23" fmla="*/ 231 h 245"/>
              <a:gd name="T24" fmla="*/ 44 w 245"/>
              <a:gd name="T25" fmla="*/ 217 h 245"/>
              <a:gd name="T26" fmla="*/ 27 w 245"/>
              <a:gd name="T27" fmla="*/ 200 h 245"/>
              <a:gd name="T28" fmla="*/ 14 w 245"/>
              <a:gd name="T29" fmla="*/ 181 h 245"/>
              <a:gd name="T30" fmla="*/ 6 w 245"/>
              <a:gd name="T31" fmla="*/ 159 h 245"/>
              <a:gd name="T32" fmla="*/ 1 w 245"/>
              <a:gd name="T33" fmla="*/ 135 h 245"/>
              <a:gd name="T34" fmla="*/ 0 w 245"/>
              <a:gd name="T35" fmla="*/ 123 h 245"/>
              <a:gd name="T36" fmla="*/ 2 w 245"/>
              <a:gd name="T37" fmla="*/ 98 h 245"/>
              <a:gd name="T38" fmla="*/ 9 w 245"/>
              <a:gd name="T39" fmla="*/ 75 h 245"/>
              <a:gd name="T40" fmla="*/ 21 w 245"/>
              <a:gd name="T41" fmla="*/ 54 h 245"/>
              <a:gd name="T42" fmla="*/ 36 w 245"/>
              <a:gd name="T43" fmla="*/ 36 h 245"/>
              <a:gd name="T44" fmla="*/ 54 w 245"/>
              <a:gd name="T45" fmla="*/ 22 h 245"/>
              <a:gd name="T46" fmla="*/ 75 w 245"/>
              <a:gd name="T47" fmla="*/ 9 h 245"/>
              <a:gd name="T48" fmla="*/ 98 w 245"/>
              <a:gd name="T49" fmla="*/ 2 h 245"/>
              <a:gd name="T50" fmla="*/ 123 w 245"/>
              <a:gd name="T51" fmla="*/ 0 h 245"/>
              <a:gd name="T52" fmla="*/ 135 w 245"/>
              <a:gd name="T53" fmla="*/ 1 h 245"/>
              <a:gd name="T54" fmla="*/ 159 w 245"/>
              <a:gd name="T55" fmla="*/ 6 h 245"/>
              <a:gd name="T56" fmla="*/ 181 w 245"/>
              <a:gd name="T57" fmla="*/ 14 h 245"/>
              <a:gd name="T58" fmla="*/ 200 w 245"/>
              <a:gd name="T59" fmla="*/ 28 h 245"/>
              <a:gd name="T60" fmla="*/ 217 w 245"/>
              <a:gd name="T61" fmla="*/ 44 h 245"/>
              <a:gd name="T62" fmla="*/ 231 w 245"/>
              <a:gd name="T63" fmla="*/ 64 h 245"/>
              <a:gd name="T64" fmla="*/ 240 w 245"/>
              <a:gd name="T65" fmla="*/ 87 h 245"/>
              <a:gd name="T66" fmla="*/ 245 w 245"/>
              <a:gd name="T67" fmla="*/ 110 h 245"/>
              <a:gd name="T68" fmla="*/ 245 w 245"/>
              <a:gd name="T69" fmla="*/ 12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45" h="245">
                <a:moveTo>
                  <a:pt x="245" y="123"/>
                </a:moveTo>
                <a:lnTo>
                  <a:pt x="245" y="123"/>
                </a:lnTo>
                <a:lnTo>
                  <a:pt x="245" y="135"/>
                </a:lnTo>
                <a:lnTo>
                  <a:pt x="243" y="147"/>
                </a:lnTo>
                <a:lnTo>
                  <a:pt x="240" y="159"/>
                </a:lnTo>
                <a:lnTo>
                  <a:pt x="235" y="170"/>
                </a:lnTo>
                <a:lnTo>
                  <a:pt x="231" y="181"/>
                </a:lnTo>
                <a:lnTo>
                  <a:pt x="225" y="191"/>
                </a:lnTo>
                <a:lnTo>
                  <a:pt x="217" y="200"/>
                </a:lnTo>
                <a:lnTo>
                  <a:pt x="209" y="209"/>
                </a:lnTo>
                <a:lnTo>
                  <a:pt x="200" y="217"/>
                </a:lnTo>
                <a:lnTo>
                  <a:pt x="191" y="225"/>
                </a:lnTo>
                <a:lnTo>
                  <a:pt x="181" y="231"/>
                </a:lnTo>
                <a:lnTo>
                  <a:pt x="170" y="236"/>
                </a:lnTo>
                <a:lnTo>
                  <a:pt x="159" y="240"/>
                </a:lnTo>
                <a:lnTo>
                  <a:pt x="147" y="243"/>
                </a:lnTo>
                <a:lnTo>
                  <a:pt x="135" y="245"/>
                </a:lnTo>
                <a:lnTo>
                  <a:pt x="123" y="245"/>
                </a:lnTo>
                <a:lnTo>
                  <a:pt x="123" y="245"/>
                </a:lnTo>
                <a:lnTo>
                  <a:pt x="110" y="245"/>
                </a:lnTo>
                <a:lnTo>
                  <a:pt x="98" y="243"/>
                </a:lnTo>
                <a:lnTo>
                  <a:pt x="86" y="240"/>
                </a:lnTo>
                <a:lnTo>
                  <a:pt x="75" y="236"/>
                </a:lnTo>
                <a:lnTo>
                  <a:pt x="64" y="231"/>
                </a:lnTo>
                <a:lnTo>
                  <a:pt x="54" y="225"/>
                </a:lnTo>
                <a:lnTo>
                  <a:pt x="44" y="217"/>
                </a:lnTo>
                <a:lnTo>
                  <a:pt x="36" y="209"/>
                </a:lnTo>
                <a:lnTo>
                  <a:pt x="27" y="200"/>
                </a:lnTo>
                <a:lnTo>
                  <a:pt x="21" y="191"/>
                </a:lnTo>
                <a:lnTo>
                  <a:pt x="14" y="181"/>
                </a:lnTo>
                <a:lnTo>
                  <a:pt x="9" y="170"/>
                </a:lnTo>
                <a:lnTo>
                  <a:pt x="6" y="159"/>
                </a:lnTo>
                <a:lnTo>
                  <a:pt x="2" y="147"/>
                </a:lnTo>
                <a:lnTo>
                  <a:pt x="1" y="135"/>
                </a:lnTo>
                <a:lnTo>
                  <a:pt x="0" y="123"/>
                </a:lnTo>
                <a:lnTo>
                  <a:pt x="0" y="123"/>
                </a:lnTo>
                <a:lnTo>
                  <a:pt x="1" y="110"/>
                </a:lnTo>
                <a:lnTo>
                  <a:pt x="2" y="98"/>
                </a:lnTo>
                <a:lnTo>
                  <a:pt x="6" y="87"/>
                </a:lnTo>
                <a:lnTo>
                  <a:pt x="9" y="75"/>
                </a:lnTo>
                <a:lnTo>
                  <a:pt x="14" y="64"/>
                </a:lnTo>
                <a:lnTo>
                  <a:pt x="21" y="54"/>
                </a:lnTo>
                <a:lnTo>
                  <a:pt x="27" y="44"/>
                </a:lnTo>
                <a:lnTo>
                  <a:pt x="36" y="36"/>
                </a:lnTo>
                <a:lnTo>
                  <a:pt x="44" y="28"/>
                </a:lnTo>
                <a:lnTo>
                  <a:pt x="54" y="22"/>
                </a:lnTo>
                <a:lnTo>
                  <a:pt x="64" y="14"/>
                </a:lnTo>
                <a:lnTo>
                  <a:pt x="75" y="9"/>
                </a:lnTo>
                <a:lnTo>
                  <a:pt x="86" y="6"/>
                </a:lnTo>
                <a:lnTo>
                  <a:pt x="98" y="2"/>
                </a:lnTo>
                <a:lnTo>
                  <a:pt x="110" y="1"/>
                </a:lnTo>
                <a:lnTo>
                  <a:pt x="123" y="0"/>
                </a:lnTo>
                <a:lnTo>
                  <a:pt x="123" y="0"/>
                </a:lnTo>
                <a:lnTo>
                  <a:pt x="135" y="1"/>
                </a:lnTo>
                <a:lnTo>
                  <a:pt x="147" y="2"/>
                </a:lnTo>
                <a:lnTo>
                  <a:pt x="159" y="6"/>
                </a:lnTo>
                <a:lnTo>
                  <a:pt x="170" y="9"/>
                </a:lnTo>
                <a:lnTo>
                  <a:pt x="181" y="14"/>
                </a:lnTo>
                <a:lnTo>
                  <a:pt x="191" y="22"/>
                </a:lnTo>
                <a:lnTo>
                  <a:pt x="200" y="28"/>
                </a:lnTo>
                <a:lnTo>
                  <a:pt x="209" y="36"/>
                </a:lnTo>
                <a:lnTo>
                  <a:pt x="217" y="44"/>
                </a:lnTo>
                <a:lnTo>
                  <a:pt x="225" y="54"/>
                </a:lnTo>
                <a:lnTo>
                  <a:pt x="231" y="64"/>
                </a:lnTo>
                <a:lnTo>
                  <a:pt x="235" y="75"/>
                </a:lnTo>
                <a:lnTo>
                  <a:pt x="240" y="87"/>
                </a:lnTo>
                <a:lnTo>
                  <a:pt x="243" y="98"/>
                </a:lnTo>
                <a:lnTo>
                  <a:pt x="245" y="110"/>
                </a:lnTo>
                <a:lnTo>
                  <a:pt x="245" y="123"/>
                </a:lnTo>
                <a:lnTo>
                  <a:pt x="245" y="123"/>
                </a:lnTo>
                <a:close/>
              </a:path>
            </a:pathLst>
          </a:custGeom>
          <a:noFill/>
          <a:ln w="38100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3" name="Freeform 392">
            <a:extLst>
              <a:ext uri="{FF2B5EF4-FFF2-40B4-BE49-F238E27FC236}">
                <a16:creationId xmlns:a16="http://schemas.microsoft.com/office/drawing/2014/main" id="{A75BBD59-93CD-E14A-BE1A-6238F848A046}"/>
              </a:ext>
            </a:extLst>
          </p:cNvPr>
          <p:cNvSpPr>
            <a:spLocks/>
          </p:cNvSpPr>
          <p:nvPr/>
        </p:nvSpPr>
        <p:spPr bwMode="auto">
          <a:xfrm>
            <a:off x="234236" y="2048082"/>
            <a:ext cx="3204967" cy="5812561"/>
          </a:xfrm>
          <a:custGeom>
            <a:avLst/>
            <a:gdLst>
              <a:gd name="connsiteX0" fmla="*/ 1550530 w 3204967"/>
              <a:gd name="connsiteY0" fmla="*/ 2837983 h 5812561"/>
              <a:gd name="connsiteX1" fmla="*/ 1523672 w 3204967"/>
              <a:gd name="connsiteY1" fmla="*/ 2865851 h 5812561"/>
              <a:gd name="connsiteX2" fmla="*/ 1100430 w 3204967"/>
              <a:gd name="connsiteY2" fmla="*/ 3304120 h 5812561"/>
              <a:gd name="connsiteX3" fmla="*/ 1135457 w 3204967"/>
              <a:gd name="connsiteY3" fmla="*/ 3330417 h 5812561"/>
              <a:gd name="connsiteX4" fmla="*/ 1223024 w 3204967"/>
              <a:gd name="connsiteY4" fmla="*/ 3397617 h 5812561"/>
              <a:gd name="connsiteX5" fmla="*/ 1345619 w 3204967"/>
              <a:gd name="connsiteY5" fmla="*/ 3499880 h 5812561"/>
              <a:gd name="connsiteX6" fmla="*/ 1415672 w 3204967"/>
              <a:gd name="connsiteY6" fmla="*/ 3558316 h 5812561"/>
              <a:gd name="connsiteX7" fmla="*/ 1491564 w 3204967"/>
              <a:gd name="connsiteY7" fmla="*/ 3625518 h 5812561"/>
              <a:gd name="connsiteX8" fmla="*/ 1561618 w 3204967"/>
              <a:gd name="connsiteY8" fmla="*/ 3692719 h 5812561"/>
              <a:gd name="connsiteX9" fmla="*/ 1569177 w 3204967"/>
              <a:gd name="connsiteY9" fmla="*/ 3700286 h 5812561"/>
              <a:gd name="connsiteX10" fmla="*/ 1565826 w 3204967"/>
              <a:gd name="connsiteY10" fmla="*/ 3430491 h 5812561"/>
              <a:gd name="connsiteX11" fmla="*/ 1555013 w 3204967"/>
              <a:gd name="connsiteY11" fmla="*/ 2981657 h 5812561"/>
              <a:gd name="connsiteX12" fmla="*/ 2406219 w 3204967"/>
              <a:gd name="connsiteY12" fmla="*/ 0 h 5812561"/>
              <a:gd name="connsiteX13" fmla="*/ 2449664 w 3204967"/>
              <a:gd name="connsiteY13" fmla="*/ 0 h 5812561"/>
              <a:gd name="connsiteX14" fmla="*/ 2490394 w 3204967"/>
              <a:gd name="connsiteY14" fmla="*/ 2724 h 5812561"/>
              <a:gd name="connsiteX15" fmla="*/ 2552846 w 3204967"/>
              <a:gd name="connsiteY15" fmla="*/ 5445 h 5812561"/>
              <a:gd name="connsiteX16" fmla="*/ 2582715 w 3204967"/>
              <a:gd name="connsiteY16" fmla="*/ 8169 h 5812561"/>
              <a:gd name="connsiteX17" fmla="*/ 2612582 w 3204967"/>
              <a:gd name="connsiteY17" fmla="*/ 16338 h 5812561"/>
              <a:gd name="connsiteX18" fmla="*/ 2645166 w 3204967"/>
              <a:gd name="connsiteY18" fmla="*/ 24507 h 5812561"/>
              <a:gd name="connsiteX19" fmla="*/ 2691327 w 3204967"/>
              <a:gd name="connsiteY19" fmla="*/ 40845 h 5812561"/>
              <a:gd name="connsiteX20" fmla="*/ 2740203 w 3204967"/>
              <a:gd name="connsiteY20" fmla="*/ 65352 h 5812561"/>
              <a:gd name="connsiteX21" fmla="*/ 2764640 w 3204967"/>
              <a:gd name="connsiteY21" fmla="*/ 78965 h 5812561"/>
              <a:gd name="connsiteX22" fmla="*/ 2786363 w 3204967"/>
              <a:gd name="connsiteY22" fmla="*/ 95304 h 5812561"/>
              <a:gd name="connsiteX23" fmla="*/ 2805370 w 3204967"/>
              <a:gd name="connsiteY23" fmla="*/ 114365 h 5812561"/>
              <a:gd name="connsiteX24" fmla="*/ 2827093 w 3204967"/>
              <a:gd name="connsiteY24" fmla="*/ 133425 h 5812561"/>
              <a:gd name="connsiteX25" fmla="*/ 2843385 w 3204967"/>
              <a:gd name="connsiteY25" fmla="*/ 157932 h 5812561"/>
              <a:gd name="connsiteX26" fmla="*/ 2851531 w 3204967"/>
              <a:gd name="connsiteY26" fmla="*/ 182439 h 5812561"/>
              <a:gd name="connsiteX27" fmla="*/ 2859677 w 3204967"/>
              <a:gd name="connsiteY27" fmla="*/ 209669 h 5812561"/>
              <a:gd name="connsiteX28" fmla="*/ 2862392 w 3204967"/>
              <a:gd name="connsiteY28" fmla="*/ 242344 h 5812561"/>
              <a:gd name="connsiteX29" fmla="*/ 2859677 w 3204967"/>
              <a:gd name="connsiteY29" fmla="*/ 275019 h 5812561"/>
              <a:gd name="connsiteX30" fmla="*/ 2848816 w 3204967"/>
              <a:gd name="connsiteY30" fmla="*/ 310418 h 5812561"/>
              <a:gd name="connsiteX31" fmla="*/ 2827093 w 3204967"/>
              <a:gd name="connsiteY31" fmla="*/ 362154 h 5812561"/>
              <a:gd name="connsiteX32" fmla="*/ 2804564 w 3204967"/>
              <a:gd name="connsiteY32" fmla="*/ 397299 h 5812561"/>
              <a:gd name="connsiteX33" fmla="*/ 2824378 w 3204967"/>
              <a:gd name="connsiteY33" fmla="*/ 434449 h 5812561"/>
              <a:gd name="connsiteX34" fmla="*/ 2840670 w 3204967"/>
              <a:gd name="connsiteY34" fmla="*/ 486040 h 5812561"/>
              <a:gd name="connsiteX35" fmla="*/ 2856962 w 3204967"/>
              <a:gd name="connsiteY35" fmla="*/ 543062 h 5812561"/>
              <a:gd name="connsiteX36" fmla="*/ 2873254 w 3204967"/>
              <a:gd name="connsiteY36" fmla="*/ 605514 h 5812561"/>
              <a:gd name="connsiteX37" fmla="*/ 2881400 w 3204967"/>
              <a:gd name="connsiteY37" fmla="*/ 676113 h 5812561"/>
              <a:gd name="connsiteX38" fmla="*/ 2892261 w 3204967"/>
              <a:gd name="connsiteY38" fmla="*/ 743996 h 5812561"/>
              <a:gd name="connsiteX39" fmla="*/ 2894976 w 3204967"/>
              <a:gd name="connsiteY39" fmla="*/ 814595 h 5812561"/>
              <a:gd name="connsiteX40" fmla="*/ 2894976 w 3204967"/>
              <a:gd name="connsiteY40" fmla="*/ 882478 h 5812561"/>
              <a:gd name="connsiteX41" fmla="*/ 2889546 w 3204967"/>
              <a:gd name="connsiteY41" fmla="*/ 947646 h 5812561"/>
              <a:gd name="connsiteX42" fmla="*/ 2875969 w 3204967"/>
              <a:gd name="connsiteY42" fmla="*/ 1010098 h 5812561"/>
              <a:gd name="connsiteX43" fmla="*/ 2865108 w 3204967"/>
              <a:gd name="connsiteY43" fmla="*/ 1039967 h 5812561"/>
              <a:gd name="connsiteX44" fmla="*/ 2856962 w 3204967"/>
              <a:gd name="connsiteY44" fmla="*/ 1067120 h 5812561"/>
              <a:gd name="connsiteX45" fmla="*/ 2846100 w 3204967"/>
              <a:gd name="connsiteY45" fmla="*/ 1091558 h 5812561"/>
              <a:gd name="connsiteX46" fmla="*/ 2832524 w 3204967"/>
              <a:gd name="connsiteY46" fmla="*/ 1113280 h 5812561"/>
              <a:gd name="connsiteX47" fmla="*/ 2826303 w 3204967"/>
              <a:gd name="connsiteY47" fmla="*/ 1121574 h 5812561"/>
              <a:gd name="connsiteX48" fmla="*/ 2867823 w 3204967"/>
              <a:gd name="connsiteY48" fmla="*/ 1336554 h 5812561"/>
              <a:gd name="connsiteX49" fmla="*/ 2733151 w 3204967"/>
              <a:gd name="connsiteY49" fmla="*/ 1664045 h 5812561"/>
              <a:gd name="connsiteX50" fmla="*/ 2735022 w 3204967"/>
              <a:gd name="connsiteY50" fmla="*/ 1668541 h 5812561"/>
              <a:gd name="connsiteX51" fmla="*/ 2778806 w 3204967"/>
              <a:gd name="connsiteY51" fmla="*/ 1785507 h 5812561"/>
              <a:gd name="connsiteX52" fmla="*/ 2825508 w 3204967"/>
              <a:gd name="connsiteY52" fmla="*/ 1914167 h 5812561"/>
              <a:gd name="connsiteX53" fmla="*/ 2872212 w 3204967"/>
              <a:gd name="connsiteY53" fmla="*/ 2042828 h 5812561"/>
              <a:gd name="connsiteX54" fmla="*/ 2913076 w 3204967"/>
              <a:gd name="connsiteY54" fmla="*/ 2189033 h 5812561"/>
              <a:gd name="connsiteX55" fmla="*/ 2959778 w 3204967"/>
              <a:gd name="connsiteY55" fmla="*/ 2341087 h 5812561"/>
              <a:gd name="connsiteX56" fmla="*/ 3003562 w 3204967"/>
              <a:gd name="connsiteY56" fmla="*/ 2498988 h 5812561"/>
              <a:gd name="connsiteX57" fmla="*/ 3023994 w 3204967"/>
              <a:gd name="connsiteY57" fmla="*/ 2592560 h 5812561"/>
              <a:gd name="connsiteX58" fmla="*/ 3041508 w 3204967"/>
              <a:gd name="connsiteY58" fmla="*/ 2700752 h 5812561"/>
              <a:gd name="connsiteX59" fmla="*/ 3061940 w 3204967"/>
              <a:gd name="connsiteY59" fmla="*/ 2820640 h 5812561"/>
              <a:gd name="connsiteX60" fmla="*/ 3079454 w 3204967"/>
              <a:gd name="connsiteY60" fmla="*/ 2952225 h 5812561"/>
              <a:gd name="connsiteX61" fmla="*/ 3114481 w 3204967"/>
              <a:gd name="connsiteY61" fmla="*/ 3232940 h 5812561"/>
              <a:gd name="connsiteX62" fmla="*/ 3146589 w 3204967"/>
              <a:gd name="connsiteY62" fmla="*/ 3513654 h 5812561"/>
              <a:gd name="connsiteX63" fmla="*/ 3172860 w 3204967"/>
              <a:gd name="connsiteY63" fmla="*/ 3776823 h 5812561"/>
              <a:gd name="connsiteX64" fmla="*/ 3190372 w 3204967"/>
              <a:gd name="connsiteY64" fmla="*/ 3996131 h 5812561"/>
              <a:gd name="connsiteX65" fmla="*/ 3199129 w 3204967"/>
              <a:gd name="connsiteY65" fmla="*/ 4145260 h 5812561"/>
              <a:gd name="connsiteX66" fmla="*/ 3204967 w 3204967"/>
              <a:gd name="connsiteY66" fmla="*/ 4203744 h 5812561"/>
              <a:gd name="connsiteX67" fmla="*/ 3196210 w 3204967"/>
              <a:gd name="connsiteY67" fmla="*/ 4364569 h 5812561"/>
              <a:gd name="connsiteX68" fmla="*/ 2942265 w 3204967"/>
              <a:gd name="connsiteY68" fmla="*/ 4373342 h 5812561"/>
              <a:gd name="connsiteX69" fmla="*/ 2918416 w 3204967"/>
              <a:gd name="connsiteY69" fmla="*/ 4373652 h 5812561"/>
              <a:gd name="connsiteX70" fmla="*/ 2918081 w 3204967"/>
              <a:gd name="connsiteY70" fmla="*/ 4379829 h 5812561"/>
              <a:gd name="connsiteX71" fmla="*/ 2681750 w 3204967"/>
              <a:gd name="connsiteY71" fmla="*/ 4388084 h 5812561"/>
              <a:gd name="connsiteX72" fmla="*/ 2472736 w 3204967"/>
              <a:gd name="connsiteY72" fmla="*/ 4390836 h 5812561"/>
              <a:gd name="connsiteX73" fmla="*/ 2277240 w 3204967"/>
              <a:gd name="connsiteY73" fmla="*/ 4388084 h 5812561"/>
              <a:gd name="connsiteX74" fmla="*/ 2190305 w 3204967"/>
              <a:gd name="connsiteY74" fmla="*/ 4385333 h 5812561"/>
              <a:gd name="connsiteX75" fmla="*/ 2103513 w 3204967"/>
              <a:gd name="connsiteY75" fmla="*/ 4379829 h 5812561"/>
              <a:gd name="connsiteX76" fmla="*/ 2024688 w 3204967"/>
              <a:gd name="connsiteY76" fmla="*/ 4369128 h 5812561"/>
              <a:gd name="connsiteX77" fmla="*/ 1878136 w 3204967"/>
              <a:gd name="connsiteY77" fmla="*/ 4347420 h 5812561"/>
              <a:gd name="connsiteX78" fmla="*/ 1924947 w 3204967"/>
              <a:gd name="connsiteY78" fmla="*/ 5578044 h 5812561"/>
              <a:gd name="connsiteX79" fmla="*/ 1709816 w 3204967"/>
              <a:gd name="connsiteY79" fmla="*/ 5720521 h 5812561"/>
              <a:gd name="connsiteX80" fmla="*/ 1568529 w 3204967"/>
              <a:gd name="connsiteY80" fmla="*/ 4254779 h 5812561"/>
              <a:gd name="connsiteX81" fmla="*/ 1569224 w 3204967"/>
              <a:gd name="connsiteY81" fmla="*/ 4207273 h 5812561"/>
              <a:gd name="connsiteX82" fmla="*/ 1523672 w 3204967"/>
              <a:gd name="connsiteY82" fmla="*/ 4201112 h 5812561"/>
              <a:gd name="connsiteX83" fmla="*/ 1398158 w 3204967"/>
              <a:gd name="connsiteY83" fmla="*/ 4177737 h 5812561"/>
              <a:gd name="connsiteX84" fmla="*/ 1260969 w 3204967"/>
              <a:gd name="connsiteY84" fmla="*/ 4142675 h 5812561"/>
              <a:gd name="connsiteX85" fmla="*/ 1117944 w 3204967"/>
              <a:gd name="connsiteY85" fmla="*/ 4098848 h 5812561"/>
              <a:gd name="connsiteX86" fmla="*/ 969078 w 3204967"/>
              <a:gd name="connsiteY86" fmla="*/ 4049177 h 5812561"/>
              <a:gd name="connsiteX87" fmla="*/ 817296 w 3204967"/>
              <a:gd name="connsiteY87" fmla="*/ 3993663 h 5812561"/>
              <a:gd name="connsiteX88" fmla="*/ 668430 w 3204967"/>
              <a:gd name="connsiteY88" fmla="*/ 3929384 h 5812561"/>
              <a:gd name="connsiteX89" fmla="*/ 522485 w 3204967"/>
              <a:gd name="connsiteY89" fmla="*/ 3862183 h 5812561"/>
              <a:gd name="connsiteX90" fmla="*/ 385296 w 3204967"/>
              <a:gd name="connsiteY90" fmla="*/ 3789138 h 5812561"/>
              <a:gd name="connsiteX91" fmla="*/ 321080 w 3204967"/>
              <a:gd name="connsiteY91" fmla="*/ 3754076 h 5812561"/>
              <a:gd name="connsiteX92" fmla="*/ 259784 w 3204967"/>
              <a:gd name="connsiteY92" fmla="*/ 3713171 h 5812561"/>
              <a:gd name="connsiteX93" fmla="*/ 201405 w 3204967"/>
              <a:gd name="connsiteY93" fmla="*/ 3675187 h 5812561"/>
              <a:gd name="connsiteX94" fmla="*/ 145946 w 3204967"/>
              <a:gd name="connsiteY94" fmla="*/ 3637205 h 5812561"/>
              <a:gd name="connsiteX95" fmla="*/ 96325 w 3204967"/>
              <a:gd name="connsiteY95" fmla="*/ 3596300 h 5812561"/>
              <a:gd name="connsiteX96" fmla="*/ 49621 w 3204967"/>
              <a:gd name="connsiteY96" fmla="*/ 3555395 h 5812561"/>
              <a:gd name="connsiteX97" fmla="*/ 32109 w 3204967"/>
              <a:gd name="connsiteY97" fmla="*/ 3534941 h 5812561"/>
              <a:gd name="connsiteX98" fmla="*/ 17514 w 3204967"/>
              <a:gd name="connsiteY98" fmla="*/ 3511568 h 5812561"/>
              <a:gd name="connsiteX99" fmla="*/ 11675 w 3204967"/>
              <a:gd name="connsiteY99" fmla="*/ 3485272 h 5812561"/>
              <a:gd name="connsiteX100" fmla="*/ 5838 w 3204967"/>
              <a:gd name="connsiteY100" fmla="*/ 3456054 h 5812561"/>
              <a:gd name="connsiteX101" fmla="*/ 0 w 3204967"/>
              <a:gd name="connsiteY101" fmla="*/ 3420992 h 5812561"/>
              <a:gd name="connsiteX102" fmla="*/ 5838 w 3204967"/>
              <a:gd name="connsiteY102" fmla="*/ 3385931 h 5812561"/>
              <a:gd name="connsiteX103" fmla="*/ 8757 w 3204967"/>
              <a:gd name="connsiteY103" fmla="*/ 3350869 h 5812561"/>
              <a:gd name="connsiteX104" fmla="*/ 14595 w 3204967"/>
              <a:gd name="connsiteY104" fmla="*/ 3309963 h 5812561"/>
              <a:gd name="connsiteX105" fmla="*/ 26270 w 3204967"/>
              <a:gd name="connsiteY105" fmla="*/ 3269058 h 5812561"/>
              <a:gd name="connsiteX106" fmla="*/ 40866 w 3204967"/>
              <a:gd name="connsiteY106" fmla="*/ 3225231 h 5812561"/>
              <a:gd name="connsiteX107" fmla="*/ 75891 w 3204967"/>
              <a:gd name="connsiteY107" fmla="*/ 3134655 h 5812561"/>
              <a:gd name="connsiteX108" fmla="*/ 122594 w 3204967"/>
              <a:gd name="connsiteY108" fmla="*/ 3035316 h 5812561"/>
              <a:gd name="connsiteX109" fmla="*/ 169298 w 3204967"/>
              <a:gd name="connsiteY109" fmla="*/ 2935974 h 5812561"/>
              <a:gd name="connsiteX110" fmla="*/ 230594 w 3204967"/>
              <a:gd name="connsiteY110" fmla="*/ 2833711 h 5812561"/>
              <a:gd name="connsiteX111" fmla="*/ 294810 w 3204967"/>
              <a:gd name="connsiteY111" fmla="*/ 2728526 h 5812561"/>
              <a:gd name="connsiteX112" fmla="*/ 361946 w 3204967"/>
              <a:gd name="connsiteY112" fmla="*/ 2626264 h 5812561"/>
              <a:gd name="connsiteX113" fmla="*/ 429080 w 3204967"/>
              <a:gd name="connsiteY113" fmla="*/ 2526923 h 5812561"/>
              <a:gd name="connsiteX114" fmla="*/ 499134 w 3204967"/>
              <a:gd name="connsiteY114" fmla="*/ 2427582 h 5812561"/>
              <a:gd name="connsiteX115" fmla="*/ 569187 w 3204967"/>
              <a:gd name="connsiteY115" fmla="*/ 2334084 h 5812561"/>
              <a:gd name="connsiteX116" fmla="*/ 636323 w 3204967"/>
              <a:gd name="connsiteY116" fmla="*/ 2243508 h 5812561"/>
              <a:gd name="connsiteX117" fmla="*/ 700539 w 3204967"/>
              <a:gd name="connsiteY117" fmla="*/ 2167542 h 5812561"/>
              <a:gd name="connsiteX118" fmla="*/ 826052 w 3204967"/>
              <a:gd name="connsiteY118" fmla="*/ 2018530 h 5812561"/>
              <a:gd name="connsiteX119" fmla="*/ 948646 w 3204967"/>
              <a:gd name="connsiteY119" fmla="*/ 1884127 h 5812561"/>
              <a:gd name="connsiteX120" fmla="*/ 1062484 w 3204967"/>
              <a:gd name="connsiteY120" fmla="*/ 1767256 h 5812561"/>
              <a:gd name="connsiteX121" fmla="*/ 1173403 w 3204967"/>
              <a:gd name="connsiteY121" fmla="*/ 1662071 h 5812561"/>
              <a:gd name="connsiteX122" fmla="*/ 1275565 w 3204967"/>
              <a:gd name="connsiteY122" fmla="*/ 1574417 h 5812561"/>
              <a:gd name="connsiteX123" fmla="*/ 1377726 w 3204967"/>
              <a:gd name="connsiteY123" fmla="*/ 1495528 h 5812561"/>
              <a:gd name="connsiteX124" fmla="*/ 1471132 w 3204967"/>
              <a:gd name="connsiteY124" fmla="*/ 1431250 h 5812561"/>
              <a:gd name="connsiteX125" fmla="*/ 1561618 w 3204967"/>
              <a:gd name="connsiteY125" fmla="*/ 1378657 h 5812561"/>
              <a:gd name="connsiteX126" fmla="*/ 1646267 w 3204967"/>
              <a:gd name="connsiteY126" fmla="*/ 1337752 h 5812561"/>
              <a:gd name="connsiteX127" fmla="*/ 1675732 w 3204967"/>
              <a:gd name="connsiteY127" fmla="*/ 1323550 h 5812561"/>
              <a:gd name="connsiteX128" fmla="*/ 1675457 w 3204967"/>
              <a:gd name="connsiteY128" fmla="*/ 1317648 h 5812561"/>
              <a:gd name="connsiteX129" fmla="*/ 1745511 w 3204967"/>
              <a:gd name="connsiteY129" fmla="*/ 1288407 h 5812561"/>
              <a:gd name="connsiteX130" fmla="*/ 1827241 w 3204967"/>
              <a:gd name="connsiteY130" fmla="*/ 1253319 h 5812561"/>
              <a:gd name="connsiteX131" fmla="*/ 1929402 w 3204967"/>
              <a:gd name="connsiteY131" fmla="*/ 1212381 h 5812561"/>
              <a:gd name="connsiteX132" fmla="*/ 2049078 w 3204967"/>
              <a:gd name="connsiteY132" fmla="*/ 1171443 h 5812561"/>
              <a:gd name="connsiteX133" fmla="*/ 2113294 w 3204967"/>
              <a:gd name="connsiteY133" fmla="*/ 1153899 h 5812561"/>
              <a:gd name="connsiteX134" fmla="*/ 2180430 w 3204967"/>
              <a:gd name="connsiteY134" fmla="*/ 1136355 h 5812561"/>
              <a:gd name="connsiteX135" fmla="*/ 2250483 w 3204967"/>
              <a:gd name="connsiteY135" fmla="*/ 1118809 h 5812561"/>
              <a:gd name="connsiteX136" fmla="*/ 2320537 w 3204967"/>
              <a:gd name="connsiteY136" fmla="*/ 1104189 h 5812561"/>
              <a:gd name="connsiteX137" fmla="*/ 2377597 w 3204967"/>
              <a:gd name="connsiteY137" fmla="*/ 1094662 h 5812561"/>
              <a:gd name="connsiteX138" fmla="*/ 2389691 w 3204967"/>
              <a:gd name="connsiteY138" fmla="*/ 994754 h 5812561"/>
              <a:gd name="connsiteX139" fmla="*/ 2373634 w 3204967"/>
              <a:gd name="connsiteY139" fmla="*/ 966653 h 5812561"/>
              <a:gd name="connsiteX140" fmla="*/ 2346481 w 3204967"/>
              <a:gd name="connsiteY140" fmla="*/ 912346 h 5812561"/>
              <a:gd name="connsiteX141" fmla="*/ 2324758 w 3204967"/>
              <a:gd name="connsiteY141" fmla="*/ 852609 h 5812561"/>
              <a:gd name="connsiteX142" fmla="*/ 2303035 w 3204967"/>
              <a:gd name="connsiteY142" fmla="*/ 792872 h 5812561"/>
              <a:gd name="connsiteX143" fmla="*/ 2291282 w 3204967"/>
              <a:gd name="connsiteY143" fmla="*/ 749777 h 5812561"/>
              <a:gd name="connsiteX144" fmla="*/ 2294890 w 3204967"/>
              <a:gd name="connsiteY144" fmla="*/ 765154 h 5812561"/>
              <a:gd name="connsiteX145" fmla="*/ 2308467 w 3204967"/>
              <a:gd name="connsiteY145" fmla="*/ 811444 h 5812561"/>
              <a:gd name="connsiteX146" fmla="*/ 2322043 w 3204967"/>
              <a:gd name="connsiteY146" fmla="*/ 852289 h 5812561"/>
              <a:gd name="connsiteX147" fmla="*/ 2332905 w 3204967"/>
              <a:gd name="connsiteY147" fmla="*/ 887688 h 5812561"/>
              <a:gd name="connsiteX148" fmla="*/ 2360058 w 3204967"/>
              <a:gd name="connsiteY148" fmla="*/ 944870 h 5812561"/>
              <a:gd name="connsiteX149" fmla="*/ 2370919 w 3204967"/>
              <a:gd name="connsiteY149" fmla="*/ 963930 h 5812561"/>
              <a:gd name="connsiteX150" fmla="*/ 2354627 w 3204967"/>
              <a:gd name="connsiteY150" fmla="*/ 966653 h 5812561"/>
              <a:gd name="connsiteX151" fmla="*/ 2338335 w 3204967"/>
              <a:gd name="connsiteY151" fmla="*/ 966653 h 5812561"/>
              <a:gd name="connsiteX152" fmla="*/ 2303036 w 3204967"/>
              <a:gd name="connsiteY152" fmla="*/ 961208 h 5812561"/>
              <a:gd name="connsiteX153" fmla="*/ 2267737 w 3204967"/>
              <a:gd name="connsiteY153" fmla="*/ 947593 h 5812561"/>
              <a:gd name="connsiteX154" fmla="*/ 2235153 w 3204967"/>
              <a:gd name="connsiteY154" fmla="*/ 931255 h 5812561"/>
              <a:gd name="connsiteX155" fmla="*/ 2205284 w 3204967"/>
              <a:gd name="connsiteY155" fmla="*/ 906748 h 5812561"/>
              <a:gd name="connsiteX156" fmla="*/ 2175416 w 3204967"/>
              <a:gd name="connsiteY156" fmla="*/ 884964 h 5812561"/>
              <a:gd name="connsiteX157" fmla="*/ 2150978 w 3204967"/>
              <a:gd name="connsiteY157" fmla="*/ 857735 h 5812561"/>
              <a:gd name="connsiteX158" fmla="*/ 2129255 w 3204967"/>
              <a:gd name="connsiteY158" fmla="*/ 833228 h 5812561"/>
              <a:gd name="connsiteX159" fmla="*/ 2093956 w 3204967"/>
              <a:gd name="connsiteY159" fmla="*/ 776046 h 5812561"/>
              <a:gd name="connsiteX160" fmla="*/ 2080379 w 3204967"/>
              <a:gd name="connsiteY160" fmla="*/ 748816 h 5812561"/>
              <a:gd name="connsiteX161" fmla="*/ 2066803 w 3204967"/>
              <a:gd name="connsiteY161" fmla="*/ 718863 h 5812561"/>
              <a:gd name="connsiteX162" fmla="*/ 2061372 w 3204967"/>
              <a:gd name="connsiteY162" fmla="*/ 694356 h 5812561"/>
              <a:gd name="connsiteX163" fmla="*/ 2055941 w 3204967"/>
              <a:gd name="connsiteY163" fmla="*/ 667127 h 5812561"/>
              <a:gd name="connsiteX164" fmla="*/ 2045080 w 3204967"/>
              <a:gd name="connsiteY164" fmla="*/ 612668 h 5812561"/>
              <a:gd name="connsiteX165" fmla="*/ 2012496 w 3204967"/>
              <a:gd name="connsiteY165" fmla="*/ 394831 h 5812561"/>
              <a:gd name="connsiteX166" fmla="*/ 2009781 w 3204967"/>
              <a:gd name="connsiteY166" fmla="*/ 351262 h 5812561"/>
              <a:gd name="connsiteX167" fmla="*/ 2009781 w 3204967"/>
              <a:gd name="connsiteY167" fmla="*/ 332202 h 5812561"/>
              <a:gd name="connsiteX168" fmla="*/ 2012496 w 3204967"/>
              <a:gd name="connsiteY168" fmla="*/ 307695 h 5812561"/>
              <a:gd name="connsiteX169" fmla="*/ 2017927 w 3204967"/>
              <a:gd name="connsiteY169" fmla="*/ 288634 h 5812561"/>
              <a:gd name="connsiteX170" fmla="*/ 2031503 w 3204967"/>
              <a:gd name="connsiteY170" fmla="*/ 272297 h 5812561"/>
              <a:gd name="connsiteX171" fmla="*/ 2045080 w 3204967"/>
              <a:gd name="connsiteY171" fmla="*/ 255959 h 5812561"/>
              <a:gd name="connsiteX172" fmla="*/ 2064087 w 3204967"/>
              <a:gd name="connsiteY172" fmla="*/ 250512 h 5812561"/>
              <a:gd name="connsiteX173" fmla="*/ 2099387 w 3204967"/>
              <a:gd name="connsiteY173" fmla="*/ 239621 h 5812561"/>
              <a:gd name="connsiteX174" fmla="*/ 2118394 w 3204967"/>
              <a:gd name="connsiteY174" fmla="*/ 231452 h 5812561"/>
              <a:gd name="connsiteX175" fmla="*/ 2129255 w 3204967"/>
              <a:gd name="connsiteY175" fmla="*/ 220561 h 5812561"/>
              <a:gd name="connsiteX176" fmla="*/ 2142832 w 3204967"/>
              <a:gd name="connsiteY176" fmla="*/ 204222 h 5812561"/>
              <a:gd name="connsiteX177" fmla="*/ 2153693 w 3204967"/>
              <a:gd name="connsiteY177" fmla="*/ 187885 h 5812561"/>
              <a:gd name="connsiteX178" fmla="*/ 2169985 w 3204967"/>
              <a:gd name="connsiteY178" fmla="*/ 147040 h 5812561"/>
              <a:gd name="connsiteX179" fmla="*/ 2186277 w 3204967"/>
              <a:gd name="connsiteY179" fmla="*/ 108919 h 5812561"/>
              <a:gd name="connsiteX180" fmla="*/ 2199854 w 3204967"/>
              <a:gd name="connsiteY180" fmla="*/ 87135 h 5812561"/>
              <a:gd name="connsiteX181" fmla="*/ 2213430 w 3204967"/>
              <a:gd name="connsiteY181" fmla="*/ 70797 h 5812561"/>
              <a:gd name="connsiteX182" fmla="*/ 2229722 w 3204967"/>
              <a:gd name="connsiteY182" fmla="*/ 57182 h 5812561"/>
              <a:gd name="connsiteX183" fmla="*/ 2246014 w 3204967"/>
              <a:gd name="connsiteY183" fmla="*/ 46290 h 5812561"/>
              <a:gd name="connsiteX184" fmla="*/ 2265021 w 3204967"/>
              <a:gd name="connsiteY184" fmla="*/ 35399 h 5812561"/>
              <a:gd name="connsiteX185" fmla="*/ 2281313 w 3204967"/>
              <a:gd name="connsiteY185" fmla="*/ 24507 h 5812561"/>
              <a:gd name="connsiteX186" fmla="*/ 2324759 w 3204967"/>
              <a:gd name="connsiteY186" fmla="*/ 10892 h 5812561"/>
              <a:gd name="connsiteX187" fmla="*/ 2362773 w 3204967"/>
              <a:gd name="connsiteY187" fmla="*/ 2724 h 5812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</a:cxnLst>
            <a:rect l="l" t="t" r="r" b="b"/>
            <a:pathLst>
              <a:path w="3204967" h="5812561">
                <a:moveTo>
                  <a:pt x="1550530" y="2837983"/>
                </a:moveTo>
                <a:lnTo>
                  <a:pt x="1523672" y="2865851"/>
                </a:lnTo>
                <a:lnTo>
                  <a:pt x="1100430" y="3304120"/>
                </a:lnTo>
                <a:lnTo>
                  <a:pt x="1135457" y="3330417"/>
                </a:lnTo>
                <a:lnTo>
                  <a:pt x="1223024" y="3397617"/>
                </a:lnTo>
                <a:lnTo>
                  <a:pt x="1345619" y="3499880"/>
                </a:lnTo>
                <a:lnTo>
                  <a:pt x="1415672" y="3558316"/>
                </a:lnTo>
                <a:lnTo>
                  <a:pt x="1491564" y="3625518"/>
                </a:lnTo>
                <a:lnTo>
                  <a:pt x="1561618" y="3692719"/>
                </a:lnTo>
                <a:lnTo>
                  <a:pt x="1569177" y="3700286"/>
                </a:lnTo>
                <a:lnTo>
                  <a:pt x="1565826" y="3430491"/>
                </a:lnTo>
                <a:cubicBezTo>
                  <a:pt x="1562269" y="3280982"/>
                  <a:pt x="1558570" y="3131167"/>
                  <a:pt x="1555013" y="2981657"/>
                </a:cubicBezTo>
                <a:close/>
                <a:moveTo>
                  <a:pt x="2406219" y="0"/>
                </a:moveTo>
                <a:lnTo>
                  <a:pt x="2449664" y="0"/>
                </a:lnTo>
                <a:lnTo>
                  <a:pt x="2490394" y="2724"/>
                </a:lnTo>
                <a:lnTo>
                  <a:pt x="2552846" y="5445"/>
                </a:lnTo>
                <a:lnTo>
                  <a:pt x="2582715" y="8169"/>
                </a:lnTo>
                <a:lnTo>
                  <a:pt x="2612582" y="16338"/>
                </a:lnTo>
                <a:lnTo>
                  <a:pt x="2645166" y="24507"/>
                </a:lnTo>
                <a:lnTo>
                  <a:pt x="2691327" y="40845"/>
                </a:lnTo>
                <a:lnTo>
                  <a:pt x="2740203" y="65352"/>
                </a:lnTo>
                <a:lnTo>
                  <a:pt x="2764640" y="78965"/>
                </a:lnTo>
                <a:lnTo>
                  <a:pt x="2786363" y="95304"/>
                </a:lnTo>
                <a:lnTo>
                  <a:pt x="2805370" y="114365"/>
                </a:lnTo>
                <a:lnTo>
                  <a:pt x="2827093" y="133425"/>
                </a:lnTo>
                <a:lnTo>
                  <a:pt x="2843385" y="157932"/>
                </a:lnTo>
                <a:lnTo>
                  <a:pt x="2851531" y="182439"/>
                </a:lnTo>
                <a:lnTo>
                  <a:pt x="2859677" y="209669"/>
                </a:lnTo>
                <a:lnTo>
                  <a:pt x="2862392" y="242344"/>
                </a:lnTo>
                <a:lnTo>
                  <a:pt x="2859677" y="275019"/>
                </a:lnTo>
                <a:lnTo>
                  <a:pt x="2848816" y="310418"/>
                </a:lnTo>
                <a:lnTo>
                  <a:pt x="2827093" y="362154"/>
                </a:lnTo>
                <a:lnTo>
                  <a:pt x="2804564" y="397299"/>
                </a:lnTo>
                <a:lnTo>
                  <a:pt x="2824378" y="434449"/>
                </a:lnTo>
                <a:lnTo>
                  <a:pt x="2840670" y="486040"/>
                </a:lnTo>
                <a:lnTo>
                  <a:pt x="2856962" y="543062"/>
                </a:lnTo>
                <a:lnTo>
                  <a:pt x="2873254" y="605514"/>
                </a:lnTo>
                <a:lnTo>
                  <a:pt x="2881400" y="676113"/>
                </a:lnTo>
                <a:lnTo>
                  <a:pt x="2892261" y="743996"/>
                </a:lnTo>
                <a:lnTo>
                  <a:pt x="2894976" y="814595"/>
                </a:lnTo>
                <a:lnTo>
                  <a:pt x="2894976" y="882478"/>
                </a:lnTo>
                <a:lnTo>
                  <a:pt x="2889546" y="947646"/>
                </a:lnTo>
                <a:lnTo>
                  <a:pt x="2875969" y="1010098"/>
                </a:lnTo>
                <a:lnTo>
                  <a:pt x="2865108" y="1039967"/>
                </a:lnTo>
                <a:lnTo>
                  <a:pt x="2856962" y="1067120"/>
                </a:lnTo>
                <a:lnTo>
                  <a:pt x="2846100" y="1091558"/>
                </a:lnTo>
                <a:lnTo>
                  <a:pt x="2832524" y="1113280"/>
                </a:lnTo>
                <a:lnTo>
                  <a:pt x="2826303" y="1121574"/>
                </a:lnTo>
                <a:lnTo>
                  <a:pt x="2867823" y="1336554"/>
                </a:lnTo>
                <a:lnTo>
                  <a:pt x="2733151" y="1664045"/>
                </a:lnTo>
                <a:lnTo>
                  <a:pt x="2735022" y="1668541"/>
                </a:lnTo>
                <a:lnTo>
                  <a:pt x="2778806" y="1785507"/>
                </a:lnTo>
                <a:lnTo>
                  <a:pt x="2825508" y="1914167"/>
                </a:lnTo>
                <a:lnTo>
                  <a:pt x="2872212" y="2042828"/>
                </a:lnTo>
                <a:lnTo>
                  <a:pt x="2913076" y="2189033"/>
                </a:lnTo>
                <a:lnTo>
                  <a:pt x="2959778" y="2341087"/>
                </a:lnTo>
                <a:lnTo>
                  <a:pt x="3003562" y="2498988"/>
                </a:lnTo>
                <a:lnTo>
                  <a:pt x="3023994" y="2592560"/>
                </a:lnTo>
                <a:lnTo>
                  <a:pt x="3041508" y="2700752"/>
                </a:lnTo>
                <a:lnTo>
                  <a:pt x="3061940" y="2820640"/>
                </a:lnTo>
                <a:lnTo>
                  <a:pt x="3079454" y="2952225"/>
                </a:lnTo>
                <a:lnTo>
                  <a:pt x="3114481" y="3232940"/>
                </a:lnTo>
                <a:lnTo>
                  <a:pt x="3146589" y="3513654"/>
                </a:lnTo>
                <a:lnTo>
                  <a:pt x="3172860" y="3776823"/>
                </a:lnTo>
                <a:lnTo>
                  <a:pt x="3190372" y="3996131"/>
                </a:lnTo>
                <a:lnTo>
                  <a:pt x="3199129" y="4145260"/>
                </a:lnTo>
                <a:lnTo>
                  <a:pt x="3204967" y="4203744"/>
                </a:lnTo>
                <a:lnTo>
                  <a:pt x="3196210" y="4364569"/>
                </a:lnTo>
                <a:lnTo>
                  <a:pt x="2942265" y="4373342"/>
                </a:lnTo>
                <a:lnTo>
                  <a:pt x="2918416" y="4373652"/>
                </a:lnTo>
                <a:lnTo>
                  <a:pt x="2918081" y="4379829"/>
                </a:lnTo>
                <a:lnTo>
                  <a:pt x="2681750" y="4388084"/>
                </a:lnTo>
                <a:lnTo>
                  <a:pt x="2472736" y="4390836"/>
                </a:lnTo>
                <a:lnTo>
                  <a:pt x="2277240" y="4388084"/>
                </a:lnTo>
                <a:lnTo>
                  <a:pt x="2190305" y="4385333"/>
                </a:lnTo>
                <a:lnTo>
                  <a:pt x="2103513" y="4379829"/>
                </a:lnTo>
                <a:lnTo>
                  <a:pt x="2024688" y="4369128"/>
                </a:lnTo>
                <a:lnTo>
                  <a:pt x="1878136" y="4347420"/>
                </a:lnTo>
                <a:cubicBezTo>
                  <a:pt x="1835452" y="4502739"/>
                  <a:pt x="1952977" y="5349346"/>
                  <a:pt x="1924947" y="5578044"/>
                </a:cubicBezTo>
                <a:cubicBezTo>
                  <a:pt x="1896918" y="5806741"/>
                  <a:pt x="1743110" y="5895101"/>
                  <a:pt x="1709816" y="5720521"/>
                </a:cubicBezTo>
                <a:lnTo>
                  <a:pt x="1568529" y="4254779"/>
                </a:lnTo>
                <a:lnTo>
                  <a:pt x="1569224" y="4207273"/>
                </a:lnTo>
                <a:lnTo>
                  <a:pt x="1523672" y="4201112"/>
                </a:lnTo>
                <a:lnTo>
                  <a:pt x="1398158" y="4177737"/>
                </a:lnTo>
                <a:lnTo>
                  <a:pt x="1260969" y="4142675"/>
                </a:lnTo>
                <a:lnTo>
                  <a:pt x="1117944" y="4098848"/>
                </a:lnTo>
                <a:lnTo>
                  <a:pt x="969078" y="4049177"/>
                </a:lnTo>
                <a:lnTo>
                  <a:pt x="817296" y="3993663"/>
                </a:lnTo>
                <a:lnTo>
                  <a:pt x="668430" y="3929384"/>
                </a:lnTo>
                <a:lnTo>
                  <a:pt x="522485" y="3862183"/>
                </a:lnTo>
                <a:lnTo>
                  <a:pt x="385296" y="3789138"/>
                </a:lnTo>
                <a:lnTo>
                  <a:pt x="321080" y="3754076"/>
                </a:lnTo>
                <a:lnTo>
                  <a:pt x="259784" y="3713171"/>
                </a:lnTo>
                <a:lnTo>
                  <a:pt x="201405" y="3675187"/>
                </a:lnTo>
                <a:lnTo>
                  <a:pt x="145946" y="3637205"/>
                </a:lnTo>
                <a:lnTo>
                  <a:pt x="96325" y="3596300"/>
                </a:lnTo>
                <a:lnTo>
                  <a:pt x="49621" y="3555395"/>
                </a:lnTo>
                <a:lnTo>
                  <a:pt x="32109" y="3534941"/>
                </a:lnTo>
                <a:lnTo>
                  <a:pt x="17514" y="3511568"/>
                </a:lnTo>
                <a:lnTo>
                  <a:pt x="11675" y="3485272"/>
                </a:lnTo>
                <a:lnTo>
                  <a:pt x="5838" y="3456054"/>
                </a:lnTo>
                <a:lnTo>
                  <a:pt x="0" y="3420992"/>
                </a:lnTo>
                <a:lnTo>
                  <a:pt x="5838" y="3385931"/>
                </a:lnTo>
                <a:lnTo>
                  <a:pt x="8757" y="3350869"/>
                </a:lnTo>
                <a:lnTo>
                  <a:pt x="14595" y="3309963"/>
                </a:lnTo>
                <a:lnTo>
                  <a:pt x="26270" y="3269058"/>
                </a:lnTo>
                <a:lnTo>
                  <a:pt x="40866" y="3225231"/>
                </a:lnTo>
                <a:lnTo>
                  <a:pt x="75891" y="3134655"/>
                </a:lnTo>
                <a:lnTo>
                  <a:pt x="122594" y="3035316"/>
                </a:lnTo>
                <a:lnTo>
                  <a:pt x="169298" y="2935974"/>
                </a:lnTo>
                <a:lnTo>
                  <a:pt x="230594" y="2833711"/>
                </a:lnTo>
                <a:lnTo>
                  <a:pt x="294810" y="2728526"/>
                </a:lnTo>
                <a:lnTo>
                  <a:pt x="361946" y="2626264"/>
                </a:lnTo>
                <a:lnTo>
                  <a:pt x="429080" y="2526923"/>
                </a:lnTo>
                <a:lnTo>
                  <a:pt x="499134" y="2427582"/>
                </a:lnTo>
                <a:lnTo>
                  <a:pt x="569187" y="2334084"/>
                </a:lnTo>
                <a:lnTo>
                  <a:pt x="636323" y="2243508"/>
                </a:lnTo>
                <a:lnTo>
                  <a:pt x="700539" y="2167542"/>
                </a:lnTo>
                <a:lnTo>
                  <a:pt x="826052" y="2018530"/>
                </a:lnTo>
                <a:lnTo>
                  <a:pt x="948646" y="1884127"/>
                </a:lnTo>
                <a:lnTo>
                  <a:pt x="1062484" y="1767256"/>
                </a:lnTo>
                <a:lnTo>
                  <a:pt x="1173403" y="1662071"/>
                </a:lnTo>
                <a:lnTo>
                  <a:pt x="1275565" y="1574417"/>
                </a:lnTo>
                <a:lnTo>
                  <a:pt x="1377726" y="1495528"/>
                </a:lnTo>
                <a:lnTo>
                  <a:pt x="1471132" y="1431250"/>
                </a:lnTo>
                <a:lnTo>
                  <a:pt x="1561618" y="1378657"/>
                </a:lnTo>
                <a:lnTo>
                  <a:pt x="1646267" y="1337752"/>
                </a:lnTo>
                <a:lnTo>
                  <a:pt x="1675732" y="1323550"/>
                </a:lnTo>
                <a:lnTo>
                  <a:pt x="1675457" y="1317648"/>
                </a:lnTo>
                <a:lnTo>
                  <a:pt x="1745511" y="1288407"/>
                </a:lnTo>
                <a:lnTo>
                  <a:pt x="1827241" y="1253319"/>
                </a:lnTo>
                <a:lnTo>
                  <a:pt x="1929402" y="1212381"/>
                </a:lnTo>
                <a:lnTo>
                  <a:pt x="2049078" y="1171443"/>
                </a:lnTo>
                <a:lnTo>
                  <a:pt x="2113294" y="1153899"/>
                </a:lnTo>
                <a:lnTo>
                  <a:pt x="2180430" y="1136355"/>
                </a:lnTo>
                <a:lnTo>
                  <a:pt x="2250483" y="1118809"/>
                </a:lnTo>
                <a:lnTo>
                  <a:pt x="2320537" y="1104189"/>
                </a:lnTo>
                <a:lnTo>
                  <a:pt x="2377597" y="1094662"/>
                </a:lnTo>
                <a:lnTo>
                  <a:pt x="2389691" y="994754"/>
                </a:lnTo>
                <a:lnTo>
                  <a:pt x="2373634" y="966653"/>
                </a:lnTo>
                <a:lnTo>
                  <a:pt x="2346481" y="912346"/>
                </a:lnTo>
                <a:lnTo>
                  <a:pt x="2324758" y="852609"/>
                </a:lnTo>
                <a:lnTo>
                  <a:pt x="2303035" y="792872"/>
                </a:lnTo>
                <a:lnTo>
                  <a:pt x="2291282" y="749777"/>
                </a:lnTo>
                <a:lnTo>
                  <a:pt x="2294890" y="765154"/>
                </a:lnTo>
                <a:lnTo>
                  <a:pt x="2308467" y="811444"/>
                </a:lnTo>
                <a:lnTo>
                  <a:pt x="2322043" y="852289"/>
                </a:lnTo>
                <a:lnTo>
                  <a:pt x="2332905" y="887688"/>
                </a:lnTo>
                <a:lnTo>
                  <a:pt x="2360058" y="944870"/>
                </a:lnTo>
                <a:lnTo>
                  <a:pt x="2370919" y="963930"/>
                </a:lnTo>
                <a:lnTo>
                  <a:pt x="2354627" y="966653"/>
                </a:lnTo>
                <a:lnTo>
                  <a:pt x="2338335" y="966653"/>
                </a:lnTo>
                <a:lnTo>
                  <a:pt x="2303036" y="961208"/>
                </a:lnTo>
                <a:lnTo>
                  <a:pt x="2267737" y="947593"/>
                </a:lnTo>
                <a:lnTo>
                  <a:pt x="2235153" y="931255"/>
                </a:lnTo>
                <a:lnTo>
                  <a:pt x="2205284" y="906748"/>
                </a:lnTo>
                <a:lnTo>
                  <a:pt x="2175416" y="884964"/>
                </a:lnTo>
                <a:lnTo>
                  <a:pt x="2150978" y="857735"/>
                </a:lnTo>
                <a:lnTo>
                  <a:pt x="2129255" y="833228"/>
                </a:lnTo>
                <a:lnTo>
                  <a:pt x="2093956" y="776046"/>
                </a:lnTo>
                <a:lnTo>
                  <a:pt x="2080379" y="748816"/>
                </a:lnTo>
                <a:lnTo>
                  <a:pt x="2066803" y="718863"/>
                </a:lnTo>
                <a:lnTo>
                  <a:pt x="2061372" y="694356"/>
                </a:lnTo>
                <a:lnTo>
                  <a:pt x="2055941" y="667127"/>
                </a:lnTo>
                <a:lnTo>
                  <a:pt x="2045080" y="612668"/>
                </a:lnTo>
                <a:lnTo>
                  <a:pt x="2012496" y="394831"/>
                </a:lnTo>
                <a:lnTo>
                  <a:pt x="2009781" y="351262"/>
                </a:lnTo>
                <a:lnTo>
                  <a:pt x="2009781" y="332202"/>
                </a:lnTo>
                <a:lnTo>
                  <a:pt x="2012496" y="307695"/>
                </a:lnTo>
                <a:lnTo>
                  <a:pt x="2017927" y="288634"/>
                </a:lnTo>
                <a:lnTo>
                  <a:pt x="2031503" y="272297"/>
                </a:lnTo>
                <a:lnTo>
                  <a:pt x="2045080" y="255959"/>
                </a:lnTo>
                <a:lnTo>
                  <a:pt x="2064087" y="250512"/>
                </a:lnTo>
                <a:lnTo>
                  <a:pt x="2099387" y="239621"/>
                </a:lnTo>
                <a:lnTo>
                  <a:pt x="2118394" y="231452"/>
                </a:lnTo>
                <a:lnTo>
                  <a:pt x="2129255" y="220561"/>
                </a:lnTo>
                <a:lnTo>
                  <a:pt x="2142832" y="204222"/>
                </a:lnTo>
                <a:lnTo>
                  <a:pt x="2153693" y="187885"/>
                </a:lnTo>
                <a:lnTo>
                  <a:pt x="2169985" y="147040"/>
                </a:lnTo>
                <a:lnTo>
                  <a:pt x="2186277" y="108919"/>
                </a:lnTo>
                <a:lnTo>
                  <a:pt x="2199854" y="87135"/>
                </a:lnTo>
                <a:lnTo>
                  <a:pt x="2213430" y="70797"/>
                </a:lnTo>
                <a:lnTo>
                  <a:pt x="2229722" y="57182"/>
                </a:lnTo>
                <a:lnTo>
                  <a:pt x="2246014" y="46290"/>
                </a:lnTo>
                <a:lnTo>
                  <a:pt x="2265021" y="35399"/>
                </a:lnTo>
                <a:lnTo>
                  <a:pt x="2281313" y="24507"/>
                </a:lnTo>
                <a:lnTo>
                  <a:pt x="2324759" y="10892"/>
                </a:lnTo>
                <a:lnTo>
                  <a:pt x="2362773" y="2724"/>
                </a:lnTo>
                <a:close/>
              </a:path>
            </a:pathLst>
          </a:custGeom>
          <a:solidFill>
            <a:schemeClr val="tx1">
              <a:alpha val="1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47" name="Freeform 324">
            <a:extLst>
              <a:ext uri="{FF2B5EF4-FFF2-40B4-BE49-F238E27FC236}">
                <a16:creationId xmlns:a16="http://schemas.microsoft.com/office/drawing/2014/main" id="{B3F4F44C-4DE0-4247-A67D-23A0CA8BD94E}"/>
              </a:ext>
            </a:extLst>
          </p:cNvPr>
          <p:cNvSpPr>
            <a:spLocks/>
          </p:cNvSpPr>
          <p:nvPr/>
        </p:nvSpPr>
        <p:spPr bwMode="auto">
          <a:xfrm>
            <a:off x="3172657" y="3528094"/>
            <a:ext cx="2639288" cy="2128809"/>
          </a:xfrm>
          <a:custGeom>
            <a:avLst/>
            <a:gdLst>
              <a:gd name="T0" fmla="*/ 951 w 971"/>
              <a:gd name="T1" fmla="*/ 146 h 784"/>
              <a:gd name="T2" fmla="*/ 931 w 971"/>
              <a:gd name="T3" fmla="*/ 148 h 784"/>
              <a:gd name="T4" fmla="*/ 910 w 971"/>
              <a:gd name="T5" fmla="*/ 155 h 784"/>
              <a:gd name="T6" fmla="*/ 887 w 971"/>
              <a:gd name="T7" fmla="*/ 167 h 784"/>
              <a:gd name="T8" fmla="*/ 838 w 971"/>
              <a:gd name="T9" fmla="*/ 203 h 784"/>
              <a:gd name="T10" fmla="*/ 790 w 971"/>
              <a:gd name="T11" fmla="*/ 249 h 784"/>
              <a:gd name="T12" fmla="*/ 744 w 971"/>
              <a:gd name="T13" fmla="*/ 299 h 784"/>
              <a:gd name="T14" fmla="*/ 687 w 971"/>
              <a:gd name="T15" fmla="*/ 365 h 784"/>
              <a:gd name="T16" fmla="*/ 656 w 971"/>
              <a:gd name="T17" fmla="*/ 408 h 784"/>
              <a:gd name="T18" fmla="*/ 565 w 971"/>
              <a:gd name="T19" fmla="*/ 285 h 784"/>
              <a:gd name="T20" fmla="*/ 498 w 971"/>
              <a:gd name="T21" fmla="*/ 197 h 784"/>
              <a:gd name="T22" fmla="*/ 443 w 971"/>
              <a:gd name="T23" fmla="*/ 133 h 784"/>
              <a:gd name="T24" fmla="*/ 388 w 971"/>
              <a:gd name="T25" fmla="*/ 81 h 784"/>
              <a:gd name="T26" fmla="*/ 371 w 971"/>
              <a:gd name="T27" fmla="*/ 68 h 784"/>
              <a:gd name="T28" fmla="*/ 327 w 971"/>
              <a:gd name="T29" fmla="*/ 41 h 784"/>
              <a:gd name="T30" fmla="*/ 264 w 971"/>
              <a:gd name="T31" fmla="*/ 7 h 784"/>
              <a:gd name="T32" fmla="*/ 247 w 971"/>
              <a:gd name="T33" fmla="*/ 0 h 784"/>
              <a:gd name="T34" fmla="*/ 62 w 971"/>
              <a:gd name="T35" fmla="*/ 195 h 784"/>
              <a:gd name="T36" fmla="*/ 0 w 971"/>
              <a:gd name="T37" fmla="*/ 260 h 784"/>
              <a:gd name="T38" fmla="*/ 47 w 971"/>
              <a:gd name="T39" fmla="*/ 328 h 784"/>
              <a:gd name="T40" fmla="*/ 105 w 971"/>
              <a:gd name="T41" fmla="*/ 398 h 784"/>
              <a:gd name="T42" fmla="*/ 177 w 971"/>
              <a:gd name="T43" fmla="*/ 470 h 784"/>
              <a:gd name="T44" fmla="*/ 263 w 971"/>
              <a:gd name="T45" fmla="*/ 544 h 784"/>
              <a:gd name="T46" fmla="*/ 289 w 971"/>
              <a:gd name="T47" fmla="*/ 567 h 784"/>
              <a:gd name="T48" fmla="*/ 352 w 971"/>
              <a:gd name="T49" fmla="*/ 613 h 784"/>
              <a:gd name="T50" fmla="*/ 421 w 971"/>
              <a:gd name="T51" fmla="*/ 662 h 784"/>
              <a:gd name="T52" fmla="*/ 492 w 971"/>
              <a:gd name="T53" fmla="*/ 706 h 784"/>
              <a:gd name="T54" fmla="*/ 562 w 971"/>
              <a:gd name="T55" fmla="*/ 744 h 784"/>
              <a:gd name="T56" fmla="*/ 628 w 971"/>
              <a:gd name="T57" fmla="*/ 770 h 784"/>
              <a:gd name="T58" fmla="*/ 657 w 971"/>
              <a:gd name="T59" fmla="*/ 779 h 784"/>
              <a:gd name="T60" fmla="*/ 683 w 971"/>
              <a:gd name="T61" fmla="*/ 782 h 784"/>
              <a:gd name="T62" fmla="*/ 706 w 971"/>
              <a:gd name="T63" fmla="*/ 782 h 784"/>
              <a:gd name="T64" fmla="*/ 726 w 971"/>
              <a:gd name="T65" fmla="*/ 778 h 784"/>
              <a:gd name="T66" fmla="*/ 741 w 971"/>
              <a:gd name="T67" fmla="*/ 767 h 784"/>
              <a:gd name="T68" fmla="*/ 755 w 971"/>
              <a:gd name="T69" fmla="*/ 751 h 784"/>
              <a:gd name="T70" fmla="*/ 783 w 971"/>
              <a:gd name="T71" fmla="*/ 715 h 784"/>
              <a:gd name="T72" fmla="*/ 809 w 971"/>
              <a:gd name="T73" fmla="*/ 674 h 784"/>
              <a:gd name="T74" fmla="*/ 847 w 971"/>
              <a:gd name="T75" fmla="*/ 605 h 784"/>
              <a:gd name="T76" fmla="*/ 893 w 971"/>
              <a:gd name="T77" fmla="*/ 504 h 784"/>
              <a:gd name="T78" fmla="*/ 930 w 971"/>
              <a:gd name="T79" fmla="*/ 400 h 784"/>
              <a:gd name="T80" fmla="*/ 957 w 971"/>
              <a:gd name="T81" fmla="*/ 305 h 784"/>
              <a:gd name="T82" fmla="*/ 970 w 971"/>
              <a:gd name="T83" fmla="*/ 225 h 784"/>
              <a:gd name="T84" fmla="*/ 971 w 971"/>
              <a:gd name="T85" fmla="*/ 194 h 784"/>
              <a:gd name="T86" fmla="*/ 969 w 971"/>
              <a:gd name="T87" fmla="*/ 169 h 784"/>
              <a:gd name="T88" fmla="*/ 962 w 971"/>
              <a:gd name="T89" fmla="*/ 154 h 784"/>
              <a:gd name="T90" fmla="*/ 951 w 971"/>
              <a:gd name="T91" fmla="*/ 146 h 7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71" h="784">
                <a:moveTo>
                  <a:pt x="951" y="146"/>
                </a:moveTo>
                <a:lnTo>
                  <a:pt x="951" y="146"/>
                </a:lnTo>
                <a:lnTo>
                  <a:pt x="941" y="146"/>
                </a:lnTo>
                <a:lnTo>
                  <a:pt x="931" y="148"/>
                </a:lnTo>
                <a:lnTo>
                  <a:pt x="920" y="151"/>
                </a:lnTo>
                <a:lnTo>
                  <a:pt x="910" y="155"/>
                </a:lnTo>
                <a:lnTo>
                  <a:pt x="899" y="161"/>
                </a:lnTo>
                <a:lnTo>
                  <a:pt x="887" y="167"/>
                </a:lnTo>
                <a:lnTo>
                  <a:pt x="862" y="183"/>
                </a:lnTo>
                <a:lnTo>
                  <a:pt x="838" y="203"/>
                </a:lnTo>
                <a:lnTo>
                  <a:pt x="814" y="225"/>
                </a:lnTo>
                <a:lnTo>
                  <a:pt x="790" y="249"/>
                </a:lnTo>
                <a:lnTo>
                  <a:pt x="766" y="273"/>
                </a:lnTo>
                <a:lnTo>
                  <a:pt x="744" y="299"/>
                </a:lnTo>
                <a:lnTo>
                  <a:pt x="722" y="323"/>
                </a:lnTo>
                <a:lnTo>
                  <a:pt x="687" y="365"/>
                </a:lnTo>
                <a:lnTo>
                  <a:pt x="664" y="397"/>
                </a:lnTo>
                <a:lnTo>
                  <a:pt x="656" y="408"/>
                </a:lnTo>
                <a:lnTo>
                  <a:pt x="656" y="408"/>
                </a:lnTo>
                <a:lnTo>
                  <a:pt x="565" y="285"/>
                </a:lnTo>
                <a:lnTo>
                  <a:pt x="530" y="237"/>
                </a:lnTo>
                <a:lnTo>
                  <a:pt x="498" y="197"/>
                </a:lnTo>
                <a:lnTo>
                  <a:pt x="469" y="162"/>
                </a:lnTo>
                <a:lnTo>
                  <a:pt x="443" y="133"/>
                </a:lnTo>
                <a:lnTo>
                  <a:pt x="416" y="105"/>
                </a:lnTo>
                <a:lnTo>
                  <a:pt x="388" y="81"/>
                </a:lnTo>
                <a:lnTo>
                  <a:pt x="388" y="81"/>
                </a:lnTo>
                <a:lnTo>
                  <a:pt x="371" y="68"/>
                </a:lnTo>
                <a:lnTo>
                  <a:pt x="351" y="55"/>
                </a:lnTo>
                <a:lnTo>
                  <a:pt x="327" y="41"/>
                </a:lnTo>
                <a:lnTo>
                  <a:pt x="304" y="28"/>
                </a:lnTo>
                <a:lnTo>
                  <a:pt x="264" y="7"/>
                </a:lnTo>
                <a:lnTo>
                  <a:pt x="247" y="0"/>
                </a:lnTo>
                <a:lnTo>
                  <a:pt x="247" y="0"/>
                </a:lnTo>
                <a:lnTo>
                  <a:pt x="123" y="129"/>
                </a:lnTo>
                <a:lnTo>
                  <a:pt x="62" y="195"/>
                </a:lnTo>
                <a:lnTo>
                  <a:pt x="0" y="260"/>
                </a:lnTo>
                <a:lnTo>
                  <a:pt x="0" y="260"/>
                </a:lnTo>
                <a:lnTo>
                  <a:pt x="22" y="294"/>
                </a:lnTo>
                <a:lnTo>
                  <a:pt x="47" y="328"/>
                </a:lnTo>
                <a:lnTo>
                  <a:pt x="75" y="363"/>
                </a:lnTo>
                <a:lnTo>
                  <a:pt x="105" y="398"/>
                </a:lnTo>
                <a:lnTo>
                  <a:pt x="139" y="433"/>
                </a:lnTo>
                <a:lnTo>
                  <a:pt x="177" y="470"/>
                </a:lnTo>
                <a:lnTo>
                  <a:pt x="218" y="507"/>
                </a:lnTo>
                <a:lnTo>
                  <a:pt x="263" y="544"/>
                </a:lnTo>
                <a:lnTo>
                  <a:pt x="263" y="544"/>
                </a:lnTo>
                <a:lnTo>
                  <a:pt x="289" y="567"/>
                </a:lnTo>
                <a:lnTo>
                  <a:pt x="319" y="590"/>
                </a:lnTo>
                <a:lnTo>
                  <a:pt x="352" y="613"/>
                </a:lnTo>
                <a:lnTo>
                  <a:pt x="386" y="637"/>
                </a:lnTo>
                <a:lnTo>
                  <a:pt x="421" y="662"/>
                </a:lnTo>
                <a:lnTo>
                  <a:pt x="456" y="685"/>
                </a:lnTo>
                <a:lnTo>
                  <a:pt x="492" y="706"/>
                </a:lnTo>
                <a:lnTo>
                  <a:pt x="527" y="726"/>
                </a:lnTo>
                <a:lnTo>
                  <a:pt x="562" y="744"/>
                </a:lnTo>
                <a:lnTo>
                  <a:pt x="596" y="758"/>
                </a:lnTo>
                <a:lnTo>
                  <a:pt x="628" y="770"/>
                </a:lnTo>
                <a:lnTo>
                  <a:pt x="642" y="775"/>
                </a:lnTo>
                <a:lnTo>
                  <a:pt x="657" y="779"/>
                </a:lnTo>
                <a:lnTo>
                  <a:pt x="670" y="781"/>
                </a:lnTo>
                <a:lnTo>
                  <a:pt x="683" y="782"/>
                </a:lnTo>
                <a:lnTo>
                  <a:pt x="695" y="784"/>
                </a:lnTo>
                <a:lnTo>
                  <a:pt x="706" y="782"/>
                </a:lnTo>
                <a:lnTo>
                  <a:pt x="717" y="780"/>
                </a:lnTo>
                <a:lnTo>
                  <a:pt x="726" y="778"/>
                </a:lnTo>
                <a:lnTo>
                  <a:pt x="734" y="773"/>
                </a:lnTo>
                <a:lnTo>
                  <a:pt x="741" y="767"/>
                </a:lnTo>
                <a:lnTo>
                  <a:pt x="741" y="767"/>
                </a:lnTo>
                <a:lnTo>
                  <a:pt x="755" y="751"/>
                </a:lnTo>
                <a:lnTo>
                  <a:pt x="769" y="734"/>
                </a:lnTo>
                <a:lnTo>
                  <a:pt x="783" y="715"/>
                </a:lnTo>
                <a:lnTo>
                  <a:pt x="796" y="695"/>
                </a:lnTo>
                <a:lnTo>
                  <a:pt x="809" y="674"/>
                </a:lnTo>
                <a:lnTo>
                  <a:pt x="822" y="652"/>
                </a:lnTo>
                <a:lnTo>
                  <a:pt x="847" y="605"/>
                </a:lnTo>
                <a:lnTo>
                  <a:pt x="871" y="555"/>
                </a:lnTo>
                <a:lnTo>
                  <a:pt x="893" y="504"/>
                </a:lnTo>
                <a:lnTo>
                  <a:pt x="912" y="452"/>
                </a:lnTo>
                <a:lnTo>
                  <a:pt x="930" y="400"/>
                </a:lnTo>
                <a:lnTo>
                  <a:pt x="945" y="352"/>
                </a:lnTo>
                <a:lnTo>
                  <a:pt x="957" y="305"/>
                </a:lnTo>
                <a:lnTo>
                  <a:pt x="965" y="262"/>
                </a:lnTo>
                <a:lnTo>
                  <a:pt x="970" y="225"/>
                </a:lnTo>
                <a:lnTo>
                  <a:pt x="971" y="208"/>
                </a:lnTo>
                <a:lnTo>
                  <a:pt x="971" y="194"/>
                </a:lnTo>
                <a:lnTo>
                  <a:pt x="971" y="180"/>
                </a:lnTo>
                <a:lnTo>
                  <a:pt x="969" y="169"/>
                </a:lnTo>
                <a:lnTo>
                  <a:pt x="966" y="160"/>
                </a:lnTo>
                <a:lnTo>
                  <a:pt x="962" y="154"/>
                </a:lnTo>
                <a:lnTo>
                  <a:pt x="957" y="149"/>
                </a:lnTo>
                <a:lnTo>
                  <a:pt x="951" y="146"/>
                </a:lnTo>
                <a:lnTo>
                  <a:pt x="951" y="146"/>
                </a:lnTo>
                <a:close/>
              </a:path>
            </a:pathLst>
          </a:custGeom>
          <a:solidFill>
            <a:srgbClr val="00A1A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8" name="Freeform 325">
            <a:extLst>
              <a:ext uri="{FF2B5EF4-FFF2-40B4-BE49-F238E27FC236}">
                <a16:creationId xmlns:a16="http://schemas.microsoft.com/office/drawing/2014/main" id="{C0F61751-C021-2D4F-AF46-F53C7F8715EB}"/>
              </a:ext>
            </a:extLst>
          </p:cNvPr>
          <p:cNvSpPr>
            <a:spLocks/>
          </p:cNvSpPr>
          <p:nvPr/>
        </p:nvSpPr>
        <p:spPr bwMode="auto">
          <a:xfrm>
            <a:off x="3829766" y="3538955"/>
            <a:ext cx="673398" cy="1895294"/>
          </a:xfrm>
          <a:custGeom>
            <a:avLst/>
            <a:gdLst>
              <a:gd name="T0" fmla="*/ 248 w 248"/>
              <a:gd name="T1" fmla="*/ 696 h 696"/>
              <a:gd name="T2" fmla="*/ 248 w 248"/>
              <a:gd name="T3" fmla="*/ 696 h 696"/>
              <a:gd name="T4" fmla="*/ 247 w 248"/>
              <a:gd name="T5" fmla="*/ 673 h 696"/>
              <a:gd name="T6" fmla="*/ 244 w 248"/>
              <a:gd name="T7" fmla="*/ 649 h 696"/>
              <a:gd name="T8" fmla="*/ 239 w 248"/>
              <a:gd name="T9" fmla="*/ 625 h 696"/>
              <a:gd name="T10" fmla="*/ 236 w 248"/>
              <a:gd name="T11" fmla="*/ 600 h 696"/>
              <a:gd name="T12" fmla="*/ 230 w 248"/>
              <a:gd name="T13" fmla="*/ 573 h 696"/>
              <a:gd name="T14" fmla="*/ 222 w 248"/>
              <a:gd name="T15" fmla="*/ 545 h 696"/>
              <a:gd name="T16" fmla="*/ 207 w 248"/>
              <a:gd name="T17" fmla="*/ 488 h 696"/>
              <a:gd name="T18" fmla="*/ 187 w 248"/>
              <a:gd name="T19" fmla="*/ 432 h 696"/>
              <a:gd name="T20" fmla="*/ 167 w 248"/>
              <a:gd name="T21" fmla="*/ 374 h 696"/>
              <a:gd name="T22" fmla="*/ 144 w 248"/>
              <a:gd name="T23" fmla="*/ 317 h 696"/>
              <a:gd name="T24" fmla="*/ 122 w 248"/>
              <a:gd name="T25" fmla="*/ 261 h 696"/>
              <a:gd name="T26" fmla="*/ 99 w 248"/>
              <a:gd name="T27" fmla="*/ 208 h 696"/>
              <a:gd name="T28" fmla="*/ 76 w 248"/>
              <a:gd name="T29" fmla="*/ 158 h 696"/>
              <a:gd name="T30" fmla="*/ 37 w 248"/>
              <a:gd name="T31" fmla="*/ 76 h 696"/>
              <a:gd name="T32" fmla="*/ 10 w 248"/>
              <a:gd name="T33" fmla="*/ 20 h 696"/>
              <a:gd name="T34" fmla="*/ 0 w 248"/>
              <a:gd name="T35" fmla="*/ 0 h 696"/>
              <a:gd name="T36" fmla="*/ 59 w 248"/>
              <a:gd name="T37" fmla="*/ 569 h 696"/>
              <a:gd name="T38" fmla="*/ 59 w 248"/>
              <a:gd name="T39" fmla="*/ 569 h 696"/>
              <a:gd name="T40" fmla="*/ 103 w 248"/>
              <a:gd name="T41" fmla="*/ 601 h 696"/>
              <a:gd name="T42" fmla="*/ 150 w 248"/>
              <a:gd name="T43" fmla="*/ 635 h 696"/>
              <a:gd name="T44" fmla="*/ 198 w 248"/>
              <a:gd name="T45" fmla="*/ 666 h 696"/>
              <a:gd name="T46" fmla="*/ 248 w 248"/>
              <a:gd name="T47" fmla="*/ 696 h 696"/>
              <a:gd name="T48" fmla="*/ 248 w 248"/>
              <a:gd name="T49" fmla="*/ 696 h 6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48" h="696">
                <a:moveTo>
                  <a:pt x="248" y="696"/>
                </a:moveTo>
                <a:lnTo>
                  <a:pt x="248" y="696"/>
                </a:lnTo>
                <a:lnTo>
                  <a:pt x="247" y="673"/>
                </a:lnTo>
                <a:lnTo>
                  <a:pt x="244" y="649"/>
                </a:lnTo>
                <a:lnTo>
                  <a:pt x="239" y="625"/>
                </a:lnTo>
                <a:lnTo>
                  <a:pt x="236" y="600"/>
                </a:lnTo>
                <a:lnTo>
                  <a:pt x="230" y="573"/>
                </a:lnTo>
                <a:lnTo>
                  <a:pt x="222" y="545"/>
                </a:lnTo>
                <a:lnTo>
                  <a:pt x="207" y="488"/>
                </a:lnTo>
                <a:lnTo>
                  <a:pt x="187" y="432"/>
                </a:lnTo>
                <a:lnTo>
                  <a:pt x="167" y="374"/>
                </a:lnTo>
                <a:lnTo>
                  <a:pt x="144" y="317"/>
                </a:lnTo>
                <a:lnTo>
                  <a:pt x="122" y="261"/>
                </a:lnTo>
                <a:lnTo>
                  <a:pt x="99" y="208"/>
                </a:lnTo>
                <a:lnTo>
                  <a:pt x="76" y="158"/>
                </a:lnTo>
                <a:lnTo>
                  <a:pt x="37" y="76"/>
                </a:lnTo>
                <a:lnTo>
                  <a:pt x="10" y="20"/>
                </a:lnTo>
                <a:lnTo>
                  <a:pt x="0" y="0"/>
                </a:lnTo>
                <a:lnTo>
                  <a:pt x="59" y="569"/>
                </a:lnTo>
                <a:lnTo>
                  <a:pt x="59" y="569"/>
                </a:lnTo>
                <a:lnTo>
                  <a:pt x="103" y="601"/>
                </a:lnTo>
                <a:lnTo>
                  <a:pt x="150" y="635"/>
                </a:lnTo>
                <a:lnTo>
                  <a:pt x="198" y="666"/>
                </a:lnTo>
                <a:lnTo>
                  <a:pt x="248" y="696"/>
                </a:lnTo>
                <a:lnTo>
                  <a:pt x="248" y="696"/>
                </a:lnTo>
                <a:close/>
              </a:path>
            </a:pathLst>
          </a:custGeom>
          <a:solidFill>
            <a:srgbClr val="028C8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9" name="Freeform 326">
            <a:extLst>
              <a:ext uri="{FF2B5EF4-FFF2-40B4-BE49-F238E27FC236}">
                <a16:creationId xmlns:a16="http://schemas.microsoft.com/office/drawing/2014/main" id="{823C5AF2-C06B-7A42-9C10-E9408A055F25}"/>
              </a:ext>
            </a:extLst>
          </p:cNvPr>
          <p:cNvSpPr>
            <a:spLocks/>
          </p:cNvSpPr>
          <p:nvPr/>
        </p:nvSpPr>
        <p:spPr bwMode="auto">
          <a:xfrm>
            <a:off x="2635026" y="2708069"/>
            <a:ext cx="526773" cy="1151295"/>
          </a:xfrm>
          <a:custGeom>
            <a:avLst/>
            <a:gdLst>
              <a:gd name="T0" fmla="*/ 0 w 193"/>
              <a:gd name="T1" fmla="*/ 281 h 422"/>
              <a:gd name="T2" fmla="*/ 34 w 193"/>
              <a:gd name="T3" fmla="*/ 0 h 422"/>
              <a:gd name="T4" fmla="*/ 143 w 193"/>
              <a:gd name="T5" fmla="*/ 0 h 422"/>
              <a:gd name="T6" fmla="*/ 193 w 193"/>
              <a:gd name="T7" fmla="*/ 259 h 422"/>
              <a:gd name="T8" fmla="*/ 126 w 193"/>
              <a:gd name="T9" fmla="*/ 422 h 422"/>
              <a:gd name="T10" fmla="*/ 0 w 193"/>
              <a:gd name="T11" fmla="*/ 281 h 4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93" h="422">
                <a:moveTo>
                  <a:pt x="0" y="281"/>
                </a:moveTo>
                <a:lnTo>
                  <a:pt x="34" y="0"/>
                </a:lnTo>
                <a:lnTo>
                  <a:pt x="143" y="0"/>
                </a:lnTo>
                <a:lnTo>
                  <a:pt x="193" y="259"/>
                </a:lnTo>
                <a:lnTo>
                  <a:pt x="126" y="422"/>
                </a:lnTo>
                <a:lnTo>
                  <a:pt x="0" y="281"/>
                </a:lnTo>
                <a:close/>
              </a:path>
            </a:pathLst>
          </a:custGeom>
          <a:solidFill>
            <a:srgbClr val="FFD6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0" name="Freeform 327">
            <a:extLst>
              <a:ext uri="{FF2B5EF4-FFF2-40B4-BE49-F238E27FC236}">
                <a16:creationId xmlns:a16="http://schemas.microsoft.com/office/drawing/2014/main" id="{D6D74FE6-F1E4-7D45-B101-C4BCAA9F06B5}"/>
              </a:ext>
            </a:extLst>
          </p:cNvPr>
          <p:cNvSpPr>
            <a:spLocks/>
          </p:cNvSpPr>
          <p:nvPr/>
        </p:nvSpPr>
        <p:spPr bwMode="auto">
          <a:xfrm>
            <a:off x="2673038" y="2708069"/>
            <a:ext cx="439883" cy="624525"/>
          </a:xfrm>
          <a:custGeom>
            <a:avLst/>
            <a:gdLst>
              <a:gd name="T0" fmla="*/ 130 w 162"/>
              <a:gd name="T1" fmla="*/ 0 h 229"/>
              <a:gd name="T2" fmla="*/ 21 w 162"/>
              <a:gd name="T3" fmla="*/ 0 h 229"/>
              <a:gd name="T4" fmla="*/ 0 w 162"/>
              <a:gd name="T5" fmla="*/ 168 h 229"/>
              <a:gd name="T6" fmla="*/ 0 w 162"/>
              <a:gd name="T7" fmla="*/ 168 h 229"/>
              <a:gd name="T8" fmla="*/ 5 w 162"/>
              <a:gd name="T9" fmla="*/ 178 h 229"/>
              <a:gd name="T10" fmla="*/ 11 w 162"/>
              <a:gd name="T11" fmla="*/ 185 h 229"/>
              <a:gd name="T12" fmla="*/ 17 w 162"/>
              <a:gd name="T13" fmla="*/ 193 h 229"/>
              <a:gd name="T14" fmla="*/ 24 w 162"/>
              <a:gd name="T15" fmla="*/ 201 h 229"/>
              <a:gd name="T16" fmla="*/ 32 w 162"/>
              <a:gd name="T17" fmla="*/ 207 h 229"/>
              <a:gd name="T18" fmla="*/ 40 w 162"/>
              <a:gd name="T19" fmla="*/ 213 h 229"/>
              <a:gd name="T20" fmla="*/ 49 w 162"/>
              <a:gd name="T21" fmla="*/ 219 h 229"/>
              <a:gd name="T22" fmla="*/ 58 w 162"/>
              <a:gd name="T23" fmla="*/ 222 h 229"/>
              <a:gd name="T24" fmla="*/ 58 w 162"/>
              <a:gd name="T25" fmla="*/ 222 h 229"/>
              <a:gd name="T26" fmla="*/ 67 w 162"/>
              <a:gd name="T27" fmla="*/ 226 h 229"/>
              <a:gd name="T28" fmla="*/ 75 w 162"/>
              <a:gd name="T29" fmla="*/ 227 h 229"/>
              <a:gd name="T30" fmla="*/ 84 w 162"/>
              <a:gd name="T31" fmla="*/ 229 h 229"/>
              <a:gd name="T32" fmla="*/ 92 w 162"/>
              <a:gd name="T33" fmla="*/ 229 h 229"/>
              <a:gd name="T34" fmla="*/ 99 w 162"/>
              <a:gd name="T35" fmla="*/ 227 h 229"/>
              <a:gd name="T36" fmla="*/ 107 w 162"/>
              <a:gd name="T37" fmla="*/ 226 h 229"/>
              <a:gd name="T38" fmla="*/ 114 w 162"/>
              <a:gd name="T39" fmla="*/ 222 h 229"/>
              <a:gd name="T40" fmla="*/ 120 w 162"/>
              <a:gd name="T41" fmla="*/ 219 h 229"/>
              <a:gd name="T42" fmla="*/ 126 w 162"/>
              <a:gd name="T43" fmla="*/ 215 h 229"/>
              <a:gd name="T44" fmla="*/ 132 w 162"/>
              <a:gd name="T45" fmla="*/ 209 h 229"/>
              <a:gd name="T46" fmla="*/ 144 w 162"/>
              <a:gd name="T47" fmla="*/ 197 h 229"/>
              <a:gd name="T48" fmla="*/ 154 w 162"/>
              <a:gd name="T49" fmla="*/ 183 h 229"/>
              <a:gd name="T50" fmla="*/ 162 w 162"/>
              <a:gd name="T51" fmla="*/ 167 h 229"/>
              <a:gd name="T52" fmla="*/ 130 w 162"/>
              <a:gd name="T5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2" h="229">
                <a:moveTo>
                  <a:pt x="130" y="0"/>
                </a:moveTo>
                <a:lnTo>
                  <a:pt x="21" y="0"/>
                </a:lnTo>
                <a:lnTo>
                  <a:pt x="0" y="168"/>
                </a:lnTo>
                <a:lnTo>
                  <a:pt x="0" y="168"/>
                </a:lnTo>
                <a:lnTo>
                  <a:pt x="5" y="178"/>
                </a:lnTo>
                <a:lnTo>
                  <a:pt x="11" y="185"/>
                </a:lnTo>
                <a:lnTo>
                  <a:pt x="17" y="193"/>
                </a:lnTo>
                <a:lnTo>
                  <a:pt x="24" y="201"/>
                </a:lnTo>
                <a:lnTo>
                  <a:pt x="32" y="207"/>
                </a:lnTo>
                <a:lnTo>
                  <a:pt x="40" y="213"/>
                </a:lnTo>
                <a:lnTo>
                  <a:pt x="49" y="219"/>
                </a:lnTo>
                <a:lnTo>
                  <a:pt x="58" y="222"/>
                </a:lnTo>
                <a:lnTo>
                  <a:pt x="58" y="222"/>
                </a:lnTo>
                <a:lnTo>
                  <a:pt x="67" y="226"/>
                </a:lnTo>
                <a:lnTo>
                  <a:pt x="75" y="227"/>
                </a:lnTo>
                <a:lnTo>
                  <a:pt x="84" y="229"/>
                </a:lnTo>
                <a:lnTo>
                  <a:pt x="92" y="229"/>
                </a:lnTo>
                <a:lnTo>
                  <a:pt x="99" y="227"/>
                </a:lnTo>
                <a:lnTo>
                  <a:pt x="107" y="226"/>
                </a:lnTo>
                <a:lnTo>
                  <a:pt x="114" y="222"/>
                </a:lnTo>
                <a:lnTo>
                  <a:pt x="120" y="219"/>
                </a:lnTo>
                <a:lnTo>
                  <a:pt x="126" y="215"/>
                </a:lnTo>
                <a:lnTo>
                  <a:pt x="132" y="209"/>
                </a:lnTo>
                <a:lnTo>
                  <a:pt x="144" y="197"/>
                </a:lnTo>
                <a:lnTo>
                  <a:pt x="154" y="183"/>
                </a:lnTo>
                <a:lnTo>
                  <a:pt x="162" y="167"/>
                </a:lnTo>
                <a:lnTo>
                  <a:pt x="130" y="0"/>
                </a:lnTo>
                <a:close/>
              </a:path>
            </a:pathLst>
          </a:custGeom>
          <a:solidFill>
            <a:srgbClr val="E9B08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" name="Freeform 351">
            <a:extLst>
              <a:ext uri="{FF2B5EF4-FFF2-40B4-BE49-F238E27FC236}">
                <a16:creationId xmlns:a16="http://schemas.microsoft.com/office/drawing/2014/main" id="{4538FB8F-FAB0-DA47-8D0A-BF71FE9D085C}"/>
              </a:ext>
            </a:extLst>
          </p:cNvPr>
          <p:cNvSpPr>
            <a:spLocks/>
          </p:cNvSpPr>
          <p:nvPr/>
        </p:nvSpPr>
        <p:spPr bwMode="auto">
          <a:xfrm>
            <a:off x="1961965" y="6352024"/>
            <a:ext cx="1232416" cy="1394506"/>
          </a:xfrm>
          <a:custGeom>
            <a:avLst/>
            <a:gdLst>
              <a:gd name="connsiteX0" fmla="*/ 573157 w 1058843"/>
              <a:gd name="connsiteY0" fmla="*/ 0 h 1177267"/>
              <a:gd name="connsiteX1" fmla="*/ 665230 w 1058843"/>
              <a:gd name="connsiteY1" fmla="*/ 0 h 1177267"/>
              <a:gd name="connsiteX2" fmla="*/ 750398 w 1058843"/>
              <a:gd name="connsiteY2" fmla="*/ 4587 h 1177267"/>
              <a:gd name="connsiteX3" fmla="*/ 833264 w 1058843"/>
              <a:gd name="connsiteY3" fmla="*/ 13761 h 1177267"/>
              <a:gd name="connsiteX4" fmla="*/ 870093 w 1058843"/>
              <a:gd name="connsiteY4" fmla="*/ 20642 h 1177267"/>
              <a:gd name="connsiteX5" fmla="*/ 906922 w 1058843"/>
              <a:gd name="connsiteY5" fmla="*/ 27523 h 1177267"/>
              <a:gd name="connsiteX6" fmla="*/ 936846 w 1058843"/>
              <a:gd name="connsiteY6" fmla="*/ 38990 h 1177267"/>
              <a:gd name="connsiteX7" fmla="*/ 966770 w 1058843"/>
              <a:gd name="connsiteY7" fmla="*/ 50458 h 1177267"/>
              <a:gd name="connsiteX8" fmla="*/ 992090 w 1058843"/>
              <a:gd name="connsiteY8" fmla="*/ 64219 h 1177267"/>
              <a:gd name="connsiteX9" fmla="*/ 1015108 w 1058843"/>
              <a:gd name="connsiteY9" fmla="*/ 77980 h 1177267"/>
              <a:gd name="connsiteX10" fmla="*/ 1031221 w 1058843"/>
              <a:gd name="connsiteY10" fmla="*/ 96328 h 1177267"/>
              <a:gd name="connsiteX11" fmla="*/ 1042730 w 1058843"/>
              <a:gd name="connsiteY11" fmla="*/ 116970 h 1177267"/>
              <a:gd name="connsiteX12" fmla="*/ 1049636 w 1058843"/>
              <a:gd name="connsiteY12" fmla="*/ 128438 h 1177267"/>
              <a:gd name="connsiteX13" fmla="*/ 1054240 w 1058843"/>
              <a:gd name="connsiteY13" fmla="*/ 144492 h 1177267"/>
              <a:gd name="connsiteX14" fmla="*/ 1056541 w 1058843"/>
              <a:gd name="connsiteY14" fmla="*/ 185776 h 1177267"/>
              <a:gd name="connsiteX15" fmla="*/ 1058843 w 1058843"/>
              <a:gd name="connsiteY15" fmla="*/ 238527 h 1177267"/>
              <a:gd name="connsiteX16" fmla="*/ 1058843 w 1058843"/>
              <a:gd name="connsiteY16" fmla="*/ 307333 h 1177267"/>
              <a:gd name="connsiteX17" fmla="*/ 1054240 w 1058843"/>
              <a:gd name="connsiteY17" fmla="*/ 385312 h 1177267"/>
              <a:gd name="connsiteX18" fmla="*/ 1049636 w 1058843"/>
              <a:gd name="connsiteY18" fmla="*/ 477053 h 1177267"/>
              <a:gd name="connsiteX19" fmla="*/ 1038127 w 1058843"/>
              <a:gd name="connsiteY19" fmla="*/ 577969 h 1177267"/>
              <a:gd name="connsiteX20" fmla="*/ 1024316 w 1058843"/>
              <a:gd name="connsiteY20" fmla="*/ 688058 h 1177267"/>
              <a:gd name="connsiteX21" fmla="*/ 989788 w 1058843"/>
              <a:gd name="connsiteY21" fmla="*/ 935758 h 1177267"/>
              <a:gd name="connsiteX22" fmla="*/ 953125 w 1058843"/>
              <a:gd name="connsiteY22" fmla="*/ 1177267 h 1177267"/>
              <a:gd name="connsiteX23" fmla="*/ 91640 w 1058843"/>
              <a:gd name="connsiteY23" fmla="*/ 1177267 h 1177267"/>
              <a:gd name="connsiteX24" fmla="*/ 85168 w 1058843"/>
              <a:gd name="connsiteY24" fmla="*/ 1084837 h 1177267"/>
              <a:gd name="connsiteX25" fmla="*/ 62150 w 1058843"/>
              <a:gd name="connsiteY25" fmla="*/ 782092 h 1177267"/>
              <a:gd name="connsiteX26" fmla="*/ 41433 w 1058843"/>
              <a:gd name="connsiteY26" fmla="*/ 502282 h 1177267"/>
              <a:gd name="connsiteX27" fmla="*/ 18415 w 1058843"/>
              <a:gd name="connsiteY27" fmla="*/ 268343 h 1177267"/>
              <a:gd name="connsiteX28" fmla="*/ 0 w 1058843"/>
              <a:gd name="connsiteY28" fmla="*/ 50458 h 1177267"/>
              <a:gd name="connsiteX29" fmla="*/ 39132 w 1058843"/>
              <a:gd name="connsiteY29" fmla="*/ 43577 h 1177267"/>
              <a:gd name="connsiteX30" fmla="*/ 147318 w 1058843"/>
              <a:gd name="connsiteY30" fmla="*/ 29816 h 1177267"/>
              <a:gd name="connsiteX31" fmla="*/ 299239 w 1058843"/>
              <a:gd name="connsiteY31" fmla="*/ 13761 h 1177267"/>
              <a:gd name="connsiteX32" fmla="*/ 389010 w 1058843"/>
              <a:gd name="connsiteY32" fmla="*/ 9174 h 1177267"/>
              <a:gd name="connsiteX33" fmla="*/ 481083 w 1058843"/>
              <a:gd name="connsiteY33" fmla="*/ 2294 h 1177267"/>
              <a:gd name="connsiteX0" fmla="*/ 573157 w 1058843"/>
              <a:gd name="connsiteY0" fmla="*/ 0 h 1177267"/>
              <a:gd name="connsiteX1" fmla="*/ 665230 w 1058843"/>
              <a:gd name="connsiteY1" fmla="*/ 0 h 1177267"/>
              <a:gd name="connsiteX2" fmla="*/ 750398 w 1058843"/>
              <a:gd name="connsiteY2" fmla="*/ 4587 h 1177267"/>
              <a:gd name="connsiteX3" fmla="*/ 833264 w 1058843"/>
              <a:gd name="connsiteY3" fmla="*/ 13761 h 1177267"/>
              <a:gd name="connsiteX4" fmla="*/ 870093 w 1058843"/>
              <a:gd name="connsiteY4" fmla="*/ 20642 h 1177267"/>
              <a:gd name="connsiteX5" fmla="*/ 906922 w 1058843"/>
              <a:gd name="connsiteY5" fmla="*/ 27523 h 1177267"/>
              <a:gd name="connsiteX6" fmla="*/ 936846 w 1058843"/>
              <a:gd name="connsiteY6" fmla="*/ 38990 h 1177267"/>
              <a:gd name="connsiteX7" fmla="*/ 966770 w 1058843"/>
              <a:gd name="connsiteY7" fmla="*/ 50458 h 1177267"/>
              <a:gd name="connsiteX8" fmla="*/ 992090 w 1058843"/>
              <a:gd name="connsiteY8" fmla="*/ 64219 h 1177267"/>
              <a:gd name="connsiteX9" fmla="*/ 1015108 w 1058843"/>
              <a:gd name="connsiteY9" fmla="*/ 77980 h 1177267"/>
              <a:gd name="connsiteX10" fmla="*/ 1031221 w 1058843"/>
              <a:gd name="connsiteY10" fmla="*/ 96328 h 1177267"/>
              <a:gd name="connsiteX11" fmla="*/ 1042730 w 1058843"/>
              <a:gd name="connsiteY11" fmla="*/ 116970 h 1177267"/>
              <a:gd name="connsiteX12" fmla="*/ 1049636 w 1058843"/>
              <a:gd name="connsiteY12" fmla="*/ 128438 h 1177267"/>
              <a:gd name="connsiteX13" fmla="*/ 1054240 w 1058843"/>
              <a:gd name="connsiteY13" fmla="*/ 144492 h 1177267"/>
              <a:gd name="connsiteX14" fmla="*/ 1056541 w 1058843"/>
              <a:gd name="connsiteY14" fmla="*/ 185776 h 1177267"/>
              <a:gd name="connsiteX15" fmla="*/ 1058843 w 1058843"/>
              <a:gd name="connsiteY15" fmla="*/ 238527 h 1177267"/>
              <a:gd name="connsiteX16" fmla="*/ 1058843 w 1058843"/>
              <a:gd name="connsiteY16" fmla="*/ 307333 h 1177267"/>
              <a:gd name="connsiteX17" fmla="*/ 1054240 w 1058843"/>
              <a:gd name="connsiteY17" fmla="*/ 385312 h 1177267"/>
              <a:gd name="connsiteX18" fmla="*/ 1049636 w 1058843"/>
              <a:gd name="connsiteY18" fmla="*/ 477053 h 1177267"/>
              <a:gd name="connsiteX19" fmla="*/ 1038127 w 1058843"/>
              <a:gd name="connsiteY19" fmla="*/ 577969 h 1177267"/>
              <a:gd name="connsiteX20" fmla="*/ 1024316 w 1058843"/>
              <a:gd name="connsiteY20" fmla="*/ 688058 h 1177267"/>
              <a:gd name="connsiteX21" fmla="*/ 989788 w 1058843"/>
              <a:gd name="connsiteY21" fmla="*/ 935758 h 1177267"/>
              <a:gd name="connsiteX22" fmla="*/ 953125 w 1058843"/>
              <a:gd name="connsiteY22" fmla="*/ 1177267 h 1177267"/>
              <a:gd name="connsiteX23" fmla="*/ 91640 w 1058843"/>
              <a:gd name="connsiteY23" fmla="*/ 1177267 h 1177267"/>
              <a:gd name="connsiteX24" fmla="*/ 85168 w 1058843"/>
              <a:gd name="connsiteY24" fmla="*/ 1084837 h 1177267"/>
              <a:gd name="connsiteX25" fmla="*/ 62150 w 1058843"/>
              <a:gd name="connsiteY25" fmla="*/ 782092 h 1177267"/>
              <a:gd name="connsiteX26" fmla="*/ 41433 w 1058843"/>
              <a:gd name="connsiteY26" fmla="*/ 502282 h 1177267"/>
              <a:gd name="connsiteX27" fmla="*/ 18415 w 1058843"/>
              <a:gd name="connsiteY27" fmla="*/ 268343 h 1177267"/>
              <a:gd name="connsiteX28" fmla="*/ 0 w 1058843"/>
              <a:gd name="connsiteY28" fmla="*/ 50458 h 1177267"/>
              <a:gd name="connsiteX29" fmla="*/ 147318 w 1058843"/>
              <a:gd name="connsiteY29" fmla="*/ 29816 h 1177267"/>
              <a:gd name="connsiteX30" fmla="*/ 299239 w 1058843"/>
              <a:gd name="connsiteY30" fmla="*/ 13761 h 1177267"/>
              <a:gd name="connsiteX31" fmla="*/ 389010 w 1058843"/>
              <a:gd name="connsiteY31" fmla="*/ 9174 h 1177267"/>
              <a:gd name="connsiteX32" fmla="*/ 481083 w 1058843"/>
              <a:gd name="connsiteY32" fmla="*/ 2294 h 1177267"/>
              <a:gd name="connsiteX33" fmla="*/ 573157 w 1058843"/>
              <a:gd name="connsiteY33" fmla="*/ 0 h 1177267"/>
              <a:gd name="connsiteX0" fmla="*/ 554742 w 1040428"/>
              <a:gd name="connsiteY0" fmla="*/ 0 h 1177267"/>
              <a:gd name="connsiteX1" fmla="*/ 646815 w 1040428"/>
              <a:gd name="connsiteY1" fmla="*/ 0 h 1177267"/>
              <a:gd name="connsiteX2" fmla="*/ 731983 w 1040428"/>
              <a:gd name="connsiteY2" fmla="*/ 4587 h 1177267"/>
              <a:gd name="connsiteX3" fmla="*/ 814849 w 1040428"/>
              <a:gd name="connsiteY3" fmla="*/ 13761 h 1177267"/>
              <a:gd name="connsiteX4" fmla="*/ 851678 w 1040428"/>
              <a:gd name="connsiteY4" fmla="*/ 20642 h 1177267"/>
              <a:gd name="connsiteX5" fmla="*/ 888507 w 1040428"/>
              <a:gd name="connsiteY5" fmla="*/ 27523 h 1177267"/>
              <a:gd name="connsiteX6" fmla="*/ 918431 w 1040428"/>
              <a:gd name="connsiteY6" fmla="*/ 38990 h 1177267"/>
              <a:gd name="connsiteX7" fmla="*/ 948355 w 1040428"/>
              <a:gd name="connsiteY7" fmla="*/ 50458 h 1177267"/>
              <a:gd name="connsiteX8" fmla="*/ 973675 w 1040428"/>
              <a:gd name="connsiteY8" fmla="*/ 64219 h 1177267"/>
              <a:gd name="connsiteX9" fmla="*/ 996693 w 1040428"/>
              <a:gd name="connsiteY9" fmla="*/ 77980 h 1177267"/>
              <a:gd name="connsiteX10" fmla="*/ 1012806 w 1040428"/>
              <a:gd name="connsiteY10" fmla="*/ 96328 h 1177267"/>
              <a:gd name="connsiteX11" fmla="*/ 1024315 w 1040428"/>
              <a:gd name="connsiteY11" fmla="*/ 116970 h 1177267"/>
              <a:gd name="connsiteX12" fmla="*/ 1031221 w 1040428"/>
              <a:gd name="connsiteY12" fmla="*/ 128438 h 1177267"/>
              <a:gd name="connsiteX13" fmla="*/ 1035825 w 1040428"/>
              <a:gd name="connsiteY13" fmla="*/ 144492 h 1177267"/>
              <a:gd name="connsiteX14" fmla="*/ 1038126 w 1040428"/>
              <a:gd name="connsiteY14" fmla="*/ 185776 h 1177267"/>
              <a:gd name="connsiteX15" fmla="*/ 1040428 w 1040428"/>
              <a:gd name="connsiteY15" fmla="*/ 238527 h 1177267"/>
              <a:gd name="connsiteX16" fmla="*/ 1040428 w 1040428"/>
              <a:gd name="connsiteY16" fmla="*/ 307333 h 1177267"/>
              <a:gd name="connsiteX17" fmla="*/ 1035825 w 1040428"/>
              <a:gd name="connsiteY17" fmla="*/ 385312 h 1177267"/>
              <a:gd name="connsiteX18" fmla="*/ 1031221 w 1040428"/>
              <a:gd name="connsiteY18" fmla="*/ 477053 h 1177267"/>
              <a:gd name="connsiteX19" fmla="*/ 1019712 w 1040428"/>
              <a:gd name="connsiteY19" fmla="*/ 577969 h 1177267"/>
              <a:gd name="connsiteX20" fmla="*/ 1005901 w 1040428"/>
              <a:gd name="connsiteY20" fmla="*/ 688058 h 1177267"/>
              <a:gd name="connsiteX21" fmla="*/ 971373 w 1040428"/>
              <a:gd name="connsiteY21" fmla="*/ 935758 h 1177267"/>
              <a:gd name="connsiteX22" fmla="*/ 934710 w 1040428"/>
              <a:gd name="connsiteY22" fmla="*/ 1177267 h 1177267"/>
              <a:gd name="connsiteX23" fmla="*/ 73225 w 1040428"/>
              <a:gd name="connsiteY23" fmla="*/ 1177267 h 1177267"/>
              <a:gd name="connsiteX24" fmla="*/ 66753 w 1040428"/>
              <a:gd name="connsiteY24" fmla="*/ 1084837 h 1177267"/>
              <a:gd name="connsiteX25" fmla="*/ 43735 w 1040428"/>
              <a:gd name="connsiteY25" fmla="*/ 782092 h 1177267"/>
              <a:gd name="connsiteX26" fmla="*/ 23018 w 1040428"/>
              <a:gd name="connsiteY26" fmla="*/ 502282 h 1177267"/>
              <a:gd name="connsiteX27" fmla="*/ 0 w 1040428"/>
              <a:gd name="connsiteY27" fmla="*/ 268343 h 1177267"/>
              <a:gd name="connsiteX28" fmla="*/ 26802 w 1040428"/>
              <a:gd name="connsiteY28" fmla="*/ 55482 h 1177267"/>
              <a:gd name="connsiteX29" fmla="*/ 128903 w 1040428"/>
              <a:gd name="connsiteY29" fmla="*/ 29816 h 1177267"/>
              <a:gd name="connsiteX30" fmla="*/ 280824 w 1040428"/>
              <a:gd name="connsiteY30" fmla="*/ 13761 h 1177267"/>
              <a:gd name="connsiteX31" fmla="*/ 370595 w 1040428"/>
              <a:gd name="connsiteY31" fmla="*/ 9174 h 1177267"/>
              <a:gd name="connsiteX32" fmla="*/ 462668 w 1040428"/>
              <a:gd name="connsiteY32" fmla="*/ 2294 h 1177267"/>
              <a:gd name="connsiteX33" fmla="*/ 554742 w 1040428"/>
              <a:gd name="connsiteY33" fmla="*/ 0 h 1177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040428" h="1177267">
                <a:moveTo>
                  <a:pt x="554742" y="0"/>
                </a:moveTo>
                <a:lnTo>
                  <a:pt x="646815" y="0"/>
                </a:lnTo>
                <a:lnTo>
                  <a:pt x="731983" y="4587"/>
                </a:lnTo>
                <a:lnTo>
                  <a:pt x="814849" y="13761"/>
                </a:lnTo>
                <a:lnTo>
                  <a:pt x="851678" y="20642"/>
                </a:lnTo>
                <a:lnTo>
                  <a:pt x="888507" y="27523"/>
                </a:lnTo>
                <a:lnTo>
                  <a:pt x="918431" y="38990"/>
                </a:lnTo>
                <a:lnTo>
                  <a:pt x="948355" y="50458"/>
                </a:lnTo>
                <a:lnTo>
                  <a:pt x="973675" y="64219"/>
                </a:lnTo>
                <a:lnTo>
                  <a:pt x="996693" y="77980"/>
                </a:lnTo>
                <a:lnTo>
                  <a:pt x="1012806" y="96328"/>
                </a:lnTo>
                <a:lnTo>
                  <a:pt x="1024315" y="116970"/>
                </a:lnTo>
                <a:lnTo>
                  <a:pt x="1031221" y="128438"/>
                </a:lnTo>
                <a:lnTo>
                  <a:pt x="1035825" y="144492"/>
                </a:lnTo>
                <a:lnTo>
                  <a:pt x="1038126" y="185776"/>
                </a:lnTo>
                <a:cubicBezTo>
                  <a:pt x="1038893" y="203360"/>
                  <a:pt x="1039661" y="220943"/>
                  <a:pt x="1040428" y="238527"/>
                </a:cubicBezTo>
                <a:lnTo>
                  <a:pt x="1040428" y="307333"/>
                </a:lnTo>
                <a:lnTo>
                  <a:pt x="1035825" y="385312"/>
                </a:lnTo>
                <a:lnTo>
                  <a:pt x="1031221" y="477053"/>
                </a:lnTo>
                <a:lnTo>
                  <a:pt x="1019712" y="577969"/>
                </a:lnTo>
                <a:lnTo>
                  <a:pt x="1005901" y="688058"/>
                </a:lnTo>
                <a:lnTo>
                  <a:pt x="971373" y="935758"/>
                </a:lnTo>
                <a:lnTo>
                  <a:pt x="934710" y="1177267"/>
                </a:lnTo>
                <a:lnTo>
                  <a:pt x="73225" y="1177267"/>
                </a:lnTo>
                <a:lnTo>
                  <a:pt x="66753" y="1084837"/>
                </a:lnTo>
                <a:lnTo>
                  <a:pt x="43735" y="782092"/>
                </a:lnTo>
                <a:lnTo>
                  <a:pt x="23018" y="502282"/>
                </a:lnTo>
                <a:lnTo>
                  <a:pt x="0" y="268343"/>
                </a:lnTo>
                <a:lnTo>
                  <a:pt x="26802" y="55482"/>
                </a:lnTo>
                <a:lnTo>
                  <a:pt x="128903" y="29816"/>
                </a:lnTo>
                <a:lnTo>
                  <a:pt x="280824" y="13761"/>
                </a:lnTo>
                <a:lnTo>
                  <a:pt x="370595" y="9174"/>
                </a:lnTo>
                <a:lnTo>
                  <a:pt x="462668" y="2294"/>
                </a:lnTo>
                <a:lnTo>
                  <a:pt x="554742" y="0"/>
                </a:lnTo>
                <a:close/>
              </a:path>
            </a:pathLst>
          </a:custGeom>
          <a:solidFill>
            <a:srgbClr val="2C2A6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53" name="Freeform 352">
            <a:extLst>
              <a:ext uri="{FF2B5EF4-FFF2-40B4-BE49-F238E27FC236}">
                <a16:creationId xmlns:a16="http://schemas.microsoft.com/office/drawing/2014/main" id="{D49776AE-B126-634E-A1DE-3197BB194653}"/>
              </a:ext>
            </a:extLst>
          </p:cNvPr>
          <p:cNvSpPr>
            <a:spLocks/>
          </p:cNvSpPr>
          <p:nvPr/>
        </p:nvSpPr>
        <p:spPr bwMode="auto">
          <a:xfrm>
            <a:off x="3216102" y="5852406"/>
            <a:ext cx="1032480" cy="1894123"/>
          </a:xfrm>
          <a:custGeom>
            <a:avLst/>
            <a:gdLst>
              <a:gd name="connsiteX0" fmla="*/ 834406 w 871638"/>
              <a:gd name="connsiteY0" fmla="*/ 0 h 1599053"/>
              <a:gd name="connsiteX1" fmla="*/ 841283 w 871638"/>
              <a:gd name="connsiteY1" fmla="*/ 286540 h 1599053"/>
              <a:gd name="connsiteX2" fmla="*/ 859622 w 871638"/>
              <a:gd name="connsiteY2" fmla="*/ 946729 h 1599053"/>
              <a:gd name="connsiteX3" fmla="*/ 866499 w 871638"/>
              <a:gd name="connsiteY3" fmla="*/ 1324962 h 1599053"/>
              <a:gd name="connsiteX4" fmla="*/ 871638 w 871638"/>
              <a:gd name="connsiteY4" fmla="*/ 1599053 h 1599053"/>
              <a:gd name="connsiteX5" fmla="*/ 71422 w 871638"/>
              <a:gd name="connsiteY5" fmla="*/ 1599053 h 1599053"/>
              <a:gd name="connsiteX6" fmla="*/ 50431 w 871638"/>
              <a:gd name="connsiteY6" fmla="*/ 1389147 h 1599053"/>
              <a:gd name="connsiteX7" fmla="*/ 25216 w 871638"/>
              <a:gd name="connsiteY7" fmla="*/ 1100314 h 1599053"/>
              <a:gd name="connsiteX8" fmla="*/ 6877 w 871638"/>
              <a:gd name="connsiteY8" fmla="*/ 850451 h 1599053"/>
              <a:gd name="connsiteX9" fmla="*/ 2293 w 871638"/>
              <a:gd name="connsiteY9" fmla="*/ 747297 h 1599053"/>
              <a:gd name="connsiteX10" fmla="*/ 0 w 871638"/>
              <a:gd name="connsiteY10" fmla="*/ 651019 h 1599053"/>
              <a:gd name="connsiteX11" fmla="*/ 0 w 871638"/>
              <a:gd name="connsiteY11" fmla="*/ 570788 h 1599053"/>
              <a:gd name="connsiteX12" fmla="*/ 2293 w 871638"/>
              <a:gd name="connsiteY12" fmla="*/ 508895 h 1599053"/>
              <a:gd name="connsiteX13" fmla="*/ 11462 w 871638"/>
              <a:gd name="connsiteY13" fmla="*/ 463049 h 1599053"/>
              <a:gd name="connsiteX14" fmla="*/ 13754 w 871638"/>
              <a:gd name="connsiteY14" fmla="*/ 444711 h 1599053"/>
              <a:gd name="connsiteX15" fmla="*/ 18339 w 871638"/>
              <a:gd name="connsiteY15" fmla="*/ 433249 h 1599053"/>
              <a:gd name="connsiteX16" fmla="*/ 32093 w 871638"/>
              <a:gd name="connsiteY16" fmla="*/ 412618 h 1599053"/>
              <a:gd name="connsiteX17" fmla="*/ 50431 w 871638"/>
              <a:gd name="connsiteY17" fmla="*/ 394279 h 1599053"/>
              <a:gd name="connsiteX18" fmla="*/ 68770 w 871638"/>
              <a:gd name="connsiteY18" fmla="*/ 371356 h 1599053"/>
              <a:gd name="connsiteX19" fmla="*/ 91693 w 871638"/>
              <a:gd name="connsiteY19" fmla="*/ 353018 h 1599053"/>
              <a:gd name="connsiteX20" fmla="*/ 139832 w 871638"/>
              <a:gd name="connsiteY20" fmla="*/ 314048 h 1599053"/>
              <a:gd name="connsiteX21" fmla="*/ 199432 w 871638"/>
              <a:gd name="connsiteY21" fmla="*/ 275079 h 1599053"/>
              <a:gd name="connsiteX22" fmla="*/ 265910 w 871638"/>
              <a:gd name="connsiteY22" fmla="*/ 238402 h 1599053"/>
              <a:gd name="connsiteX23" fmla="*/ 332387 w 871638"/>
              <a:gd name="connsiteY23" fmla="*/ 204017 h 1599053"/>
              <a:gd name="connsiteX24" fmla="*/ 403449 w 871638"/>
              <a:gd name="connsiteY24" fmla="*/ 169632 h 1599053"/>
              <a:gd name="connsiteX25" fmla="*/ 474511 w 871638"/>
              <a:gd name="connsiteY25" fmla="*/ 135247 h 1599053"/>
              <a:gd name="connsiteX26" fmla="*/ 609759 w 871638"/>
              <a:gd name="connsiteY26" fmla="*/ 80231 h 1599053"/>
              <a:gd name="connsiteX27" fmla="*/ 726667 w 871638"/>
              <a:gd name="connsiteY27" fmla="*/ 38970 h 15990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871638" h="1599053">
                <a:moveTo>
                  <a:pt x="834406" y="0"/>
                </a:moveTo>
                <a:lnTo>
                  <a:pt x="841283" y="286540"/>
                </a:lnTo>
                <a:lnTo>
                  <a:pt x="859622" y="946729"/>
                </a:lnTo>
                <a:lnTo>
                  <a:pt x="866499" y="1324962"/>
                </a:lnTo>
                <a:lnTo>
                  <a:pt x="871638" y="1599053"/>
                </a:lnTo>
                <a:lnTo>
                  <a:pt x="71422" y="1599053"/>
                </a:lnTo>
                <a:lnTo>
                  <a:pt x="50431" y="1389147"/>
                </a:lnTo>
                <a:lnTo>
                  <a:pt x="25216" y="1100314"/>
                </a:lnTo>
                <a:lnTo>
                  <a:pt x="6877" y="850451"/>
                </a:lnTo>
                <a:lnTo>
                  <a:pt x="2293" y="747297"/>
                </a:lnTo>
                <a:lnTo>
                  <a:pt x="0" y="651019"/>
                </a:lnTo>
                <a:lnTo>
                  <a:pt x="0" y="570788"/>
                </a:lnTo>
                <a:lnTo>
                  <a:pt x="2293" y="508895"/>
                </a:lnTo>
                <a:lnTo>
                  <a:pt x="11462" y="463049"/>
                </a:lnTo>
                <a:lnTo>
                  <a:pt x="13754" y="444711"/>
                </a:lnTo>
                <a:lnTo>
                  <a:pt x="18339" y="433249"/>
                </a:lnTo>
                <a:lnTo>
                  <a:pt x="32093" y="412618"/>
                </a:lnTo>
                <a:lnTo>
                  <a:pt x="50431" y="394279"/>
                </a:lnTo>
                <a:lnTo>
                  <a:pt x="68770" y="371356"/>
                </a:lnTo>
                <a:lnTo>
                  <a:pt x="91693" y="353018"/>
                </a:lnTo>
                <a:lnTo>
                  <a:pt x="139832" y="314048"/>
                </a:lnTo>
                <a:lnTo>
                  <a:pt x="199432" y="275079"/>
                </a:lnTo>
                <a:lnTo>
                  <a:pt x="265910" y="238402"/>
                </a:lnTo>
                <a:lnTo>
                  <a:pt x="332387" y="204017"/>
                </a:lnTo>
                <a:lnTo>
                  <a:pt x="403449" y="169632"/>
                </a:lnTo>
                <a:lnTo>
                  <a:pt x="474511" y="135247"/>
                </a:lnTo>
                <a:lnTo>
                  <a:pt x="609759" y="80231"/>
                </a:lnTo>
                <a:lnTo>
                  <a:pt x="726667" y="38970"/>
                </a:lnTo>
                <a:close/>
              </a:path>
            </a:pathLst>
          </a:custGeom>
          <a:solidFill>
            <a:srgbClr val="2C2A6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54" name="Freeform 331">
            <a:extLst>
              <a:ext uri="{FF2B5EF4-FFF2-40B4-BE49-F238E27FC236}">
                <a16:creationId xmlns:a16="http://schemas.microsoft.com/office/drawing/2014/main" id="{9316E3F4-0377-9A4A-8B6D-C948068E0B7B}"/>
              </a:ext>
            </a:extLst>
          </p:cNvPr>
          <p:cNvSpPr>
            <a:spLocks/>
          </p:cNvSpPr>
          <p:nvPr/>
        </p:nvSpPr>
        <p:spPr bwMode="auto">
          <a:xfrm>
            <a:off x="2238588" y="6015324"/>
            <a:ext cx="1770387" cy="1162156"/>
          </a:xfrm>
          <a:custGeom>
            <a:avLst/>
            <a:gdLst>
              <a:gd name="T0" fmla="*/ 117 w 651"/>
              <a:gd name="T1" fmla="*/ 389 h 430"/>
              <a:gd name="T2" fmla="*/ 117 w 651"/>
              <a:gd name="T3" fmla="*/ 389 h 430"/>
              <a:gd name="T4" fmla="*/ 547 w 651"/>
              <a:gd name="T5" fmla="*/ 430 h 430"/>
              <a:gd name="T6" fmla="*/ 651 w 651"/>
              <a:gd name="T7" fmla="*/ 205 h 430"/>
              <a:gd name="T8" fmla="*/ 651 w 651"/>
              <a:gd name="T9" fmla="*/ 205 h 430"/>
              <a:gd name="T10" fmla="*/ 644 w 651"/>
              <a:gd name="T11" fmla="*/ 196 h 430"/>
              <a:gd name="T12" fmla="*/ 624 w 651"/>
              <a:gd name="T13" fmla="*/ 172 h 430"/>
              <a:gd name="T14" fmla="*/ 592 w 651"/>
              <a:gd name="T15" fmla="*/ 140 h 430"/>
              <a:gd name="T16" fmla="*/ 573 w 651"/>
              <a:gd name="T17" fmla="*/ 121 h 430"/>
              <a:gd name="T18" fmla="*/ 552 w 651"/>
              <a:gd name="T19" fmla="*/ 102 h 430"/>
              <a:gd name="T20" fmla="*/ 528 w 651"/>
              <a:gd name="T21" fmla="*/ 83 h 430"/>
              <a:gd name="T22" fmla="*/ 504 w 651"/>
              <a:gd name="T23" fmla="*/ 65 h 430"/>
              <a:gd name="T24" fmla="*/ 479 w 651"/>
              <a:gd name="T25" fmla="*/ 48 h 430"/>
              <a:gd name="T26" fmla="*/ 451 w 651"/>
              <a:gd name="T27" fmla="*/ 32 h 430"/>
              <a:gd name="T28" fmla="*/ 423 w 651"/>
              <a:gd name="T29" fmla="*/ 19 h 430"/>
              <a:gd name="T30" fmla="*/ 408 w 651"/>
              <a:gd name="T31" fmla="*/ 14 h 430"/>
              <a:gd name="T32" fmla="*/ 394 w 651"/>
              <a:gd name="T33" fmla="*/ 9 h 430"/>
              <a:gd name="T34" fmla="*/ 381 w 651"/>
              <a:gd name="T35" fmla="*/ 5 h 430"/>
              <a:gd name="T36" fmla="*/ 366 w 651"/>
              <a:gd name="T37" fmla="*/ 3 h 430"/>
              <a:gd name="T38" fmla="*/ 352 w 651"/>
              <a:gd name="T39" fmla="*/ 2 h 430"/>
              <a:gd name="T40" fmla="*/ 337 w 651"/>
              <a:gd name="T41" fmla="*/ 0 h 430"/>
              <a:gd name="T42" fmla="*/ 337 w 651"/>
              <a:gd name="T43" fmla="*/ 0 h 430"/>
              <a:gd name="T44" fmla="*/ 307 w 651"/>
              <a:gd name="T45" fmla="*/ 2 h 430"/>
              <a:gd name="T46" fmla="*/ 278 w 651"/>
              <a:gd name="T47" fmla="*/ 4 h 430"/>
              <a:gd name="T48" fmla="*/ 248 w 651"/>
              <a:gd name="T49" fmla="*/ 8 h 430"/>
              <a:gd name="T50" fmla="*/ 219 w 651"/>
              <a:gd name="T51" fmla="*/ 13 h 430"/>
              <a:gd name="T52" fmla="*/ 190 w 651"/>
              <a:gd name="T53" fmla="*/ 17 h 430"/>
              <a:gd name="T54" fmla="*/ 162 w 651"/>
              <a:gd name="T55" fmla="*/ 23 h 430"/>
              <a:gd name="T56" fmla="*/ 110 w 651"/>
              <a:gd name="T57" fmla="*/ 37 h 430"/>
              <a:gd name="T58" fmla="*/ 65 w 651"/>
              <a:gd name="T59" fmla="*/ 49 h 430"/>
              <a:gd name="T60" fmla="*/ 30 w 651"/>
              <a:gd name="T61" fmla="*/ 60 h 430"/>
              <a:gd name="T62" fmla="*/ 0 w 651"/>
              <a:gd name="T63" fmla="*/ 69 h 430"/>
              <a:gd name="T64" fmla="*/ 117 w 651"/>
              <a:gd name="T65" fmla="*/ 389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51" h="430">
                <a:moveTo>
                  <a:pt x="117" y="389"/>
                </a:moveTo>
                <a:lnTo>
                  <a:pt x="117" y="389"/>
                </a:lnTo>
                <a:lnTo>
                  <a:pt x="547" y="430"/>
                </a:lnTo>
                <a:lnTo>
                  <a:pt x="651" y="205"/>
                </a:lnTo>
                <a:lnTo>
                  <a:pt x="651" y="205"/>
                </a:lnTo>
                <a:lnTo>
                  <a:pt x="644" y="196"/>
                </a:lnTo>
                <a:lnTo>
                  <a:pt x="624" y="172"/>
                </a:lnTo>
                <a:lnTo>
                  <a:pt x="592" y="140"/>
                </a:lnTo>
                <a:lnTo>
                  <a:pt x="573" y="121"/>
                </a:lnTo>
                <a:lnTo>
                  <a:pt x="552" y="102"/>
                </a:lnTo>
                <a:lnTo>
                  <a:pt x="528" y="83"/>
                </a:lnTo>
                <a:lnTo>
                  <a:pt x="504" y="65"/>
                </a:lnTo>
                <a:lnTo>
                  <a:pt x="479" y="48"/>
                </a:lnTo>
                <a:lnTo>
                  <a:pt x="451" y="32"/>
                </a:lnTo>
                <a:lnTo>
                  <a:pt x="423" y="19"/>
                </a:lnTo>
                <a:lnTo>
                  <a:pt x="408" y="14"/>
                </a:lnTo>
                <a:lnTo>
                  <a:pt x="394" y="9"/>
                </a:lnTo>
                <a:lnTo>
                  <a:pt x="381" y="5"/>
                </a:lnTo>
                <a:lnTo>
                  <a:pt x="366" y="3"/>
                </a:lnTo>
                <a:lnTo>
                  <a:pt x="352" y="2"/>
                </a:lnTo>
                <a:lnTo>
                  <a:pt x="337" y="0"/>
                </a:lnTo>
                <a:lnTo>
                  <a:pt x="337" y="0"/>
                </a:lnTo>
                <a:lnTo>
                  <a:pt x="307" y="2"/>
                </a:lnTo>
                <a:lnTo>
                  <a:pt x="278" y="4"/>
                </a:lnTo>
                <a:lnTo>
                  <a:pt x="248" y="8"/>
                </a:lnTo>
                <a:lnTo>
                  <a:pt x="219" y="13"/>
                </a:lnTo>
                <a:lnTo>
                  <a:pt x="190" y="17"/>
                </a:lnTo>
                <a:lnTo>
                  <a:pt x="162" y="23"/>
                </a:lnTo>
                <a:lnTo>
                  <a:pt x="110" y="37"/>
                </a:lnTo>
                <a:lnTo>
                  <a:pt x="65" y="49"/>
                </a:lnTo>
                <a:lnTo>
                  <a:pt x="30" y="60"/>
                </a:lnTo>
                <a:lnTo>
                  <a:pt x="0" y="69"/>
                </a:lnTo>
                <a:lnTo>
                  <a:pt x="117" y="389"/>
                </a:lnTo>
                <a:close/>
              </a:path>
            </a:pathLst>
          </a:custGeom>
          <a:solidFill>
            <a:srgbClr val="2C2A6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5" name="Freeform 332">
            <a:extLst>
              <a:ext uri="{FF2B5EF4-FFF2-40B4-BE49-F238E27FC236}">
                <a16:creationId xmlns:a16="http://schemas.microsoft.com/office/drawing/2014/main" id="{93DEC682-BE41-1847-9706-A868E4ECBE97}"/>
              </a:ext>
            </a:extLst>
          </p:cNvPr>
          <p:cNvSpPr>
            <a:spLocks/>
          </p:cNvSpPr>
          <p:nvPr/>
        </p:nvSpPr>
        <p:spPr bwMode="auto">
          <a:xfrm>
            <a:off x="1983349" y="3376036"/>
            <a:ext cx="1743236" cy="2639288"/>
          </a:xfrm>
          <a:custGeom>
            <a:avLst/>
            <a:gdLst>
              <a:gd name="T0" fmla="*/ 0 w 643"/>
              <a:gd name="T1" fmla="*/ 70 h 974"/>
              <a:gd name="T2" fmla="*/ 246 w 643"/>
              <a:gd name="T3" fmla="*/ 4 h 974"/>
              <a:gd name="T4" fmla="*/ 246 w 643"/>
              <a:gd name="T5" fmla="*/ 4 h 974"/>
              <a:gd name="T6" fmla="*/ 261 w 643"/>
              <a:gd name="T7" fmla="*/ 20 h 974"/>
              <a:gd name="T8" fmla="*/ 278 w 643"/>
              <a:gd name="T9" fmla="*/ 37 h 974"/>
              <a:gd name="T10" fmla="*/ 298 w 643"/>
              <a:gd name="T11" fmla="*/ 56 h 974"/>
              <a:gd name="T12" fmla="*/ 319 w 643"/>
              <a:gd name="T13" fmla="*/ 74 h 974"/>
              <a:gd name="T14" fmla="*/ 340 w 643"/>
              <a:gd name="T15" fmla="*/ 91 h 974"/>
              <a:gd name="T16" fmla="*/ 350 w 643"/>
              <a:gd name="T17" fmla="*/ 97 h 974"/>
              <a:gd name="T18" fmla="*/ 358 w 643"/>
              <a:gd name="T19" fmla="*/ 102 h 974"/>
              <a:gd name="T20" fmla="*/ 365 w 643"/>
              <a:gd name="T21" fmla="*/ 105 h 974"/>
              <a:gd name="T22" fmla="*/ 373 w 643"/>
              <a:gd name="T23" fmla="*/ 107 h 974"/>
              <a:gd name="T24" fmla="*/ 373 w 643"/>
              <a:gd name="T25" fmla="*/ 107 h 974"/>
              <a:gd name="T26" fmla="*/ 376 w 643"/>
              <a:gd name="T27" fmla="*/ 105 h 974"/>
              <a:gd name="T28" fmla="*/ 380 w 643"/>
              <a:gd name="T29" fmla="*/ 102 h 974"/>
              <a:gd name="T30" fmla="*/ 385 w 643"/>
              <a:gd name="T31" fmla="*/ 97 h 974"/>
              <a:gd name="T32" fmla="*/ 390 w 643"/>
              <a:gd name="T33" fmla="*/ 90 h 974"/>
              <a:gd name="T34" fmla="*/ 399 w 643"/>
              <a:gd name="T35" fmla="*/ 73 h 974"/>
              <a:gd name="T36" fmla="*/ 409 w 643"/>
              <a:gd name="T37" fmla="*/ 53 h 974"/>
              <a:gd name="T38" fmla="*/ 426 w 643"/>
              <a:gd name="T39" fmla="*/ 17 h 974"/>
              <a:gd name="T40" fmla="*/ 433 w 643"/>
              <a:gd name="T41" fmla="*/ 0 h 974"/>
              <a:gd name="T42" fmla="*/ 433 w 643"/>
              <a:gd name="T43" fmla="*/ 0 h 974"/>
              <a:gd name="T44" fmla="*/ 562 w 643"/>
              <a:gd name="T45" fmla="*/ 29 h 974"/>
              <a:gd name="T46" fmla="*/ 643 w 643"/>
              <a:gd name="T47" fmla="*/ 954 h 974"/>
              <a:gd name="T48" fmla="*/ 643 w 643"/>
              <a:gd name="T49" fmla="*/ 954 h 974"/>
              <a:gd name="T50" fmla="*/ 629 w 643"/>
              <a:gd name="T51" fmla="*/ 956 h 974"/>
              <a:gd name="T52" fmla="*/ 590 w 643"/>
              <a:gd name="T53" fmla="*/ 962 h 974"/>
              <a:gd name="T54" fmla="*/ 527 w 643"/>
              <a:gd name="T55" fmla="*/ 968 h 974"/>
              <a:gd name="T56" fmla="*/ 490 w 643"/>
              <a:gd name="T57" fmla="*/ 971 h 974"/>
              <a:gd name="T58" fmla="*/ 446 w 643"/>
              <a:gd name="T59" fmla="*/ 972 h 974"/>
              <a:gd name="T60" fmla="*/ 400 w 643"/>
              <a:gd name="T61" fmla="*/ 974 h 974"/>
              <a:gd name="T62" fmla="*/ 350 w 643"/>
              <a:gd name="T63" fmla="*/ 974 h 974"/>
              <a:gd name="T64" fmla="*/ 298 w 643"/>
              <a:gd name="T65" fmla="*/ 972 h 974"/>
              <a:gd name="T66" fmla="*/ 241 w 643"/>
              <a:gd name="T67" fmla="*/ 969 h 974"/>
              <a:gd name="T68" fmla="*/ 184 w 643"/>
              <a:gd name="T69" fmla="*/ 964 h 974"/>
              <a:gd name="T70" fmla="*/ 123 w 643"/>
              <a:gd name="T71" fmla="*/ 956 h 974"/>
              <a:gd name="T72" fmla="*/ 63 w 643"/>
              <a:gd name="T73" fmla="*/ 945 h 974"/>
              <a:gd name="T74" fmla="*/ 32 w 643"/>
              <a:gd name="T75" fmla="*/ 939 h 974"/>
              <a:gd name="T76" fmla="*/ 0 w 643"/>
              <a:gd name="T77" fmla="*/ 931 h 974"/>
              <a:gd name="T78" fmla="*/ 0 w 643"/>
              <a:gd name="T79" fmla="*/ 931 h 974"/>
              <a:gd name="T80" fmla="*/ 3 w 643"/>
              <a:gd name="T81" fmla="*/ 795 h 974"/>
              <a:gd name="T82" fmla="*/ 3 w 643"/>
              <a:gd name="T83" fmla="*/ 650 h 974"/>
              <a:gd name="T84" fmla="*/ 3 w 643"/>
              <a:gd name="T85" fmla="*/ 370 h 974"/>
              <a:gd name="T86" fmla="*/ 1 w 643"/>
              <a:gd name="T87" fmla="*/ 156 h 974"/>
              <a:gd name="T88" fmla="*/ 0 w 643"/>
              <a:gd name="T89" fmla="*/ 70 h 974"/>
              <a:gd name="T90" fmla="*/ 0 w 643"/>
              <a:gd name="T91" fmla="*/ 70 h 9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43" h="974">
                <a:moveTo>
                  <a:pt x="0" y="70"/>
                </a:moveTo>
                <a:lnTo>
                  <a:pt x="246" y="4"/>
                </a:lnTo>
                <a:lnTo>
                  <a:pt x="246" y="4"/>
                </a:lnTo>
                <a:lnTo>
                  <a:pt x="261" y="20"/>
                </a:lnTo>
                <a:lnTo>
                  <a:pt x="278" y="37"/>
                </a:lnTo>
                <a:lnTo>
                  <a:pt x="298" y="56"/>
                </a:lnTo>
                <a:lnTo>
                  <a:pt x="319" y="74"/>
                </a:lnTo>
                <a:lnTo>
                  <a:pt x="340" y="91"/>
                </a:lnTo>
                <a:lnTo>
                  <a:pt x="350" y="97"/>
                </a:lnTo>
                <a:lnTo>
                  <a:pt x="358" y="102"/>
                </a:lnTo>
                <a:lnTo>
                  <a:pt x="365" y="105"/>
                </a:lnTo>
                <a:lnTo>
                  <a:pt x="373" y="107"/>
                </a:lnTo>
                <a:lnTo>
                  <a:pt x="373" y="107"/>
                </a:lnTo>
                <a:lnTo>
                  <a:pt x="376" y="105"/>
                </a:lnTo>
                <a:lnTo>
                  <a:pt x="380" y="102"/>
                </a:lnTo>
                <a:lnTo>
                  <a:pt x="385" y="97"/>
                </a:lnTo>
                <a:lnTo>
                  <a:pt x="390" y="90"/>
                </a:lnTo>
                <a:lnTo>
                  <a:pt x="399" y="73"/>
                </a:lnTo>
                <a:lnTo>
                  <a:pt x="409" y="53"/>
                </a:lnTo>
                <a:lnTo>
                  <a:pt x="426" y="17"/>
                </a:lnTo>
                <a:lnTo>
                  <a:pt x="433" y="0"/>
                </a:lnTo>
                <a:lnTo>
                  <a:pt x="433" y="0"/>
                </a:lnTo>
                <a:lnTo>
                  <a:pt x="562" y="29"/>
                </a:lnTo>
                <a:lnTo>
                  <a:pt x="643" y="954"/>
                </a:lnTo>
                <a:lnTo>
                  <a:pt x="643" y="954"/>
                </a:lnTo>
                <a:lnTo>
                  <a:pt x="629" y="956"/>
                </a:lnTo>
                <a:lnTo>
                  <a:pt x="590" y="962"/>
                </a:lnTo>
                <a:lnTo>
                  <a:pt x="527" y="968"/>
                </a:lnTo>
                <a:lnTo>
                  <a:pt x="490" y="971"/>
                </a:lnTo>
                <a:lnTo>
                  <a:pt x="446" y="972"/>
                </a:lnTo>
                <a:lnTo>
                  <a:pt x="400" y="974"/>
                </a:lnTo>
                <a:lnTo>
                  <a:pt x="350" y="974"/>
                </a:lnTo>
                <a:lnTo>
                  <a:pt x="298" y="972"/>
                </a:lnTo>
                <a:lnTo>
                  <a:pt x="241" y="969"/>
                </a:lnTo>
                <a:lnTo>
                  <a:pt x="184" y="964"/>
                </a:lnTo>
                <a:lnTo>
                  <a:pt x="123" y="956"/>
                </a:lnTo>
                <a:lnTo>
                  <a:pt x="63" y="945"/>
                </a:lnTo>
                <a:lnTo>
                  <a:pt x="32" y="939"/>
                </a:lnTo>
                <a:lnTo>
                  <a:pt x="0" y="931"/>
                </a:lnTo>
                <a:lnTo>
                  <a:pt x="0" y="931"/>
                </a:lnTo>
                <a:lnTo>
                  <a:pt x="3" y="795"/>
                </a:lnTo>
                <a:lnTo>
                  <a:pt x="3" y="650"/>
                </a:lnTo>
                <a:lnTo>
                  <a:pt x="3" y="370"/>
                </a:lnTo>
                <a:lnTo>
                  <a:pt x="1" y="156"/>
                </a:lnTo>
                <a:lnTo>
                  <a:pt x="0" y="70"/>
                </a:lnTo>
                <a:lnTo>
                  <a:pt x="0" y="7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6" name="Line 333">
            <a:extLst>
              <a:ext uri="{FF2B5EF4-FFF2-40B4-BE49-F238E27FC236}">
                <a16:creationId xmlns:a16="http://schemas.microsoft.com/office/drawing/2014/main" id="{E72F829C-E819-D34B-9C8C-02C40FB2BBBA}"/>
              </a:ext>
            </a:extLst>
          </p:cNvPr>
          <p:cNvSpPr>
            <a:spLocks noChangeShapeType="1"/>
          </p:cNvSpPr>
          <p:nvPr/>
        </p:nvSpPr>
        <p:spPr bwMode="auto">
          <a:xfrm>
            <a:off x="2428662" y="3365174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7" name="Line 334">
            <a:extLst>
              <a:ext uri="{FF2B5EF4-FFF2-40B4-BE49-F238E27FC236}">
                <a16:creationId xmlns:a16="http://schemas.microsoft.com/office/drawing/2014/main" id="{48CC04F7-FCB3-B44E-B075-1B745EF18BEB}"/>
              </a:ext>
            </a:extLst>
          </p:cNvPr>
          <p:cNvSpPr>
            <a:spLocks noChangeShapeType="1"/>
          </p:cNvSpPr>
          <p:nvPr/>
        </p:nvSpPr>
        <p:spPr bwMode="auto">
          <a:xfrm>
            <a:off x="2428662" y="3365174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8" name="Freeform 335">
            <a:extLst>
              <a:ext uri="{FF2B5EF4-FFF2-40B4-BE49-F238E27FC236}">
                <a16:creationId xmlns:a16="http://schemas.microsoft.com/office/drawing/2014/main" id="{04A6C7D1-C2BE-D042-908C-D87A44605B7A}"/>
              </a:ext>
            </a:extLst>
          </p:cNvPr>
          <p:cNvSpPr>
            <a:spLocks/>
          </p:cNvSpPr>
          <p:nvPr/>
        </p:nvSpPr>
        <p:spPr bwMode="auto">
          <a:xfrm>
            <a:off x="2977154" y="3864792"/>
            <a:ext cx="282393" cy="1547733"/>
          </a:xfrm>
          <a:custGeom>
            <a:avLst/>
            <a:gdLst>
              <a:gd name="T0" fmla="*/ 2 w 103"/>
              <a:gd name="T1" fmla="*/ 3 h 569"/>
              <a:gd name="T2" fmla="*/ 0 w 103"/>
              <a:gd name="T3" fmla="*/ 164 h 569"/>
              <a:gd name="T4" fmla="*/ 103 w 103"/>
              <a:gd name="T5" fmla="*/ 569 h 569"/>
              <a:gd name="T6" fmla="*/ 92 w 103"/>
              <a:gd name="T7" fmla="*/ 133 h 569"/>
              <a:gd name="T8" fmla="*/ 28 w 103"/>
              <a:gd name="T9" fmla="*/ 0 h 569"/>
              <a:gd name="T10" fmla="*/ 2 w 103"/>
              <a:gd name="T11" fmla="*/ 3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3" h="569">
                <a:moveTo>
                  <a:pt x="2" y="3"/>
                </a:moveTo>
                <a:lnTo>
                  <a:pt x="0" y="164"/>
                </a:lnTo>
                <a:lnTo>
                  <a:pt x="103" y="569"/>
                </a:lnTo>
                <a:lnTo>
                  <a:pt x="92" y="133"/>
                </a:lnTo>
                <a:lnTo>
                  <a:pt x="28" y="0"/>
                </a:lnTo>
                <a:lnTo>
                  <a:pt x="2" y="3"/>
                </a:lnTo>
                <a:close/>
              </a:path>
            </a:pathLst>
          </a:custGeom>
          <a:solidFill>
            <a:srgbClr val="FFC61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9" name="Freeform 336">
            <a:extLst>
              <a:ext uri="{FF2B5EF4-FFF2-40B4-BE49-F238E27FC236}">
                <a16:creationId xmlns:a16="http://schemas.microsoft.com/office/drawing/2014/main" id="{875C878B-F020-B341-9F83-A66EDC3B13CD}"/>
              </a:ext>
            </a:extLst>
          </p:cNvPr>
          <p:cNvSpPr>
            <a:spLocks/>
          </p:cNvSpPr>
          <p:nvPr/>
        </p:nvSpPr>
        <p:spPr bwMode="auto">
          <a:xfrm>
            <a:off x="3156366" y="3376036"/>
            <a:ext cx="1145865" cy="3057449"/>
          </a:xfrm>
          <a:custGeom>
            <a:avLst/>
            <a:gdLst>
              <a:gd name="T0" fmla="*/ 48 w 422"/>
              <a:gd name="T1" fmla="*/ 1126 h 1127"/>
              <a:gd name="T2" fmla="*/ 16 w 422"/>
              <a:gd name="T3" fmla="*/ 467 h 1127"/>
              <a:gd name="T4" fmla="*/ 0 w 422"/>
              <a:gd name="T5" fmla="*/ 0 h 1127"/>
              <a:gd name="T6" fmla="*/ 0 w 422"/>
              <a:gd name="T7" fmla="*/ 0 h 1127"/>
              <a:gd name="T8" fmla="*/ 24 w 422"/>
              <a:gd name="T9" fmla="*/ 3 h 1127"/>
              <a:gd name="T10" fmla="*/ 48 w 422"/>
              <a:gd name="T11" fmla="*/ 5 h 1127"/>
              <a:gd name="T12" fmla="*/ 94 w 422"/>
              <a:gd name="T13" fmla="*/ 12 h 1127"/>
              <a:gd name="T14" fmla="*/ 137 w 422"/>
              <a:gd name="T15" fmla="*/ 22 h 1127"/>
              <a:gd name="T16" fmla="*/ 175 w 422"/>
              <a:gd name="T17" fmla="*/ 32 h 1127"/>
              <a:gd name="T18" fmla="*/ 207 w 422"/>
              <a:gd name="T19" fmla="*/ 41 h 1127"/>
              <a:gd name="T20" fmla="*/ 231 w 422"/>
              <a:gd name="T21" fmla="*/ 49 h 1127"/>
              <a:gd name="T22" fmla="*/ 253 w 422"/>
              <a:gd name="T23" fmla="*/ 57 h 1127"/>
              <a:gd name="T24" fmla="*/ 253 w 422"/>
              <a:gd name="T25" fmla="*/ 57 h 1127"/>
              <a:gd name="T26" fmla="*/ 261 w 422"/>
              <a:gd name="T27" fmla="*/ 75 h 1127"/>
              <a:gd name="T28" fmla="*/ 272 w 422"/>
              <a:gd name="T29" fmla="*/ 98 h 1127"/>
              <a:gd name="T30" fmla="*/ 285 w 422"/>
              <a:gd name="T31" fmla="*/ 130 h 1127"/>
              <a:gd name="T32" fmla="*/ 300 w 422"/>
              <a:gd name="T33" fmla="*/ 168 h 1127"/>
              <a:gd name="T34" fmla="*/ 317 w 422"/>
              <a:gd name="T35" fmla="*/ 216 h 1127"/>
              <a:gd name="T36" fmla="*/ 335 w 422"/>
              <a:gd name="T37" fmla="*/ 270 h 1127"/>
              <a:gd name="T38" fmla="*/ 352 w 422"/>
              <a:gd name="T39" fmla="*/ 330 h 1127"/>
              <a:gd name="T40" fmla="*/ 370 w 422"/>
              <a:gd name="T41" fmla="*/ 398 h 1127"/>
              <a:gd name="T42" fmla="*/ 377 w 422"/>
              <a:gd name="T43" fmla="*/ 434 h 1127"/>
              <a:gd name="T44" fmla="*/ 386 w 422"/>
              <a:gd name="T45" fmla="*/ 472 h 1127"/>
              <a:gd name="T46" fmla="*/ 393 w 422"/>
              <a:gd name="T47" fmla="*/ 512 h 1127"/>
              <a:gd name="T48" fmla="*/ 399 w 422"/>
              <a:gd name="T49" fmla="*/ 552 h 1127"/>
              <a:gd name="T50" fmla="*/ 405 w 422"/>
              <a:gd name="T51" fmla="*/ 594 h 1127"/>
              <a:gd name="T52" fmla="*/ 410 w 422"/>
              <a:gd name="T53" fmla="*/ 638 h 1127"/>
              <a:gd name="T54" fmla="*/ 415 w 422"/>
              <a:gd name="T55" fmla="*/ 681 h 1127"/>
              <a:gd name="T56" fmla="*/ 418 w 422"/>
              <a:gd name="T57" fmla="*/ 727 h 1127"/>
              <a:gd name="T58" fmla="*/ 421 w 422"/>
              <a:gd name="T59" fmla="*/ 774 h 1127"/>
              <a:gd name="T60" fmla="*/ 422 w 422"/>
              <a:gd name="T61" fmla="*/ 821 h 1127"/>
              <a:gd name="T62" fmla="*/ 422 w 422"/>
              <a:gd name="T63" fmla="*/ 871 h 1127"/>
              <a:gd name="T64" fmla="*/ 421 w 422"/>
              <a:gd name="T65" fmla="*/ 920 h 1127"/>
              <a:gd name="T66" fmla="*/ 418 w 422"/>
              <a:gd name="T67" fmla="*/ 971 h 1127"/>
              <a:gd name="T68" fmla="*/ 414 w 422"/>
              <a:gd name="T69" fmla="*/ 1023 h 1127"/>
              <a:gd name="T70" fmla="*/ 414 w 422"/>
              <a:gd name="T71" fmla="*/ 1023 h 1127"/>
              <a:gd name="T72" fmla="*/ 386 w 422"/>
              <a:gd name="T73" fmla="*/ 1040 h 1127"/>
              <a:gd name="T74" fmla="*/ 351 w 422"/>
              <a:gd name="T75" fmla="*/ 1060 h 1127"/>
              <a:gd name="T76" fmla="*/ 331 w 422"/>
              <a:gd name="T77" fmla="*/ 1068 h 1127"/>
              <a:gd name="T78" fmla="*/ 311 w 422"/>
              <a:gd name="T79" fmla="*/ 1078 h 1127"/>
              <a:gd name="T80" fmla="*/ 289 w 422"/>
              <a:gd name="T81" fmla="*/ 1086 h 1127"/>
              <a:gd name="T82" fmla="*/ 266 w 422"/>
              <a:gd name="T83" fmla="*/ 1095 h 1127"/>
              <a:gd name="T84" fmla="*/ 243 w 422"/>
              <a:gd name="T85" fmla="*/ 1102 h 1127"/>
              <a:gd name="T86" fmla="*/ 218 w 422"/>
              <a:gd name="T87" fmla="*/ 1109 h 1127"/>
              <a:gd name="T88" fmla="*/ 191 w 422"/>
              <a:gd name="T89" fmla="*/ 1115 h 1127"/>
              <a:gd name="T90" fmla="*/ 165 w 422"/>
              <a:gd name="T91" fmla="*/ 1120 h 1127"/>
              <a:gd name="T92" fmla="*/ 137 w 422"/>
              <a:gd name="T93" fmla="*/ 1124 h 1127"/>
              <a:gd name="T94" fmla="*/ 108 w 422"/>
              <a:gd name="T95" fmla="*/ 1126 h 1127"/>
              <a:gd name="T96" fmla="*/ 79 w 422"/>
              <a:gd name="T97" fmla="*/ 1127 h 1127"/>
              <a:gd name="T98" fmla="*/ 48 w 422"/>
              <a:gd name="T99" fmla="*/ 1126 h 1127"/>
              <a:gd name="T100" fmla="*/ 48 w 422"/>
              <a:gd name="T101" fmla="*/ 1126 h 1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22" h="1127">
                <a:moveTo>
                  <a:pt x="48" y="1126"/>
                </a:moveTo>
                <a:lnTo>
                  <a:pt x="16" y="467"/>
                </a:lnTo>
                <a:lnTo>
                  <a:pt x="0" y="0"/>
                </a:lnTo>
                <a:lnTo>
                  <a:pt x="0" y="0"/>
                </a:lnTo>
                <a:lnTo>
                  <a:pt x="24" y="3"/>
                </a:lnTo>
                <a:lnTo>
                  <a:pt x="48" y="5"/>
                </a:lnTo>
                <a:lnTo>
                  <a:pt x="94" y="12"/>
                </a:lnTo>
                <a:lnTo>
                  <a:pt x="137" y="22"/>
                </a:lnTo>
                <a:lnTo>
                  <a:pt x="175" y="32"/>
                </a:lnTo>
                <a:lnTo>
                  <a:pt x="207" y="41"/>
                </a:lnTo>
                <a:lnTo>
                  <a:pt x="231" y="49"/>
                </a:lnTo>
                <a:lnTo>
                  <a:pt x="253" y="57"/>
                </a:lnTo>
                <a:lnTo>
                  <a:pt x="253" y="57"/>
                </a:lnTo>
                <a:lnTo>
                  <a:pt x="261" y="75"/>
                </a:lnTo>
                <a:lnTo>
                  <a:pt x="272" y="98"/>
                </a:lnTo>
                <a:lnTo>
                  <a:pt x="285" y="130"/>
                </a:lnTo>
                <a:lnTo>
                  <a:pt x="300" y="168"/>
                </a:lnTo>
                <a:lnTo>
                  <a:pt x="317" y="216"/>
                </a:lnTo>
                <a:lnTo>
                  <a:pt x="335" y="270"/>
                </a:lnTo>
                <a:lnTo>
                  <a:pt x="352" y="330"/>
                </a:lnTo>
                <a:lnTo>
                  <a:pt x="370" y="398"/>
                </a:lnTo>
                <a:lnTo>
                  <a:pt x="377" y="434"/>
                </a:lnTo>
                <a:lnTo>
                  <a:pt x="386" y="472"/>
                </a:lnTo>
                <a:lnTo>
                  <a:pt x="393" y="512"/>
                </a:lnTo>
                <a:lnTo>
                  <a:pt x="399" y="552"/>
                </a:lnTo>
                <a:lnTo>
                  <a:pt x="405" y="594"/>
                </a:lnTo>
                <a:lnTo>
                  <a:pt x="410" y="638"/>
                </a:lnTo>
                <a:lnTo>
                  <a:pt x="415" y="681"/>
                </a:lnTo>
                <a:lnTo>
                  <a:pt x="418" y="727"/>
                </a:lnTo>
                <a:lnTo>
                  <a:pt x="421" y="774"/>
                </a:lnTo>
                <a:lnTo>
                  <a:pt x="422" y="821"/>
                </a:lnTo>
                <a:lnTo>
                  <a:pt x="422" y="871"/>
                </a:lnTo>
                <a:lnTo>
                  <a:pt x="421" y="920"/>
                </a:lnTo>
                <a:lnTo>
                  <a:pt x="418" y="971"/>
                </a:lnTo>
                <a:lnTo>
                  <a:pt x="414" y="1023"/>
                </a:lnTo>
                <a:lnTo>
                  <a:pt x="414" y="1023"/>
                </a:lnTo>
                <a:lnTo>
                  <a:pt x="386" y="1040"/>
                </a:lnTo>
                <a:lnTo>
                  <a:pt x="351" y="1060"/>
                </a:lnTo>
                <a:lnTo>
                  <a:pt x="331" y="1068"/>
                </a:lnTo>
                <a:lnTo>
                  <a:pt x="311" y="1078"/>
                </a:lnTo>
                <a:lnTo>
                  <a:pt x="289" y="1086"/>
                </a:lnTo>
                <a:lnTo>
                  <a:pt x="266" y="1095"/>
                </a:lnTo>
                <a:lnTo>
                  <a:pt x="243" y="1102"/>
                </a:lnTo>
                <a:lnTo>
                  <a:pt x="218" y="1109"/>
                </a:lnTo>
                <a:lnTo>
                  <a:pt x="191" y="1115"/>
                </a:lnTo>
                <a:lnTo>
                  <a:pt x="165" y="1120"/>
                </a:lnTo>
                <a:lnTo>
                  <a:pt x="137" y="1124"/>
                </a:lnTo>
                <a:lnTo>
                  <a:pt x="108" y="1126"/>
                </a:lnTo>
                <a:lnTo>
                  <a:pt x="79" y="1127"/>
                </a:lnTo>
                <a:lnTo>
                  <a:pt x="48" y="1126"/>
                </a:lnTo>
                <a:lnTo>
                  <a:pt x="48" y="1126"/>
                </a:lnTo>
                <a:close/>
              </a:path>
            </a:pathLst>
          </a:custGeom>
          <a:solidFill>
            <a:srgbClr val="00A1A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0" name="Freeform 337">
            <a:extLst>
              <a:ext uri="{FF2B5EF4-FFF2-40B4-BE49-F238E27FC236}">
                <a16:creationId xmlns:a16="http://schemas.microsoft.com/office/drawing/2014/main" id="{D81F2F05-67F3-4143-8AE9-FD00797323A3}"/>
              </a:ext>
            </a:extLst>
          </p:cNvPr>
          <p:cNvSpPr>
            <a:spLocks/>
          </p:cNvSpPr>
          <p:nvPr/>
        </p:nvSpPr>
        <p:spPr bwMode="auto">
          <a:xfrm>
            <a:off x="2852252" y="3647568"/>
            <a:ext cx="260671" cy="228087"/>
          </a:xfrm>
          <a:custGeom>
            <a:avLst/>
            <a:gdLst>
              <a:gd name="T0" fmla="*/ 0 w 94"/>
              <a:gd name="T1" fmla="*/ 11 h 84"/>
              <a:gd name="T2" fmla="*/ 48 w 94"/>
              <a:gd name="T3" fmla="*/ 84 h 84"/>
              <a:gd name="T4" fmla="*/ 74 w 94"/>
              <a:gd name="T5" fmla="*/ 81 h 84"/>
              <a:gd name="T6" fmla="*/ 94 w 94"/>
              <a:gd name="T7" fmla="*/ 0 h 84"/>
              <a:gd name="T8" fmla="*/ 0 w 94"/>
              <a:gd name="T9" fmla="*/ 11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4" h="84">
                <a:moveTo>
                  <a:pt x="0" y="11"/>
                </a:moveTo>
                <a:lnTo>
                  <a:pt x="48" y="84"/>
                </a:lnTo>
                <a:lnTo>
                  <a:pt x="74" y="81"/>
                </a:lnTo>
                <a:lnTo>
                  <a:pt x="94" y="0"/>
                </a:lnTo>
                <a:lnTo>
                  <a:pt x="0" y="11"/>
                </a:lnTo>
                <a:close/>
              </a:path>
            </a:pathLst>
          </a:custGeom>
          <a:solidFill>
            <a:srgbClr val="FFC61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1" name="Freeform 338">
            <a:extLst>
              <a:ext uri="{FF2B5EF4-FFF2-40B4-BE49-F238E27FC236}">
                <a16:creationId xmlns:a16="http://schemas.microsoft.com/office/drawing/2014/main" id="{69B4886C-D95B-094E-B936-74FF0910CC60}"/>
              </a:ext>
            </a:extLst>
          </p:cNvPr>
          <p:cNvSpPr>
            <a:spLocks/>
          </p:cNvSpPr>
          <p:nvPr/>
        </p:nvSpPr>
        <p:spPr bwMode="auto">
          <a:xfrm>
            <a:off x="1896459" y="3381469"/>
            <a:ext cx="1438478" cy="3145505"/>
          </a:xfrm>
          <a:custGeom>
            <a:avLst/>
            <a:gdLst>
              <a:gd name="T0" fmla="*/ 521 w 524"/>
              <a:gd name="T1" fmla="*/ 1120 h 1124"/>
              <a:gd name="T2" fmla="*/ 521 w 524"/>
              <a:gd name="T3" fmla="*/ 1120 h 1124"/>
              <a:gd name="T4" fmla="*/ 524 w 524"/>
              <a:gd name="T5" fmla="*/ 1065 h 1124"/>
              <a:gd name="T6" fmla="*/ 524 w 524"/>
              <a:gd name="T7" fmla="*/ 1065 h 1124"/>
              <a:gd name="T8" fmla="*/ 522 w 524"/>
              <a:gd name="T9" fmla="*/ 1045 h 1124"/>
              <a:gd name="T10" fmla="*/ 519 w 524"/>
              <a:gd name="T11" fmla="*/ 994 h 1124"/>
              <a:gd name="T12" fmla="*/ 513 w 524"/>
              <a:gd name="T13" fmla="*/ 919 h 1124"/>
              <a:gd name="T14" fmla="*/ 504 w 524"/>
              <a:gd name="T15" fmla="*/ 829 h 1124"/>
              <a:gd name="T16" fmla="*/ 493 w 524"/>
              <a:gd name="T17" fmla="*/ 733 h 1124"/>
              <a:gd name="T18" fmla="*/ 481 w 524"/>
              <a:gd name="T19" fmla="*/ 637 h 1124"/>
              <a:gd name="T20" fmla="*/ 475 w 524"/>
              <a:gd name="T21" fmla="*/ 592 h 1124"/>
              <a:gd name="T22" fmla="*/ 468 w 524"/>
              <a:gd name="T23" fmla="*/ 551 h 1124"/>
              <a:gd name="T24" fmla="*/ 462 w 524"/>
              <a:gd name="T25" fmla="*/ 514 h 1124"/>
              <a:gd name="T26" fmla="*/ 455 w 524"/>
              <a:gd name="T27" fmla="*/ 482 h 1124"/>
              <a:gd name="T28" fmla="*/ 455 w 524"/>
              <a:gd name="T29" fmla="*/ 482 h 1124"/>
              <a:gd name="T30" fmla="*/ 440 w 524"/>
              <a:gd name="T31" fmla="*/ 428 h 1124"/>
              <a:gd name="T32" fmla="*/ 424 w 524"/>
              <a:gd name="T33" fmla="*/ 376 h 1124"/>
              <a:gd name="T34" fmla="*/ 410 w 524"/>
              <a:gd name="T35" fmla="*/ 326 h 1124"/>
              <a:gd name="T36" fmla="*/ 394 w 524"/>
              <a:gd name="T37" fmla="*/ 282 h 1124"/>
              <a:gd name="T38" fmla="*/ 378 w 524"/>
              <a:gd name="T39" fmla="*/ 238 h 1124"/>
              <a:gd name="T40" fmla="*/ 363 w 524"/>
              <a:gd name="T41" fmla="*/ 198 h 1124"/>
              <a:gd name="T42" fmla="*/ 348 w 524"/>
              <a:gd name="T43" fmla="*/ 162 h 1124"/>
              <a:gd name="T44" fmla="*/ 334 w 524"/>
              <a:gd name="T45" fmla="*/ 129 h 1124"/>
              <a:gd name="T46" fmla="*/ 308 w 524"/>
              <a:gd name="T47" fmla="*/ 74 h 1124"/>
              <a:gd name="T48" fmla="*/ 288 w 524"/>
              <a:gd name="T49" fmla="*/ 33 h 1124"/>
              <a:gd name="T50" fmla="*/ 270 w 524"/>
              <a:gd name="T51" fmla="*/ 0 h 1124"/>
              <a:gd name="T52" fmla="*/ 270 w 524"/>
              <a:gd name="T53" fmla="*/ 0 h 1124"/>
              <a:gd name="T54" fmla="*/ 245 w 524"/>
              <a:gd name="T55" fmla="*/ 1 h 1124"/>
              <a:gd name="T56" fmla="*/ 221 w 524"/>
              <a:gd name="T57" fmla="*/ 5 h 1124"/>
              <a:gd name="T58" fmla="*/ 197 w 524"/>
              <a:gd name="T59" fmla="*/ 10 h 1124"/>
              <a:gd name="T60" fmla="*/ 173 w 524"/>
              <a:gd name="T61" fmla="*/ 16 h 1124"/>
              <a:gd name="T62" fmla="*/ 150 w 524"/>
              <a:gd name="T63" fmla="*/ 22 h 1124"/>
              <a:gd name="T64" fmla="*/ 128 w 524"/>
              <a:gd name="T65" fmla="*/ 28 h 1124"/>
              <a:gd name="T66" fmla="*/ 87 w 524"/>
              <a:gd name="T67" fmla="*/ 42 h 1124"/>
              <a:gd name="T68" fmla="*/ 52 w 524"/>
              <a:gd name="T69" fmla="*/ 56 h 1124"/>
              <a:gd name="T70" fmla="*/ 24 w 524"/>
              <a:gd name="T71" fmla="*/ 68 h 1124"/>
              <a:gd name="T72" fmla="*/ 0 w 524"/>
              <a:gd name="T73" fmla="*/ 78 h 1124"/>
              <a:gd name="T74" fmla="*/ 0 w 524"/>
              <a:gd name="T75" fmla="*/ 78 h 1124"/>
              <a:gd name="T76" fmla="*/ 5 w 524"/>
              <a:gd name="T77" fmla="*/ 185 h 1124"/>
              <a:gd name="T78" fmla="*/ 14 w 524"/>
              <a:gd name="T79" fmla="*/ 445 h 1124"/>
              <a:gd name="T80" fmla="*/ 19 w 524"/>
              <a:gd name="T81" fmla="*/ 606 h 1124"/>
              <a:gd name="T82" fmla="*/ 23 w 524"/>
              <a:gd name="T83" fmla="*/ 771 h 1124"/>
              <a:gd name="T84" fmla="*/ 25 w 524"/>
              <a:gd name="T85" fmla="*/ 931 h 1124"/>
              <a:gd name="T86" fmla="*/ 25 w 524"/>
              <a:gd name="T87" fmla="*/ 1006 h 1124"/>
              <a:gd name="T88" fmla="*/ 24 w 524"/>
              <a:gd name="T89" fmla="*/ 1074 h 1124"/>
              <a:gd name="T90" fmla="*/ 24 w 524"/>
              <a:gd name="T91" fmla="*/ 1074 h 1124"/>
              <a:gd name="T92" fmla="*/ 45 w 524"/>
              <a:gd name="T93" fmla="*/ 1082 h 1124"/>
              <a:gd name="T94" fmla="*/ 66 w 524"/>
              <a:gd name="T95" fmla="*/ 1089 h 1124"/>
              <a:gd name="T96" fmla="*/ 88 w 524"/>
              <a:gd name="T97" fmla="*/ 1097 h 1124"/>
              <a:gd name="T98" fmla="*/ 112 w 524"/>
              <a:gd name="T99" fmla="*/ 1103 h 1124"/>
              <a:gd name="T100" fmla="*/ 138 w 524"/>
              <a:gd name="T101" fmla="*/ 1108 h 1124"/>
              <a:gd name="T102" fmla="*/ 164 w 524"/>
              <a:gd name="T103" fmla="*/ 1112 h 1124"/>
              <a:gd name="T104" fmla="*/ 192 w 524"/>
              <a:gd name="T105" fmla="*/ 1116 h 1124"/>
              <a:gd name="T106" fmla="*/ 221 w 524"/>
              <a:gd name="T107" fmla="*/ 1120 h 1124"/>
              <a:gd name="T108" fmla="*/ 253 w 524"/>
              <a:gd name="T109" fmla="*/ 1122 h 1124"/>
              <a:gd name="T110" fmla="*/ 285 w 524"/>
              <a:gd name="T111" fmla="*/ 1123 h 1124"/>
              <a:gd name="T112" fmla="*/ 357 w 524"/>
              <a:gd name="T113" fmla="*/ 1124 h 1124"/>
              <a:gd name="T114" fmla="*/ 434 w 524"/>
              <a:gd name="T115" fmla="*/ 1123 h 1124"/>
              <a:gd name="T116" fmla="*/ 521 w 524"/>
              <a:gd name="T117" fmla="*/ 1120 h 1124"/>
              <a:gd name="T118" fmla="*/ 521 w 524"/>
              <a:gd name="T119" fmla="*/ 1120 h 1124"/>
              <a:gd name="connsiteX0" fmla="*/ 9943 w 10000"/>
              <a:gd name="connsiteY0" fmla="*/ 9964 h 10000"/>
              <a:gd name="connsiteX1" fmla="*/ 9943 w 10000"/>
              <a:gd name="connsiteY1" fmla="*/ 9964 h 10000"/>
              <a:gd name="connsiteX2" fmla="*/ 10000 w 10000"/>
              <a:gd name="connsiteY2" fmla="*/ 9475 h 10000"/>
              <a:gd name="connsiteX3" fmla="*/ 10000 w 10000"/>
              <a:gd name="connsiteY3" fmla="*/ 9475 h 10000"/>
              <a:gd name="connsiteX4" fmla="*/ 9962 w 10000"/>
              <a:gd name="connsiteY4" fmla="*/ 9297 h 10000"/>
              <a:gd name="connsiteX5" fmla="*/ 9905 w 10000"/>
              <a:gd name="connsiteY5" fmla="*/ 8843 h 10000"/>
              <a:gd name="connsiteX6" fmla="*/ 9790 w 10000"/>
              <a:gd name="connsiteY6" fmla="*/ 8176 h 10000"/>
              <a:gd name="connsiteX7" fmla="*/ 9618 w 10000"/>
              <a:gd name="connsiteY7" fmla="*/ 7375 h 10000"/>
              <a:gd name="connsiteX8" fmla="*/ 9408 w 10000"/>
              <a:gd name="connsiteY8" fmla="*/ 6521 h 10000"/>
              <a:gd name="connsiteX9" fmla="*/ 9179 w 10000"/>
              <a:gd name="connsiteY9" fmla="*/ 5667 h 10000"/>
              <a:gd name="connsiteX10" fmla="*/ 9065 w 10000"/>
              <a:gd name="connsiteY10" fmla="*/ 5267 h 10000"/>
              <a:gd name="connsiteX11" fmla="*/ 8931 w 10000"/>
              <a:gd name="connsiteY11" fmla="*/ 4902 h 10000"/>
              <a:gd name="connsiteX12" fmla="*/ 8817 w 10000"/>
              <a:gd name="connsiteY12" fmla="*/ 4573 h 10000"/>
              <a:gd name="connsiteX13" fmla="*/ 8683 w 10000"/>
              <a:gd name="connsiteY13" fmla="*/ 4288 h 10000"/>
              <a:gd name="connsiteX14" fmla="*/ 8683 w 10000"/>
              <a:gd name="connsiteY14" fmla="*/ 4288 h 10000"/>
              <a:gd name="connsiteX15" fmla="*/ 8397 w 10000"/>
              <a:gd name="connsiteY15" fmla="*/ 3808 h 10000"/>
              <a:gd name="connsiteX16" fmla="*/ 8092 w 10000"/>
              <a:gd name="connsiteY16" fmla="*/ 3345 h 10000"/>
              <a:gd name="connsiteX17" fmla="*/ 7824 w 10000"/>
              <a:gd name="connsiteY17" fmla="*/ 2900 h 10000"/>
              <a:gd name="connsiteX18" fmla="*/ 7519 w 10000"/>
              <a:gd name="connsiteY18" fmla="*/ 2509 h 10000"/>
              <a:gd name="connsiteX19" fmla="*/ 7214 w 10000"/>
              <a:gd name="connsiteY19" fmla="*/ 2117 h 10000"/>
              <a:gd name="connsiteX20" fmla="*/ 6927 w 10000"/>
              <a:gd name="connsiteY20" fmla="*/ 1762 h 10000"/>
              <a:gd name="connsiteX21" fmla="*/ 6641 w 10000"/>
              <a:gd name="connsiteY21" fmla="*/ 1441 h 10000"/>
              <a:gd name="connsiteX22" fmla="*/ 6374 w 10000"/>
              <a:gd name="connsiteY22" fmla="*/ 1148 h 10000"/>
              <a:gd name="connsiteX23" fmla="*/ 5878 w 10000"/>
              <a:gd name="connsiteY23" fmla="*/ 658 h 10000"/>
              <a:gd name="connsiteX24" fmla="*/ 5496 w 10000"/>
              <a:gd name="connsiteY24" fmla="*/ 294 h 10000"/>
              <a:gd name="connsiteX25" fmla="*/ 5153 w 10000"/>
              <a:gd name="connsiteY25" fmla="*/ 0 h 10000"/>
              <a:gd name="connsiteX26" fmla="*/ 5153 w 10000"/>
              <a:gd name="connsiteY26" fmla="*/ 0 h 10000"/>
              <a:gd name="connsiteX27" fmla="*/ 4676 w 10000"/>
              <a:gd name="connsiteY27" fmla="*/ 9 h 10000"/>
              <a:gd name="connsiteX28" fmla="*/ 4218 w 10000"/>
              <a:gd name="connsiteY28" fmla="*/ 44 h 10000"/>
              <a:gd name="connsiteX29" fmla="*/ 3760 w 10000"/>
              <a:gd name="connsiteY29" fmla="*/ 89 h 10000"/>
              <a:gd name="connsiteX30" fmla="*/ 3302 w 10000"/>
              <a:gd name="connsiteY30" fmla="*/ 142 h 10000"/>
              <a:gd name="connsiteX31" fmla="*/ 2863 w 10000"/>
              <a:gd name="connsiteY31" fmla="*/ 196 h 10000"/>
              <a:gd name="connsiteX32" fmla="*/ 2443 w 10000"/>
              <a:gd name="connsiteY32" fmla="*/ 249 h 10000"/>
              <a:gd name="connsiteX33" fmla="*/ 1660 w 10000"/>
              <a:gd name="connsiteY33" fmla="*/ 374 h 10000"/>
              <a:gd name="connsiteX34" fmla="*/ 992 w 10000"/>
              <a:gd name="connsiteY34" fmla="*/ 498 h 10000"/>
              <a:gd name="connsiteX35" fmla="*/ 458 w 10000"/>
              <a:gd name="connsiteY35" fmla="*/ 605 h 10000"/>
              <a:gd name="connsiteX36" fmla="*/ 0 w 10000"/>
              <a:gd name="connsiteY36" fmla="*/ 694 h 10000"/>
              <a:gd name="connsiteX37" fmla="*/ 0 w 10000"/>
              <a:gd name="connsiteY37" fmla="*/ 694 h 10000"/>
              <a:gd name="connsiteX38" fmla="*/ 95 w 10000"/>
              <a:gd name="connsiteY38" fmla="*/ 1646 h 10000"/>
              <a:gd name="connsiteX39" fmla="*/ 267 w 10000"/>
              <a:gd name="connsiteY39" fmla="*/ 3959 h 10000"/>
              <a:gd name="connsiteX40" fmla="*/ 363 w 10000"/>
              <a:gd name="connsiteY40" fmla="*/ 5391 h 10000"/>
              <a:gd name="connsiteX41" fmla="*/ 439 w 10000"/>
              <a:gd name="connsiteY41" fmla="*/ 6859 h 10000"/>
              <a:gd name="connsiteX42" fmla="*/ 477 w 10000"/>
              <a:gd name="connsiteY42" fmla="*/ 8283 h 10000"/>
              <a:gd name="connsiteX43" fmla="*/ 477 w 10000"/>
              <a:gd name="connsiteY43" fmla="*/ 8950 h 10000"/>
              <a:gd name="connsiteX44" fmla="*/ 458 w 10000"/>
              <a:gd name="connsiteY44" fmla="*/ 9555 h 10000"/>
              <a:gd name="connsiteX45" fmla="*/ 458 w 10000"/>
              <a:gd name="connsiteY45" fmla="*/ 9555 h 10000"/>
              <a:gd name="connsiteX46" fmla="*/ 1260 w 10000"/>
              <a:gd name="connsiteY46" fmla="*/ 9689 h 10000"/>
              <a:gd name="connsiteX47" fmla="*/ 1679 w 10000"/>
              <a:gd name="connsiteY47" fmla="*/ 9760 h 10000"/>
              <a:gd name="connsiteX48" fmla="*/ 2137 w 10000"/>
              <a:gd name="connsiteY48" fmla="*/ 9813 h 10000"/>
              <a:gd name="connsiteX49" fmla="*/ 2634 w 10000"/>
              <a:gd name="connsiteY49" fmla="*/ 9858 h 10000"/>
              <a:gd name="connsiteX50" fmla="*/ 3130 w 10000"/>
              <a:gd name="connsiteY50" fmla="*/ 9893 h 10000"/>
              <a:gd name="connsiteX51" fmla="*/ 3664 w 10000"/>
              <a:gd name="connsiteY51" fmla="*/ 9929 h 10000"/>
              <a:gd name="connsiteX52" fmla="*/ 4218 w 10000"/>
              <a:gd name="connsiteY52" fmla="*/ 9964 h 10000"/>
              <a:gd name="connsiteX53" fmla="*/ 4828 w 10000"/>
              <a:gd name="connsiteY53" fmla="*/ 9982 h 10000"/>
              <a:gd name="connsiteX54" fmla="*/ 5439 w 10000"/>
              <a:gd name="connsiteY54" fmla="*/ 9991 h 10000"/>
              <a:gd name="connsiteX55" fmla="*/ 6813 w 10000"/>
              <a:gd name="connsiteY55" fmla="*/ 10000 h 10000"/>
              <a:gd name="connsiteX56" fmla="*/ 8282 w 10000"/>
              <a:gd name="connsiteY56" fmla="*/ 9991 h 10000"/>
              <a:gd name="connsiteX57" fmla="*/ 9943 w 10000"/>
              <a:gd name="connsiteY57" fmla="*/ 9964 h 10000"/>
              <a:gd name="connsiteX58" fmla="*/ 9943 w 10000"/>
              <a:gd name="connsiteY58" fmla="*/ 9964 h 10000"/>
              <a:gd name="connsiteX0" fmla="*/ 9943 w 10000"/>
              <a:gd name="connsiteY0" fmla="*/ 9964 h 10000"/>
              <a:gd name="connsiteX1" fmla="*/ 9943 w 10000"/>
              <a:gd name="connsiteY1" fmla="*/ 9964 h 10000"/>
              <a:gd name="connsiteX2" fmla="*/ 10000 w 10000"/>
              <a:gd name="connsiteY2" fmla="*/ 9475 h 10000"/>
              <a:gd name="connsiteX3" fmla="*/ 10000 w 10000"/>
              <a:gd name="connsiteY3" fmla="*/ 9475 h 10000"/>
              <a:gd name="connsiteX4" fmla="*/ 9962 w 10000"/>
              <a:gd name="connsiteY4" fmla="*/ 9297 h 10000"/>
              <a:gd name="connsiteX5" fmla="*/ 9905 w 10000"/>
              <a:gd name="connsiteY5" fmla="*/ 8843 h 10000"/>
              <a:gd name="connsiteX6" fmla="*/ 9790 w 10000"/>
              <a:gd name="connsiteY6" fmla="*/ 8176 h 10000"/>
              <a:gd name="connsiteX7" fmla="*/ 9618 w 10000"/>
              <a:gd name="connsiteY7" fmla="*/ 7375 h 10000"/>
              <a:gd name="connsiteX8" fmla="*/ 9408 w 10000"/>
              <a:gd name="connsiteY8" fmla="*/ 6521 h 10000"/>
              <a:gd name="connsiteX9" fmla="*/ 9179 w 10000"/>
              <a:gd name="connsiteY9" fmla="*/ 5667 h 10000"/>
              <a:gd name="connsiteX10" fmla="*/ 9065 w 10000"/>
              <a:gd name="connsiteY10" fmla="*/ 5267 h 10000"/>
              <a:gd name="connsiteX11" fmla="*/ 8931 w 10000"/>
              <a:gd name="connsiteY11" fmla="*/ 4902 h 10000"/>
              <a:gd name="connsiteX12" fmla="*/ 8817 w 10000"/>
              <a:gd name="connsiteY12" fmla="*/ 4573 h 10000"/>
              <a:gd name="connsiteX13" fmla="*/ 8683 w 10000"/>
              <a:gd name="connsiteY13" fmla="*/ 4288 h 10000"/>
              <a:gd name="connsiteX14" fmla="*/ 8683 w 10000"/>
              <a:gd name="connsiteY14" fmla="*/ 4288 h 10000"/>
              <a:gd name="connsiteX15" fmla="*/ 8397 w 10000"/>
              <a:gd name="connsiteY15" fmla="*/ 3808 h 10000"/>
              <a:gd name="connsiteX16" fmla="*/ 8092 w 10000"/>
              <a:gd name="connsiteY16" fmla="*/ 3345 h 10000"/>
              <a:gd name="connsiteX17" fmla="*/ 7824 w 10000"/>
              <a:gd name="connsiteY17" fmla="*/ 2900 h 10000"/>
              <a:gd name="connsiteX18" fmla="*/ 7519 w 10000"/>
              <a:gd name="connsiteY18" fmla="*/ 2509 h 10000"/>
              <a:gd name="connsiteX19" fmla="*/ 7214 w 10000"/>
              <a:gd name="connsiteY19" fmla="*/ 2117 h 10000"/>
              <a:gd name="connsiteX20" fmla="*/ 6927 w 10000"/>
              <a:gd name="connsiteY20" fmla="*/ 1762 h 10000"/>
              <a:gd name="connsiteX21" fmla="*/ 6641 w 10000"/>
              <a:gd name="connsiteY21" fmla="*/ 1441 h 10000"/>
              <a:gd name="connsiteX22" fmla="*/ 6374 w 10000"/>
              <a:gd name="connsiteY22" fmla="*/ 1148 h 10000"/>
              <a:gd name="connsiteX23" fmla="*/ 5878 w 10000"/>
              <a:gd name="connsiteY23" fmla="*/ 658 h 10000"/>
              <a:gd name="connsiteX24" fmla="*/ 5496 w 10000"/>
              <a:gd name="connsiteY24" fmla="*/ 294 h 10000"/>
              <a:gd name="connsiteX25" fmla="*/ 5153 w 10000"/>
              <a:gd name="connsiteY25" fmla="*/ 0 h 10000"/>
              <a:gd name="connsiteX26" fmla="*/ 5153 w 10000"/>
              <a:gd name="connsiteY26" fmla="*/ 0 h 10000"/>
              <a:gd name="connsiteX27" fmla="*/ 4676 w 10000"/>
              <a:gd name="connsiteY27" fmla="*/ 9 h 10000"/>
              <a:gd name="connsiteX28" fmla="*/ 4218 w 10000"/>
              <a:gd name="connsiteY28" fmla="*/ 44 h 10000"/>
              <a:gd name="connsiteX29" fmla="*/ 3760 w 10000"/>
              <a:gd name="connsiteY29" fmla="*/ 89 h 10000"/>
              <a:gd name="connsiteX30" fmla="*/ 3302 w 10000"/>
              <a:gd name="connsiteY30" fmla="*/ 142 h 10000"/>
              <a:gd name="connsiteX31" fmla="*/ 2863 w 10000"/>
              <a:gd name="connsiteY31" fmla="*/ 196 h 10000"/>
              <a:gd name="connsiteX32" fmla="*/ 2443 w 10000"/>
              <a:gd name="connsiteY32" fmla="*/ 249 h 10000"/>
              <a:gd name="connsiteX33" fmla="*/ 1660 w 10000"/>
              <a:gd name="connsiteY33" fmla="*/ 374 h 10000"/>
              <a:gd name="connsiteX34" fmla="*/ 992 w 10000"/>
              <a:gd name="connsiteY34" fmla="*/ 498 h 10000"/>
              <a:gd name="connsiteX35" fmla="*/ 458 w 10000"/>
              <a:gd name="connsiteY35" fmla="*/ 605 h 10000"/>
              <a:gd name="connsiteX36" fmla="*/ 0 w 10000"/>
              <a:gd name="connsiteY36" fmla="*/ 694 h 10000"/>
              <a:gd name="connsiteX37" fmla="*/ 0 w 10000"/>
              <a:gd name="connsiteY37" fmla="*/ 694 h 10000"/>
              <a:gd name="connsiteX38" fmla="*/ 95 w 10000"/>
              <a:gd name="connsiteY38" fmla="*/ 1646 h 10000"/>
              <a:gd name="connsiteX39" fmla="*/ 267 w 10000"/>
              <a:gd name="connsiteY39" fmla="*/ 3959 h 10000"/>
              <a:gd name="connsiteX40" fmla="*/ 363 w 10000"/>
              <a:gd name="connsiteY40" fmla="*/ 5391 h 10000"/>
              <a:gd name="connsiteX41" fmla="*/ 439 w 10000"/>
              <a:gd name="connsiteY41" fmla="*/ 6859 h 10000"/>
              <a:gd name="connsiteX42" fmla="*/ 477 w 10000"/>
              <a:gd name="connsiteY42" fmla="*/ 8283 h 10000"/>
              <a:gd name="connsiteX43" fmla="*/ 477 w 10000"/>
              <a:gd name="connsiteY43" fmla="*/ 8950 h 10000"/>
              <a:gd name="connsiteX44" fmla="*/ 458 w 10000"/>
              <a:gd name="connsiteY44" fmla="*/ 9555 h 10000"/>
              <a:gd name="connsiteX45" fmla="*/ 458 w 10000"/>
              <a:gd name="connsiteY45" fmla="*/ 9555 h 10000"/>
              <a:gd name="connsiteX46" fmla="*/ 1679 w 10000"/>
              <a:gd name="connsiteY46" fmla="*/ 9760 h 10000"/>
              <a:gd name="connsiteX47" fmla="*/ 2137 w 10000"/>
              <a:gd name="connsiteY47" fmla="*/ 9813 h 10000"/>
              <a:gd name="connsiteX48" fmla="*/ 2634 w 10000"/>
              <a:gd name="connsiteY48" fmla="*/ 9858 h 10000"/>
              <a:gd name="connsiteX49" fmla="*/ 3130 w 10000"/>
              <a:gd name="connsiteY49" fmla="*/ 9893 h 10000"/>
              <a:gd name="connsiteX50" fmla="*/ 3664 w 10000"/>
              <a:gd name="connsiteY50" fmla="*/ 9929 h 10000"/>
              <a:gd name="connsiteX51" fmla="*/ 4218 w 10000"/>
              <a:gd name="connsiteY51" fmla="*/ 9964 h 10000"/>
              <a:gd name="connsiteX52" fmla="*/ 4828 w 10000"/>
              <a:gd name="connsiteY52" fmla="*/ 9982 h 10000"/>
              <a:gd name="connsiteX53" fmla="*/ 5439 w 10000"/>
              <a:gd name="connsiteY53" fmla="*/ 9991 h 10000"/>
              <a:gd name="connsiteX54" fmla="*/ 6813 w 10000"/>
              <a:gd name="connsiteY54" fmla="*/ 10000 h 10000"/>
              <a:gd name="connsiteX55" fmla="*/ 8282 w 10000"/>
              <a:gd name="connsiteY55" fmla="*/ 9991 h 10000"/>
              <a:gd name="connsiteX56" fmla="*/ 9943 w 10000"/>
              <a:gd name="connsiteY56" fmla="*/ 9964 h 10000"/>
              <a:gd name="connsiteX57" fmla="*/ 9943 w 10000"/>
              <a:gd name="connsiteY57" fmla="*/ 9964 h 10000"/>
              <a:gd name="connsiteX0" fmla="*/ 9943 w 10000"/>
              <a:gd name="connsiteY0" fmla="*/ 9964 h 10000"/>
              <a:gd name="connsiteX1" fmla="*/ 9943 w 10000"/>
              <a:gd name="connsiteY1" fmla="*/ 9964 h 10000"/>
              <a:gd name="connsiteX2" fmla="*/ 10000 w 10000"/>
              <a:gd name="connsiteY2" fmla="*/ 9475 h 10000"/>
              <a:gd name="connsiteX3" fmla="*/ 10000 w 10000"/>
              <a:gd name="connsiteY3" fmla="*/ 9475 h 10000"/>
              <a:gd name="connsiteX4" fmla="*/ 9962 w 10000"/>
              <a:gd name="connsiteY4" fmla="*/ 9297 h 10000"/>
              <a:gd name="connsiteX5" fmla="*/ 9905 w 10000"/>
              <a:gd name="connsiteY5" fmla="*/ 8843 h 10000"/>
              <a:gd name="connsiteX6" fmla="*/ 9790 w 10000"/>
              <a:gd name="connsiteY6" fmla="*/ 8176 h 10000"/>
              <a:gd name="connsiteX7" fmla="*/ 9618 w 10000"/>
              <a:gd name="connsiteY7" fmla="*/ 7375 h 10000"/>
              <a:gd name="connsiteX8" fmla="*/ 9408 w 10000"/>
              <a:gd name="connsiteY8" fmla="*/ 6521 h 10000"/>
              <a:gd name="connsiteX9" fmla="*/ 9179 w 10000"/>
              <a:gd name="connsiteY9" fmla="*/ 5667 h 10000"/>
              <a:gd name="connsiteX10" fmla="*/ 9065 w 10000"/>
              <a:gd name="connsiteY10" fmla="*/ 5267 h 10000"/>
              <a:gd name="connsiteX11" fmla="*/ 8931 w 10000"/>
              <a:gd name="connsiteY11" fmla="*/ 4902 h 10000"/>
              <a:gd name="connsiteX12" fmla="*/ 8817 w 10000"/>
              <a:gd name="connsiteY12" fmla="*/ 4573 h 10000"/>
              <a:gd name="connsiteX13" fmla="*/ 8683 w 10000"/>
              <a:gd name="connsiteY13" fmla="*/ 4288 h 10000"/>
              <a:gd name="connsiteX14" fmla="*/ 8683 w 10000"/>
              <a:gd name="connsiteY14" fmla="*/ 4288 h 10000"/>
              <a:gd name="connsiteX15" fmla="*/ 8397 w 10000"/>
              <a:gd name="connsiteY15" fmla="*/ 3808 h 10000"/>
              <a:gd name="connsiteX16" fmla="*/ 8092 w 10000"/>
              <a:gd name="connsiteY16" fmla="*/ 3345 h 10000"/>
              <a:gd name="connsiteX17" fmla="*/ 7824 w 10000"/>
              <a:gd name="connsiteY17" fmla="*/ 2900 h 10000"/>
              <a:gd name="connsiteX18" fmla="*/ 7519 w 10000"/>
              <a:gd name="connsiteY18" fmla="*/ 2509 h 10000"/>
              <a:gd name="connsiteX19" fmla="*/ 7214 w 10000"/>
              <a:gd name="connsiteY19" fmla="*/ 2117 h 10000"/>
              <a:gd name="connsiteX20" fmla="*/ 6927 w 10000"/>
              <a:gd name="connsiteY20" fmla="*/ 1762 h 10000"/>
              <a:gd name="connsiteX21" fmla="*/ 6641 w 10000"/>
              <a:gd name="connsiteY21" fmla="*/ 1441 h 10000"/>
              <a:gd name="connsiteX22" fmla="*/ 6374 w 10000"/>
              <a:gd name="connsiteY22" fmla="*/ 1148 h 10000"/>
              <a:gd name="connsiteX23" fmla="*/ 5878 w 10000"/>
              <a:gd name="connsiteY23" fmla="*/ 658 h 10000"/>
              <a:gd name="connsiteX24" fmla="*/ 5496 w 10000"/>
              <a:gd name="connsiteY24" fmla="*/ 294 h 10000"/>
              <a:gd name="connsiteX25" fmla="*/ 5153 w 10000"/>
              <a:gd name="connsiteY25" fmla="*/ 0 h 10000"/>
              <a:gd name="connsiteX26" fmla="*/ 5153 w 10000"/>
              <a:gd name="connsiteY26" fmla="*/ 0 h 10000"/>
              <a:gd name="connsiteX27" fmla="*/ 4676 w 10000"/>
              <a:gd name="connsiteY27" fmla="*/ 9 h 10000"/>
              <a:gd name="connsiteX28" fmla="*/ 4218 w 10000"/>
              <a:gd name="connsiteY28" fmla="*/ 44 h 10000"/>
              <a:gd name="connsiteX29" fmla="*/ 3760 w 10000"/>
              <a:gd name="connsiteY29" fmla="*/ 89 h 10000"/>
              <a:gd name="connsiteX30" fmla="*/ 3302 w 10000"/>
              <a:gd name="connsiteY30" fmla="*/ 142 h 10000"/>
              <a:gd name="connsiteX31" fmla="*/ 2863 w 10000"/>
              <a:gd name="connsiteY31" fmla="*/ 196 h 10000"/>
              <a:gd name="connsiteX32" fmla="*/ 2443 w 10000"/>
              <a:gd name="connsiteY32" fmla="*/ 249 h 10000"/>
              <a:gd name="connsiteX33" fmla="*/ 1660 w 10000"/>
              <a:gd name="connsiteY33" fmla="*/ 374 h 10000"/>
              <a:gd name="connsiteX34" fmla="*/ 992 w 10000"/>
              <a:gd name="connsiteY34" fmla="*/ 498 h 10000"/>
              <a:gd name="connsiteX35" fmla="*/ 458 w 10000"/>
              <a:gd name="connsiteY35" fmla="*/ 605 h 10000"/>
              <a:gd name="connsiteX36" fmla="*/ 0 w 10000"/>
              <a:gd name="connsiteY36" fmla="*/ 694 h 10000"/>
              <a:gd name="connsiteX37" fmla="*/ 0 w 10000"/>
              <a:gd name="connsiteY37" fmla="*/ 694 h 10000"/>
              <a:gd name="connsiteX38" fmla="*/ 95 w 10000"/>
              <a:gd name="connsiteY38" fmla="*/ 1646 h 10000"/>
              <a:gd name="connsiteX39" fmla="*/ 267 w 10000"/>
              <a:gd name="connsiteY39" fmla="*/ 3959 h 10000"/>
              <a:gd name="connsiteX40" fmla="*/ 363 w 10000"/>
              <a:gd name="connsiteY40" fmla="*/ 5391 h 10000"/>
              <a:gd name="connsiteX41" fmla="*/ 439 w 10000"/>
              <a:gd name="connsiteY41" fmla="*/ 6859 h 10000"/>
              <a:gd name="connsiteX42" fmla="*/ 477 w 10000"/>
              <a:gd name="connsiteY42" fmla="*/ 8283 h 10000"/>
              <a:gd name="connsiteX43" fmla="*/ 477 w 10000"/>
              <a:gd name="connsiteY43" fmla="*/ 8950 h 10000"/>
              <a:gd name="connsiteX44" fmla="*/ 458 w 10000"/>
              <a:gd name="connsiteY44" fmla="*/ 9555 h 10000"/>
              <a:gd name="connsiteX45" fmla="*/ 458 w 10000"/>
              <a:gd name="connsiteY45" fmla="*/ 9555 h 10000"/>
              <a:gd name="connsiteX46" fmla="*/ 2137 w 10000"/>
              <a:gd name="connsiteY46" fmla="*/ 9813 h 10000"/>
              <a:gd name="connsiteX47" fmla="*/ 2634 w 10000"/>
              <a:gd name="connsiteY47" fmla="*/ 9858 h 10000"/>
              <a:gd name="connsiteX48" fmla="*/ 3130 w 10000"/>
              <a:gd name="connsiteY48" fmla="*/ 9893 h 10000"/>
              <a:gd name="connsiteX49" fmla="*/ 3664 w 10000"/>
              <a:gd name="connsiteY49" fmla="*/ 9929 h 10000"/>
              <a:gd name="connsiteX50" fmla="*/ 4218 w 10000"/>
              <a:gd name="connsiteY50" fmla="*/ 9964 h 10000"/>
              <a:gd name="connsiteX51" fmla="*/ 4828 w 10000"/>
              <a:gd name="connsiteY51" fmla="*/ 9982 h 10000"/>
              <a:gd name="connsiteX52" fmla="*/ 5439 w 10000"/>
              <a:gd name="connsiteY52" fmla="*/ 9991 h 10000"/>
              <a:gd name="connsiteX53" fmla="*/ 6813 w 10000"/>
              <a:gd name="connsiteY53" fmla="*/ 10000 h 10000"/>
              <a:gd name="connsiteX54" fmla="*/ 8282 w 10000"/>
              <a:gd name="connsiteY54" fmla="*/ 9991 h 10000"/>
              <a:gd name="connsiteX55" fmla="*/ 9943 w 10000"/>
              <a:gd name="connsiteY55" fmla="*/ 9964 h 10000"/>
              <a:gd name="connsiteX56" fmla="*/ 9943 w 10000"/>
              <a:gd name="connsiteY56" fmla="*/ 9964 h 10000"/>
              <a:gd name="connsiteX0" fmla="*/ 9943 w 10000"/>
              <a:gd name="connsiteY0" fmla="*/ 9964 h 10000"/>
              <a:gd name="connsiteX1" fmla="*/ 9943 w 10000"/>
              <a:gd name="connsiteY1" fmla="*/ 9964 h 10000"/>
              <a:gd name="connsiteX2" fmla="*/ 10000 w 10000"/>
              <a:gd name="connsiteY2" fmla="*/ 9475 h 10000"/>
              <a:gd name="connsiteX3" fmla="*/ 10000 w 10000"/>
              <a:gd name="connsiteY3" fmla="*/ 9475 h 10000"/>
              <a:gd name="connsiteX4" fmla="*/ 9962 w 10000"/>
              <a:gd name="connsiteY4" fmla="*/ 9297 h 10000"/>
              <a:gd name="connsiteX5" fmla="*/ 9905 w 10000"/>
              <a:gd name="connsiteY5" fmla="*/ 8843 h 10000"/>
              <a:gd name="connsiteX6" fmla="*/ 9790 w 10000"/>
              <a:gd name="connsiteY6" fmla="*/ 8176 h 10000"/>
              <a:gd name="connsiteX7" fmla="*/ 9618 w 10000"/>
              <a:gd name="connsiteY7" fmla="*/ 7375 h 10000"/>
              <a:gd name="connsiteX8" fmla="*/ 9408 w 10000"/>
              <a:gd name="connsiteY8" fmla="*/ 6521 h 10000"/>
              <a:gd name="connsiteX9" fmla="*/ 9179 w 10000"/>
              <a:gd name="connsiteY9" fmla="*/ 5667 h 10000"/>
              <a:gd name="connsiteX10" fmla="*/ 9065 w 10000"/>
              <a:gd name="connsiteY10" fmla="*/ 5267 h 10000"/>
              <a:gd name="connsiteX11" fmla="*/ 8931 w 10000"/>
              <a:gd name="connsiteY11" fmla="*/ 4902 h 10000"/>
              <a:gd name="connsiteX12" fmla="*/ 8817 w 10000"/>
              <a:gd name="connsiteY12" fmla="*/ 4573 h 10000"/>
              <a:gd name="connsiteX13" fmla="*/ 8683 w 10000"/>
              <a:gd name="connsiteY13" fmla="*/ 4288 h 10000"/>
              <a:gd name="connsiteX14" fmla="*/ 8683 w 10000"/>
              <a:gd name="connsiteY14" fmla="*/ 4288 h 10000"/>
              <a:gd name="connsiteX15" fmla="*/ 8397 w 10000"/>
              <a:gd name="connsiteY15" fmla="*/ 3808 h 10000"/>
              <a:gd name="connsiteX16" fmla="*/ 8092 w 10000"/>
              <a:gd name="connsiteY16" fmla="*/ 3345 h 10000"/>
              <a:gd name="connsiteX17" fmla="*/ 7824 w 10000"/>
              <a:gd name="connsiteY17" fmla="*/ 2900 h 10000"/>
              <a:gd name="connsiteX18" fmla="*/ 7519 w 10000"/>
              <a:gd name="connsiteY18" fmla="*/ 2509 h 10000"/>
              <a:gd name="connsiteX19" fmla="*/ 7214 w 10000"/>
              <a:gd name="connsiteY19" fmla="*/ 2117 h 10000"/>
              <a:gd name="connsiteX20" fmla="*/ 6927 w 10000"/>
              <a:gd name="connsiteY20" fmla="*/ 1762 h 10000"/>
              <a:gd name="connsiteX21" fmla="*/ 6641 w 10000"/>
              <a:gd name="connsiteY21" fmla="*/ 1441 h 10000"/>
              <a:gd name="connsiteX22" fmla="*/ 6374 w 10000"/>
              <a:gd name="connsiteY22" fmla="*/ 1148 h 10000"/>
              <a:gd name="connsiteX23" fmla="*/ 5878 w 10000"/>
              <a:gd name="connsiteY23" fmla="*/ 658 h 10000"/>
              <a:gd name="connsiteX24" fmla="*/ 5496 w 10000"/>
              <a:gd name="connsiteY24" fmla="*/ 294 h 10000"/>
              <a:gd name="connsiteX25" fmla="*/ 5153 w 10000"/>
              <a:gd name="connsiteY25" fmla="*/ 0 h 10000"/>
              <a:gd name="connsiteX26" fmla="*/ 5153 w 10000"/>
              <a:gd name="connsiteY26" fmla="*/ 0 h 10000"/>
              <a:gd name="connsiteX27" fmla="*/ 4676 w 10000"/>
              <a:gd name="connsiteY27" fmla="*/ 9 h 10000"/>
              <a:gd name="connsiteX28" fmla="*/ 4218 w 10000"/>
              <a:gd name="connsiteY28" fmla="*/ 44 h 10000"/>
              <a:gd name="connsiteX29" fmla="*/ 3760 w 10000"/>
              <a:gd name="connsiteY29" fmla="*/ 89 h 10000"/>
              <a:gd name="connsiteX30" fmla="*/ 3302 w 10000"/>
              <a:gd name="connsiteY30" fmla="*/ 142 h 10000"/>
              <a:gd name="connsiteX31" fmla="*/ 2863 w 10000"/>
              <a:gd name="connsiteY31" fmla="*/ 196 h 10000"/>
              <a:gd name="connsiteX32" fmla="*/ 2443 w 10000"/>
              <a:gd name="connsiteY32" fmla="*/ 249 h 10000"/>
              <a:gd name="connsiteX33" fmla="*/ 1660 w 10000"/>
              <a:gd name="connsiteY33" fmla="*/ 374 h 10000"/>
              <a:gd name="connsiteX34" fmla="*/ 992 w 10000"/>
              <a:gd name="connsiteY34" fmla="*/ 498 h 10000"/>
              <a:gd name="connsiteX35" fmla="*/ 458 w 10000"/>
              <a:gd name="connsiteY35" fmla="*/ 605 h 10000"/>
              <a:gd name="connsiteX36" fmla="*/ 0 w 10000"/>
              <a:gd name="connsiteY36" fmla="*/ 694 h 10000"/>
              <a:gd name="connsiteX37" fmla="*/ 0 w 10000"/>
              <a:gd name="connsiteY37" fmla="*/ 694 h 10000"/>
              <a:gd name="connsiteX38" fmla="*/ 95 w 10000"/>
              <a:gd name="connsiteY38" fmla="*/ 1646 h 10000"/>
              <a:gd name="connsiteX39" fmla="*/ 267 w 10000"/>
              <a:gd name="connsiteY39" fmla="*/ 3959 h 10000"/>
              <a:gd name="connsiteX40" fmla="*/ 363 w 10000"/>
              <a:gd name="connsiteY40" fmla="*/ 5391 h 10000"/>
              <a:gd name="connsiteX41" fmla="*/ 439 w 10000"/>
              <a:gd name="connsiteY41" fmla="*/ 6859 h 10000"/>
              <a:gd name="connsiteX42" fmla="*/ 477 w 10000"/>
              <a:gd name="connsiteY42" fmla="*/ 8283 h 10000"/>
              <a:gd name="connsiteX43" fmla="*/ 477 w 10000"/>
              <a:gd name="connsiteY43" fmla="*/ 8950 h 10000"/>
              <a:gd name="connsiteX44" fmla="*/ 458 w 10000"/>
              <a:gd name="connsiteY44" fmla="*/ 9555 h 10000"/>
              <a:gd name="connsiteX45" fmla="*/ 458 w 10000"/>
              <a:gd name="connsiteY45" fmla="*/ 9555 h 10000"/>
              <a:gd name="connsiteX46" fmla="*/ 2634 w 10000"/>
              <a:gd name="connsiteY46" fmla="*/ 9858 h 10000"/>
              <a:gd name="connsiteX47" fmla="*/ 3130 w 10000"/>
              <a:gd name="connsiteY47" fmla="*/ 9893 h 10000"/>
              <a:gd name="connsiteX48" fmla="*/ 3664 w 10000"/>
              <a:gd name="connsiteY48" fmla="*/ 9929 h 10000"/>
              <a:gd name="connsiteX49" fmla="*/ 4218 w 10000"/>
              <a:gd name="connsiteY49" fmla="*/ 9964 h 10000"/>
              <a:gd name="connsiteX50" fmla="*/ 4828 w 10000"/>
              <a:gd name="connsiteY50" fmla="*/ 9982 h 10000"/>
              <a:gd name="connsiteX51" fmla="*/ 5439 w 10000"/>
              <a:gd name="connsiteY51" fmla="*/ 9991 h 10000"/>
              <a:gd name="connsiteX52" fmla="*/ 6813 w 10000"/>
              <a:gd name="connsiteY52" fmla="*/ 10000 h 10000"/>
              <a:gd name="connsiteX53" fmla="*/ 8282 w 10000"/>
              <a:gd name="connsiteY53" fmla="*/ 9991 h 10000"/>
              <a:gd name="connsiteX54" fmla="*/ 9943 w 10000"/>
              <a:gd name="connsiteY54" fmla="*/ 9964 h 10000"/>
              <a:gd name="connsiteX55" fmla="*/ 9943 w 10000"/>
              <a:gd name="connsiteY55" fmla="*/ 9964 h 10000"/>
              <a:gd name="connsiteX0" fmla="*/ 9943 w 10000"/>
              <a:gd name="connsiteY0" fmla="*/ 9964 h 10000"/>
              <a:gd name="connsiteX1" fmla="*/ 9943 w 10000"/>
              <a:gd name="connsiteY1" fmla="*/ 9964 h 10000"/>
              <a:gd name="connsiteX2" fmla="*/ 10000 w 10000"/>
              <a:gd name="connsiteY2" fmla="*/ 9475 h 10000"/>
              <a:gd name="connsiteX3" fmla="*/ 10000 w 10000"/>
              <a:gd name="connsiteY3" fmla="*/ 9475 h 10000"/>
              <a:gd name="connsiteX4" fmla="*/ 9962 w 10000"/>
              <a:gd name="connsiteY4" fmla="*/ 9297 h 10000"/>
              <a:gd name="connsiteX5" fmla="*/ 9905 w 10000"/>
              <a:gd name="connsiteY5" fmla="*/ 8843 h 10000"/>
              <a:gd name="connsiteX6" fmla="*/ 9790 w 10000"/>
              <a:gd name="connsiteY6" fmla="*/ 8176 h 10000"/>
              <a:gd name="connsiteX7" fmla="*/ 9618 w 10000"/>
              <a:gd name="connsiteY7" fmla="*/ 7375 h 10000"/>
              <a:gd name="connsiteX8" fmla="*/ 9408 w 10000"/>
              <a:gd name="connsiteY8" fmla="*/ 6521 h 10000"/>
              <a:gd name="connsiteX9" fmla="*/ 9179 w 10000"/>
              <a:gd name="connsiteY9" fmla="*/ 5667 h 10000"/>
              <a:gd name="connsiteX10" fmla="*/ 9065 w 10000"/>
              <a:gd name="connsiteY10" fmla="*/ 5267 h 10000"/>
              <a:gd name="connsiteX11" fmla="*/ 8931 w 10000"/>
              <a:gd name="connsiteY11" fmla="*/ 4902 h 10000"/>
              <a:gd name="connsiteX12" fmla="*/ 8817 w 10000"/>
              <a:gd name="connsiteY12" fmla="*/ 4573 h 10000"/>
              <a:gd name="connsiteX13" fmla="*/ 8683 w 10000"/>
              <a:gd name="connsiteY13" fmla="*/ 4288 h 10000"/>
              <a:gd name="connsiteX14" fmla="*/ 8683 w 10000"/>
              <a:gd name="connsiteY14" fmla="*/ 4288 h 10000"/>
              <a:gd name="connsiteX15" fmla="*/ 8397 w 10000"/>
              <a:gd name="connsiteY15" fmla="*/ 3808 h 10000"/>
              <a:gd name="connsiteX16" fmla="*/ 8092 w 10000"/>
              <a:gd name="connsiteY16" fmla="*/ 3345 h 10000"/>
              <a:gd name="connsiteX17" fmla="*/ 7824 w 10000"/>
              <a:gd name="connsiteY17" fmla="*/ 2900 h 10000"/>
              <a:gd name="connsiteX18" fmla="*/ 7519 w 10000"/>
              <a:gd name="connsiteY18" fmla="*/ 2509 h 10000"/>
              <a:gd name="connsiteX19" fmla="*/ 7214 w 10000"/>
              <a:gd name="connsiteY19" fmla="*/ 2117 h 10000"/>
              <a:gd name="connsiteX20" fmla="*/ 6927 w 10000"/>
              <a:gd name="connsiteY20" fmla="*/ 1762 h 10000"/>
              <a:gd name="connsiteX21" fmla="*/ 6641 w 10000"/>
              <a:gd name="connsiteY21" fmla="*/ 1441 h 10000"/>
              <a:gd name="connsiteX22" fmla="*/ 6374 w 10000"/>
              <a:gd name="connsiteY22" fmla="*/ 1148 h 10000"/>
              <a:gd name="connsiteX23" fmla="*/ 5878 w 10000"/>
              <a:gd name="connsiteY23" fmla="*/ 658 h 10000"/>
              <a:gd name="connsiteX24" fmla="*/ 5496 w 10000"/>
              <a:gd name="connsiteY24" fmla="*/ 294 h 10000"/>
              <a:gd name="connsiteX25" fmla="*/ 5153 w 10000"/>
              <a:gd name="connsiteY25" fmla="*/ 0 h 10000"/>
              <a:gd name="connsiteX26" fmla="*/ 5153 w 10000"/>
              <a:gd name="connsiteY26" fmla="*/ 0 h 10000"/>
              <a:gd name="connsiteX27" fmla="*/ 4676 w 10000"/>
              <a:gd name="connsiteY27" fmla="*/ 9 h 10000"/>
              <a:gd name="connsiteX28" fmla="*/ 4218 w 10000"/>
              <a:gd name="connsiteY28" fmla="*/ 44 h 10000"/>
              <a:gd name="connsiteX29" fmla="*/ 3760 w 10000"/>
              <a:gd name="connsiteY29" fmla="*/ 89 h 10000"/>
              <a:gd name="connsiteX30" fmla="*/ 3302 w 10000"/>
              <a:gd name="connsiteY30" fmla="*/ 142 h 10000"/>
              <a:gd name="connsiteX31" fmla="*/ 2863 w 10000"/>
              <a:gd name="connsiteY31" fmla="*/ 196 h 10000"/>
              <a:gd name="connsiteX32" fmla="*/ 2443 w 10000"/>
              <a:gd name="connsiteY32" fmla="*/ 249 h 10000"/>
              <a:gd name="connsiteX33" fmla="*/ 1660 w 10000"/>
              <a:gd name="connsiteY33" fmla="*/ 374 h 10000"/>
              <a:gd name="connsiteX34" fmla="*/ 992 w 10000"/>
              <a:gd name="connsiteY34" fmla="*/ 498 h 10000"/>
              <a:gd name="connsiteX35" fmla="*/ 458 w 10000"/>
              <a:gd name="connsiteY35" fmla="*/ 605 h 10000"/>
              <a:gd name="connsiteX36" fmla="*/ 0 w 10000"/>
              <a:gd name="connsiteY36" fmla="*/ 694 h 10000"/>
              <a:gd name="connsiteX37" fmla="*/ 0 w 10000"/>
              <a:gd name="connsiteY37" fmla="*/ 694 h 10000"/>
              <a:gd name="connsiteX38" fmla="*/ 95 w 10000"/>
              <a:gd name="connsiteY38" fmla="*/ 1646 h 10000"/>
              <a:gd name="connsiteX39" fmla="*/ 267 w 10000"/>
              <a:gd name="connsiteY39" fmla="*/ 3959 h 10000"/>
              <a:gd name="connsiteX40" fmla="*/ 363 w 10000"/>
              <a:gd name="connsiteY40" fmla="*/ 5391 h 10000"/>
              <a:gd name="connsiteX41" fmla="*/ 439 w 10000"/>
              <a:gd name="connsiteY41" fmla="*/ 6859 h 10000"/>
              <a:gd name="connsiteX42" fmla="*/ 477 w 10000"/>
              <a:gd name="connsiteY42" fmla="*/ 8283 h 10000"/>
              <a:gd name="connsiteX43" fmla="*/ 477 w 10000"/>
              <a:gd name="connsiteY43" fmla="*/ 8950 h 10000"/>
              <a:gd name="connsiteX44" fmla="*/ 458 w 10000"/>
              <a:gd name="connsiteY44" fmla="*/ 9555 h 10000"/>
              <a:gd name="connsiteX45" fmla="*/ 458 w 10000"/>
              <a:gd name="connsiteY45" fmla="*/ 9555 h 10000"/>
              <a:gd name="connsiteX46" fmla="*/ 3130 w 10000"/>
              <a:gd name="connsiteY46" fmla="*/ 9893 h 10000"/>
              <a:gd name="connsiteX47" fmla="*/ 3664 w 10000"/>
              <a:gd name="connsiteY47" fmla="*/ 9929 h 10000"/>
              <a:gd name="connsiteX48" fmla="*/ 4218 w 10000"/>
              <a:gd name="connsiteY48" fmla="*/ 9964 h 10000"/>
              <a:gd name="connsiteX49" fmla="*/ 4828 w 10000"/>
              <a:gd name="connsiteY49" fmla="*/ 9982 h 10000"/>
              <a:gd name="connsiteX50" fmla="*/ 5439 w 10000"/>
              <a:gd name="connsiteY50" fmla="*/ 9991 h 10000"/>
              <a:gd name="connsiteX51" fmla="*/ 6813 w 10000"/>
              <a:gd name="connsiteY51" fmla="*/ 10000 h 10000"/>
              <a:gd name="connsiteX52" fmla="*/ 8282 w 10000"/>
              <a:gd name="connsiteY52" fmla="*/ 9991 h 10000"/>
              <a:gd name="connsiteX53" fmla="*/ 9943 w 10000"/>
              <a:gd name="connsiteY53" fmla="*/ 9964 h 10000"/>
              <a:gd name="connsiteX54" fmla="*/ 9943 w 10000"/>
              <a:gd name="connsiteY54" fmla="*/ 9964 h 10000"/>
              <a:gd name="connsiteX0" fmla="*/ 9943 w 10000"/>
              <a:gd name="connsiteY0" fmla="*/ 9964 h 10178"/>
              <a:gd name="connsiteX1" fmla="*/ 9943 w 10000"/>
              <a:gd name="connsiteY1" fmla="*/ 9964 h 10178"/>
              <a:gd name="connsiteX2" fmla="*/ 10000 w 10000"/>
              <a:gd name="connsiteY2" fmla="*/ 9475 h 10178"/>
              <a:gd name="connsiteX3" fmla="*/ 10000 w 10000"/>
              <a:gd name="connsiteY3" fmla="*/ 9475 h 10178"/>
              <a:gd name="connsiteX4" fmla="*/ 9962 w 10000"/>
              <a:gd name="connsiteY4" fmla="*/ 9297 h 10178"/>
              <a:gd name="connsiteX5" fmla="*/ 9905 w 10000"/>
              <a:gd name="connsiteY5" fmla="*/ 8843 h 10178"/>
              <a:gd name="connsiteX6" fmla="*/ 9790 w 10000"/>
              <a:gd name="connsiteY6" fmla="*/ 8176 h 10178"/>
              <a:gd name="connsiteX7" fmla="*/ 9618 w 10000"/>
              <a:gd name="connsiteY7" fmla="*/ 7375 h 10178"/>
              <a:gd name="connsiteX8" fmla="*/ 9408 w 10000"/>
              <a:gd name="connsiteY8" fmla="*/ 6521 h 10178"/>
              <a:gd name="connsiteX9" fmla="*/ 9179 w 10000"/>
              <a:gd name="connsiteY9" fmla="*/ 5667 h 10178"/>
              <a:gd name="connsiteX10" fmla="*/ 9065 w 10000"/>
              <a:gd name="connsiteY10" fmla="*/ 5267 h 10178"/>
              <a:gd name="connsiteX11" fmla="*/ 8931 w 10000"/>
              <a:gd name="connsiteY11" fmla="*/ 4902 h 10178"/>
              <a:gd name="connsiteX12" fmla="*/ 8817 w 10000"/>
              <a:gd name="connsiteY12" fmla="*/ 4573 h 10178"/>
              <a:gd name="connsiteX13" fmla="*/ 8683 w 10000"/>
              <a:gd name="connsiteY13" fmla="*/ 4288 h 10178"/>
              <a:gd name="connsiteX14" fmla="*/ 8683 w 10000"/>
              <a:gd name="connsiteY14" fmla="*/ 4288 h 10178"/>
              <a:gd name="connsiteX15" fmla="*/ 8397 w 10000"/>
              <a:gd name="connsiteY15" fmla="*/ 3808 h 10178"/>
              <a:gd name="connsiteX16" fmla="*/ 8092 w 10000"/>
              <a:gd name="connsiteY16" fmla="*/ 3345 h 10178"/>
              <a:gd name="connsiteX17" fmla="*/ 7824 w 10000"/>
              <a:gd name="connsiteY17" fmla="*/ 2900 h 10178"/>
              <a:gd name="connsiteX18" fmla="*/ 7519 w 10000"/>
              <a:gd name="connsiteY18" fmla="*/ 2509 h 10178"/>
              <a:gd name="connsiteX19" fmla="*/ 7214 w 10000"/>
              <a:gd name="connsiteY19" fmla="*/ 2117 h 10178"/>
              <a:gd name="connsiteX20" fmla="*/ 6927 w 10000"/>
              <a:gd name="connsiteY20" fmla="*/ 1762 h 10178"/>
              <a:gd name="connsiteX21" fmla="*/ 6641 w 10000"/>
              <a:gd name="connsiteY21" fmla="*/ 1441 h 10178"/>
              <a:gd name="connsiteX22" fmla="*/ 6374 w 10000"/>
              <a:gd name="connsiteY22" fmla="*/ 1148 h 10178"/>
              <a:gd name="connsiteX23" fmla="*/ 5878 w 10000"/>
              <a:gd name="connsiteY23" fmla="*/ 658 h 10178"/>
              <a:gd name="connsiteX24" fmla="*/ 5496 w 10000"/>
              <a:gd name="connsiteY24" fmla="*/ 294 h 10178"/>
              <a:gd name="connsiteX25" fmla="*/ 5153 w 10000"/>
              <a:gd name="connsiteY25" fmla="*/ 0 h 10178"/>
              <a:gd name="connsiteX26" fmla="*/ 5153 w 10000"/>
              <a:gd name="connsiteY26" fmla="*/ 0 h 10178"/>
              <a:gd name="connsiteX27" fmla="*/ 4676 w 10000"/>
              <a:gd name="connsiteY27" fmla="*/ 9 h 10178"/>
              <a:gd name="connsiteX28" fmla="*/ 4218 w 10000"/>
              <a:gd name="connsiteY28" fmla="*/ 44 h 10178"/>
              <a:gd name="connsiteX29" fmla="*/ 3760 w 10000"/>
              <a:gd name="connsiteY29" fmla="*/ 89 h 10178"/>
              <a:gd name="connsiteX30" fmla="*/ 3302 w 10000"/>
              <a:gd name="connsiteY30" fmla="*/ 142 h 10178"/>
              <a:gd name="connsiteX31" fmla="*/ 2863 w 10000"/>
              <a:gd name="connsiteY31" fmla="*/ 196 h 10178"/>
              <a:gd name="connsiteX32" fmla="*/ 2443 w 10000"/>
              <a:gd name="connsiteY32" fmla="*/ 249 h 10178"/>
              <a:gd name="connsiteX33" fmla="*/ 1660 w 10000"/>
              <a:gd name="connsiteY33" fmla="*/ 374 h 10178"/>
              <a:gd name="connsiteX34" fmla="*/ 992 w 10000"/>
              <a:gd name="connsiteY34" fmla="*/ 498 h 10178"/>
              <a:gd name="connsiteX35" fmla="*/ 458 w 10000"/>
              <a:gd name="connsiteY35" fmla="*/ 605 h 10178"/>
              <a:gd name="connsiteX36" fmla="*/ 0 w 10000"/>
              <a:gd name="connsiteY36" fmla="*/ 694 h 10178"/>
              <a:gd name="connsiteX37" fmla="*/ 0 w 10000"/>
              <a:gd name="connsiteY37" fmla="*/ 694 h 10178"/>
              <a:gd name="connsiteX38" fmla="*/ 95 w 10000"/>
              <a:gd name="connsiteY38" fmla="*/ 1646 h 10178"/>
              <a:gd name="connsiteX39" fmla="*/ 267 w 10000"/>
              <a:gd name="connsiteY39" fmla="*/ 3959 h 10178"/>
              <a:gd name="connsiteX40" fmla="*/ 363 w 10000"/>
              <a:gd name="connsiteY40" fmla="*/ 5391 h 10178"/>
              <a:gd name="connsiteX41" fmla="*/ 439 w 10000"/>
              <a:gd name="connsiteY41" fmla="*/ 6859 h 10178"/>
              <a:gd name="connsiteX42" fmla="*/ 477 w 10000"/>
              <a:gd name="connsiteY42" fmla="*/ 8283 h 10178"/>
              <a:gd name="connsiteX43" fmla="*/ 477 w 10000"/>
              <a:gd name="connsiteY43" fmla="*/ 8950 h 10178"/>
              <a:gd name="connsiteX44" fmla="*/ 458 w 10000"/>
              <a:gd name="connsiteY44" fmla="*/ 9555 h 10178"/>
              <a:gd name="connsiteX45" fmla="*/ 291 w 10000"/>
              <a:gd name="connsiteY45" fmla="*/ 10178 h 10178"/>
              <a:gd name="connsiteX46" fmla="*/ 3130 w 10000"/>
              <a:gd name="connsiteY46" fmla="*/ 9893 h 10178"/>
              <a:gd name="connsiteX47" fmla="*/ 3664 w 10000"/>
              <a:gd name="connsiteY47" fmla="*/ 9929 h 10178"/>
              <a:gd name="connsiteX48" fmla="*/ 4218 w 10000"/>
              <a:gd name="connsiteY48" fmla="*/ 9964 h 10178"/>
              <a:gd name="connsiteX49" fmla="*/ 4828 w 10000"/>
              <a:gd name="connsiteY49" fmla="*/ 9982 h 10178"/>
              <a:gd name="connsiteX50" fmla="*/ 5439 w 10000"/>
              <a:gd name="connsiteY50" fmla="*/ 9991 h 10178"/>
              <a:gd name="connsiteX51" fmla="*/ 6813 w 10000"/>
              <a:gd name="connsiteY51" fmla="*/ 10000 h 10178"/>
              <a:gd name="connsiteX52" fmla="*/ 8282 w 10000"/>
              <a:gd name="connsiteY52" fmla="*/ 9991 h 10178"/>
              <a:gd name="connsiteX53" fmla="*/ 9943 w 10000"/>
              <a:gd name="connsiteY53" fmla="*/ 9964 h 10178"/>
              <a:gd name="connsiteX54" fmla="*/ 9943 w 10000"/>
              <a:gd name="connsiteY54" fmla="*/ 9964 h 10178"/>
              <a:gd name="connsiteX0" fmla="*/ 9943 w 10000"/>
              <a:gd name="connsiteY0" fmla="*/ 9964 h 10178"/>
              <a:gd name="connsiteX1" fmla="*/ 9943 w 10000"/>
              <a:gd name="connsiteY1" fmla="*/ 9964 h 10178"/>
              <a:gd name="connsiteX2" fmla="*/ 10000 w 10000"/>
              <a:gd name="connsiteY2" fmla="*/ 9475 h 10178"/>
              <a:gd name="connsiteX3" fmla="*/ 10000 w 10000"/>
              <a:gd name="connsiteY3" fmla="*/ 9475 h 10178"/>
              <a:gd name="connsiteX4" fmla="*/ 9962 w 10000"/>
              <a:gd name="connsiteY4" fmla="*/ 9297 h 10178"/>
              <a:gd name="connsiteX5" fmla="*/ 9905 w 10000"/>
              <a:gd name="connsiteY5" fmla="*/ 8843 h 10178"/>
              <a:gd name="connsiteX6" fmla="*/ 9790 w 10000"/>
              <a:gd name="connsiteY6" fmla="*/ 8176 h 10178"/>
              <a:gd name="connsiteX7" fmla="*/ 9618 w 10000"/>
              <a:gd name="connsiteY7" fmla="*/ 7375 h 10178"/>
              <a:gd name="connsiteX8" fmla="*/ 9408 w 10000"/>
              <a:gd name="connsiteY8" fmla="*/ 6521 h 10178"/>
              <a:gd name="connsiteX9" fmla="*/ 9179 w 10000"/>
              <a:gd name="connsiteY9" fmla="*/ 5667 h 10178"/>
              <a:gd name="connsiteX10" fmla="*/ 9065 w 10000"/>
              <a:gd name="connsiteY10" fmla="*/ 5267 h 10178"/>
              <a:gd name="connsiteX11" fmla="*/ 8931 w 10000"/>
              <a:gd name="connsiteY11" fmla="*/ 4902 h 10178"/>
              <a:gd name="connsiteX12" fmla="*/ 8817 w 10000"/>
              <a:gd name="connsiteY12" fmla="*/ 4573 h 10178"/>
              <a:gd name="connsiteX13" fmla="*/ 8683 w 10000"/>
              <a:gd name="connsiteY13" fmla="*/ 4288 h 10178"/>
              <a:gd name="connsiteX14" fmla="*/ 8683 w 10000"/>
              <a:gd name="connsiteY14" fmla="*/ 4288 h 10178"/>
              <a:gd name="connsiteX15" fmla="*/ 8397 w 10000"/>
              <a:gd name="connsiteY15" fmla="*/ 3808 h 10178"/>
              <a:gd name="connsiteX16" fmla="*/ 8092 w 10000"/>
              <a:gd name="connsiteY16" fmla="*/ 3345 h 10178"/>
              <a:gd name="connsiteX17" fmla="*/ 7824 w 10000"/>
              <a:gd name="connsiteY17" fmla="*/ 2900 h 10178"/>
              <a:gd name="connsiteX18" fmla="*/ 7519 w 10000"/>
              <a:gd name="connsiteY18" fmla="*/ 2509 h 10178"/>
              <a:gd name="connsiteX19" fmla="*/ 7214 w 10000"/>
              <a:gd name="connsiteY19" fmla="*/ 2117 h 10178"/>
              <a:gd name="connsiteX20" fmla="*/ 6927 w 10000"/>
              <a:gd name="connsiteY20" fmla="*/ 1762 h 10178"/>
              <a:gd name="connsiteX21" fmla="*/ 6641 w 10000"/>
              <a:gd name="connsiteY21" fmla="*/ 1441 h 10178"/>
              <a:gd name="connsiteX22" fmla="*/ 6374 w 10000"/>
              <a:gd name="connsiteY22" fmla="*/ 1148 h 10178"/>
              <a:gd name="connsiteX23" fmla="*/ 5878 w 10000"/>
              <a:gd name="connsiteY23" fmla="*/ 658 h 10178"/>
              <a:gd name="connsiteX24" fmla="*/ 5496 w 10000"/>
              <a:gd name="connsiteY24" fmla="*/ 294 h 10178"/>
              <a:gd name="connsiteX25" fmla="*/ 5153 w 10000"/>
              <a:gd name="connsiteY25" fmla="*/ 0 h 10178"/>
              <a:gd name="connsiteX26" fmla="*/ 5153 w 10000"/>
              <a:gd name="connsiteY26" fmla="*/ 0 h 10178"/>
              <a:gd name="connsiteX27" fmla="*/ 4676 w 10000"/>
              <a:gd name="connsiteY27" fmla="*/ 9 h 10178"/>
              <a:gd name="connsiteX28" fmla="*/ 4218 w 10000"/>
              <a:gd name="connsiteY28" fmla="*/ 44 h 10178"/>
              <a:gd name="connsiteX29" fmla="*/ 3760 w 10000"/>
              <a:gd name="connsiteY29" fmla="*/ 89 h 10178"/>
              <a:gd name="connsiteX30" fmla="*/ 3302 w 10000"/>
              <a:gd name="connsiteY30" fmla="*/ 142 h 10178"/>
              <a:gd name="connsiteX31" fmla="*/ 2863 w 10000"/>
              <a:gd name="connsiteY31" fmla="*/ 196 h 10178"/>
              <a:gd name="connsiteX32" fmla="*/ 2443 w 10000"/>
              <a:gd name="connsiteY32" fmla="*/ 249 h 10178"/>
              <a:gd name="connsiteX33" fmla="*/ 1660 w 10000"/>
              <a:gd name="connsiteY33" fmla="*/ 374 h 10178"/>
              <a:gd name="connsiteX34" fmla="*/ 992 w 10000"/>
              <a:gd name="connsiteY34" fmla="*/ 498 h 10178"/>
              <a:gd name="connsiteX35" fmla="*/ 458 w 10000"/>
              <a:gd name="connsiteY35" fmla="*/ 605 h 10178"/>
              <a:gd name="connsiteX36" fmla="*/ 0 w 10000"/>
              <a:gd name="connsiteY36" fmla="*/ 694 h 10178"/>
              <a:gd name="connsiteX37" fmla="*/ 0 w 10000"/>
              <a:gd name="connsiteY37" fmla="*/ 694 h 10178"/>
              <a:gd name="connsiteX38" fmla="*/ 95 w 10000"/>
              <a:gd name="connsiteY38" fmla="*/ 1646 h 10178"/>
              <a:gd name="connsiteX39" fmla="*/ 267 w 10000"/>
              <a:gd name="connsiteY39" fmla="*/ 3959 h 10178"/>
              <a:gd name="connsiteX40" fmla="*/ 363 w 10000"/>
              <a:gd name="connsiteY40" fmla="*/ 5391 h 10178"/>
              <a:gd name="connsiteX41" fmla="*/ 439 w 10000"/>
              <a:gd name="connsiteY41" fmla="*/ 6859 h 10178"/>
              <a:gd name="connsiteX42" fmla="*/ 477 w 10000"/>
              <a:gd name="connsiteY42" fmla="*/ 8283 h 10178"/>
              <a:gd name="connsiteX43" fmla="*/ 477 w 10000"/>
              <a:gd name="connsiteY43" fmla="*/ 8950 h 10178"/>
              <a:gd name="connsiteX44" fmla="*/ 458 w 10000"/>
              <a:gd name="connsiteY44" fmla="*/ 9555 h 10178"/>
              <a:gd name="connsiteX45" fmla="*/ 291 w 10000"/>
              <a:gd name="connsiteY45" fmla="*/ 10178 h 10178"/>
              <a:gd name="connsiteX46" fmla="*/ 3664 w 10000"/>
              <a:gd name="connsiteY46" fmla="*/ 9929 h 10178"/>
              <a:gd name="connsiteX47" fmla="*/ 4218 w 10000"/>
              <a:gd name="connsiteY47" fmla="*/ 9964 h 10178"/>
              <a:gd name="connsiteX48" fmla="*/ 4828 w 10000"/>
              <a:gd name="connsiteY48" fmla="*/ 9982 h 10178"/>
              <a:gd name="connsiteX49" fmla="*/ 5439 w 10000"/>
              <a:gd name="connsiteY49" fmla="*/ 9991 h 10178"/>
              <a:gd name="connsiteX50" fmla="*/ 6813 w 10000"/>
              <a:gd name="connsiteY50" fmla="*/ 10000 h 10178"/>
              <a:gd name="connsiteX51" fmla="*/ 8282 w 10000"/>
              <a:gd name="connsiteY51" fmla="*/ 9991 h 10178"/>
              <a:gd name="connsiteX52" fmla="*/ 9943 w 10000"/>
              <a:gd name="connsiteY52" fmla="*/ 9964 h 10178"/>
              <a:gd name="connsiteX53" fmla="*/ 9943 w 10000"/>
              <a:gd name="connsiteY53" fmla="*/ 9964 h 10178"/>
              <a:gd name="connsiteX0" fmla="*/ 9943 w 10000"/>
              <a:gd name="connsiteY0" fmla="*/ 9964 h 10178"/>
              <a:gd name="connsiteX1" fmla="*/ 9943 w 10000"/>
              <a:gd name="connsiteY1" fmla="*/ 9964 h 10178"/>
              <a:gd name="connsiteX2" fmla="*/ 10000 w 10000"/>
              <a:gd name="connsiteY2" fmla="*/ 9475 h 10178"/>
              <a:gd name="connsiteX3" fmla="*/ 10000 w 10000"/>
              <a:gd name="connsiteY3" fmla="*/ 9475 h 10178"/>
              <a:gd name="connsiteX4" fmla="*/ 9962 w 10000"/>
              <a:gd name="connsiteY4" fmla="*/ 9297 h 10178"/>
              <a:gd name="connsiteX5" fmla="*/ 9905 w 10000"/>
              <a:gd name="connsiteY5" fmla="*/ 8843 h 10178"/>
              <a:gd name="connsiteX6" fmla="*/ 9790 w 10000"/>
              <a:gd name="connsiteY6" fmla="*/ 8176 h 10178"/>
              <a:gd name="connsiteX7" fmla="*/ 9618 w 10000"/>
              <a:gd name="connsiteY7" fmla="*/ 7375 h 10178"/>
              <a:gd name="connsiteX8" fmla="*/ 9408 w 10000"/>
              <a:gd name="connsiteY8" fmla="*/ 6521 h 10178"/>
              <a:gd name="connsiteX9" fmla="*/ 9179 w 10000"/>
              <a:gd name="connsiteY9" fmla="*/ 5667 h 10178"/>
              <a:gd name="connsiteX10" fmla="*/ 9065 w 10000"/>
              <a:gd name="connsiteY10" fmla="*/ 5267 h 10178"/>
              <a:gd name="connsiteX11" fmla="*/ 8931 w 10000"/>
              <a:gd name="connsiteY11" fmla="*/ 4902 h 10178"/>
              <a:gd name="connsiteX12" fmla="*/ 8817 w 10000"/>
              <a:gd name="connsiteY12" fmla="*/ 4573 h 10178"/>
              <a:gd name="connsiteX13" fmla="*/ 8683 w 10000"/>
              <a:gd name="connsiteY13" fmla="*/ 4288 h 10178"/>
              <a:gd name="connsiteX14" fmla="*/ 8683 w 10000"/>
              <a:gd name="connsiteY14" fmla="*/ 4288 h 10178"/>
              <a:gd name="connsiteX15" fmla="*/ 8397 w 10000"/>
              <a:gd name="connsiteY15" fmla="*/ 3808 h 10178"/>
              <a:gd name="connsiteX16" fmla="*/ 8092 w 10000"/>
              <a:gd name="connsiteY16" fmla="*/ 3345 h 10178"/>
              <a:gd name="connsiteX17" fmla="*/ 7824 w 10000"/>
              <a:gd name="connsiteY17" fmla="*/ 2900 h 10178"/>
              <a:gd name="connsiteX18" fmla="*/ 7519 w 10000"/>
              <a:gd name="connsiteY18" fmla="*/ 2509 h 10178"/>
              <a:gd name="connsiteX19" fmla="*/ 7214 w 10000"/>
              <a:gd name="connsiteY19" fmla="*/ 2117 h 10178"/>
              <a:gd name="connsiteX20" fmla="*/ 6927 w 10000"/>
              <a:gd name="connsiteY20" fmla="*/ 1762 h 10178"/>
              <a:gd name="connsiteX21" fmla="*/ 6641 w 10000"/>
              <a:gd name="connsiteY21" fmla="*/ 1441 h 10178"/>
              <a:gd name="connsiteX22" fmla="*/ 6374 w 10000"/>
              <a:gd name="connsiteY22" fmla="*/ 1148 h 10178"/>
              <a:gd name="connsiteX23" fmla="*/ 5878 w 10000"/>
              <a:gd name="connsiteY23" fmla="*/ 658 h 10178"/>
              <a:gd name="connsiteX24" fmla="*/ 5496 w 10000"/>
              <a:gd name="connsiteY24" fmla="*/ 294 h 10178"/>
              <a:gd name="connsiteX25" fmla="*/ 5153 w 10000"/>
              <a:gd name="connsiteY25" fmla="*/ 0 h 10178"/>
              <a:gd name="connsiteX26" fmla="*/ 5153 w 10000"/>
              <a:gd name="connsiteY26" fmla="*/ 0 h 10178"/>
              <a:gd name="connsiteX27" fmla="*/ 4676 w 10000"/>
              <a:gd name="connsiteY27" fmla="*/ 9 h 10178"/>
              <a:gd name="connsiteX28" fmla="*/ 4218 w 10000"/>
              <a:gd name="connsiteY28" fmla="*/ 44 h 10178"/>
              <a:gd name="connsiteX29" fmla="*/ 3760 w 10000"/>
              <a:gd name="connsiteY29" fmla="*/ 89 h 10178"/>
              <a:gd name="connsiteX30" fmla="*/ 3302 w 10000"/>
              <a:gd name="connsiteY30" fmla="*/ 142 h 10178"/>
              <a:gd name="connsiteX31" fmla="*/ 2863 w 10000"/>
              <a:gd name="connsiteY31" fmla="*/ 196 h 10178"/>
              <a:gd name="connsiteX32" fmla="*/ 2443 w 10000"/>
              <a:gd name="connsiteY32" fmla="*/ 249 h 10178"/>
              <a:gd name="connsiteX33" fmla="*/ 1660 w 10000"/>
              <a:gd name="connsiteY33" fmla="*/ 374 h 10178"/>
              <a:gd name="connsiteX34" fmla="*/ 992 w 10000"/>
              <a:gd name="connsiteY34" fmla="*/ 498 h 10178"/>
              <a:gd name="connsiteX35" fmla="*/ 458 w 10000"/>
              <a:gd name="connsiteY35" fmla="*/ 605 h 10178"/>
              <a:gd name="connsiteX36" fmla="*/ 0 w 10000"/>
              <a:gd name="connsiteY36" fmla="*/ 694 h 10178"/>
              <a:gd name="connsiteX37" fmla="*/ 0 w 10000"/>
              <a:gd name="connsiteY37" fmla="*/ 694 h 10178"/>
              <a:gd name="connsiteX38" fmla="*/ 95 w 10000"/>
              <a:gd name="connsiteY38" fmla="*/ 1646 h 10178"/>
              <a:gd name="connsiteX39" fmla="*/ 267 w 10000"/>
              <a:gd name="connsiteY39" fmla="*/ 3959 h 10178"/>
              <a:gd name="connsiteX40" fmla="*/ 363 w 10000"/>
              <a:gd name="connsiteY40" fmla="*/ 5391 h 10178"/>
              <a:gd name="connsiteX41" fmla="*/ 439 w 10000"/>
              <a:gd name="connsiteY41" fmla="*/ 6859 h 10178"/>
              <a:gd name="connsiteX42" fmla="*/ 477 w 10000"/>
              <a:gd name="connsiteY42" fmla="*/ 8283 h 10178"/>
              <a:gd name="connsiteX43" fmla="*/ 477 w 10000"/>
              <a:gd name="connsiteY43" fmla="*/ 8950 h 10178"/>
              <a:gd name="connsiteX44" fmla="*/ 458 w 10000"/>
              <a:gd name="connsiteY44" fmla="*/ 9555 h 10178"/>
              <a:gd name="connsiteX45" fmla="*/ 291 w 10000"/>
              <a:gd name="connsiteY45" fmla="*/ 10178 h 10178"/>
              <a:gd name="connsiteX46" fmla="*/ 4218 w 10000"/>
              <a:gd name="connsiteY46" fmla="*/ 9964 h 10178"/>
              <a:gd name="connsiteX47" fmla="*/ 4828 w 10000"/>
              <a:gd name="connsiteY47" fmla="*/ 9982 h 10178"/>
              <a:gd name="connsiteX48" fmla="*/ 5439 w 10000"/>
              <a:gd name="connsiteY48" fmla="*/ 9991 h 10178"/>
              <a:gd name="connsiteX49" fmla="*/ 6813 w 10000"/>
              <a:gd name="connsiteY49" fmla="*/ 10000 h 10178"/>
              <a:gd name="connsiteX50" fmla="*/ 8282 w 10000"/>
              <a:gd name="connsiteY50" fmla="*/ 9991 h 10178"/>
              <a:gd name="connsiteX51" fmla="*/ 9943 w 10000"/>
              <a:gd name="connsiteY51" fmla="*/ 9964 h 10178"/>
              <a:gd name="connsiteX52" fmla="*/ 9943 w 10000"/>
              <a:gd name="connsiteY52" fmla="*/ 9964 h 10178"/>
              <a:gd name="connsiteX0" fmla="*/ 9943 w 10000"/>
              <a:gd name="connsiteY0" fmla="*/ 9964 h 10178"/>
              <a:gd name="connsiteX1" fmla="*/ 9943 w 10000"/>
              <a:gd name="connsiteY1" fmla="*/ 9964 h 10178"/>
              <a:gd name="connsiteX2" fmla="*/ 10000 w 10000"/>
              <a:gd name="connsiteY2" fmla="*/ 9475 h 10178"/>
              <a:gd name="connsiteX3" fmla="*/ 10000 w 10000"/>
              <a:gd name="connsiteY3" fmla="*/ 9475 h 10178"/>
              <a:gd name="connsiteX4" fmla="*/ 9962 w 10000"/>
              <a:gd name="connsiteY4" fmla="*/ 9297 h 10178"/>
              <a:gd name="connsiteX5" fmla="*/ 9905 w 10000"/>
              <a:gd name="connsiteY5" fmla="*/ 8843 h 10178"/>
              <a:gd name="connsiteX6" fmla="*/ 9790 w 10000"/>
              <a:gd name="connsiteY6" fmla="*/ 8176 h 10178"/>
              <a:gd name="connsiteX7" fmla="*/ 9618 w 10000"/>
              <a:gd name="connsiteY7" fmla="*/ 7375 h 10178"/>
              <a:gd name="connsiteX8" fmla="*/ 9408 w 10000"/>
              <a:gd name="connsiteY8" fmla="*/ 6521 h 10178"/>
              <a:gd name="connsiteX9" fmla="*/ 9179 w 10000"/>
              <a:gd name="connsiteY9" fmla="*/ 5667 h 10178"/>
              <a:gd name="connsiteX10" fmla="*/ 9065 w 10000"/>
              <a:gd name="connsiteY10" fmla="*/ 5267 h 10178"/>
              <a:gd name="connsiteX11" fmla="*/ 8931 w 10000"/>
              <a:gd name="connsiteY11" fmla="*/ 4902 h 10178"/>
              <a:gd name="connsiteX12" fmla="*/ 8817 w 10000"/>
              <a:gd name="connsiteY12" fmla="*/ 4573 h 10178"/>
              <a:gd name="connsiteX13" fmla="*/ 8683 w 10000"/>
              <a:gd name="connsiteY13" fmla="*/ 4288 h 10178"/>
              <a:gd name="connsiteX14" fmla="*/ 8683 w 10000"/>
              <a:gd name="connsiteY14" fmla="*/ 4288 h 10178"/>
              <a:gd name="connsiteX15" fmla="*/ 8397 w 10000"/>
              <a:gd name="connsiteY15" fmla="*/ 3808 h 10178"/>
              <a:gd name="connsiteX16" fmla="*/ 8092 w 10000"/>
              <a:gd name="connsiteY16" fmla="*/ 3345 h 10178"/>
              <a:gd name="connsiteX17" fmla="*/ 7824 w 10000"/>
              <a:gd name="connsiteY17" fmla="*/ 2900 h 10178"/>
              <a:gd name="connsiteX18" fmla="*/ 7519 w 10000"/>
              <a:gd name="connsiteY18" fmla="*/ 2509 h 10178"/>
              <a:gd name="connsiteX19" fmla="*/ 7214 w 10000"/>
              <a:gd name="connsiteY19" fmla="*/ 2117 h 10178"/>
              <a:gd name="connsiteX20" fmla="*/ 6927 w 10000"/>
              <a:gd name="connsiteY20" fmla="*/ 1762 h 10178"/>
              <a:gd name="connsiteX21" fmla="*/ 6641 w 10000"/>
              <a:gd name="connsiteY21" fmla="*/ 1441 h 10178"/>
              <a:gd name="connsiteX22" fmla="*/ 6374 w 10000"/>
              <a:gd name="connsiteY22" fmla="*/ 1148 h 10178"/>
              <a:gd name="connsiteX23" fmla="*/ 5878 w 10000"/>
              <a:gd name="connsiteY23" fmla="*/ 658 h 10178"/>
              <a:gd name="connsiteX24" fmla="*/ 5496 w 10000"/>
              <a:gd name="connsiteY24" fmla="*/ 294 h 10178"/>
              <a:gd name="connsiteX25" fmla="*/ 5153 w 10000"/>
              <a:gd name="connsiteY25" fmla="*/ 0 h 10178"/>
              <a:gd name="connsiteX26" fmla="*/ 5153 w 10000"/>
              <a:gd name="connsiteY26" fmla="*/ 0 h 10178"/>
              <a:gd name="connsiteX27" fmla="*/ 4676 w 10000"/>
              <a:gd name="connsiteY27" fmla="*/ 9 h 10178"/>
              <a:gd name="connsiteX28" fmla="*/ 4218 w 10000"/>
              <a:gd name="connsiteY28" fmla="*/ 44 h 10178"/>
              <a:gd name="connsiteX29" fmla="*/ 3760 w 10000"/>
              <a:gd name="connsiteY29" fmla="*/ 89 h 10178"/>
              <a:gd name="connsiteX30" fmla="*/ 3302 w 10000"/>
              <a:gd name="connsiteY30" fmla="*/ 142 h 10178"/>
              <a:gd name="connsiteX31" fmla="*/ 2863 w 10000"/>
              <a:gd name="connsiteY31" fmla="*/ 196 h 10178"/>
              <a:gd name="connsiteX32" fmla="*/ 2443 w 10000"/>
              <a:gd name="connsiteY32" fmla="*/ 249 h 10178"/>
              <a:gd name="connsiteX33" fmla="*/ 1660 w 10000"/>
              <a:gd name="connsiteY33" fmla="*/ 374 h 10178"/>
              <a:gd name="connsiteX34" fmla="*/ 992 w 10000"/>
              <a:gd name="connsiteY34" fmla="*/ 498 h 10178"/>
              <a:gd name="connsiteX35" fmla="*/ 458 w 10000"/>
              <a:gd name="connsiteY35" fmla="*/ 605 h 10178"/>
              <a:gd name="connsiteX36" fmla="*/ 0 w 10000"/>
              <a:gd name="connsiteY36" fmla="*/ 694 h 10178"/>
              <a:gd name="connsiteX37" fmla="*/ 0 w 10000"/>
              <a:gd name="connsiteY37" fmla="*/ 694 h 10178"/>
              <a:gd name="connsiteX38" fmla="*/ 95 w 10000"/>
              <a:gd name="connsiteY38" fmla="*/ 1646 h 10178"/>
              <a:gd name="connsiteX39" fmla="*/ 267 w 10000"/>
              <a:gd name="connsiteY39" fmla="*/ 3959 h 10178"/>
              <a:gd name="connsiteX40" fmla="*/ 363 w 10000"/>
              <a:gd name="connsiteY40" fmla="*/ 5391 h 10178"/>
              <a:gd name="connsiteX41" fmla="*/ 439 w 10000"/>
              <a:gd name="connsiteY41" fmla="*/ 6859 h 10178"/>
              <a:gd name="connsiteX42" fmla="*/ 477 w 10000"/>
              <a:gd name="connsiteY42" fmla="*/ 8283 h 10178"/>
              <a:gd name="connsiteX43" fmla="*/ 477 w 10000"/>
              <a:gd name="connsiteY43" fmla="*/ 8950 h 10178"/>
              <a:gd name="connsiteX44" fmla="*/ 458 w 10000"/>
              <a:gd name="connsiteY44" fmla="*/ 9555 h 10178"/>
              <a:gd name="connsiteX45" fmla="*/ 291 w 10000"/>
              <a:gd name="connsiteY45" fmla="*/ 10178 h 10178"/>
              <a:gd name="connsiteX46" fmla="*/ 4828 w 10000"/>
              <a:gd name="connsiteY46" fmla="*/ 9982 h 10178"/>
              <a:gd name="connsiteX47" fmla="*/ 5439 w 10000"/>
              <a:gd name="connsiteY47" fmla="*/ 9991 h 10178"/>
              <a:gd name="connsiteX48" fmla="*/ 6813 w 10000"/>
              <a:gd name="connsiteY48" fmla="*/ 10000 h 10178"/>
              <a:gd name="connsiteX49" fmla="*/ 8282 w 10000"/>
              <a:gd name="connsiteY49" fmla="*/ 9991 h 10178"/>
              <a:gd name="connsiteX50" fmla="*/ 9943 w 10000"/>
              <a:gd name="connsiteY50" fmla="*/ 9964 h 10178"/>
              <a:gd name="connsiteX51" fmla="*/ 9943 w 10000"/>
              <a:gd name="connsiteY51" fmla="*/ 9964 h 10178"/>
              <a:gd name="connsiteX0" fmla="*/ 9943 w 10000"/>
              <a:gd name="connsiteY0" fmla="*/ 9964 h 10178"/>
              <a:gd name="connsiteX1" fmla="*/ 9943 w 10000"/>
              <a:gd name="connsiteY1" fmla="*/ 9964 h 10178"/>
              <a:gd name="connsiteX2" fmla="*/ 10000 w 10000"/>
              <a:gd name="connsiteY2" fmla="*/ 9475 h 10178"/>
              <a:gd name="connsiteX3" fmla="*/ 10000 w 10000"/>
              <a:gd name="connsiteY3" fmla="*/ 9475 h 10178"/>
              <a:gd name="connsiteX4" fmla="*/ 9962 w 10000"/>
              <a:gd name="connsiteY4" fmla="*/ 9297 h 10178"/>
              <a:gd name="connsiteX5" fmla="*/ 9905 w 10000"/>
              <a:gd name="connsiteY5" fmla="*/ 8843 h 10178"/>
              <a:gd name="connsiteX6" fmla="*/ 9790 w 10000"/>
              <a:gd name="connsiteY6" fmla="*/ 8176 h 10178"/>
              <a:gd name="connsiteX7" fmla="*/ 9618 w 10000"/>
              <a:gd name="connsiteY7" fmla="*/ 7375 h 10178"/>
              <a:gd name="connsiteX8" fmla="*/ 9408 w 10000"/>
              <a:gd name="connsiteY8" fmla="*/ 6521 h 10178"/>
              <a:gd name="connsiteX9" fmla="*/ 9179 w 10000"/>
              <a:gd name="connsiteY9" fmla="*/ 5667 h 10178"/>
              <a:gd name="connsiteX10" fmla="*/ 9065 w 10000"/>
              <a:gd name="connsiteY10" fmla="*/ 5267 h 10178"/>
              <a:gd name="connsiteX11" fmla="*/ 8931 w 10000"/>
              <a:gd name="connsiteY11" fmla="*/ 4902 h 10178"/>
              <a:gd name="connsiteX12" fmla="*/ 8817 w 10000"/>
              <a:gd name="connsiteY12" fmla="*/ 4573 h 10178"/>
              <a:gd name="connsiteX13" fmla="*/ 8683 w 10000"/>
              <a:gd name="connsiteY13" fmla="*/ 4288 h 10178"/>
              <a:gd name="connsiteX14" fmla="*/ 8683 w 10000"/>
              <a:gd name="connsiteY14" fmla="*/ 4288 h 10178"/>
              <a:gd name="connsiteX15" fmla="*/ 8397 w 10000"/>
              <a:gd name="connsiteY15" fmla="*/ 3808 h 10178"/>
              <a:gd name="connsiteX16" fmla="*/ 8092 w 10000"/>
              <a:gd name="connsiteY16" fmla="*/ 3345 h 10178"/>
              <a:gd name="connsiteX17" fmla="*/ 7824 w 10000"/>
              <a:gd name="connsiteY17" fmla="*/ 2900 h 10178"/>
              <a:gd name="connsiteX18" fmla="*/ 7519 w 10000"/>
              <a:gd name="connsiteY18" fmla="*/ 2509 h 10178"/>
              <a:gd name="connsiteX19" fmla="*/ 7214 w 10000"/>
              <a:gd name="connsiteY19" fmla="*/ 2117 h 10178"/>
              <a:gd name="connsiteX20" fmla="*/ 6927 w 10000"/>
              <a:gd name="connsiteY20" fmla="*/ 1762 h 10178"/>
              <a:gd name="connsiteX21" fmla="*/ 6641 w 10000"/>
              <a:gd name="connsiteY21" fmla="*/ 1441 h 10178"/>
              <a:gd name="connsiteX22" fmla="*/ 6374 w 10000"/>
              <a:gd name="connsiteY22" fmla="*/ 1148 h 10178"/>
              <a:gd name="connsiteX23" fmla="*/ 5878 w 10000"/>
              <a:gd name="connsiteY23" fmla="*/ 658 h 10178"/>
              <a:gd name="connsiteX24" fmla="*/ 5496 w 10000"/>
              <a:gd name="connsiteY24" fmla="*/ 294 h 10178"/>
              <a:gd name="connsiteX25" fmla="*/ 5153 w 10000"/>
              <a:gd name="connsiteY25" fmla="*/ 0 h 10178"/>
              <a:gd name="connsiteX26" fmla="*/ 5153 w 10000"/>
              <a:gd name="connsiteY26" fmla="*/ 0 h 10178"/>
              <a:gd name="connsiteX27" fmla="*/ 4676 w 10000"/>
              <a:gd name="connsiteY27" fmla="*/ 9 h 10178"/>
              <a:gd name="connsiteX28" fmla="*/ 4218 w 10000"/>
              <a:gd name="connsiteY28" fmla="*/ 44 h 10178"/>
              <a:gd name="connsiteX29" fmla="*/ 3760 w 10000"/>
              <a:gd name="connsiteY29" fmla="*/ 89 h 10178"/>
              <a:gd name="connsiteX30" fmla="*/ 3302 w 10000"/>
              <a:gd name="connsiteY30" fmla="*/ 142 h 10178"/>
              <a:gd name="connsiteX31" fmla="*/ 2863 w 10000"/>
              <a:gd name="connsiteY31" fmla="*/ 196 h 10178"/>
              <a:gd name="connsiteX32" fmla="*/ 2443 w 10000"/>
              <a:gd name="connsiteY32" fmla="*/ 249 h 10178"/>
              <a:gd name="connsiteX33" fmla="*/ 1660 w 10000"/>
              <a:gd name="connsiteY33" fmla="*/ 374 h 10178"/>
              <a:gd name="connsiteX34" fmla="*/ 992 w 10000"/>
              <a:gd name="connsiteY34" fmla="*/ 498 h 10178"/>
              <a:gd name="connsiteX35" fmla="*/ 458 w 10000"/>
              <a:gd name="connsiteY35" fmla="*/ 605 h 10178"/>
              <a:gd name="connsiteX36" fmla="*/ 0 w 10000"/>
              <a:gd name="connsiteY36" fmla="*/ 694 h 10178"/>
              <a:gd name="connsiteX37" fmla="*/ 0 w 10000"/>
              <a:gd name="connsiteY37" fmla="*/ 694 h 10178"/>
              <a:gd name="connsiteX38" fmla="*/ 95 w 10000"/>
              <a:gd name="connsiteY38" fmla="*/ 1646 h 10178"/>
              <a:gd name="connsiteX39" fmla="*/ 267 w 10000"/>
              <a:gd name="connsiteY39" fmla="*/ 3959 h 10178"/>
              <a:gd name="connsiteX40" fmla="*/ 363 w 10000"/>
              <a:gd name="connsiteY40" fmla="*/ 5391 h 10178"/>
              <a:gd name="connsiteX41" fmla="*/ 439 w 10000"/>
              <a:gd name="connsiteY41" fmla="*/ 6859 h 10178"/>
              <a:gd name="connsiteX42" fmla="*/ 477 w 10000"/>
              <a:gd name="connsiteY42" fmla="*/ 8283 h 10178"/>
              <a:gd name="connsiteX43" fmla="*/ 477 w 10000"/>
              <a:gd name="connsiteY43" fmla="*/ 8950 h 10178"/>
              <a:gd name="connsiteX44" fmla="*/ 458 w 10000"/>
              <a:gd name="connsiteY44" fmla="*/ 9555 h 10178"/>
              <a:gd name="connsiteX45" fmla="*/ 291 w 10000"/>
              <a:gd name="connsiteY45" fmla="*/ 10178 h 10178"/>
              <a:gd name="connsiteX46" fmla="*/ 5439 w 10000"/>
              <a:gd name="connsiteY46" fmla="*/ 9991 h 10178"/>
              <a:gd name="connsiteX47" fmla="*/ 6813 w 10000"/>
              <a:gd name="connsiteY47" fmla="*/ 10000 h 10178"/>
              <a:gd name="connsiteX48" fmla="*/ 8282 w 10000"/>
              <a:gd name="connsiteY48" fmla="*/ 9991 h 10178"/>
              <a:gd name="connsiteX49" fmla="*/ 9943 w 10000"/>
              <a:gd name="connsiteY49" fmla="*/ 9964 h 10178"/>
              <a:gd name="connsiteX50" fmla="*/ 9943 w 10000"/>
              <a:gd name="connsiteY50" fmla="*/ 9964 h 10178"/>
              <a:gd name="connsiteX0" fmla="*/ 9943 w 10000"/>
              <a:gd name="connsiteY0" fmla="*/ 9964 h 10178"/>
              <a:gd name="connsiteX1" fmla="*/ 9943 w 10000"/>
              <a:gd name="connsiteY1" fmla="*/ 9964 h 10178"/>
              <a:gd name="connsiteX2" fmla="*/ 10000 w 10000"/>
              <a:gd name="connsiteY2" fmla="*/ 9475 h 10178"/>
              <a:gd name="connsiteX3" fmla="*/ 10000 w 10000"/>
              <a:gd name="connsiteY3" fmla="*/ 9475 h 10178"/>
              <a:gd name="connsiteX4" fmla="*/ 9962 w 10000"/>
              <a:gd name="connsiteY4" fmla="*/ 9297 h 10178"/>
              <a:gd name="connsiteX5" fmla="*/ 9905 w 10000"/>
              <a:gd name="connsiteY5" fmla="*/ 8843 h 10178"/>
              <a:gd name="connsiteX6" fmla="*/ 9790 w 10000"/>
              <a:gd name="connsiteY6" fmla="*/ 8176 h 10178"/>
              <a:gd name="connsiteX7" fmla="*/ 9618 w 10000"/>
              <a:gd name="connsiteY7" fmla="*/ 7375 h 10178"/>
              <a:gd name="connsiteX8" fmla="*/ 9408 w 10000"/>
              <a:gd name="connsiteY8" fmla="*/ 6521 h 10178"/>
              <a:gd name="connsiteX9" fmla="*/ 9179 w 10000"/>
              <a:gd name="connsiteY9" fmla="*/ 5667 h 10178"/>
              <a:gd name="connsiteX10" fmla="*/ 9065 w 10000"/>
              <a:gd name="connsiteY10" fmla="*/ 5267 h 10178"/>
              <a:gd name="connsiteX11" fmla="*/ 8931 w 10000"/>
              <a:gd name="connsiteY11" fmla="*/ 4902 h 10178"/>
              <a:gd name="connsiteX12" fmla="*/ 8817 w 10000"/>
              <a:gd name="connsiteY12" fmla="*/ 4573 h 10178"/>
              <a:gd name="connsiteX13" fmla="*/ 8683 w 10000"/>
              <a:gd name="connsiteY13" fmla="*/ 4288 h 10178"/>
              <a:gd name="connsiteX14" fmla="*/ 8683 w 10000"/>
              <a:gd name="connsiteY14" fmla="*/ 4288 h 10178"/>
              <a:gd name="connsiteX15" fmla="*/ 8397 w 10000"/>
              <a:gd name="connsiteY15" fmla="*/ 3808 h 10178"/>
              <a:gd name="connsiteX16" fmla="*/ 8092 w 10000"/>
              <a:gd name="connsiteY16" fmla="*/ 3345 h 10178"/>
              <a:gd name="connsiteX17" fmla="*/ 7824 w 10000"/>
              <a:gd name="connsiteY17" fmla="*/ 2900 h 10178"/>
              <a:gd name="connsiteX18" fmla="*/ 7519 w 10000"/>
              <a:gd name="connsiteY18" fmla="*/ 2509 h 10178"/>
              <a:gd name="connsiteX19" fmla="*/ 7214 w 10000"/>
              <a:gd name="connsiteY19" fmla="*/ 2117 h 10178"/>
              <a:gd name="connsiteX20" fmla="*/ 6927 w 10000"/>
              <a:gd name="connsiteY20" fmla="*/ 1762 h 10178"/>
              <a:gd name="connsiteX21" fmla="*/ 6641 w 10000"/>
              <a:gd name="connsiteY21" fmla="*/ 1441 h 10178"/>
              <a:gd name="connsiteX22" fmla="*/ 6374 w 10000"/>
              <a:gd name="connsiteY22" fmla="*/ 1148 h 10178"/>
              <a:gd name="connsiteX23" fmla="*/ 5878 w 10000"/>
              <a:gd name="connsiteY23" fmla="*/ 658 h 10178"/>
              <a:gd name="connsiteX24" fmla="*/ 5496 w 10000"/>
              <a:gd name="connsiteY24" fmla="*/ 294 h 10178"/>
              <a:gd name="connsiteX25" fmla="*/ 5153 w 10000"/>
              <a:gd name="connsiteY25" fmla="*/ 0 h 10178"/>
              <a:gd name="connsiteX26" fmla="*/ 5153 w 10000"/>
              <a:gd name="connsiteY26" fmla="*/ 0 h 10178"/>
              <a:gd name="connsiteX27" fmla="*/ 4676 w 10000"/>
              <a:gd name="connsiteY27" fmla="*/ 9 h 10178"/>
              <a:gd name="connsiteX28" fmla="*/ 4218 w 10000"/>
              <a:gd name="connsiteY28" fmla="*/ 44 h 10178"/>
              <a:gd name="connsiteX29" fmla="*/ 3760 w 10000"/>
              <a:gd name="connsiteY29" fmla="*/ 89 h 10178"/>
              <a:gd name="connsiteX30" fmla="*/ 3302 w 10000"/>
              <a:gd name="connsiteY30" fmla="*/ 142 h 10178"/>
              <a:gd name="connsiteX31" fmla="*/ 2863 w 10000"/>
              <a:gd name="connsiteY31" fmla="*/ 196 h 10178"/>
              <a:gd name="connsiteX32" fmla="*/ 2443 w 10000"/>
              <a:gd name="connsiteY32" fmla="*/ 249 h 10178"/>
              <a:gd name="connsiteX33" fmla="*/ 1660 w 10000"/>
              <a:gd name="connsiteY33" fmla="*/ 374 h 10178"/>
              <a:gd name="connsiteX34" fmla="*/ 992 w 10000"/>
              <a:gd name="connsiteY34" fmla="*/ 498 h 10178"/>
              <a:gd name="connsiteX35" fmla="*/ 458 w 10000"/>
              <a:gd name="connsiteY35" fmla="*/ 605 h 10178"/>
              <a:gd name="connsiteX36" fmla="*/ 0 w 10000"/>
              <a:gd name="connsiteY36" fmla="*/ 694 h 10178"/>
              <a:gd name="connsiteX37" fmla="*/ 0 w 10000"/>
              <a:gd name="connsiteY37" fmla="*/ 694 h 10178"/>
              <a:gd name="connsiteX38" fmla="*/ 95 w 10000"/>
              <a:gd name="connsiteY38" fmla="*/ 1646 h 10178"/>
              <a:gd name="connsiteX39" fmla="*/ 267 w 10000"/>
              <a:gd name="connsiteY39" fmla="*/ 3959 h 10178"/>
              <a:gd name="connsiteX40" fmla="*/ 363 w 10000"/>
              <a:gd name="connsiteY40" fmla="*/ 5391 h 10178"/>
              <a:gd name="connsiteX41" fmla="*/ 439 w 10000"/>
              <a:gd name="connsiteY41" fmla="*/ 6859 h 10178"/>
              <a:gd name="connsiteX42" fmla="*/ 477 w 10000"/>
              <a:gd name="connsiteY42" fmla="*/ 8283 h 10178"/>
              <a:gd name="connsiteX43" fmla="*/ 477 w 10000"/>
              <a:gd name="connsiteY43" fmla="*/ 8950 h 10178"/>
              <a:gd name="connsiteX44" fmla="*/ 458 w 10000"/>
              <a:gd name="connsiteY44" fmla="*/ 9555 h 10178"/>
              <a:gd name="connsiteX45" fmla="*/ 291 w 10000"/>
              <a:gd name="connsiteY45" fmla="*/ 10178 h 10178"/>
              <a:gd name="connsiteX46" fmla="*/ 6813 w 10000"/>
              <a:gd name="connsiteY46" fmla="*/ 10000 h 10178"/>
              <a:gd name="connsiteX47" fmla="*/ 8282 w 10000"/>
              <a:gd name="connsiteY47" fmla="*/ 9991 h 10178"/>
              <a:gd name="connsiteX48" fmla="*/ 9943 w 10000"/>
              <a:gd name="connsiteY48" fmla="*/ 9964 h 10178"/>
              <a:gd name="connsiteX49" fmla="*/ 9943 w 10000"/>
              <a:gd name="connsiteY49" fmla="*/ 9964 h 10178"/>
              <a:gd name="connsiteX0" fmla="*/ 9943 w 10000"/>
              <a:gd name="connsiteY0" fmla="*/ 9964 h 10178"/>
              <a:gd name="connsiteX1" fmla="*/ 9943 w 10000"/>
              <a:gd name="connsiteY1" fmla="*/ 9964 h 10178"/>
              <a:gd name="connsiteX2" fmla="*/ 10000 w 10000"/>
              <a:gd name="connsiteY2" fmla="*/ 9475 h 10178"/>
              <a:gd name="connsiteX3" fmla="*/ 10000 w 10000"/>
              <a:gd name="connsiteY3" fmla="*/ 9475 h 10178"/>
              <a:gd name="connsiteX4" fmla="*/ 9962 w 10000"/>
              <a:gd name="connsiteY4" fmla="*/ 9297 h 10178"/>
              <a:gd name="connsiteX5" fmla="*/ 9905 w 10000"/>
              <a:gd name="connsiteY5" fmla="*/ 8843 h 10178"/>
              <a:gd name="connsiteX6" fmla="*/ 9790 w 10000"/>
              <a:gd name="connsiteY6" fmla="*/ 8176 h 10178"/>
              <a:gd name="connsiteX7" fmla="*/ 9618 w 10000"/>
              <a:gd name="connsiteY7" fmla="*/ 7375 h 10178"/>
              <a:gd name="connsiteX8" fmla="*/ 9408 w 10000"/>
              <a:gd name="connsiteY8" fmla="*/ 6521 h 10178"/>
              <a:gd name="connsiteX9" fmla="*/ 9179 w 10000"/>
              <a:gd name="connsiteY9" fmla="*/ 5667 h 10178"/>
              <a:gd name="connsiteX10" fmla="*/ 9065 w 10000"/>
              <a:gd name="connsiteY10" fmla="*/ 5267 h 10178"/>
              <a:gd name="connsiteX11" fmla="*/ 8931 w 10000"/>
              <a:gd name="connsiteY11" fmla="*/ 4902 h 10178"/>
              <a:gd name="connsiteX12" fmla="*/ 8817 w 10000"/>
              <a:gd name="connsiteY12" fmla="*/ 4573 h 10178"/>
              <a:gd name="connsiteX13" fmla="*/ 8683 w 10000"/>
              <a:gd name="connsiteY13" fmla="*/ 4288 h 10178"/>
              <a:gd name="connsiteX14" fmla="*/ 8683 w 10000"/>
              <a:gd name="connsiteY14" fmla="*/ 4288 h 10178"/>
              <a:gd name="connsiteX15" fmla="*/ 8397 w 10000"/>
              <a:gd name="connsiteY15" fmla="*/ 3808 h 10178"/>
              <a:gd name="connsiteX16" fmla="*/ 8092 w 10000"/>
              <a:gd name="connsiteY16" fmla="*/ 3345 h 10178"/>
              <a:gd name="connsiteX17" fmla="*/ 7824 w 10000"/>
              <a:gd name="connsiteY17" fmla="*/ 2900 h 10178"/>
              <a:gd name="connsiteX18" fmla="*/ 7519 w 10000"/>
              <a:gd name="connsiteY18" fmla="*/ 2509 h 10178"/>
              <a:gd name="connsiteX19" fmla="*/ 7214 w 10000"/>
              <a:gd name="connsiteY19" fmla="*/ 2117 h 10178"/>
              <a:gd name="connsiteX20" fmla="*/ 6927 w 10000"/>
              <a:gd name="connsiteY20" fmla="*/ 1762 h 10178"/>
              <a:gd name="connsiteX21" fmla="*/ 6641 w 10000"/>
              <a:gd name="connsiteY21" fmla="*/ 1441 h 10178"/>
              <a:gd name="connsiteX22" fmla="*/ 6374 w 10000"/>
              <a:gd name="connsiteY22" fmla="*/ 1148 h 10178"/>
              <a:gd name="connsiteX23" fmla="*/ 5878 w 10000"/>
              <a:gd name="connsiteY23" fmla="*/ 658 h 10178"/>
              <a:gd name="connsiteX24" fmla="*/ 5496 w 10000"/>
              <a:gd name="connsiteY24" fmla="*/ 294 h 10178"/>
              <a:gd name="connsiteX25" fmla="*/ 5153 w 10000"/>
              <a:gd name="connsiteY25" fmla="*/ 0 h 10178"/>
              <a:gd name="connsiteX26" fmla="*/ 5153 w 10000"/>
              <a:gd name="connsiteY26" fmla="*/ 0 h 10178"/>
              <a:gd name="connsiteX27" fmla="*/ 4676 w 10000"/>
              <a:gd name="connsiteY27" fmla="*/ 9 h 10178"/>
              <a:gd name="connsiteX28" fmla="*/ 4218 w 10000"/>
              <a:gd name="connsiteY28" fmla="*/ 44 h 10178"/>
              <a:gd name="connsiteX29" fmla="*/ 3760 w 10000"/>
              <a:gd name="connsiteY29" fmla="*/ 89 h 10178"/>
              <a:gd name="connsiteX30" fmla="*/ 3302 w 10000"/>
              <a:gd name="connsiteY30" fmla="*/ 142 h 10178"/>
              <a:gd name="connsiteX31" fmla="*/ 2863 w 10000"/>
              <a:gd name="connsiteY31" fmla="*/ 196 h 10178"/>
              <a:gd name="connsiteX32" fmla="*/ 2443 w 10000"/>
              <a:gd name="connsiteY32" fmla="*/ 249 h 10178"/>
              <a:gd name="connsiteX33" fmla="*/ 1660 w 10000"/>
              <a:gd name="connsiteY33" fmla="*/ 374 h 10178"/>
              <a:gd name="connsiteX34" fmla="*/ 992 w 10000"/>
              <a:gd name="connsiteY34" fmla="*/ 498 h 10178"/>
              <a:gd name="connsiteX35" fmla="*/ 458 w 10000"/>
              <a:gd name="connsiteY35" fmla="*/ 605 h 10178"/>
              <a:gd name="connsiteX36" fmla="*/ 0 w 10000"/>
              <a:gd name="connsiteY36" fmla="*/ 694 h 10178"/>
              <a:gd name="connsiteX37" fmla="*/ 0 w 10000"/>
              <a:gd name="connsiteY37" fmla="*/ 694 h 10178"/>
              <a:gd name="connsiteX38" fmla="*/ 95 w 10000"/>
              <a:gd name="connsiteY38" fmla="*/ 1646 h 10178"/>
              <a:gd name="connsiteX39" fmla="*/ 267 w 10000"/>
              <a:gd name="connsiteY39" fmla="*/ 3959 h 10178"/>
              <a:gd name="connsiteX40" fmla="*/ 363 w 10000"/>
              <a:gd name="connsiteY40" fmla="*/ 5391 h 10178"/>
              <a:gd name="connsiteX41" fmla="*/ 439 w 10000"/>
              <a:gd name="connsiteY41" fmla="*/ 6859 h 10178"/>
              <a:gd name="connsiteX42" fmla="*/ 477 w 10000"/>
              <a:gd name="connsiteY42" fmla="*/ 8283 h 10178"/>
              <a:gd name="connsiteX43" fmla="*/ 477 w 10000"/>
              <a:gd name="connsiteY43" fmla="*/ 8950 h 10178"/>
              <a:gd name="connsiteX44" fmla="*/ 458 w 10000"/>
              <a:gd name="connsiteY44" fmla="*/ 9555 h 10178"/>
              <a:gd name="connsiteX45" fmla="*/ 291 w 10000"/>
              <a:gd name="connsiteY45" fmla="*/ 10178 h 10178"/>
              <a:gd name="connsiteX46" fmla="*/ 8282 w 10000"/>
              <a:gd name="connsiteY46" fmla="*/ 9991 h 10178"/>
              <a:gd name="connsiteX47" fmla="*/ 9943 w 10000"/>
              <a:gd name="connsiteY47" fmla="*/ 9964 h 10178"/>
              <a:gd name="connsiteX48" fmla="*/ 9943 w 10000"/>
              <a:gd name="connsiteY48" fmla="*/ 9964 h 10178"/>
              <a:gd name="connsiteX0" fmla="*/ 9943 w 10000"/>
              <a:gd name="connsiteY0" fmla="*/ 9964 h 10178"/>
              <a:gd name="connsiteX1" fmla="*/ 9943 w 10000"/>
              <a:gd name="connsiteY1" fmla="*/ 9964 h 10178"/>
              <a:gd name="connsiteX2" fmla="*/ 10000 w 10000"/>
              <a:gd name="connsiteY2" fmla="*/ 9475 h 10178"/>
              <a:gd name="connsiteX3" fmla="*/ 10000 w 10000"/>
              <a:gd name="connsiteY3" fmla="*/ 9475 h 10178"/>
              <a:gd name="connsiteX4" fmla="*/ 9962 w 10000"/>
              <a:gd name="connsiteY4" fmla="*/ 9297 h 10178"/>
              <a:gd name="connsiteX5" fmla="*/ 9905 w 10000"/>
              <a:gd name="connsiteY5" fmla="*/ 8843 h 10178"/>
              <a:gd name="connsiteX6" fmla="*/ 9790 w 10000"/>
              <a:gd name="connsiteY6" fmla="*/ 8176 h 10178"/>
              <a:gd name="connsiteX7" fmla="*/ 9618 w 10000"/>
              <a:gd name="connsiteY7" fmla="*/ 7375 h 10178"/>
              <a:gd name="connsiteX8" fmla="*/ 9408 w 10000"/>
              <a:gd name="connsiteY8" fmla="*/ 6521 h 10178"/>
              <a:gd name="connsiteX9" fmla="*/ 9179 w 10000"/>
              <a:gd name="connsiteY9" fmla="*/ 5667 h 10178"/>
              <a:gd name="connsiteX10" fmla="*/ 9065 w 10000"/>
              <a:gd name="connsiteY10" fmla="*/ 5267 h 10178"/>
              <a:gd name="connsiteX11" fmla="*/ 8931 w 10000"/>
              <a:gd name="connsiteY11" fmla="*/ 4902 h 10178"/>
              <a:gd name="connsiteX12" fmla="*/ 8817 w 10000"/>
              <a:gd name="connsiteY12" fmla="*/ 4573 h 10178"/>
              <a:gd name="connsiteX13" fmla="*/ 8683 w 10000"/>
              <a:gd name="connsiteY13" fmla="*/ 4288 h 10178"/>
              <a:gd name="connsiteX14" fmla="*/ 8683 w 10000"/>
              <a:gd name="connsiteY14" fmla="*/ 4288 h 10178"/>
              <a:gd name="connsiteX15" fmla="*/ 8397 w 10000"/>
              <a:gd name="connsiteY15" fmla="*/ 3808 h 10178"/>
              <a:gd name="connsiteX16" fmla="*/ 8092 w 10000"/>
              <a:gd name="connsiteY16" fmla="*/ 3345 h 10178"/>
              <a:gd name="connsiteX17" fmla="*/ 7824 w 10000"/>
              <a:gd name="connsiteY17" fmla="*/ 2900 h 10178"/>
              <a:gd name="connsiteX18" fmla="*/ 7519 w 10000"/>
              <a:gd name="connsiteY18" fmla="*/ 2509 h 10178"/>
              <a:gd name="connsiteX19" fmla="*/ 7214 w 10000"/>
              <a:gd name="connsiteY19" fmla="*/ 2117 h 10178"/>
              <a:gd name="connsiteX20" fmla="*/ 6927 w 10000"/>
              <a:gd name="connsiteY20" fmla="*/ 1762 h 10178"/>
              <a:gd name="connsiteX21" fmla="*/ 6641 w 10000"/>
              <a:gd name="connsiteY21" fmla="*/ 1441 h 10178"/>
              <a:gd name="connsiteX22" fmla="*/ 6374 w 10000"/>
              <a:gd name="connsiteY22" fmla="*/ 1148 h 10178"/>
              <a:gd name="connsiteX23" fmla="*/ 5878 w 10000"/>
              <a:gd name="connsiteY23" fmla="*/ 658 h 10178"/>
              <a:gd name="connsiteX24" fmla="*/ 5496 w 10000"/>
              <a:gd name="connsiteY24" fmla="*/ 294 h 10178"/>
              <a:gd name="connsiteX25" fmla="*/ 5153 w 10000"/>
              <a:gd name="connsiteY25" fmla="*/ 0 h 10178"/>
              <a:gd name="connsiteX26" fmla="*/ 5153 w 10000"/>
              <a:gd name="connsiteY26" fmla="*/ 0 h 10178"/>
              <a:gd name="connsiteX27" fmla="*/ 4676 w 10000"/>
              <a:gd name="connsiteY27" fmla="*/ 9 h 10178"/>
              <a:gd name="connsiteX28" fmla="*/ 4218 w 10000"/>
              <a:gd name="connsiteY28" fmla="*/ 44 h 10178"/>
              <a:gd name="connsiteX29" fmla="*/ 3760 w 10000"/>
              <a:gd name="connsiteY29" fmla="*/ 89 h 10178"/>
              <a:gd name="connsiteX30" fmla="*/ 3302 w 10000"/>
              <a:gd name="connsiteY30" fmla="*/ 142 h 10178"/>
              <a:gd name="connsiteX31" fmla="*/ 2863 w 10000"/>
              <a:gd name="connsiteY31" fmla="*/ 196 h 10178"/>
              <a:gd name="connsiteX32" fmla="*/ 2443 w 10000"/>
              <a:gd name="connsiteY32" fmla="*/ 249 h 10178"/>
              <a:gd name="connsiteX33" fmla="*/ 1660 w 10000"/>
              <a:gd name="connsiteY33" fmla="*/ 374 h 10178"/>
              <a:gd name="connsiteX34" fmla="*/ 992 w 10000"/>
              <a:gd name="connsiteY34" fmla="*/ 498 h 10178"/>
              <a:gd name="connsiteX35" fmla="*/ 458 w 10000"/>
              <a:gd name="connsiteY35" fmla="*/ 605 h 10178"/>
              <a:gd name="connsiteX36" fmla="*/ 0 w 10000"/>
              <a:gd name="connsiteY36" fmla="*/ 694 h 10178"/>
              <a:gd name="connsiteX37" fmla="*/ 0 w 10000"/>
              <a:gd name="connsiteY37" fmla="*/ 694 h 10178"/>
              <a:gd name="connsiteX38" fmla="*/ 95 w 10000"/>
              <a:gd name="connsiteY38" fmla="*/ 1646 h 10178"/>
              <a:gd name="connsiteX39" fmla="*/ 267 w 10000"/>
              <a:gd name="connsiteY39" fmla="*/ 3959 h 10178"/>
              <a:gd name="connsiteX40" fmla="*/ 363 w 10000"/>
              <a:gd name="connsiteY40" fmla="*/ 5391 h 10178"/>
              <a:gd name="connsiteX41" fmla="*/ 439 w 10000"/>
              <a:gd name="connsiteY41" fmla="*/ 6859 h 10178"/>
              <a:gd name="connsiteX42" fmla="*/ 477 w 10000"/>
              <a:gd name="connsiteY42" fmla="*/ 8283 h 10178"/>
              <a:gd name="connsiteX43" fmla="*/ 477 w 10000"/>
              <a:gd name="connsiteY43" fmla="*/ 8950 h 10178"/>
              <a:gd name="connsiteX44" fmla="*/ 458 w 10000"/>
              <a:gd name="connsiteY44" fmla="*/ 9555 h 10178"/>
              <a:gd name="connsiteX45" fmla="*/ 291 w 10000"/>
              <a:gd name="connsiteY45" fmla="*/ 10178 h 10178"/>
              <a:gd name="connsiteX46" fmla="*/ 9943 w 10000"/>
              <a:gd name="connsiteY46" fmla="*/ 9964 h 10178"/>
              <a:gd name="connsiteX47" fmla="*/ 9943 w 10000"/>
              <a:gd name="connsiteY47" fmla="*/ 9964 h 10178"/>
              <a:gd name="connsiteX0" fmla="*/ 9943 w 10000"/>
              <a:gd name="connsiteY0" fmla="*/ 9964 h 10288"/>
              <a:gd name="connsiteX1" fmla="*/ 9943 w 10000"/>
              <a:gd name="connsiteY1" fmla="*/ 9964 h 10288"/>
              <a:gd name="connsiteX2" fmla="*/ 10000 w 10000"/>
              <a:gd name="connsiteY2" fmla="*/ 9475 h 10288"/>
              <a:gd name="connsiteX3" fmla="*/ 10000 w 10000"/>
              <a:gd name="connsiteY3" fmla="*/ 9475 h 10288"/>
              <a:gd name="connsiteX4" fmla="*/ 9962 w 10000"/>
              <a:gd name="connsiteY4" fmla="*/ 9297 h 10288"/>
              <a:gd name="connsiteX5" fmla="*/ 9905 w 10000"/>
              <a:gd name="connsiteY5" fmla="*/ 8843 h 10288"/>
              <a:gd name="connsiteX6" fmla="*/ 9790 w 10000"/>
              <a:gd name="connsiteY6" fmla="*/ 8176 h 10288"/>
              <a:gd name="connsiteX7" fmla="*/ 9618 w 10000"/>
              <a:gd name="connsiteY7" fmla="*/ 7375 h 10288"/>
              <a:gd name="connsiteX8" fmla="*/ 9408 w 10000"/>
              <a:gd name="connsiteY8" fmla="*/ 6521 h 10288"/>
              <a:gd name="connsiteX9" fmla="*/ 9179 w 10000"/>
              <a:gd name="connsiteY9" fmla="*/ 5667 h 10288"/>
              <a:gd name="connsiteX10" fmla="*/ 9065 w 10000"/>
              <a:gd name="connsiteY10" fmla="*/ 5267 h 10288"/>
              <a:gd name="connsiteX11" fmla="*/ 8931 w 10000"/>
              <a:gd name="connsiteY11" fmla="*/ 4902 h 10288"/>
              <a:gd name="connsiteX12" fmla="*/ 8817 w 10000"/>
              <a:gd name="connsiteY12" fmla="*/ 4573 h 10288"/>
              <a:gd name="connsiteX13" fmla="*/ 8683 w 10000"/>
              <a:gd name="connsiteY13" fmla="*/ 4288 h 10288"/>
              <a:gd name="connsiteX14" fmla="*/ 8683 w 10000"/>
              <a:gd name="connsiteY14" fmla="*/ 4288 h 10288"/>
              <a:gd name="connsiteX15" fmla="*/ 8397 w 10000"/>
              <a:gd name="connsiteY15" fmla="*/ 3808 h 10288"/>
              <a:gd name="connsiteX16" fmla="*/ 8092 w 10000"/>
              <a:gd name="connsiteY16" fmla="*/ 3345 h 10288"/>
              <a:gd name="connsiteX17" fmla="*/ 7824 w 10000"/>
              <a:gd name="connsiteY17" fmla="*/ 2900 h 10288"/>
              <a:gd name="connsiteX18" fmla="*/ 7519 w 10000"/>
              <a:gd name="connsiteY18" fmla="*/ 2509 h 10288"/>
              <a:gd name="connsiteX19" fmla="*/ 7214 w 10000"/>
              <a:gd name="connsiteY19" fmla="*/ 2117 h 10288"/>
              <a:gd name="connsiteX20" fmla="*/ 6927 w 10000"/>
              <a:gd name="connsiteY20" fmla="*/ 1762 h 10288"/>
              <a:gd name="connsiteX21" fmla="*/ 6641 w 10000"/>
              <a:gd name="connsiteY21" fmla="*/ 1441 h 10288"/>
              <a:gd name="connsiteX22" fmla="*/ 6374 w 10000"/>
              <a:gd name="connsiteY22" fmla="*/ 1148 h 10288"/>
              <a:gd name="connsiteX23" fmla="*/ 5878 w 10000"/>
              <a:gd name="connsiteY23" fmla="*/ 658 h 10288"/>
              <a:gd name="connsiteX24" fmla="*/ 5496 w 10000"/>
              <a:gd name="connsiteY24" fmla="*/ 294 h 10288"/>
              <a:gd name="connsiteX25" fmla="*/ 5153 w 10000"/>
              <a:gd name="connsiteY25" fmla="*/ 0 h 10288"/>
              <a:gd name="connsiteX26" fmla="*/ 5153 w 10000"/>
              <a:gd name="connsiteY26" fmla="*/ 0 h 10288"/>
              <a:gd name="connsiteX27" fmla="*/ 4676 w 10000"/>
              <a:gd name="connsiteY27" fmla="*/ 9 h 10288"/>
              <a:gd name="connsiteX28" fmla="*/ 4218 w 10000"/>
              <a:gd name="connsiteY28" fmla="*/ 44 h 10288"/>
              <a:gd name="connsiteX29" fmla="*/ 3760 w 10000"/>
              <a:gd name="connsiteY29" fmla="*/ 89 h 10288"/>
              <a:gd name="connsiteX30" fmla="*/ 3302 w 10000"/>
              <a:gd name="connsiteY30" fmla="*/ 142 h 10288"/>
              <a:gd name="connsiteX31" fmla="*/ 2863 w 10000"/>
              <a:gd name="connsiteY31" fmla="*/ 196 h 10288"/>
              <a:gd name="connsiteX32" fmla="*/ 2443 w 10000"/>
              <a:gd name="connsiteY32" fmla="*/ 249 h 10288"/>
              <a:gd name="connsiteX33" fmla="*/ 1660 w 10000"/>
              <a:gd name="connsiteY33" fmla="*/ 374 h 10288"/>
              <a:gd name="connsiteX34" fmla="*/ 992 w 10000"/>
              <a:gd name="connsiteY34" fmla="*/ 498 h 10288"/>
              <a:gd name="connsiteX35" fmla="*/ 458 w 10000"/>
              <a:gd name="connsiteY35" fmla="*/ 605 h 10288"/>
              <a:gd name="connsiteX36" fmla="*/ 0 w 10000"/>
              <a:gd name="connsiteY36" fmla="*/ 694 h 10288"/>
              <a:gd name="connsiteX37" fmla="*/ 0 w 10000"/>
              <a:gd name="connsiteY37" fmla="*/ 694 h 10288"/>
              <a:gd name="connsiteX38" fmla="*/ 95 w 10000"/>
              <a:gd name="connsiteY38" fmla="*/ 1646 h 10288"/>
              <a:gd name="connsiteX39" fmla="*/ 267 w 10000"/>
              <a:gd name="connsiteY39" fmla="*/ 3959 h 10288"/>
              <a:gd name="connsiteX40" fmla="*/ 363 w 10000"/>
              <a:gd name="connsiteY40" fmla="*/ 5391 h 10288"/>
              <a:gd name="connsiteX41" fmla="*/ 439 w 10000"/>
              <a:gd name="connsiteY41" fmla="*/ 6859 h 10288"/>
              <a:gd name="connsiteX42" fmla="*/ 477 w 10000"/>
              <a:gd name="connsiteY42" fmla="*/ 8283 h 10288"/>
              <a:gd name="connsiteX43" fmla="*/ 477 w 10000"/>
              <a:gd name="connsiteY43" fmla="*/ 8950 h 10288"/>
              <a:gd name="connsiteX44" fmla="*/ 458 w 10000"/>
              <a:gd name="connsiteY44" fmla="*/ 9555 h 10288"/>
              <a:gd name="connsiteX45" fmla="*/ 291 w 10000"/>
              <a:gd name="connsiteY45" fmla="*/ 10178 h 10288"/>
              <a:gd name="connsiteX46" fmla="*/ 9943 w 10000"/>
              <a:gd name="connsiteY46" fmla="*/ 9964 h 10288"/>
              <a:gd name="connsiteX47" fmla="*/ 9943 w 10000"/>
              <a:gd name="connsiteY47" fmla="*/ 9964 h 10288"/>
              <a:gd name="connsiteX0" fmla="*/ 10110 w 10110"/>
              <a:gd name="connsiteY0" fmla="*/ 10042 h 10288"/>
              <a:gd name="connsiteX1" fmla="*/ 9943 w 10110"/>
              <a:gd name="connsiteY1" fmla="*/ 9964 h 10288"/>
              <a:gd name="connsiteX2" fmla="*/ 10000 w 10110"/>
              <a:gd name="connsiteY2" fmla="*/ 9475 h 10288"/>
              <a:gd name="connsiteX3" fmla="*/ 10000 w 10110"/>
              <a:gd name="connsiteY3" fmla="*/ 9475 h 10288"/>
              <a:gd name="connsiteX4" fmla="*/ 9962 w 10110"/>
              <a:gd name="connsiteY4" fmla="*/ 9297 h 10288"/>
              <a:gd name="connsiteX5" fmla="*/ 9905 w 10110"/>
              <a:gd name="connsiteY5" fmla="*/ 8843 h 10288"/>
              <a:gd name="connsiteX6" fmla="*/ 9790 w 10110"/>
              <a:gd name="connsiteY6" fmla="*/ 8176 h 10288"/>
              <a:gd name="connsiteX7" fmla="*/ 9618 w 10110"/>
              <a:gd name="connsiteY7" fmla="*/ 7375 h 10288"/>
              <a:gd name="connsiteX8" fmla="*/ 9408 w 10110"/>
              <a:gd name="connsiteY8" fmla="*/ 6521 h 10288"/>
              <a:gd name="connsiteX9" fmla="*/ 9179 w 10110"/>
              <a:gd name="connsiteY9" fmla="*/ 5667 h 10288"/>
              <a:gd name="connsiteX10" fmla="*/ 9065 w 10110"/>
              <a:gd name="connsiteY10" fmla="*/ 5267 h 10288"/>
              <a:gd name="connsiteX11" fmla="*/ 8931 w 10110"/>
              <a:gd name="connsiteY11" fmla="*/ 4902 h 10288"/>
              <a:gd name="connsiteX12" fmla="*/ 8817 w 10110"/>
              <a:gd name="connsiteY12" fmla="*/ 4573 h 10288"/>
              <a:gd name="connsiteX13" fmla="*/ 8683 w 10110"/>
              <a:gd name="connsiteY13" fmla="*/ 4288 h 10288"/>
              <a:gd name="connsiteX14" fmla="*/ 8683 w 10110"/>
              <a:gd name="connsiteY14" fmla="*/ 4288 h 10288"/>
              <a:gd name="connsiteX15" fmla="*/ 8397 w 10110"/>
              <a:gd name="connsiteY15" fmla="*/ 3808 h 10288"/>
              <a:gd name="connsiteX16" fmla="*/ 8092 w 10110"/>
              <a:gd name="connsiteY16" fmla="*/ 3345 h 10288"/>
              <a:gd name="connsiteX17" fmla="*/ 7824 w 10110"/>
              <a:gd name="connsiteY17" fmla="*/ 2900 h 10288"/>
              <a:gd name="connsiteX18" fmla="*/ 7519 w 10110"/>
              <a:gd name="connsiteY18" fmla="*/ 2509 h 10288"/>
              <a:gd name="connsiteX19" fmla="*/ 7214 w 10110"/>
              <a:gd name="connsiteY19" fmla="*/ 2117 h 10288"/>
              <a:gd name="connsiteX20" fmla="*/ 6927 w 10110"/>
              <a:gd name="connsiteY20" fmla="*/ 1762 h 10288"/>
              <a:gd name="connsiteX21" fmla="*/ 6641 w 10110"/>
              <a:gd name="connsiteY21" fmla="*/ 1441 h 10288"/>
              <a:gd name="connsiteX22" fmla="*/ 6374 w 10110"/>
              <a:gd name="connsiteY22" fmla="*/ 1148 h 10288"/>
              <a:gd name="connsiteX23" fmla="*/ 5878 w 10110"/>
              <a:gd name="connsiteY23" fmla="*/ 658 h 10288"/>
              <a:gd name="connsiteX24" fmla="*/ 5496 w 10110"/>
              <a:gd name="connsiteY24" fmla="*/ 294 h 10288"/>
              <a:gd name="connsiteX25" fmla="*/ 5153 w 10110"/>
              <a:gd name="connsiteY25" fmla="*/ 0 h 10288"/>
              <a:gd name="connsiteX26" fmla="*/ 5153 w 10110"/>
              <a:gd name="connsiteY26" fmla="*/ 0 h 10288"/>
              <a:gd name="connsiteX27" fmla="*/ 4676 w 10110"/>
              <a:gd name="connsiteY27" fmla="*/ 9 h 10288"/>
              <a:gd name="connsiteX28" fmla="*/ 4218 w 10110"/>
              <a:gd name="connsiteY28" fmla="*/ 44 h 10288"/>
              <a:gd name="connsiteX29" fmla="*/ 3760 w 10110"/>
              <a:gd name="connsiteY29" fmla="*/ 89 h 10288"/>
              <a:gd name="connsiteX30" fmla="*/ 3302 w 10110"/>
              <a:gd name="connsiteY30" fmla="*/ 142 h 10288"/>
              <a:gd name="connsiteX31" fmla="*/ 2863 w 10110"/>
              <a:gd name="connsiteY31" fmla="*/ 196 h 10288"/>
              <a:gd name="connsiteX32" fmla="*/ 2443 w 10110"/>
              <a:gd name="connsiteY32" fmla="*/ 249 h 10288"/>
              <a:gd name="connsiteX33" fmla="*/ 1660 w 10110"/>
              <a:gd name="connsiteY33" fmla="*/ 374 h 10288"/>
              <a:gd name="connsiteX34" fmla="*/ 992 w 10110"/>
              <a:gd name="connsiteY34" fmla="*/ 498 h 10288"/>
              <a:gd name="connsiteX35" fmla="*/ 458 w 10110"/>
              <a:gd name="connsiteY35" fmla="*/ 605 h 10288"/>
              <a:gd name="connsiteX36" fmla="*/ 0 w 10110"/>
              <a:gd name="connsiteY36" fmla="*/ 694 h 10288"/>
              <a:gd name="connsiteX37" fmla="*/ 0 w 10110"/>
              <a:gd name="connsiteY37" fmla="*/ 694 h 10288"/>
              <a:gd name="connsiteX38" fmla="*/ 95 w 10110"/>
              <a:gd name="connsiteY38" fmla="*/ 1646 h 10288"/>
              <a:gd name="connsiteX39" fmla="*/ 267 w 10110"/>
              <a:gd name="connsiteY39" fmla="*/ 3959 h 10288"/>
              <a:gd name="connsiteX40" fmla="*/ 363 w 10110"/>
              <a:gd name="connsiteY40" fmla="*/ 5391 h 10288"/>
              <a:gd name="connsiteX41" fmla="*/ 439 w 10110"/>
              <a:gd name="connsiteY41" fmla="*/ 6859 h 10288"/>
              <a:gd name="connsiteX42" fmla="*/ 477 w 10110"/>
              <a:gd name="connsiteY42" fmla="*/ 8283 h 10288"/>
              <a:gd name="connsiteX43" fmla="*/ 477 w 10110"/>
              <a:gd name="connsiteY43" fmla="*/ 8950 h 10288"/>
              <a:gd name="connsiteX44" fmla="*/ 458 w 10110"/>
              <a:gd name="connsiteY44" fmla="*/ 9555 h 10288"/>
              <a:gd name="connsiteX45" fmla="*/ 291 w 10110"/>
              <a:gd name="connsiteY45" fmla="*/ 10178 h 10288"/>
              <a:gd name="connsiteX46" fmla="*/ 9943 w 10110"/>
              <a:gd name="connsiteY46" fmla="*/ 9964 h 10288"/>
              <a:gd name="connsiteX47" fmla="*/ 10110 w 10110"/>
              <a:gd name="connsiteY47" fmla="*/ 10042 h 10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110" h="10288">
                <a:moveTo>
                  <a:pt x="10110" y="10042"/>
                </a:moveTo>
                <a:lnTo>
                  <a:pt x="9943" y="9964"/>
                </a:lnTo>
                <a:lnTo>
                  <a:pt x="10000" y="9475"/>
                </a:lnTo>
                <a:lnTo>
                  <a:pt x="10000" y="9475"/>
                </a:lnTo>
                <a:cubicBezTo>
                  <a:pt x="9987" y="9416"/>
                  <a:pt x="9975" y="9356"/>
                  <a:pt x="9962" y="9297"/>
                </a:cubicBezTo>
                <a:cubicBezTo>
                  <a:pt x="9943" y="9146"/>
                  <a:pt x="9924" y="8994"/>
                  <a:pt x="9905" y="8843"/>
                </a:cubicBezTo>
                <a:cubicBezTo>
                  <a:pt x="9867" y="8621"/>
                  <a:pt x="9828" y="8398"/>
                  <a:pt x="9790" y="8176"/>
                </a:cubicBezTo>
                <a:cubicBezTo>
                  <a:pt x="9733" y="7909"/>
                  <a:pt x="9675" y="7642"/>
                  <a:pt x="9618" y="7375"/>
                </a:cubicBezTo>
                <a:lnTo>
                  <a:pt x="9408" y="6521"/>
                </a:lnTo>
                <a:cubicBezTo>
                  <a:pt x="9332" y="6236"/>
                  <a:pt x="9255" y="5952"/>
                  <a:pt x="9179" y="5667"/>
                </a:cubicBezTo>
                <a:lnTo>
                  <a:pt x="9065" y="5267"/>
                </a:lnTo>
                <a:cubicBezTo>
                  <a:pt x="9020" y="5145"/>
                  <a:pt x="8976" y="5024"/>
                  <a:pt x="8931" y="4902"/>
                </a:cubicBezTo>
                <a:lnTo>
                  <a:pt x="8817" y="4573"/>
                </a:lnTo>
                <a:cubicBezTo>
                  <a:pt x="8772" y="4478"/>
                  <a:pt x="8728" y="4383"/>
                  <a:pt x="8683" y="4288"/>
                </a:cubicBezTo>
                <a:lnTo>
                  <a:pt x="8683" y="4288"/>
                </a:lnTo>
                <a:lnTo>
                  <a:pt x="8397" y="3808"/>
                </a:lnTo>
                <a:lnTo>
                  <a:pt x="8092" y="3345"/>
                </a:lnTo>
                <a:lnTo>
                  <a:pt x="7824" y="2900"/>
                </a:lnTo>
                <a:lnTo>
                  <a:pt x="7519" y="2509"/>
                </a:lnTo>
                <a:lnTo>
                  <a:pt x="7214" y="2117"/>
                </a:lnTo>
                <a:lnTo>
                  <a:pt x="6927" y="1762"/>
                </a:lnTo>
                <a:lnTo>
                  <a:pt x="6641" y="1441"/>
                </a:lnTo>
                <a:lnTo>
                  <a:pt x="6374" y="1148"/>
                </a:lnTo>
                <a:lnTo>
                  <a:pt x="5878" y="658"/>
                </a:lnTo>
                <a:lnTo>
                  <a:pt x="5496" y="294"/>
                </a:lnTo>
                <a:lnTo>
                  <a:pt x="5153" y="0"/>
                </a:lnTo>
                <a:lnTo>
                  <a:pt x="5153" y="0"/>
                </a:lnTo>
                <a:lnTo>
                  <a:pt x="4676" y="9"/>
                </a:lnTo>
                <a:lnTo>
                  <a:pt x="4218" y="44"/>
                </a:lnTo>
                <a:lnTo>
                  <a:pt x="3760" y="89"/>
                </a:lnTo>
                <a:lnTo>
                  <a:pt x="3302" y="142"/>
                </a:lnTo>
                <a:lnTo>
                  <a:pt x="2863" y="196"/>
                </a:lnTo>
                <a:lnTo>
                  <a:pt x="2443" y="249"/>
                </a:lnTo>
                <a:lnTo>
                  <a:pt x="1660" y="374"/>
                </a:lnTo>
                <a:lnTo>
                  <a:pt x="992" y="498"/>
                </a:lnTo>
                <a:lnTo>
                  <a:pt x="458" y="605"/>
                </a:lnTo>
                <a:lnTo>
                  <a:pt x="0" y="694"/>
                </a:lnTo>
                <a:lnTo>
                  <a:pt x="0" y="694"/>
                </a:lnTo>
                <a:cubicBezTo>
                  <a:pt x="32" y="1011"/>
                  <a:pt x="63" y="1329"/>
                  <a:pt x="95" y="1646"/>
                </a:cubicBezTo>
                <a:cubicBezTo>
                  <a:pt x="152" y="2417"/>
                  <a:pt x="210" y="3188"/>
                  <a:pt x="267" y="3959"/>
                </a:cubicBezTo>
                <a:cubicBezTo>
                  <a:pt x="299" y="4436"/>
                  <a:pt x="331" y="4914"/>
                  <a:pt x="363" y="5391"/>
                </a:cubicBezTo>
                <a:cubicBezTo>
                  <a:pt x="388" y="5880"/>
                  <a:pt x="414" y="6370"/>
                  <a:pt x="439" y="6859"/>
                </a:cubicBezTo>
                <a:cubicBezTo>
                  <a:pt x="452" y="7334"/>
                  <a:pt x="464" y="7808"/>
                  <a:pt x="477" y="8283"/>
                </a:cubicBezTo>
                <a:lnTo>
                  <a:pt x="477" y="8950"/>
                </a:lnTo>
                <a:cubicBezTo>
                  <a:pt x="471" y="9152"/>
                  <a:pt x="464" y="9353"/>
                  <a:pt x="458" y="9555"/>
                </a:cubicBezTo>
                <a:cubicBezTo>
                  <a:pt x="402" y="9763"/>
                  <a:pt x="347" y="9970"/>
                  <a:pt x="291" y="10178"/>
                </a:cubicBezTo>
                <a:cubicBezTo>
                  <a:pt x="5056" y="10496"/>
                  <a:pt x="6726" y="10035"/>
                  <a:pt x="9943" y="9964"/>
                </a:cubicBezTo>
                <a:lnTo>
                  <a:pt x="10110" y="10042"/>
                </a:lnTo>
                <a:close/>
              </a:path>
            </a:pathLst>
          </a:custGeom>
          <a:solidFill>
            <a:srgbClr val="00A1A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5" name="Freeform 342">
            <a:extLst>
              <a:ext uri="{FF2B5EF4-FFF2-40B4-BE49-F238E27FC236}">
                <a16:creationId xmlns:a16="http://schemas.microsoft.com/office/drawing/2014/main" id="{FFED9893-092D-6A4C-A15F-1C373BE45561}"/>
              </a:ext>
            </a:extLst>
          </p:cNvPr>
          <p:cNvSpPr>
            <a:spLocks/>
          </p:cNvSpPr>
          <p:nvPr/>
        </p:nvSpPr>
        <p:spPr bwMode="auto">
          <a:xfrm>
            <a:off x="1950765" y="4739127"/>
            <a:ext cx="217226" cy="1363091"/>
          </a:xfrm>
          <a:custGeom>
            <a:avLst/>
            <a:gdLst>
              <a:gd name="T0" fmla="*/ 6 w 81"/>
              <a:gd name="T1" fmla="*/ 496 h 503"/>
              <a:gd name="T2" fmla="*/ 6 w 81"/>
              <a:gd name="T3" fmla="*/ 496 h 503"/>
              <a:gd name="T4" fmla="*/ 23 w 81"/>
              <a:gd name="T5" fmla="*/ 503 h 503"/>
              <a:gd name="T6" fmla="*/ 81 w 81"/>
              <a:gd name="T7" fmla="*/ 0 h 503"/>
              <a:gd name="T8" fmla="*/ 0 w 81"/>
              <a:gd name="T9" fmla="*/ 33 h 503"/>
              <a:gd name="T10" fmla="*/ 0 w 81"/>
              <a:gd name="T11" fmla="*/ 33 h 503"/>
              <a:gd name="T12" fmla="*/ 2 w 81"/>
              <a:gd name="T13" fmla="*/ 149 h 503"/>
              <a:gd name="T14" fmla="*/ 5 w 81"/>
              <a:gd name="T15" fmla="*/ 266 h 503"/>
              <a:gd name="T16" fmla="*/ 5 w 81"/>
              <a:gd name="T17" fmla="*/ 380 h 503"/>
              <a:gd name="T18" fmla="*/ 5 w 81"/>
              <a:gd name="T19" fmla="*/ 486 h 503"/>
              <a:gd name="T20" fmla="*/ 6 w 81"/>
              <a:gd name="T21" fmla="*/ 496 h 5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1" h="503">
                <a:moveTo>
                  <a:pt x="6" y="496"/>
                </a:moveTo>
                <a:lnTo>
                  <a:pt x="6" y="496"/>
                </a:lnTo>
                <a:lnTo>
                  <a:pt x="23" y="503"/>
                </a:lnTo>
                <a:lnTo>
                  <a:pt x="81" y="0"/>
                </a:lnTo>
                <a:lnTo>
                  <a:pt x="0" y="33"/>
                </a:lnTo>
                <a:lnTo>
                  <a:pt x="0" y="33"/>
                </a:lnTo>
                <a:lnTo>
                  <a:pt x="2" y="149"/>
                </a:lnTo>
                <a:lnTo>
                  <a:pt x="5" y="266"/>
                </a:lnTo>
                <a:lnTo>
                  <a:pt x="5" y="380"/>
                </a:lnTo>
                <a:lnTo>
                  <a:pt x="5" y="486"/>
                </a:lnTo>
                <a:lnTo>
                  <a:pt x="6" y="496"/>
                </a:lnTo>
                <a:close/>
              </a:path>
            </a:pathLst>
          </a:custGeom>
          <a:solidFill>
            <a:srgbClr val="028C8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6" name="Freeform 343">
            <a:extLst>
              <a:ext uri="{FF2B5EF4-FFF2-40B4-BE49-F238E27FC236}">
                <a16:creationId xmlns:a16="http://schemas.microsoft.com/office/drawing/2014/main" id="{6923BDB2-9783-174A-8F63-2901F76A0E4D}"/>
              </a:ext>
            </a:extLst>
          </p:cNvPr>
          <p:cNvSpPr>
            <a:spLocks/>
          </p:cNvSpPr>
          <p:nvPr/>
        </p:nvSpPr>
        <p:spPr bwMode="auto">
          <a:xfrm>
            <a:off x="2607870" y="3381468"/>
            <a:ext cx="385577" cy="314977"/>
          </a:xfrm>
          <a:custGeom>
            <a:avLst/>
            <a:gdLst>
              <a:gd name="T0" fmla="*/ 5 w 142"/>
              <a:gd name="T1" fmla="*/ 1 h 116"/>
              <a:gd name="T2" fmla="*/ 0 w 142"/>
              <a:gd name="T3" fmla="*/ 116 h 116"/>
              <a:gd name="T4" fmla="*/ 142 w 142"/>
              <a:gd name="T5" fmla="*/ 103 h 116"/>
              <a:gd name="T6" fmla="*/ 15 w 142"/>
              <a:gd name="T7" fmla="*/ 0 h 116"/>
              <a:gd name="T8" fmla="*/ 5 w 142"/>
              <a:gd name="T9" fmla="*/ 1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2" h="116">
                <a:moveTo>
                  <a:pt x="5" y="1"/>
                </a:moveTo>
                <a:lnTo>
                  <a:pt x="0" y="116"/>
                </a:lnTo>
                <a:lnTo>
                  <a:pt x="142" y="103"/>
                </a:lnTo>
                <a:lnTo>
                  <a:pt x="15" y="0"/>
                </a:lnTo>
                <a:lnTo>
                  <a:pt x="5" y="1"/>
                </a:lnTo>
                <a:close/>
              </a:path>
            </a:pathLst>
          </a:custGeom>
          <a:solidFill>
            <a:srgbClr val="ED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7" name="Freeform 344">
            <a:extLst>
              <a:ext uri="{FF2B5EF4-FFF2-40B4-BE49-F238E27FC236}">
                <a16:creationId xmlns:a16="http://schemas.microsoft.com/office/drawing/2014/main" id="{13D8DBC2-C533-D54C-BB3C-5521A507660D}"/>
              </a:ext>
            </a:extLst>
          </p:cNvPr>
          <p:cNvSpPr>
            <a:spLocks/>
          </p:cNvSpPr>
          <p:nvPr/>
        </p:nvSpPr>
        <p:spPr bwMode="auto">
          <a:xfrm>
            <a:off x="2993447" y="3376036"/>
            <a:ext cx="304116" cy="298687"/>
          </a:xfrm>
          <a:custGeom>
            <a:avLst/>
            <a:gdLst>
              <a:gd name="T0" fmla="*/ 59 w 111"/>
              <a:gd name="T1" fmla="*/ 0 h 110"/>
              <a:gd name="T2" fmla="*/ 111 w 111"/>
              <a:gd name="T3" fmla="*/ 110 h 110"/>
              <a:gd name="T4" fmla="*/ 0 w 111"/>
              <a:gd name="T5" fmla="*/ 105 h 110"/>
              <a:gd name="T6" fmla="*/ 59 w 111"/>
              <a:gd name="T7" fmla="*/ 0 h 110"/>
              <a:gd name="T8" fmla="*/ 59 w 111"/>
              <a:gd name="T9" fmla="*/ 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1" h="110">
                <a:moveTo>
                  <a:pt x="59" y="0"/>
                </a:moveTo>
                <a:lnTo>
                  <a:pt x="111" y="110"/>
                </a:lnTo>
                <a:lnTo>
                  <a:pt x="0" y="105"/>
                </a:lnTo>
                <a:lnTo>
                  <a:pt x="59" y="0"/>
                </a:lnTo>
                <a:lnTo>
                  <a:pt x="59" y="0"/>
                </a:lnTo>
                <a:close/>
              </a:path>
            </a:pathLst>
          </a:custGeom>
          <a:solidFill>
            <a:srgbClr val="ED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0" name="Freeform 347">
            <a:extLst>
              <a:ext uri="{FF2B5EF4-FFF2-40B4-BE49-F238E27FC236}">
                <a16:creationId xmlns:a16="http://schemas.microsoft.com/office/drawing/2014/main" id="{EC422A27-B469-6743-A912-534CAE89EBD5}"/>
              </a:ext>
            </a:extLst>
          </p:cNvPr>
          <p:cNvSpPr>
            <a:spLocks/>
          </p:cNvSpPr>
          <p:nvPr/>
        </p:nvSpPr>
        <p:spPr bwMode="auto">
          <a:xfrm rot="18892464">
            <a:off x="1869202" y="5152965"/>
            <a:ext cx="1737803" cy="1683496"/>
          </a:xfrm>
          <a:custGeom>
            <a:avLst/>
            <a:gdLst>
              <a:gd name="T0" fmla="*/ 227 w 640"/>
              <a:gd name="T1" fmla="*/ 620 h 620"/>
              <a:gd name="T2" fmla="*/ 0 w 640"/>
              <a:gd name="T3" fmla="*/ 359 h 620"/>
              <a:gd name="T4" fmla="*/ 414 w 640"/>
              <a:gd name="T5" fmla="*/ 0 h 620"/>
              <a:gd name="T6" fmla="*/ 640 w 640"/>
              <a:gd name="T7" fmla="*/ 261 h 620"/>
              <a:gd name="T8" fmla="*/ 227 w 640"/>
              <a:gd name="T9" fmla="*/ 620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40" h="620">
                <a:moveTo>
                  <a:pt x="227" y="620"/>
                </a:moveTo>
                <a:lnTo>
                  <a:pt x="0" y="359"/>
                </a:lnTo>
                <a:lnTo>
                  <a:pt x="414" y="0"/>
                </a:lnTo>
                <a:lnTo>
                  <a:pt x="640" y="261"/>
                </a:lnTo>
                <a:lnTo>
                  <a:pt x="227" y="62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" name="Freeform 328">
            <a:extLst>
              <a:ext uri="{FF2B5EF4-FFF2-40B4-BE49-F238E27FC236}">
                <a16:creationId xmlns:a16="http://schemas.microsoft.com/office/drawing/2014/main" id="{9933951B-FC8B-F84B-9C15-E7EC46D4C06F}"/>
              </a:ext>
            </a:extLst>
          </p:cNvPr>
          <p:cNvSpPr>
            <a:spLocks/>
          </p:cNvSpPr>
          <p:nvPr/>
        </p:nvSpPr>
        <p:spPr bwMode="auto">
          <a:xfrm rot="827454">
            <a:off x="2595079" y="2377017"/>
            <a:ext cx="646248" cy="885195"/>
          </a:xfrm>
          <a:custGeom>
            <a:avLst/>
            <a:gdLst>
              <a:gd name="T0" fmla="*/ 0 w 238"/>
              <a:gd name="T1" fmla="*/ 85 h 326"/>
              <a:gd name="T2" fmla="*/ 6 w 238"/>
              <a:gd name="T3" fmla="*/ 120 h 326"/>
              <a:gd name="T4" fmla="*/ 20 w 238"/>
              <a:gd name="T5" fmla="*/ 178 h 326"/>
              <a:gd name="T6" fmla="*/ 36 w 238"/>
              <a:gd name="T7" fmla="*/ 222 h 326"/>
              <a:gd name="T8" fmla="*/ 58 w 238"/>
              <a:gd name="T9" fmla="*/ 263 h 326"/>
              <a:gd name="T10" fmla="*/ 80 w 238"/>
              <a:gd name="T11" fmla="*/ 289 h 326"/>
              <a:gd name="T12" fmla="*/ 97 w 238"/>
              <a:gd name="T13" fmla="*/ 305 h 326"/>
              <a:gd name="T14" fmla="*/ 115 w 238"/>
              <a:gd name="T15" fmla="*/ 316 h 326"/>
              <a:gd name="T16" fmla="*/ 137 w 238"/>
              <a:gd name="T17" fmla="*/ 323 h 326"/>
              <a:gd name="T18" fmla="*/ 147 w 238"/>
              <a:gd name="T19" fmla="*/ 326 h 326"/>
              <a:gd name="T20" fmla="*/ 169 w 238"/>
              <a:gd name="T21" fmla="*/ 326 h 326"/>
              <a:gd name="T22" fmla="*/ 187 w 238"/>
              <a:gd name="T23" fmla="*/ 320 h 326"/>
              <a:gd name="T24" fmla="*/ 203 w 238"/>
              <a:gd name="T25" fmla="*/ 310 h 326"/>
              <a:gd name="T26" fmla="*/ 215 w 238"/>
              <a:gd name="T27" fmla="*/ 296 h 326"/>
              <a:gd name="T28" fmla="*/ 224 w 238"/>
              <a:gd name="T29" fmla="*/ 279 h 326"/>
              <a:gd name="T30" fmla="*/ 231 w 238"/>
              <a:gd name="T31" fmla="*/ 258 h 326"/>
              <a:gd name="T32" fmla="*/ 238 w 238"/>
              <a:gd name="T33" fmla="*/ 211 h 326"/>
              <a:gd name="T34" fmla="*/ 237 w 238"/>
              <a:gd name="T35" fmla="*/ 160 h 326"/>
              <a:gd name="T36" fmla="*/ 230 w 238"/>
              <a:gd name="T37" fmla="*/ 109 h 326"/>
              <a:gd name="T38" fmla="*/ 218 w 238"/>
              <a:gd name="T39" fmla="*/ 65 h 326"/>
              <a:gd name="T40" fmla="*/ 204 w 238"/>
              <a:gd name="T41" fmla="*/ 31 h 326"/>
              <a:gd name="T42" fmla="*/ 199 w 238"/>
              <a:gd name="T43" fmla="*/ 25 h 326"/>
              <a:gd name="T44" fmla="*/ 190 w 238"/>
              <a:gd name="T45" fmla="*/ 14 h 326"/>
              <a:gd name="T46" fmla="*/ 176 w 238"/>
              <a:gd name="T47" fmla="*/ 7 h 326"/>
              <a:gd name="T48" fmla="*/ 153 w 238"/>
              <a:gd name="T49" fmla="*/ 2 h 326"/>
              <a:gd name="T50" fmla="*/ 120 w 238"/>
              <a:gd name="T51" fmla="*/ 2 h 326"/>
              <a:gd name="T52" fmla="*/ 83 w 238"/>
              <a:gd name="T53" fmla="*/ 11 h 326"/>
              <a:gd name="T54" fmla="*/ 51 w 238"/>
              <a:gd name="T55" fmla="*/ 26 h 326"/>
              <a:gd name="T56" fmla="*/ 23 w 238"/>
              <a:gd name="T57" fmla="*/ 44 h 326"/>
              <a:gd name="T58" fmla="*/ 5 w 238"/>
              <a:gd name="T59" fmla="*/ 65 h 326"/>
              <a:gd name="T60" fmla="*/ 1 w 238"/>
              <a:gd name="T61" fmla="*/ 74 h 326"/>
              <a:gd name="T62" fmla="*/ 0 w 238"/>
              <a:gd name="T63" fmla="*/ 85 h 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38" h="326">
                <a:moveTo>
                  <a:pt x="0" y="85"/>
                </a:moveTo>
                <a:lnTo>
                  <a:pt x="0" y="85"/>
                </a:lnTo>
                <a:lnTo>
                  <a:pt x="1" y="95"/>
                </a:lnTo>
                <a:lnTo>
                  <a:pt x="6" y="120"/>
                </a:lnTo>
                <a:lnTo>
                  <a:pt x="14" y="156"/>
                </a:lnTo>
                <a:lnTo>
                  <a:pt x="20" y="178"/>
                </a:lnTo>
                <a:lnTo>
                  <a:pt x="28" y="200"/>
                </a:lnTo>
                <a:lnTo>
                  <a:pt x="36" y="222"/>
                </a:lnTo>
                <a:lnTo>
                  <a:pt x="46" y="242"/>
                </a:lnTo>
                <a:lnTo>
                  <a:pt x="58" y="263"/>
                </a:lnTo>
                <a:lnTo>
                  <a:pt x="71" y="282"/>
                </a:lnTo>
                <a:lnTo>
                  <a:pt x="80" y="289"/>
                </a:lnTo>
                <a:lnTo>
                  <a:pt x="88" y="298"/>
                </a:lnTo>
                <a:lnTo>
                  <a:pt x="97" y="305"/>
                </a:lnTo>
                <a:lnTo>
                  <a:pt x="105" y="311"/>
                </a:lnTo>
                <a:lnTo>
                  <a:pt x="115" y="316"/>
                </a:lnTo>
                <a:lnTo>
                  <a:pt x="126" y="321"/>
                </a:lnTo>
                <a:lnTo>
                  <a:pt x="137" y="323"/>
                </a:lnTo>
                <a:lnTo>
                  <a:pt x="147" y="326"/>
                </a:lnTo>
                <a:lnTo>
                  <a:pt x="147" y="326"/>
                </a:lnTo>
                <a:lnTo>
                  <a:pt x="158" y="326"/>
                </a:lnTo>
                <a:lnTo>
                  <a:pt x="169" y="326"/>
                </a:lnTo>
                <a:lnTo>
                  <a:pt x="179" y="323"/>
                </a:lnTo>
                <a:lnTo>
                  <a:pt x="187" y="320"/>
                </a:lnTo>
                <a:lnTo>
                  <a:pt x="196" y="316"/>
                </a:lnTo>
                <a:lnTo>
                  <a:pt x="203" y="310"/>
                </a:lnTo>
                <a:lnTo>
                  <a:pt x="209" y="304"/>
                </a:lnTo>
                <a:lnTo>
                  <a:pt x="215" y="296"/>
                </a:lnTo>
                <a:lnTo>
                  <a:pt x="220" y="288"/>
                </a:lnTo>
                <a:lnTo>
                  <a:pt x="224" y="279"/>
                </a:lnTo>
                <a:lnTo>
                  <a:pt x="227" y="269"/>
                </a:lnTo>
                <a:lnTo>
                  <a:pt x="231" y="258"/>
                </a:lnTo>
                <a:lnTo>
                  <a:pt x="236" y="235"/>
                </a:lnTo>
                <a:lnTo>
                  <a:pt x="238" y="211"/>
                </a:lnTo>
                <a:lnTo>
                  <a:pt x="238" y="186"/>
                </a:lnTo>
                <a:lnTo>
                  <a:pt x="237" y="160"/>
                </a:lnTo>
                <a:lnTo>
                  <a:pt x="233" y="135"/>
                </a:lnTo>
                <a:lnTo>
                  <a:pt x="230" y="109"/>
                </a:lnTo>
                <a:lnTo>
                  <a:pt x="224" y="86"/>
                </a:lnTo>
                <a:lnTo>
                  <a:pt x="218" y="65"/>
                </a:lnTo>
                <a:lnTo>
                  <a:pt x="212" y="46"/>
                </a:lnTo>
                <a:lnTo>
                  <a:pt x="204" y="31"/>
                </a:lnTo>
                <a:lnTo>
                  <a:pt x="204" y="31"/>
                </a:lnTo>
                <a:lnTo>
                  <a:pt x="199" y="25"/>
                </a:lnTo>
                <a:lnTo>
                  <a:pt x="195" y="19"/>
                </a:lnTo>
                <a:lnTo>
                  <a:pt x="190" y="14"/>
                </a:lnTo>
                <a:lnTo>
                  <a:pt x="184" y="10"/>
                </a:lnTo>
                <a:lnTo>
                  <a:pt x="176" y="7"/>
                </a:lnTo>
                <a:lnTo>
                  <a:pt x="169" y="4"/>
                </a:lnTo>
                <a:lnTo>
                  <a:pt x="153" y="2"/>
                </a:lnTo>
                <a:lnTo>
                  <a:pt x="137" y="0"/>
                </a:lnTo>
                <a:lnTo>
                  <a:pt x="120" y="2"/>
                </a:lnTo>
                <a:lnTo>
                  <a:pt x="101" y="5"/>
                </a:lnTo>
                <a:lnTo>
                  <a:pt x="83" y="11"/>
                </a:lnTo>
                <a:lnTo>
                  <a:pt x="66" y="17"/>
                </a:lnTo>
                <a:lnTo>
                  <a:pt x="51" y="26"/>
                </a:lnTo>
                <a:lnTo>
                  <a:pt x="36" y="34"/>
                </a:lnTo>
                <a:lnTo>
                  <a:pt x="23" y="44"/>
                </a:lnTo>
                <a:lnTo>
                  <a:pt x="12" y="54"/>
                </a:lnTo>
                <a:lnTo>
                  <a:pt x="5" y="65"/>
                </a:lnTo>
                <a:lnTo>
                  <a:pt x="2" y="69"/>
                </a:lnTo>
                <a:lnTo>
                  <a:pt x="1" y="74"/>
                </a:lnTo>
                <a:lnTo>
                  <a:pt x="0" y="80"/>
                </a:lnTo>
                <a:lnTo>
                  <a:pt x="0" y="85"/>
                </a:lnTo>
                <a:lnTo>
                  <a:pt x="0" y="85"/>
                </a:lnTo>
                <a:close/>
              </a:path>
            </a:pathLst>
          </a:custGeom>
          <a:solidFill>
            <a:srgbClr val="FFD6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2" name="Freeform 339">
            <a:extLst>
              <a:ext uri="{FF2B5EF4-FFF2-40B4-BE49-F238E27FC236}">
                <a16:creationId xmlns:a16="http://schemas.microsoft.com/office/drawing/2014/main" id="{FD112BAF-5FE1-DB44-A792-1D313ED718A9}"/>
              </a:ext>
            </a:extLst>
          </p:cNvPr>
          <p:cNvSpPr>
            <a:spLocks/>
          </p:cNvSpPr>
          <p:nvPr/>
        </p:nvSpPr>
        <p:spPr bwMode="auto">
          <a:xfrm rot="827454">
            <a:off x="2424124" y="2042859"/>
            <a:ext cx="852611" cy="966653"/>
          </a:xfrm>
          <a:custGeom>
            <a:avLst/>
            <a:gdLst>
              <a:gd name="T0" fmla="*/ 309 w 314"/>
              <a:gd name="T1" fmla="*/ 114 h 355"/>
              <a:gd name="T2" fmla="*/ 314 w 314"/>
              <a:gd name="T3" fmla="*/ 89 h 355"/>
              <a:gd name="T4" fmla="*/ 310 w 314"/>
              <a:gd name="T5" fmla="*/ 67 h 355"/>
              <a:gd name="T6" fmla="*/ 301 w 314"/>
              <a:gd name="T7" fmla="*/ 49 h 355"/>
              <a:gd name="T8" fmla="*/ 286 w 314"/>
              <a:gd name="T9" fmla="*/ 35 h 355"/>
              <a:gd name="T10" fmla="*/ 269 w 314"/>
              <a:gd name="T11" fmla="*/ 24 h 355"/>
              <a:gd name="T12" fmla="*/ 234 w 314"/>
              <a:gd name="T13" fmla="*/ 9 h 355"/>
              <a:gd name="T14" fmla="*/ 222 w 314"/>
              <a:gd name="T15" fmla="*/ 6 h 355"/>
              <a:gd name="T16" fmla="*/ 200 w 314"/>
              <a:gd name="T17" fmla="*/ 2 h 355"/>
              <a:gd name="T18" fmla="*/ 177 w 314"/>
              <a:gd name="T19" fmla="*/ 1 h 355"/>
              <a:gd name="T20" fmla="*/ 146 w 314"/>
              <a:gd name="T21" fmla="*/ 0 h 355"/>
              <a:gd name="T22" fmla="*/ 116 w 314"/>
              <a:gd name="T23" fmla="*/ 4 h 355"/>
              <a:gd name="T24" fmla="*/ 100 w 314"/>
              <a:gd name="T25" fmla="*/ 9 h 355"/>
              <a:gd name="T26" fmla="*/ 87 w 314"/>
              <a:gd name="T27" fmla="*/ 17 h 355"/>
              <a:gd name="T28" fmla="*/ 75 w 314"/>
              <a:gd name="T29" fmla="*/ 26 h 355"/>
              <a:gd name="T30" fmla="*/ 65 w 314"/>
              <a:gd name="T31" fmla="*/ 40 h 355"/>
              <a:gd name="T32" fmla="*/ 59 w 314"/>
              <a:gd name="T33" fmla="*/ 54 h 355"/>
              <a:gd name="T34" fmla="*/ 49 w 314"/>
              <a:gd name="T35" fmla="*/ 75 h 355"/>
              <a:gd name="T36" fmla="*/ 40 w 314"/>
              <a:gd name="T37" fmla="*/ 85 h 355"/>
              <a:gd name="T38" fmla="*/ 33 w 314"/>
              <a:gd name="T39" fmla="*/ 88 h 355"/>
              <a:gd name="T40" fmla="*/ 20 w 314"/>
              <a:gd name="T41" fmla="*/ 92 h 355"/>
              <a:gd name="T42" fmla="*/ 8 w 314"/>
              <a:gd name="T43" fmla="*/ 100 h 355"/>
              <a:gd name="T44" fmla="*/ 1 w 314"/>
              <a:gd name="T45" fmla="*/ 113 h 355"/>
              <a:gd name="T46" fmla="*/ 0 w 314"/>
              <a:gd name="T47" fmla="*/ 122 h 355"/>
              <a:gd name="T48" fmla="*/ 1 w 314"/>
              <a:gd name="T49" fmla="*/ 145 h 355"/>
              <a:gd name="T50" fmla="*/ 13 w 314"/>
              <a:gd name="T51" fmla="*/ 225 h 355"/>
              <a:gd name="T52" fmla="*/ 17 w 314"/>
              <a:gd name="T53" fmla="*/ 245 h 355"/>
              <a:gd name="T54" fmla="*/ 21 w 314"/>
              <a:gd name="T55" fmla="*/ 264 h 355"/>
              <a:gd name="T56" fmla="*/ 26 w 314"/>
              <a:gd name="T57" fmla="*/ 275 h 355"/>
              <a:gd name="T58" fmla="*/ 44 w 314"/>
              <a:gd name="T59" fmla="*/ 306 h 355"/>
              <a:gd name="T60" fmla="*/ 52 w 314"/>
              <a:gd name="T61" fmla="*/ 315 h 355"/>
              <a:gd name="T62" fmla="*/ 72 w 314"/>
              <a:gd name="T63" fmla="*/ 333 h 355"/>
              <a:gd name="T64" fmla="*/ 95 w 314"/>
              <a:gd name="T65" fmla="*/ 348 h 355"/>
              <a:gd name="T66" fmla="*/ 121 w 314"/>
              <a:gd name="T67" fmla="*/ 355 h 355"/>
              <a:gd name="T68" fmla="*/ 133 w 314"/>
              <a:gd name="T69" fmla="*/ 354 h 355"/>
              <a:gd name="T70" fmla="*/ 129 w 314"/>
              <a:gd name="T71" fmla="*/ 347 h 355"/>
              <a:gd name="T72" fmla="*/ 115 w 314"/>
              <a:gd name="T73" fmla="*/ 313 h 355"/>
              <a:gd name="T74" fmla="*/ 105 w 314"/>
              <a:gd name="T75" fmla="*/ 281 h 355"/>
              <a:gd name="T76" fmla="*/ 101 w 314"/>
              <a:gd name="T77" fmla="*/ 264 h 355"/>
              <a:gd name="T78" fmla="*/ 99 w 314"/>
              <a:gd name="T79" fmla="*/ 222 h 355"/>
              <a:gd name="T80" fmla="*/ 99 w 314"/>
              <a:gd name="T81" fmla="*/ 192 h 355"/>
              <a:gd name="T82" fmla="*/ 107 w 314"/>
              <a:gd name="T83" fmla="*/ 175 h 355"/>
              <a:gd name="T84" fmla="*/ 123 w 314"/>
              <a:gd name="T85" fmla="*/ 160 h 355"/>
              <a:gd name="T86" fmla="*/ 142 w 314"/>
              <a:gd name="T87" fmla="*/ 150 h 355"/>
              <a:gd name="T88" fmla="*/ 163 w 314"/>
              <a:gd name="T89" fmla="*/ 144 h 355"/>
              <a:gd name="T90" fmla="*/ 173 w 314"/>
              <a:gd name="T91" fmla="*/ 141 h 355"/>
              <a:gd name="T92" fmla="*/ 202 w 314"/>
              <a:gd name="T93" fmla="*/ 142 h 355"/>
              <a:gd name="T94" fmla="*/ 241 w 314"/>
              <a:gd name="T95" fmla="*/ 147 h 355"/>
              <a:gd name="T96" fmla="*/ 254 w 314"/>
              <a:gd name="T97" fmla="*/ 148 h 355"/>
              <a:gd name="T98" fmla="*/ 292 w 314"/>
              <a:gd name="T99" fmla="*/ 147 h 355"/>
              <a:gd name="T100" fmla="*/ 301 w 314"/>
              <a:gd name="T101" fmla="*/ 133 h 355"/>
              <a:gd name="T102" fmla="*/ 309 w 314"/>
              <a:gd name="T103" fmla="*/ 114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14" h="355">
                <a:moveTo>
                  <a:pt x="309" y="114"/>
                </a:moveTo>
                <a:lnTo>
                  <a:pt x="309" y="114"/>
                </a:lnTo>
                <a:lnTo>
                  <a:pt x="313" y="101"/>
                </a:lnTo>
                <a:lnTo>
                  <a:pt x="314" y="89"/>
                </a:lnTo>
                <a:lnTo>
                  <a:pt x="313" y="77"/>
                </a:lnTo>
                <a:lnTo>
                  <a:pt x="310" y="67"/>
                </a:lnTo>
                <a:lnTo>
                  <a:pt x="307" y="58"/>
                </a:lnTo>
                <a:lnTo>
                  <a:pt x="301" y="49"/>
                </a:lnTo>
                <a:lnTo>
                  <a:pt x="293" y="42"/>
                </a:lnTo>
                <a:lnTo>
                  <a:pt x="286" y="35"/>
                </a:lnTo>
                <a:lnTo>
                  <a:pt x="278" y="29"/>
                </a:lnTo>
                <a:lnTo>
                  <a:pt x="269" y="24"/>
                </a:lnTo>
                <a:lnTo>
                  <a:pt x="251" y="15"/>
                </a:lnTo>
                <a:lnTo>
                  <a:pt x="234" y="9"/>
                </a:lnTo>
                <a:lnTo>
                  <a:pt x="222" y="6"/>
                </a:lnTo>
                <a:lnTo>
                  <a:pt x="222" y="6"/>
                </a:lnTo>
                <a:lnTo>
                  <a:pt x="211" y="3"/>
                </a:lnTo>
                <a:lnTo>
                  <a:pt x="200" y="2"/>
                </a:lnTo>
                <a:lnTo>
                  <a:pt x="177" y="1"/>
                </a:lnTo>
                <a:lnTo>
                  <a:pt x="177" y="1"/>
                </a:lnTo>
                <a:lnTo>
                  <a:pt x="162" y="0"/>
                </a:lnTo>
                <a:lnTo>
                  <a:pt x="146" y="0"/>
                </a:lnTo>
                <a:lnTo>
                  <a:pt x="130" y="1"/>
                </a:lnTo>
                <a:lnTo>
                  <a:pt x="116" y="4"/>
                </a:lnTo>
                <a:lnTo>
                  <a:pt x="116" y="4"/>
                </a:lnTo>
                <a:lnTo>
                  <a:pt x="100" y="9"/>
                </a:lnTo>
                <a:lnTo>
                  <a:pt x="94" y="13"/>
                </a:lnTo>
                <a:lnTo>
                  <a:pt x="87" y="17"/>
                </a:lnTo>
                <a:lnTo>
                  <a:pt x="81" y="21"/>
                </a:lnTo>
                <a:lnTo>
                  <a:pt x="75" y="26"/>
                </a:lnTo>
                <a:lnTo>
                  <a:pt x="70" y="32"/>
                </a:lnTo>
                <a:lnTo>
                  <a:pt x="65" y="40"/>
                </a:lnTo>
                <a:lnTo>
                  <a:pt x="65" y="40"/>
                </a:lnTo>
                <a:lnTo>
                  <a:pt x="59" y="54"/>
                </a:lnTo>
                <a:lnTo>
                  <a:pt x="53" y="69"/>
                </a:lnTo>
                <a:lnTo>
                  <a:pt x="49" y="75"/>
                </a:lnTo>
                <a:lnTo>
                  <a:pt x="44" y="81"/>
                </a:lnTo>
                <a:lnTo>
                  <a:pt x="40" y="85"/>
                </a:lnTo>
                <a:lnTo>
                  <a:pt x="33" y="88"/>
                </a:lnTo>
                <a:lnTo>
                  <a:pt x="33" y="88"/>
                </a:lnTo>
                <a:lnTo>
                  <a:pt x="20" y="92"/>
                </a:lnTo>
                <a:lnTo>
                  <a:pt x="20" y="92"/>
                </a:lnTo>
                <a:lnTo>
                  <a:pt x="13" y="94"/>
                </a:lnTo>
                <a:lnTo>
                  <a:pt x="8" y="100"/>
                </a:lnTo>
                <a:lnTo>
                  <a:pt x="3" y="106"/>
                </a:lnTo>
                <a:lnTo>
                  <a:pt x="1" y="113"/>
                </a:lnTo>
                <a:lnTo>
                  <a:pt x="1" y="113"/>
                </a:lnTo>
                <a:lnTo>
                  <a:pt x="0" y="122"/>
                </a:lnTo>
                <a:lnTo>
                  <a:pt x="0" y="129"/>
                </a:lnTo>
                <a:lnTo>
                  <a:pt x="1" y="145"/>
                </a:lnTo>
                <a:lnTo>
                  <a:pt x="1" y="145"/>
                </a:lnTo>
                <a:lnTo>
                  <a:pt x="13" y="225"/>
                </a:lnTo>
                <a:lnTo>
                  <a:pt x="13" y="225"/>
                </a:lnTo>
                <a:lnTo>
                  <a:pt x="17" y="245"/>
                </a:lnTo>
                <a:lnTo>
                  <a:pt x="19" y="255"/>
                </a:lnTo>
                <a:lnTo>
                  <a:pt x="21" y="264"/>
                </a:lnTo>
                <a:lnTo>
                  <a:pt x="21" y="264"/>
                </a:lnTo>
                <a:lnTo>
                  <a:pt x="26" y="275"/>
                </a:lnTo>
                <a:lnTo>
                  <a:pt x="31" y="285"/>
                </a:lnTo>
                <a:lnTo>
                  <a:pt x="44" y="306"/>
                </a:lnTo>
                <a:lnTo>
                  <a:pt x="44" y="306"/>
                </a:lnTo>
                <a:lnTo>
                  <a:pt x="52" y="315"/>
                </a:lnTo>
                <a:lnTo>
                  <a:pt x="61" y="325"/>
                </a:lnTo>
                <a:lnTo>
                  <a:pt x="72" y="333"/>
                </a:lnTo>
                <a:lnTo>
                  <a:pt x="83" y="342"/>
                </a:lnTo>
                <a:lnTo>
                  <a:pt x="95" y="348"/>
                </a:lnTo>
                <a:lnTo>
                  <a:pt x="108" y="353"/>
                </a:lnTo>
                <a:lnTo>
                  <a:pt x="121" y="355"/>
                </a:lnTo>
                <a:lnTo>
                  <a:pt x="127" y="355"/>
                </a:lnTo>
                <a:lnTo>
                  <a:pt x="133" y="354"/>
                </a:lnTo>
                <a:lnTo>
                  <a:pt x="133" y="354"/>
                </a:lnTo>
                <a:lnTo>
                  <a:pt x="129" y="347"/>
                </a:lnTo>
                <a:lnTo>
                  <a:pt x="119" y="326"/>
                </a:lnTo>
                <a:lnTo>
                  <a:pt x="115" y="313"/>
                </a:lnTo>
                <a:lnTo>
                  <a:pt x="110" y="298"/>
                </a:lnTo>
                <a:lnTo>
                  <a:pt x="105" y="281"/>
                </a:lnTo>
                <a:lnTo>
                  <a:pt x="101" y="264"/>
                </a:lnTo>
                <a:lnTo>
                  <a:pt x="101" y="264"/>
                </a:lnTo>
                <a:lnTo>
                  <a:pt x="100" y="245"/>
                </a:lnTo>
                <a:lnTo>
                  <a:pt x="99" y="222"/>
                </a:lnTo>
                <a:lnTo>
                  <a:pt x="99" y="192"/>
                </a:lnTo>
                <a:lnTo>
                  <a:pt x="99" y="192"/>
                </a:lnTo>
                <a:lnTo>
                  <a:pt x="102" y="183"/>
                </a:lnTo>
                <a:lnTo>
                  <a:pt x="107" y="175"/>
                </a:lnTo>
                <a:lnTo>
                  <a:pt x="115" y="166"/>
                </a:lnTo>
                <a:lnTo>
                  <a:pt x="123" y="160"/>
                </a:lnTo>
                <a:lnTo>
                  <a:pt x="133" y="154"/>
                </a:lnTo>
                <a:lnTo>
                  <a:pt x="142" y="150"/>
                </a:lnTo>
                <a:lnTo>
                  <a:pt x="152" y="146"/>
                </a:lnTo>
                <a:lnTo>
                  <a:pt x="163" y="144"/>
                </a:lnTo>
                <a:lnTo>
                  <a:pt x="163" y="144"/>
                </a:lnTo>
                <a:lnTo>
                  <a:pt x="173" y="141"/>
                </a:lnTo>
                <a:lnTo>
                  <a:pt x="182" y="141"/>
                </a:lnTo>
                <a:lnTo>
                  <a:pt x="202" y="142"/>
                </a:lnTo>
                <a:lnTo>
                  <a:pt x="222" y="145"/>
                </a:lnTo>
                <a:lnTo>
                  <a:pt x="241" y="147"/>
                </a:lnTo>
                <a:lnTo>
                  <a:pt x="241" y="147"/>
                </a:lnTo>
                <a:lnTo>
                  <a:pt x="254" y="148"/>
                </a:lnTo>
                <a:lnTo>
                  <a:pt x="267" y="148"/>
                </a:lnTo>
                <a:lnTo>
                  <a:pt x="292" y="147"/>
                </a:lnTo>
                <a:lnTo>
                  <a:pt x="292" y="147"/>
                </a:lnTo>
                <a:lnTo>
                  <a:pt x="301" y="133"/>
                </a:lnTo>
                <a:lnTo>
                  <a:pt x="309" y="114"/>
                </a:lnTo>
                <a:lnTo>
                  <a:pt x="309" y="114"/>
                </a:lnTo>
                <a:close/>
              </a:path>
            </a:pathLst>
          </a:custGeom>
          <a:solidFill>
            <a:schemeClr val="tx2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3" name="Freeform 340">
            <a:extLst>
              <a:ext uri="{FF2B5EF4-FFF2-40B4-BE49-F238E27FC236}">
                <a16:creationId xmlns:a16="http://schemas.microsoft.com/office/drawing/2014/main" id="{2B582D2C-F863-4C45-84B7-F759F89CA311}"/>
              </a:ext>
            </a:extLst>
          </p:cNvPr>
          <p:cNvSpPr>
            <a:spLocks/>
          </p:cNvSpPr>
          <p:nvPr/>
        </p:nvSpPr>
        <p:spPr bwMode="auto">
          <a:xfrm rot="827454">
            <a:off x="2522736" y="2695571"/>
            <a:ext cx="190074" cy="190074"/>
          </a:xfrm>
          <a:custGeom>
            <a:avLst/>
            <a:gdLst>
              <a:gd name="T0" fmla="*/ 71 w 71"/>
              <a:gd name="T1" fmla="*/ 35 h 71"/>
              <a:gd name="T2" fmla="*/ 71 w 71"/>
              <a:gd name="T3" fmla="*/ 35 h 71"/>
              <a:gd name="T4" fmla="*/ 71 w 71"/>
              <a:gd name="T5" fmla="*/ 28 h 71"/>
              <a:gd name="T6" fmla="*/ 68 w 71"/>
              <a:gd name="T7" fmla="*/ 22 h 71"/>
              <a:gd name="T8" fmla="*/ 65 w 71"/>
              <a:gd name="T9" fmla="*/ 16 h 71"/>
              <a:gd name="T10" fmla="*/ 61 w 71"/>
              <a:gd name="T11" fmla="*/ 11 h 71"/>
              <a:gd name="T12" fmla="*/ 56 w 71"/>
              <a:gd name="T13" fmla="*/ 6 h 71"/>
              <a:gd name="T14" fmla="*/ 50 w 71"/>
              <a:gd name="T15" fmla="*/ 3 h 71"/>
              <a:gd name="T16" fmla="*/ 43 w 71"/>
              <a:gd name="T17" fmla="*/ 2 h 71"/>
              <a:gd name="T18" fmla="*/ 36 w 71"/>
              <a:gd name="T19" fmla="*/ 0 h 71"/>
              <a:gd name="T20" fmla="*/ 36 w 71"/>
              <a:gd name="T21" fmla="*/ 0 h 71"/>
              <a:gd name="T22" fmla="*/ 30 w 71"/>
              <a:gd name="T23" fmla="*/ 2 h 71"/>
              <a:gd name="T24" fmla="*/ 22 w 71"/>
              <a:gd name="T25" fmla="*/ 3 h 71"/>
              <a:gd name="T26" fmla="*/ 16 w 71"/>
              <a:gd name="T27" fmla="*/ 6 h 71"/>
              <a:gd name="T28" fmla="*/ 11 w 71"/>
              <a:gd name="T29" fmla="*/ 11 h 71"/>
              <a:gd name="T30" fmla="*/ 7 w 71"/>
              <a:gd name="T31" fmla="*/ 16 h 71"/>
              <a:gd name="T32" fmla="*/ 4 w 71"/>
              <a:gd name="T33" fmla="*/ 22 h 71"/>
              <a:gd name="T34" fmla="*/ 2 w 71"/>
              <a:gd name="T35" fmla="*/ 28 h 71"/>
              <a:gd name="T36" fmla="*/ 0 w 71"/>
              <a:gd name="T37" fmla="*/ 35 h 71"/>
              <a:gd name="T38" fmla="*/ 0 w 71"/>
              <a:gd name="T39" fmla="*/ 35 h 71"/>
              <a:gd name="T40" fmla="*/ 2 w 71"/>
              <a:gd name="T41" fmla="*/ 43 h 71"/>
              <a:gd name="T42" fmla="*/ 4 w 71"/>
              <a:gd name="T43" fmla="*/ 49 h 71"/>
              <a:gd name="T44" fmla="*/ 7 w 71"/>
              <a:gd name="T45" fmla="*/ 55 h 71"/>
              <a:gd name="T46" fmla="*/ 11 w 71"/>
              <a:gd name="T47" fmla="*/ 61 h 71"/>
              <a:gd name="T48" fmla="*/ 16 w 71"/>
              <a:gd name="T49" fmla="*/ 64 h 71"/>
              <a:gd name="T50" fmla="*/ 22 w 71"/>
              <a:gd name="T51" fmla="*/ 68 h 71"/>
              <a:gd name="T52" fmla="*/ 30 w 71"/>
              <a:gd name="T53" fmla="*/ 69 h 71"/>
              <a:gd name="T54" fmla="*/ 36 w 71"/>
              <a:gd name="T55" fmla="*/ 71 h 71"/>
              <a:gd name="T56" fmla="*/ 36 w 71"/>
              <a:gd name="T57" fmla="*/ 71 h 71"/>
              <a:gd name="T58" fmla="*/ 43 w 71"/>
              <a:gd name="T59" fmla="*/ 69 h 71"/>
              <a:gd name="T60" fmla="*/ 50 w 71"/>
              <a:gd name="T61" fmla="*/ 68 h 71"/>
              <a:gd name="T62" fmla="*/ 56 w 71"/>
              <a:gd name="T63" fmla="*/ 64 h 71"/>
              <a:gd name="T64" fmla="*/ 61 w 71"/>
              <a:gd name="T65" fmla="*/ 61 h 71"/>
              <a:gd name="T66" fmla="*/ 65 w 71"/>
              <a:gd name="T67" fmla="*/ 55 h 71"/>
              <a:gd name="T68" fmla="*/ 68 w 71"/>
              <a:gd name="T69" fmla="*/ 49 h 71"/>
              <a:gd name="T70" fmla="*/ 71 w 71"/>
              <a:gd name="T71" fmla="*/ 43 h 71"/>
              <a:gd name="T72" fmla="*/ 71 w 71"/>
              <a:gd name="T73" fmla="*/ 35 h 71"/>
              <a:gd name="T74" fmla="*/ 71 w 71"/>
              <a:gd name="T75" fmla="*/ 35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1" h="71">
                <a:moveTo>
                  <a:pt x="71" y="35"/>
                </a:moveTo>
                <a:lnTo>
                  <a:pt x="71" y="35"/>
                </a:lnTo>
                <a:lnTo>
                  <a:pt x="71" y="28"/>
                </a:lnTo>
                <a:lnTo>
                  <a:pt x="68" y="22"/>
                </a:lnTo>
                <a:lnTo>
                  <a:pt x="65" y="16"/>
                </a:lnTo>
                <a:lnTo>
                  <a:pt x="61" y="11"/>
                </a:lnTo>
                <a:lnTo>
                  <a:pt x="56" y="6"/>
                </a:lnTo>
                <a:lnTo>
                  <a:pt x="50" y="3"/>
                </a:lnTo>
                <a:lnTo>
                  <a:pt x="43" y="2"/>
                </a:lnTo>
                <a:lnTo>
                  <a:pt x="36" y="0"/>
                </a:lnTo>
                <a:lnTo>
                  <a:pt x="36" y="0"/>
                </a:lnTo>
                <a:lnTo>
                  <a:pt x="30" y="2"/>
                </a:lnTo>
                <a:lnTo>
                  <a:pt x="22" y="3"/>
                </a:lnTo>
                <a:lnTo>
                  <a:pt x="16" y="6"/>
                </a:lnTo>
                <a:lnTo>
                  <a:pt x="11" y="11"/>
                </a:lnTo>
                <a:lnTo>
                  <a:pt x="7" y="16"/>
                </a:lnTo>
                <a:lnTo>
                  <a:pt x="4" y="22"/>
                </a:lnTo>
                <a:lnTo>
                  <a:pt x="2" y="28"/>
                </a:lnTo>
                <a:lnTo>
                  <a:pt x="0" y="35"/>
                </a:lnTo>
                <a:lnTo>
                  <a:pt x="0" y="35"/>
                </a:lnTo>
                <a:lnTo>
                  <a:pt x="2" y="43"/>
                </a:lnTo>
                <a:lnTo>
                  <a:pt x="4" y="49"/>
                </a:lnTo>
                <a:lnTo>
                  <a:pt x="7" y="55"/>
                </a:lnTo>
                <a:lnTo>
                  <a:pt x="11" y="61"/>
                </a:lnTo>
                <a:lnTo>
                  <a:pt x="16" y="64"/>
                </a:lnTo>
                <a:lnTo>
                  <a:pt x="22" y="68"/>
                </a:lnTo>
                <a:lnTo>
                  <a:pt x="30" y="69"/>
                </a:lnTo>
                <a:lnTo>
                  <a:pt x="36" y="71"/>
                </a:lnTo>
                <a:lnTo>
                  <a:pt x="36" y="71"/>
                </a:lnTo>
                <a:lnTo>
                  <a:pt x="43" y="69"/>
                </a:lnTo>
                <a:lnTo>
                  <a:pt x="50" y="68"/>
                </a:lnTo>
                <a:lnTo>
                  <a:pt x="56" y="64"/>
                </a:lnTo>
                <a:lnTo>
                  <a:pt x="61" y="61"/>
                </a:lnTo>
                <a:lnTo>
                  <a:pt x="65" y="55"/>
                </a:lnTo>
                <a:lnTo>
                  <a:pt x="68" y="49"/>
                </a:lnTo>
                <a:lnTo>
                  <a:pt x="71" y="43"/>
                </a:lnTo>
                <a:lnTo>
                  <a:pt x="71" y="35"/>
                </a:lnTo>
                <a:lnTo>
                  <a:pt x="71" y="35"/>
                </a:lnTo>
                <a:close/>
              </a:path>
            </a:pathLst>
          </a:custGeom>
          <a:solidFill>
            <a:srgbClr val="FFD6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4" name="Freeform 341">
            <a:extLst>
              <a:ext uri="{FF2B5EF4-FFF2-40B4-BE49-F238E27FC236}">
                <a16:creationId xmlns:a16="http://schemas.microsoft.com/office/drawing/2014/main" id="{6A75DA5A-80A6-D343-BB68-6FD2FBB11846}"/>
              </a:ext>
            </a:extLst>
          </p:cNvPr>
          <p:cNvSpPr>
            <a:spLocks/>
          </p:cNvSpPr>
          <p:nvPr/>
        </p:nvSpPr>
        <p:spPr bwMode="auto">
          <a:xfrm rot="827454">
            <a:off x="2558914" y="2631170"/>
            <a:ext cx="678831" cy="629953"/>
          </a:xfrm>
          <a:custGeom>
            <a:avLst/>
            <a:gdLst>
              <a:gd name="T0" fmla="*/ 246 w 249"/>
              <a:gd name="T1" fmla="*/ 136 h 233"/>
              <a:gd name="T2" fmla="*/ 238 w 249"/>
              <a:gd name="T3" fmla="*/ 131 h 233"/>
              <a:gd name="T4" fmla="*/ 233 w 249"/>
              <a:gd name="T5" fmla="*/ 130 h 233"/>
              <a:gd name="T6" fmla="*/ 222 w 249"/>
              <a:gd name="T7" fmla="*/ 135 h 233"/>
              <a:gd name="T8" fmla="*/ 200 w 249"/>
              <a:gd name="T9" fmla="*/ 162 h 233"/>
              <a:gd name="T10" fmla="*/ 188 w 249"/>
              <a:gd name="T11" fmla="*/ 170 h 233"/>
              <a:gd name="T12" fmla="*/ 181 w 249"/>
              <a:gd name="T13" fmla="*/ 171 h 233"/>
              <a:gd name="T14" fmla="*/ 168 w 249"/>
              <a:gd name="T15" fmla="*/ 170 h 233"/>
              <a:gd name="T16" fmla="*/ 158 w 249"/>
              <a:gd name="T17" fmla="*/ 170 h 233"/>
              <a:gd name="T18" fmla="*/ 112 w 249"/>
              <a:gd name="T19" fmla="*/ 174 h 233"/>
              <a:gd name="T20" fmla="*/ 99 w 249"/>
              <a:gd name="T21" fmla="*/ 175 h 233"/>
              <a:gd name="T22" fmla="*/ 88 w 249"/>
              <a:gd name="T23" fmla="*/ 171 h 233"/>
              <a:gd name="T24" fmla="*/ 82 w 249"/>
              <a:gd name="T25" fmla="*/ 168 h 233"/>
              <a:gd name="T26" fmla="*/ 70 w 249"/>
              <a:gd name="T27" fmla="*/ 152 h 233"/>
              <a:gd name="T28" fmla="*/ 50 w 249"/>
              <a:gd name="T29" fmla="*/ 113 h 233"/>
              <a:gd name="T30" fmla="*/ 30 w 249"/>
              <a:gd name="T31" fmla="*/ 55 h 233"/>
              <a:gd name="T32" fmla="*/ 12 w 249"/>
              <a:gd name="T33" fmla="*/ 0 h 233"/>
              <a:gd name="T34" fmla="*/ 6 w 249"/>
              <a:gd name="T35" fmla="*/ 27 h 233"/>
              <a:gd name="T36" fmla="*/ 5 w 249"/>
              <a:gd name="T37" fmla="*/ 35 h 233"/>
              <a:gd name="T38" fmla="*/ 0 w 249"/>
              <a:gd name="T39" fmla="*/ 46 h 233"/>
              <a:gd name="T40" fmla="*/ 1 w 249"/>
              <a:gd name="T41" fmla="*/ 52 h 233"/>
              <a:gd name="T42" fmla="*/ 3 w 249"/>
              <a:gd name="T43" fmla="*/ 56 h 233"/>
              <a:gd name="T44" fmla="*/ 8 w 249"/>
              <a:gd name="T45" fmla="*/ 69 h 233"/>
              <a:gd name="T46" fmla="*/ 8 w 249"/>
              <a:gd name="T47" fmla="*/ 75 h 233"/>
              <a:gd name="T48" fmla="*/ 19 w 249"/>
              <a:gd name="T49" fmla="*/ 110 h 233"/>
              <a:gd name="T50" fmla="*/ 35 w 249"/>
              <a:gd name="T51" fmla="*/ 146 h 233"/>
              <a:gd name="T52" fmla="*/ 40 w 249"/>
              <a:gd name="T53" fmla="*/ 153 h 233"/>
              <a:gd name="T54" fmla="*/ 88 w 249"/>
              <a:gd name="T55" fmla="*/ 203 h 233"/>
              <a:gd name="T56" fmla="*/ 111 w 249"/>
              <a:gd name="T57" fmla="*/ 221 h 233"/>
              <a:gd name="T58" fmla="*/ 118 w 249"/>
              <a:gd name="T59" fmla="*/ 223 h 233"/>
              <a:gd name="T60" fmla="*/ 140 w 249"/>
              <a:gd name="T61" fmla="*/ 231 h 233"/>
              <a:gd name="T62" fmla="*/ 158 w 249"/>
              <a:gd name="T63" fmla="*/ 233 h 233"/>
              <a:gd name="T64" fmla="*/ 179 w 249"/>
              <a:gd name="T65" fmla="*/ 232 h 233"/>
              <a:gd name="T66" fmla="*/ 190 w 249"/>
              <a:gd name="T67" fmla="*/ 228 h 233"/>
              <a:gd name="T68" fmla="*/ 203 w 249"/>
              <a:gd name="T69" fmla="*/ 220 h 233"/>
              <a:gd name="T70" fmla="*/ 226 w 249"/>
              <a:gd name="T71" fmla="*/ 195 h 233"/>
              <a:gd name="T72" fmla="*/ 243 w 249"/>
              <a:gd name="T73" fmla="*/ 166 h 233"/>
              <a:gd name="T74" fmla="*/ 249 w 249"/>
              <a:gd name="T75" fmla="*/ 143 h 233"/>
              <a:gd name="T76" fmla="*/ 246 w 249"/>
              <a:gd name="T77" fmla="*/ 136 h 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49" h="233">
                <a:moveTo>
                  <a:pt x="246" y="136"/>
                </a:moveTo>
                <a:lnTo>
                  <a:pt x="246" y="136"/>
                </a:lnTo>
                <a:lnTo>
                  <a:pt x="243" y="133"/>
                </a:lnTo>
                <a:lnTo>
                  <a:pt x="238" y="131"/>
                </a:lnTo>
                <a:lnTo>
                  <a:pt x="233" y="130"/>
                </a:lnTo>
                <a:lnTo>
                  <a:pt x="233" y="130"/>
                </a:lnTo>
                <a:lnTo>
                  <a:pt x="227" y="131"/>
                </a:lnTo>
                <a:lnTo>
                  <a:pt x="222" y="135"/>
                </a:lnTo>
                <a:lnTo>
                  <a:pt x="211" y="148"/>
                </a:lnTo>
                <a:lnTo>
                  <a:pt x="200" y="162"/>
                </a:lnTo>
                <a:lnTo>
                  <a:pt x="194" y="166"/>
                </a:lnTo>
                <a:lnTo>
                  <a:pt x="188" y="170"/>
                </a:lnTo>
                <a:lnTo>
                  <a:pt x="188" y="170"/>
                </a:lnTo>
                <a:lnTo>
                  <a:pt x="181" y="171"/>
                </a:lnTo>
                <a:lnTo>
                  <a:pt x="175" y="171"/>
                </a:lnTo>
                <a:lnTo>
                  <a:pt x="168" y="170"/>
                </a:lnTo>
                <a:lnTo>
                  <a:pt x="158" y="170"/>
                </a:lnTo>
                <a:lnTo>
                  <a:pt x="158" y="170"/>
                </a:lnTo>
                <a:lnTo>
                  <a:pt x="129" y="171"/>
                </a:lnTo>
                <a:lnTo>
                  <a:pt x="112" y="174"/>
                </a:lnTo>
                <a:lnTo>
                  <a:pt x="105" y="175"/>
                </a:lnTo>
                <a:lnTo>
                  <a:pt x="99" y="175"/>
                </a:lnTo>
                <a:lnTo>
                  <a:pt x="94" y="174"/>
                </a:lnTo>
                <a:lnTo>
                  <a:pt x="88" y="171"/>
                </a:lnTo>
                <a:lnTo>
                  <a:pt x="88" y="171"/>
                </a:lnTo>
                <a:lnTo>
                  <a:pt x="82" y="168"/>
                </a:lnTo>
                <a:lnTo>
                  <a:pt x="76" y="160"/>
                </a:lnTo>
                <a:lnTo>
                  <a:pt x="70" y="152"/>
                </a:lnTo>
                <a:lnTo>
                  <a:pt x="64" y="140"/>
                </a:lnTo>
                <a:lnTo>
                  <a:pt x="50" y="113"/>
                </a:lnTo>
                <a:lnTo>
                  <a:pt x="40" y="84"/>
                </a:lnTo>
                <a:lnTo>
                  <a:pt x="30" y="55"/>
                </a:lnTo>
                <a:lnTo>
                  <a:pt x="21" y="29"/>
                </a:lnTo>
                <a:lnTo>
                  <a:pt x="12" y="0"/>
                </a:lnTo>
                <a:lnTo>
                  <a:pt x="6" y="27"/>
                </a:lnTo>
                <a:lnTo>
                  <a:pt x="6" y="27"/>
                </a:lnTo>
                <a:lnTo>
                  <a:pt x="6" y="31"/>
                </a:lnTo>
                <a:lnTo>
                  <a:pt x="5" y="35"/>
                </a:lnTo>
                <a:lnTo>
                  <a:pt x="1" y="41"/>
                </a:lnTo>
                <a:lnTo>
                  <a:pt x="0" y="46"/>
                </a:lnTo>
                <a:lnTo>
                  <a:pt x="0" y="49"/>
                </a:lnTo>
                <a:lnTo>
                  <a:pt x="1" y="52"/>
                </a:lnTo>
                <a:lnTo>
                  <a:pt x="1" y="52"/>
                </a:lnTo>
                <a:lnTo>
                  <a:pt x="3" y="56"/>
                </a:lnTo>
                <a:lnTo>
                  <a:pt x="6" y="62"/>
                </a:lnTo>
                <a:lnTo>
                  <a:pt x="8" y="69"/>
                </a:lnTo>
                <a:lnTo>
                  <a:pt x="8" y="75"/>
                </a:lnTo>
                <a:lnTo>
                  <a:pt x="8" y="75"/>
                </a:lnTo>
                <a:lnTo>
                  <a:pt x="12" y="87"/>
                </a:lnTo>
                <a:lnTo>
                  <a:pt x="19" y="110"/>
                </a:lnTo>
                <a:lnTo>
                  <a:pt x="30" y="136"/>
                </a:lnTo>
                <a:lnTo>
                  <a:pt x="35" y="146"/>
                </a:lnTo>
                <a:lnTo>
                  <a:pt x="40" y="153"/>
                </a:lnTo>
                <a:lnTo>
                  <a:pt x="40" y="153"/>
                </a:lnTo>
                <a:lnTo>
                  <a:pt x="67" y="182"/>
                </a:lnTo>
                <a:lnTo>
                  <a:pt x="88" y="203"/>
                </a:lnTo>
                <a:lnTo>
                  <a:pt x="105" y="216"/>
                </a:lnTo>
                <a:lnTo>
                  <a:pt x="111" y="221"/>
                </a:lnTo>
                <a:lnTo>
                  <a:pt x="118" y="223"/>
                </a:lnTo>
                <a:lnTo>
                  <a:pt x="118" y="223"/>
                </a:lnTo>
                <a:lnTo>
                  <a:pt x="132" y="228"/>
                </a:lnTo>
                <a:lnTo>
                  <a:pt x="140" y="231"/>
                </a:lnTo>
                <a:lnTo>
                  <a:pt x="148" y="233"/>
                </a:lnTo>
                <a:lnTo>
                  <a:pt x="158" y="233"/>
                </a:lnTo>
                <a:lnTo>
                  <a:pt x="168" y="233"/>
                </a:lnTo>
                <a:lnTo>
                  <a:pt x="179" y="232"/>
                </a:lnTo>
                <a:lnTo>
                  <a:pt x="190" y="228"/>
                </a:lnTo>
                <a:lnTo>
                  <a:pt x="190" y="228"/>
                </a:lnTo>
                <a:lnTo>
                  <a:pt x="196" y="225"/>
                </a:lnTo>
                <a:lnTo>
                  <a:pt x="203" y="220"/>
                </a:lnTo>
                <a:lnTo>
                  <a:pt x="215" y="209"/>
                </a:lnTo>
                <a:lnTo>
                  <a:pt x="226" y="195"/>
                </a:lnTo>
                <a:lnTo>
                  <a:pt x="236" y="181"/>
                </a:lnTo>
                <a:lnTo>
                  <a:pt x="243" y="166"/>
                </a:lnTo>
                <a:lnTo>
                  <a:pt x="246" y="153"/>
                </a:lnTo>
                <a:lnTo>
                  <a:pt x="249" y="143"/>
                </a:lnTo>
                <a:lnTo>
                  <a:pt x="248" y="139"/>
                </a:lnTo>
                <a:lnTo>
                  <a:pt x="246" y="136"/>
                </a:lnTo>
                <a:lnTo>
                  <a:pt x="246" y="136"/>
                </a:lnTo>
                <a:close/>
              </a:path>
            </a:pathLst>
          </a:custGeom>
          <a:solidFill>
            <a:srgbClr val="2D2B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2" name="Freeform 349">
            <a:extLst>
              <a:ext uri="{FF2B5EF4-FFF2-40B4-BE49-F238E27FC236}">
                <a16:creationId xmlns:a16="http://schemas.microsoft.com/office/drawing/2014/main" id="{3C2FF96A-C82F-944E-B5A0-3E3A080055DE}"/>
              </a:ext>
            </a:extLst>
          </p:cNvPr>
          <p:cNvSpPr>
            <a:spLocks/>
          </p:cNvSpPr>
          <p:nvPr/>
        </p:nvSpPr>
        <p:spPr bwMode="auto">
          <a:xfrm rot="827454">
            <a:off x="3071300" y="2771004"/>
            <a:ext cx="76029" cy="157490"/>
          </a:xfrm>
          <a:custGeom>
            <a:avLst/>
            <a:gdLst>
              <a:gd name="T0" fmla="*/ 0 w 27"/>
              <a:gd name="T1" fmla="*/ 0 h 60"/>
              <a:gd name="T2" fmla="*/ 0 w 27"/>
              <a:gd name="T3" fmla="*/ 0 h 60"/>
              <a:gd name="T4" fmla="*/ 5 w 27"/>
              <a:gd name="T5" fmla="*/ 15 h 60"/>
              <a:gd name="T6" fmla="*/ 9 w 27"/>
              <a:gd name="T7" fmla="*/ 26 h 60"/>
              <a:gd name="T8" fmla="*/ 11 w 27"/>
              <a:gd name="T9" fmla="*/ 29 h 60"/>
              <a:gd name="T10" fmla="*/ 13 w 27"/>
              <a:gd name="T11" fmla="*/ 32 h 60"/>
              <a:gd name="T12" fmla="*/ 13 w 27"/>
              <a:gd name="T13" fmla="*/ 32 h 60"/>
              <a:gd name="T14" fmla="*/ 21 w 27"/>
              <a:gd name="T15" fmla="*/ 37 h 60"/>
              <a:gd name="T16" fmla="*/ 25 w 27"/>
              <a:gd name="T17" fmla="*/ 39 h 60"/>
              <a:gd name="T18" fmla="*/ 27 w 27"/>
              <a:gd name="T19" fmla="*/ 43 h 60"/>
              <a:gd name="T20" fmla="*/ 27 w 27"/>
              <a:gd name="T21" fmla="*/ 43 h 60"/>
              <a:gd name="T22" fmla="*/ 27 w 27"/>
              <a:gd name="T23" fmla="*/ 45 h 60"/>
              <a:gd name="T24" fmla="*/ 26 w 27"/>
              <a:gd name="T25" fmla="*/ 48 h 60"/>
              <a:gd name="T26" fmla="*/ 22 w 27"/>
              <a:gd name="T27" fmla="*/ 52 h 60"/>
              <a:gd name="T28" fmla="*/ 16 w 27"/>
              <a:gd name="T29" fmla="*/ 57 h 60"/>
              <a:gd name="T30" fmla="*/ 10 w 27"/>
              <a:gd name="T31" fmla="*/ 60 h 60"/>
              <a:gd name="T32" fmla="*/ 10 w 27"/>
              <a:gd name="T33" fmla="*/ 60 h 60"/>
              <a:gd name="T34" fmla="*/ 15 w 27"/>
              <a:gd name="T35" fmla="*/ 55 h 60"/>
              <a:gd name="T36" fmla="*/ 20 w 27"/>
              <a:gd name="T37" fmla="*/ 50 h 60"/>
              <a:gd name="T38" fmla="*/ 22 w 27"/>
              <a:gd name="T39" fmla="*/ 46 h 60"/>
              <a:gd name="T40" fmla="*/ 22 w 27"/>
              <a:gd name="T41" fmla="*/ 46 h 60"/>
              <a:gd name="T42" fmla="*/ 21 w 27"/>
              <a:gd name="T43" fmla="*/ 44 h 60"/>
              <a:gd name="T44" fmla="*/ 20 w 27"/>
              <a:gd name="T45" fmla="*/ 43 h 60"/>
              <a:gd name="T46" fmla="*/ 16 w 27"/>
              <a:gd name="T47" fmla="*/ 39 h 60"/>
              <a:gd name="T48" fmla="*/ 13 w 27"/>
              <a:gd name="T49" fmla="*/ 37 h 60"/>
              <a:gd name="T50" fmla="*/ 10 w 27"/>
              <a:gd name="T51" fmla="*/ 34 h 60"/>
              <a:gd name="T52" fmla="*/ 10 w 27"/>
              <a:gd name="T53" fmla="*/ 34 h 60"/>
              <a:gd name="T54" fmla="*/ 8 w 27"/>
              <a:gd name="T55" fmla="*/ 32 h 60"/>
              <a:gd name="T56" fmla="*/ 4 w 27"/>
              <a:gd name="T57" fmla="*/ 25 h 60"/>
              <a:gd name="T58" fmla="*/ 3 w 27"/>
              <a:gd name="T59" fmla="*/ 21 h 60"/>
              <a:gd name="T60" fmla="*/ 2 w 27"/>
              <a:gd name="T61" fmla="*/ 15 h 60"/>
              <a:gd name="T62" fmla="*/ 0 w 27"/>
              <a:gd name="T63" fmla="*/ 9 h 60"/>
              <a:gd name="T64" fmla="*/ 0 w 27"/>
              <a:gd name="T65" fmla="*/ 0 h 60"/>
              <a:gd name="T66" fmla="*/ 0 w 27"/>
              <a:gd name="T67" fmla="*/ 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7" h="60">
                <a:moveTo>
                  <a:pt x="0" y="0"/>
                </a:moveTo>
                <a:lnTo>
                  <a:pt x="0" y="0"/>
                </a:lnTo>
                <a:lnTo>
                  <a:pt x="5" y="15"/>
                </a:lnTo>
                <a:lnTo>
                  <a:pt x="9" y="26"/>
                </a:lnTo>
                <a:lnTo>
                  <a:pt x="11" y="29"/>
                </a:lnTo>
                <a:lnTo>
                  <a:pt x="13" y="32"/>
                </a:lnTo>
                <a:lnTo>
                  <a:pt x="13" y="32"/>
                </a:lnTo>
                <a:lnTo>
                  <a:pt x="21" y="37"/>
                </a:lnTo>
                <a:lnTo>
                  <a:pt x="25" y="39"/>
                </a:lnTo>
                <a:lnTo>
                  <a:pt x="27" y="43"/>
                </a:lnTo>
                <a:lnTo>
                  <a:pt x="27" y="43"/>
                </a:lnTo>
                <a:lnTo>
                  <a:pt x="27" y="45"/>
                </a:lnTo>
                <a:lnTo>
                  <a:pt x="26" y="48"/>
                </a:lnTo>
                <a:lnTo>
                  <a:pt x="22" y="52"/>
                </a:lnTo>
                <a:lnTo>
                  <a:pt x="16" y="57"/>
                </a:lnTo>
                <a:lnTo>
                  <a:pt x="10" y="60"/>
                </a:lnTo>
                <a:lnTo>
                  <a:pt x="10" y="60"/>
                </a:lnTo>
                <a:lnTo>
                  <a:pt x="15" y="55"/>
                </a:lnTo>
                <a:lnTo>
                  <a:pt x="20" y="50"/>
                </a:lnTo>
                <a:lnTo>
                  <a:pt x="22" y="46"/>
                </a:lnTo>
                <a:lnTo>
                  <a:pt x="22" y="46"/>
                </a:lnTo>
                <a:lnTo>
                  <a:pt x="21" y="44"/>
                </a:lnTo>
                <a:lnTo>
                  <a:pt x="20" y="43"/>
                </a:lnTo>
                <a:lnTo>
                  <a:pt x="16" y="39"/>
                </a:lnTo>
                <a:lnTo>
                  <a:pt x="13" y="37"/>
                </a:lnTo>
                <a:lnTo>
                  <a:pt x="10" y="34"/>
                </a:lnTo>
                <a:lnTo>
                  <a:pt x="10" y="34"/>
                </a:lnTo>
                <a:lnTo>
                  <a:pt x="8" y="32"/>
                </a:lnTo>
                <a:lnTo>
                  <a:pt x="4" y="25"/>
                </a:lnTo>
                <a:lnTo>
                  <a:pt x="3" y="21"/>
                </a:lnTo>
                <a:lnTo>
                  <a:pt x="2" y="15"/>
                </a:lnTo>
                <a:lnTo>
                  <a:pt x="0" y="9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C58F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3" name="Freeform 350">
            <a:extLst>
              <a:ext uri="{FF2B5EF4-FFF2-40B4-BE49-F238E27FC236}">
                <a16:creationId xmlns:a16="http://schemas.microsoft.com/office/drawing/2014/main" id="{1281A140-D749-BB47-BA0A-CAB69E2F17E9}"/>
              </a:ext>
            </a:extLst>
          </p:cNvPr>
          <p:cNvSpPr>
            <a:spLocks/>
          </p:cNvSpPr>
          <p:nvPr/>
        </p:nvSpPr>
        <p:spPr bwMode="auto">
          <a:xfrm rot="827454">
            <a:off x="2880346" y="2695438"/>
            <a:ext cx="43445" cy="38016"/>
          </a:xfrm>
          <a:custGeom>
            <a:avLst/>
            <a:gdLst>
              <a:gd name="T0" fmla="*/ 16 w 16"/>
              <a:gd name="T1" fmla="*/ 7 h 14"/>
              <a:gd name="T2" fmla="*/ 16 w 16"/>
              <a:gd name="T3" fmla="*/ 7 h 14"/>
              <a:gd name="T4" fmla="*/ 15 w 16"/>
              <a:gd name="T5" fmla="*/ 5 h 14"/>
              <a:gd name="T6" fmla="*/ 14 w 16"/>
              <a:gd name="T7" fmla="*/ 2 h 14"/>
              <a:gd name="T8" fmla="*/ 11 w 16"/>
              <a:gd name="T9" fmla="*/ 1 h 14"/>
              <a:gd name="T10" fmla="*/ 8 w 16"/>
              <a:gd name="T11" fmla="*/ 0 h 14"/>
              <a:gd name="T12" fmla="*/ 8 w 16"/>
              <a:gd name="T13" fmla="*/ 0 h 14"/>
              <a:gd name="T14" fmla="*/ 5 w 16"/>
              <a:gd name="T15" fmla="*/ 1 h 14"/>
              <a:gd name="T16" fmla="*/ 3 w 16"/>
              <a:gd name="T17" fmla="*/ 2 h 14"/>
              <a:gd name="T18" fmla="*/ 2 w 16"/>
              <a:gd name="T19" fmla="*/ 5 h 14"/>
              <a:gd name="T20" fmla="*/ 0 w 16"/>
              <a:gd name="T21" fmla="*/ 7 h 14"/>
              <a:gd name="T22" fmla="*/ 0 w 16"/>
              <a:gd name="T23" fmla="*/ 7 h 14"/>
              <a:gd name="T24" fmla="*/ 2 w 16"/>
              <a:gd name="T25" fmla="*/ 9 h 14"/>
              <a:gd name="T26" fmla="*/ 3 w 16"/>
              <a:gd name="T27" fmla="*/ 12 h 14"/>
              <a:gd name="T28" fmla="*/ 5 w 16"/>
              <a:gd name="T29" fmla="*/ 14 h 14"/>
              <a:gd name="T30" fmla="*/ 8 w 16"/>
              <a:gd name="T31" fmla="*/ 14 h 14"/>
              <a:gd name="T32" fmla="*/ 8 w 16"/>
              <a:gd name="T33" fmla="*/ 14 h 14"/>
              <a:gd name="T34" fmla="*/ 11 w 16"/>
              <a:gd name="T35" fmla="*/ 14 h 14"/>
              <a:gd name="T36" fmla="*/ 14 w 16"/>
              <a:gd name="T37" fmla="*/ 12 h 14"/>
              <a:gd name="T38" fmla="*/ 15 w 16"/>
              <a:gd name="T39" fmla="*/ 9 h 14"/>
              <a:gd name="T40" fmla="*/ 16 w 16"/>
              <a:gd name="T41" fmla="*/ 7 h 14"/>
              <a:gd name="T42" fmla="*/ 16 w 16"/>
              <a:gd name="T43" fmla="*/ 7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" h="14">
                <a:moveTo>
                  <a:pt x="16" y="7"/>
                </a:moveTo>
                <a:lnTo>
                  <a:pt x="16" y="7"/>
                </a:lnTo>
                <a:lnTo>
                  <a:pt x="15" y="5"/>
                </a:lnTo>
                <a:lnTo>
                  <a:pt x="14" y="2"/>
                </a:lnTo>
                <a:lnTo>
                  <a:pt x="11" y="1"/>
                </a:lnTo>
                <a:lnTo>
                  <a:pt x="8" y="0"/>
                </a:lnTo>
                <a:lnTo>
                  <a:pt x="8" y="0"/>
                </a:lnTo>
                <a:lnTo>
                  <a:pt x="5" y="1"/>
                </a:lnTo>
                <a:lnTo>
                  <a:pt x="3" y="2"/>
                </a:lnTo>
                <a:lnTo>
                  <a:pt x="2" y="5"/>
                </a:lnTo>
                <a:lnTo>
                  <a:pt x="0" y="7"/>
                </a:lnTo>
                <a:lnTo>
                  <a:pt x="0" y="7"/>
                </a:lnTo>
                <a:lnTo>
                  <a:pt x="2" y="9"/>
                </a:lnTo>
                <a:lnTo>
                  <a:pt x="3" y="12"/>
                </a:lnTo>
                <a:lnTo>
                  <a:pt x="5" y="14"/>
                </a:lnTo>
                <a:lnTo>
                  <a:pt x="8" y="14"/>
                </a:lnTo>
                <a:lnTo>
                  <a:pt x="8" y="14"/>
                </a:lnTo>
                <a:lnTo>
                  <a:pt x="11" y="14"/>
                </a:lnTo>
                <a:lnTo>
                  <a:pt x="14" y="12"/>
                </a:lnTo>
                <a:lnTo>
                  <a:pt x="15" y="9"/>
                </a:lnTo>
                <a:lnTo>
                  <a:pt x="16" y="7"/>
                </a:lnTo>
                <a:lnTo>
                  <a:pt x="16" y="7"/>
                </a:lnTo>
                <a:close/>
              </a:path>
            </a:pathLst>
          </a:custGeom>
          <a:solidFill>
            <a:srgbClr val="2D2B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4" name="Freeform 351">
            <a:extLst>
              <a:ext uri="{FF2B5EF4-FFF2-40B4-BE49-F238E27FC236}">
                <a16:creationId xmlns:a16="http://schemas.microsoft.com/office/drawing/2014/main" id="{FB0C5071-4D77-0543-9C7D-ACC9F687B4CB}"/>
              </a:ext>
            </a:extLst>
          </p:cNvPr>
          <p:cNvSpPr>
            <a:spLocks/>
          </p:cNvSpPr>
          <p:nvPr/>
        </p:nvSpPr>
        <p:spPr bwMode="auto">
          <a:xfrm rot="827454">
            <a:off x="3146876" y="2700356"/>
            <a:ext cx="32584" cy="38016"/>
          </a:xfrm>
          <a:custGeom>
            <a:avLst/>
            <a:gdLst>
              <a:gd name="T0" fmla="*/ 12 w 12"/>
              <a:gd name="T1" fmla="*/ 7 h 13"/>
              <a:gd name="T2" fmla="*/ 12 w 12"/>
              <a:gd name="T3" fmla="*/ 7 h 13"/>
              <a:gd name="T4" fmla="*/ 12 w 12"/>
              <a:gd name="T5" fmla="*/ 5 h 13"/>
              <a:gd name="T6" fmla="*/ 11 w 12"/>
              <a:gd name="T7" fmla="*/ 2 h 13"/>
              <a:gd name="T8" fmla="*/ 9 w 12"/>
              <a:gd name="T9" fmla="*/ 1 h 13"/>
              <a:gd name="T10" fmla="*/ 7 w 12"/>
              <a:gd name="T11" fmla="*/ 0 h 13"/>
              <a:gd name="T12" fmla="*/ 7 w 12"/>
              <a:gd name="T13" fmla="*/ 0 h 13"/>
              <a:gd name="T14" fmla="*/ 3 w 12"/>
              <a:gd name="T15" fmla="*/ 0 h 13"/>
              <a:gd name="T16" fmla="*/ 2 w 12"/>
              <a:gd name="T17" fmla="*/ 1 h 13"/>
              <a:gd name="T18" fmla="*/ 0 w 12"/>
              <a:gd name="T19" fmla="*/ 4 h 13"/>
              <a:gd name="T20" fmla="*/ 0 w 12"/>
              <a:gd name="T21" fmla="*/ 6 h 13"/>
              <a:gd name="T22" fmla="*/ 0 w 12"/>
              <a:gd name="T23" fmla="*/ 6 h 13"/>
              <a:gd name="T24" fmla="*/ 0 w 12"/>
              <a:gd name="T25" fmla="*/ 8 h 13"/>
              <a:gd name="T26" fmla="*/ 1 w 12"/>
              <a:gd name="T27" fmla="*/ 11 h 13"/>
              <a:gd name="T28" fmla="*/ 2 w 12"/>
              <a:gd name="T29" fmla="*/ 12 h 13"/>
              <a:gd name="T30" fmla="*/ 6 w 12"/>
              <a:gd name="T31" fmla="*/ 13 h 13"/>
              <a:gd name="T32" fmla="*/ 6 w 12"/>
              <a:gd name="T33" fmla="*/ 13 h 13"/>
              <a:gd name="T34" fmla="*/ 8 w 12"/>
              <a:gd name="T35" fmla="*/ 12 h 13"/>
              <a:gd name="T36" fmla="*/ 9 w 12"/>
              <a:gd name="T37" fmla="*/ 11 h 13"/>
              <a:gd name="T38" fmla="*/ 12 w 12"/>
              <a:gd name="T39" fmla="*/ 10 h 13"/>
              <a:gd name="T40" fmla="*/ 12 w 12"/>
              <a:gd name="T41" fmla="*/ 7 h 13"/>
              <a:gd name="T42" fmla="*/ 12 w 12"/>
              <a:gd name="T43" fmla="*/ 7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2" h="13">
                <a:moveTo>
                  <a:pt x="12" y="7"/>
                </a:moveTo>
                <a:lnTo>
                  <a:pt x="12" y="7"/>
                </a:lnTo>
                <a:lnTo>
                  <a:pt x="12" y="5"/>
                </a:lnTo>
                <a:lnTo>
                  <a:pt x="11" y="2"/>
                </a:lnTo>
                <a:lnTo>
                  <a:pt x="9" y="1"/>
                </a:lnTo>
                <a:lnTo>
                  <a:pt x="7" y="0"/>
                </a:lnTo>
                <a:lnTo>
                  <a:pt x="7" y="0"/>
                </a:lnTo>
                <a:lnTo>
                  <a:pt x="3" y="0"/>
                </a:lnTo>
                <a:lnTo>
                  <a:pt x="2" y="1"/>
                </a:lnTo>
                <a:lnTo>
                  <a:pt x="0" y="4"/>
                </a:lnTo>
                <a:lnTo>
                  <a:pt x="0" y="6"/>
                </a:lnTo>
                <a:lnTo>
                  <a:pt x="0" y="6"/>
                </a:lnTo>
                <a:lnTo>
                  <a:pt x="0" y="8"/>
                </a:lnTo>
                <a:lnTo>
                  <a:pt x="1" y="11"/>
                </a:lnTo>
                <a:lnTo>
                  <a:pt x="2" y="12"/>
                </a:lnTo>
                <a:lnTo>
                  <a:pt x="6" y="13"/>
                </a:lnTo>
                <a:lnTo>
                  <a:pt x="6" y="13"/>
                </a:lnTo>
                <a:lnTo>
                  <a:pt x="8" y="12"/>
                </a:lnTo>
                <a:lnTo>
                  <a:pt x="9" y="11"/>
                </a:lnTo>
                <a:lnTo>
                  <a:pt x="12" y="10"/>
                </a:lnTo>
                <a:lnTo>
                  <a:pt x="12" y="7"/>
                </a:lnTo>
                <a:lnTo>
                  <a:pt x="12" y="7"/>
                </a:lnTo>
                <a:close/>
              </a:path>
            </a:pathLst>
          </a:custGeom>
          <a:solidFill>
            <a:srgbClr val="2D2B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5" name="Freeform 352">
            <a:extLst>
              <a:ext uri="{FF2B5EF4-FFF2-40B4-BE49-F238E27FC236}">
                <a16:creationId xmlns:a16="http://schemas.microsoft.com/office/drawing/2014/main" id="{549916BF-BDEF-944D-AFFF-80697321CBC7}"/>
              </a:ext>
            </a:extLst>
          </p:cNvPr>
          <p:cNvSpPr>
            <a:spLocks/>
          </p:cNvSpPr>
          <p:nvPr/>
        </p:nvSpPr>
        <p:spPr bwMode="auto">
          <a:xfrm rot="827454">
            <a:off x="2821311" y="2584392"/>
            <a:ext cx="124906" cy="59738"/>
          </a:xfrm>
          <a:custGeom>
            <a:avLst/>
            <a:gdLst>
              <a:gd name="T0" fmla="*/ 41 w 45"/>
              <a:gd name="T1" fmla="*/ 0 h 22"/>
              <a:gd name="T2" fmla="*/ 41 w 45"/>
              <a:gd name="T3" fmla="*/ 0 h 22"/>
              <a:gd name="T4" fmla="*/ 33 w 45"/>
              <a:gd name="T5" fmla="*/ 0 h 22"/>
              <a:gd name="T6" fmla="*/ 24 w 45"/>
              <a:gd name="T7" fmla="*/ 2 h 22"/>
              <a:gd name="T8" fmla="*/ 14 w 45"/>
              <a:gd name="T9" fmla="*/ 5 h 22"/>
              <a:gd name="T10" fmla="*/ 5 w 45"/>
              <a:gd name="T11" fmla="*/ 11 h 22"/>
              <a:gd name="T12" fmla="*/ 5 w 45"/>
              <a:gd name="T13" fmla="*/ 11 h 22"/>
              <a:gd name="T14" fmla="*/ 1 w 45"/>
              <a:gd name="T15" fmla="*/ 14 h 22"/>
              <a:gd name="T16" fmla="*/ 1 w 45"/>
              <a:gd name="T17" fmla="*/ 17 h 22"/>
              <a:gd name="T18" fmla="*/ 0 w 45"/>
              <a:gd name="T19" fmla="*/ 19 h 22"/>
              <a:gd name="T20" fmla="*/ 1 w 45"/>
              <a:gd name="T21" fmla="*/ 20 h 22"/>
              <a:gd name="T22" fmla="*/ 4 w 45"/>
              <a:gd name="T23" fmla="*/ 22 h 22"/>
              <a:gd name="T24" fmla="*/ 6 w 45"/>
              <a:gd name="T25" fmla="*/ 22 h 22"/>
              <a:gd name="T26" fmla="*/ 11 w 45"/>
              <a:gd name="T27" fmla="*/ 20 h 22"/>
              <a:gd name="T28" fmla="*/ 11 w 45"/>
              <a:gd name="T29" fmla="*/ 20 h 22"/>
              <a:gd name="T30" fmla="*/ 16 w 45"/>
              <a:gd name="T31" fmla="*/ 18 h 22"/>
              <a:gd name="T32" fmla="*/ 22 w 45"/>
              <a:gd name="T33" fmla="*/ 14 h 22"/>
              <a:gd name="T34" fmla="*/ 29 w 45"/>
              <a:gd name="T35" fmla="*/ 11 h 22"/>
              <a:gd name="T36" fmla="*/ 33 w 45"/>
              <a:gd name="T37" fmla="*/ 10 h 22"/>
              <a:gd name="T38" fmla="*/ 37 w 45"/>
              <a:gd name="T39" fmla="*/ 10 h 22"/>
              <a:gd name="T40" fmla="*/ 37 w 45"/>
              <a:gd name="T41" fmla="*/ 10 h 22"/>
              <a:gd name="T42" fmla="*/ 41 w 45"/>
              <a:gd name="T43" fmla="*/ 10 h 22"/>
              <a:gd name="T44" fmla="*/ 42 w 45"/>
              <a:gd name="T45" fmla="*/ 8 h 22"/>
              <a:gd name="T46" fmla="*/ 45 w 45"/>
              <a:gd name="T47" fmla="*/ 5 h 22"/>
              <a:gd name="T48" fmla="*/ 45 w 45"/>
              <a:gd name="T49" fmla="*/ 4 h 22"/>
              <a:gd name="T50" fmla="*/ 45 w 45"/>
              <a:gd name="T51" fmla="*/ 1 h 22"/>
              <a:gd name="T52" fmla="*/ 43 w 45"/>
              <a:gd name="T53" fmla="*/ 0 h 22"/>
              <a:gd name="T54" fmla="*/ 41 w 45"/>
              <a:gd name="T55" fmla="*/ 0 h 22"/>
              <a:gd name="T56" fmla="*/ 41 w 45"/>
              <a:gd name="T57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5" h="22">
                <a:moveTo>
                  <a:pt x="41" y="0"/>
                </a:moveTo>
                <a:lnTo>
                  <a:pt x="41" y="0"/>
                </a:lnTo>
                <a:lnTo>
                  <a:pt x="33" y="0"/>
                </a:lnTo>
                <a:lnTo>
                  <a:pt x="24" y="2"/>
                </a:lnTo>
                <a:lnTo>
                  <a:pt x="14" y="5"/>
                </a:lnTo>
                <a:lnTo>
                  <a:pt x="5" y="11"/>
                </a:lnTo>
                <a:lnTo>
                  <a:pt x="5" y="11"/>
                </a:lnTo>
                <a:lnTo>
                  <a:pt x="1" y="14"/>
                </a:lnTo>
                <a:lnTo>
                  <a:pt x="1" y="17"/>
                </a:lnTo>
                <a:lnTo>
                  <a:pt x="0" y="19"/>
                </a:lnTo>
                <a:lnTo>
                  <a:pt x="1" y="20"/>
                </a:lnTo>
                <a:lnTo>
                  <a:pt x="4" y="22"/>
                </a:lnTo>
                <a:lnTo>
                  <a:pt x="6" y="22"/>
                </a:lnTo>
                <a:lnTo>
                  <a:pt x="11" y="20"/>
                </a:lnTo>
                <a:lnTo>
                  <a:pt x="11" y="20"/>
                </a:lnTo>
                <a:lnTo>
                  <a:pt x="16" y="18"/>
                </a:lnTo>
                <a:lnTo>
                  <a:pt x="22" y="14"/>
                </a:lnTo>
                <a:lnTo>
                  <a:pt x="29" y="11"/>
                </a:lnTo>
                <a:lnTo>
                  <a:pt x="33" y="10"/>
                </a:lnTo>
                <a:lnTo>
                  <a:pt x="37" y="10"/>
                </a:lnTo>
                <a:lnTo>
                  <a:pt x="37" y="10"/>
                </a:lnTo>
                <a:lnTo>
                  <a:pt x="41" y="10"/>
                </a:lnTo>
                <a:lnTo>
                  <a:pt x="42" y="8"/>
                </a:lnTo>
                <a:lnTo>
                  <a:pt x="45" y="5"/>
                </a:lnTo>
                <a:lnTo>
                  <a:pt x="45" y="4"/>
                </a:lnTo>
                <a:lnTo>
                  <a:pt x="45" y="1"/>
                </a:lnTo>
                <a:lnTo>
                  <a:pt x="43" y="0"/>
                </a:lnTo>
                <a:lnTo>
                  <a:pt x="41" y="0"/>
                </a:lnTo>
                <a:lnTo>
                  <a:pt x="41" y="0"/>
                </a:lnTo>
                <a:close/>
              </a:path>
            </a:pathLst>
          </a:custGeom>
          <a:solidFill>
            <a:srgbClr val="2D2B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6" name="Freeform 353">
            <a:extLst>
              <a:ext uri="{FF2B5EF4-FFF2-40B4-BE49-F238E27FC236}">
                <a16:creationId xmlns:a16="http://schemas.microsoft.com/office/drawing/2014/main" id="{1BB8F73B-B0B2-E245-BF22-8C65B0BD6698}"/>
              </a:ext>
            </a:extLst>
          </p:cNvPr>
          <p:cNvSpPr>
            <a:spLocks/>
          </p:cNvSpPr>
          <p:nvPr/>
        </p:nvSpPr>
        <p:spPr bwMode="auto">
          <a:xfrm rot="827454">
            <a:off x="3120577" y="2606467"/>
            <a:ext cx="108613" cy="43445"/>
          </a:xfrm>
          <a:custGeom>
            <a:avLst/>
            <a:gdLst>
              <a:gd name="T0" fmla="*/ 2 w 40"/>
              <a:gd name="T1" fmla="*/ 7 h 14"/>
              <a:gd name="T2" fmla="*/ 2 w 40"/>
              <a:gd name="T3" fmla="*/ 7 h 14"/>
              <a:gd name="T4" fmla="*/ 9 w 40"/>
              <a:gd name="T5" fmla="*/ 4 h 14"/>
              <a:gd name="T6" fmla="*/ 16 w 40"/>
              <a:gd name="T7" fmla="*/ 2 h 14"/>
              <a:gd name="T8" fmla="*/ 23 w 40"/>
              <a:gd name="T9" fmla="*/ 0 h 14"/>
              <a:gd name="T10" fmla="*/ 33 w 40"/>
              <a:gd name="T11" fmla="*/ 1 h 14"/>
              <a:gd name="T12" fmla="*/ 33 w 40"/>
              <a:gd name="T13" fmla="*/ 1 h 14"/>
              <a:gd name="T14" fmla="*/ 38 w 40"/>
              <a:gd name="T15" fmla="*/ 2 h 14"/>
              <a:gd name="T16" fmla="*/ 40 w 40"/>
              <a:gd name="T17" fmla="*/ 4 h 14"/>
              <a:gd name="T18" fmla="*/ 40 w 40"/>
              <a:gd name="T19" fmla="*/ 7 h 14"/>
              <a:gd name="T20" fmla="*/ 39 w 40"/>
              <a:gd name="T21" fmla="*/ 8 h 14"/>
              <a:gd name="T22" fmla="*/ 36 w 40"/>
              <a:gd name="T23" fmla="*/ 9 h 14"/>
              <a:gd name="T24" fmla="*/ 33 w 40"/>
              <a:gd name="T25" fmla="*/ 10 h 14"/>
              <a:gd name="T26" fmla="*/ 33 w 40"/>
              <a:gd name="T27" fmla="*/ 10 h 14"/>
              <a:gd name="T28" fmla="*/ 28 w 40"/>
              <a:gd name="T29" fmla="*/ 10 h 14"/>
              <a:gd name="T30" fmla="*/ 22 w 40"/>
              <a:gd name="T31" fmla="*/ 9 h 14"/>
              <a:gd name="T32" fmla="*/ 16 w 40"/>
              <a:gd name="T33" fmla="*/ 10 h 14"/>
              <a:gd name="T34" fmla="*/ 9 w 40"/>
              <a:gd name="T35" fmla="*/ 13 h 14"/>
              <a:gd name="T36" fmla="*/ 9 w 40"/>
              <a:gd name="T37" fmla="*/ 13 h 14"/>
              <a:gd name="T38" fmla="*/ 6 w 40"/>
              <a:gd name="T39" fmla="*/ 14 h 14"/>
              <a:gd name="T40" fmla="*/ 4 w 40"/>
              <a:gd name="T41" fmla="*/ 14 h 14"/>
              <a:gd name="T42" fmla="*/ 1 w 40"/>
              <a:gd name="T43" fmla="*/ 12 h 14"/>
              <a:gd name="T44" fmla="*/ 0 w 40"/>
              <a:gd name="T45" fmla="*/ 9 h 14"/>
              <a:gd name="T46" fmla="*/ 0 w 40"/>
              <a:gd name="T47" fmla="*/ 8 h 14"/>
              <a:gd name="T48" fmla="*/ 2 w 40"/>
              <a:gd name="T49" fmla="*/ 7 h 14"/>
              <a:gd name="T50" fmla="*/ 2 w 40"/>
              <a:gd name="T51" fmla="*/ 7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0" h="14">
                <a:moveTo>
                  <a:pt x="2" y="7"/>
                </a:moveTo>
                <a:lnTo>
                  <a:pt x="2" y="7"/>
                </a:lnTo>
                <a:lnTo>
                  <a:pt x="9" y="4"/>
                </a:lnTo>
                <a:lnTo>
                  <a:pt x="16" y="2"/>
                </a:lnTo>
                <a:lnTo>
                  <a:pt x="23" y="0"/>
                </a:lnTo>
                <a:lnTo>
                  <a:pt x="33" y="1"/>
                </a:lnTo>
                <a:lnTo>
                  <a:pt x="33" y="1"/>
                </a:lnTo>
                <a:lnTo>
                  <a:pt x="38" y="2"/>
                </a:lnTo>
                <a:lnTo>
                  <a:pt x="40" y="4"/>
                </a:lnTo>
                <a:lnTo>
                  <a:pt x="40" y="7"/>
                </a:lnTo>
                <a:lnTo>
                  <a:pt x="39" y="8"/>
                </a:lnTo>
                <a:lnTo>
                  <a:pt x="36" y="9"/>
                </a:lnTo>
                <a:lnTo>
                  <a:pt x="33" y="10"/>
                </a:lnTo>
                <a:lnTo>
                  <a:pt x="33" y="10"/>
                </a:lnTo>
                <a:lnTo>
                  <a:pt x="28" y="10"/>
                </a:lnTo>
                <a:lnTo>
                  <a:pt x="22" y="9"/>
                </a:lnTo>
                <a:lnTo>
                  <a:pt x="16" y="10"/>
                </a:lnTo>
                <a:lnTo>
                  <a:pt x="9" y="13"/>
                </a:lnTo>
                <a:lnTo>
                  <a:pt x="9" y="13"/>
                </a:lnTo>
                <a:lnTo>
                  <a:pt x="6" y="14"/>
                </a:lnTo>
                <a:lnTo>
                  <a:pt x="4" y="14"/>
                </a:lnTo>
                <a:lnTo>
                  <a:pt x="1" y="12"/>
                </a:lnTo>
                <a:lnTo>
                  <a:pt x="0" y="9"/>
                </a:lnTo>
                <a:lnTo>
                  <a:pt x="0" y="8"/>
                </a:lnTo>
                <a:lnTo>
                  <a:pt x="2" y="7"/>
                </a:lnTo>
                <a:lnTo>
                  <a:pt x="2" y="7"/>
                </a:lnTo>
                <a:close/>
              </a:path>
            </a:pathLst>
          </a:custGeom>
          <a:solidFill>
            <a:srgbClr val="2D2B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7" name="Freeform 354">
            <a:extLst>
              <a:ext uri="{FF2B5EF4-FFF2-40B4-BE49-F238E27FC236}">
                <a16:creationId xmlns:a16="http://schemas.microsoft.com/office/drawing/2014/main" id="{F95EBBF6-F06D-8343-BC05-6DA1BAF748C8}"/>
              </a:ext>
            </a:extLst>
          </p:cNvPr>
          <p:cNvSpPr>
            <a:spLocks/>
          </p:cNvSpPr>
          <p:nvPr/>
        </p:nvSpPr>
        <p:spPr bwMode="auto">
          <a:xfrm rot="827454">
            <a:off x="2939946" y="2958024"/>
            <a:ext cx="184642" cy="92322"/>
          </a:xfrm>
          <a:custGeom>
            <a:avLst/>
            <a:gdLst>
              <a:gd name="T0" fmla="*/ 68 w 68"/>
              <a:gd name="T1" fmla="*/ 0 h 35"/>
              <a:gd name="T2" fmla="*/ 68 w 68"/>
              <a:gd name="T3" fmla="*/ 0 h 35"/>
              <a:gd name="T4" fmla="*/ 64 w 68"/>
              <a:gd name="T5" fmla="*/ 4 h 35"/>
              <a:gd name="T6" fmla="*/ 61 w 68"/>
              <a:gd name="T7" fmla="*/ 6 h 35"/>
              <a:gd name="T8" fmla="*/ 55 w 68"/>
              <a:gd name="T9" fmla="*/ 9 h 35"/>
              <a:gd name="T10" fmla="*/ 46 w 68"/>
              <a:gd name="T11" fmla="*/ 11 h 35"/>
              <a:gd name="T12" fmla="*/ 34 w 68"/>
              <a:gd name="T13" fmla="*/ 14 h 35"/>
              <a:gd name="T14" fmla="*/ 20 w 68"/>
              <a:gd name="T15" fmla="*/ 16 h 35"/>
              <a:gd name="T16" fmla="*/ 0 w 68"/>
              <a:gd name="T17" fmla="*/ 16 h 35"/>
              <a:gd name="T18" fmla="*/ 0 w 68"/>
              <a:gd name="T19" fmla="*/ 16 h 35"/>
              <a:gd name="T20" fmla="*/ 3 w 68"/>
              <a:gd name="T21" fmla="*/ 20 h 35"/>
              <a:gd name="T22" fmla="*/ 5 w 68"/>
              <a:gd name="T23" fmla="*/ 23 h 35"/>
              <a:gd name="T24" fmla="*/ 10 w 68"/>
              <a:gd name="T25" fmla="*/ 27 h 35"/>
              <a:gd name="T26" fmla="*/ 15 w 68"/>
              <a:gd name="T27" fmla="*/ 30 h 35"/>
              <a:gd name="T28" fmla="*/ 22 w 68"/>
              <a:gd name="T29" fmla="*/ 34 h 35"/>
              <a:gd name="T30" fmla="*/ 31 w 68"/>
              <a:gd name="T31" fmla="*/ 35 h 35"/>
              <a:gd name="T32" fmla="*/ 40 w 68"/>
              <a:gd name="T33" fmla="*/ 35 h 35"/>
              <a:gd name="T34" fmla="*/ 40 w 68"/>
              <a:gd name="T35" fmla="*/ 35 h 35"/>
              <a:gd name="T36" fmla="*/ 45 w 68"/>
              <a:gd name="T37" fmla="*/ 34 h 35"/>
              <a:gd name="T38" fmla="*/ 50 w 68"/>
              <a:gd name="T39" fmla="*/ 33 h 35"/>
              <a:gd name="T40" fmla="*/ 56 w 68"/>
              <a:gd name="T41" fmla="*/ 28 h 35"/>
              <a:gd name="T42" fmla="*/ 61 w 68"/>
              <a:gd name="T43" fmla="*/ 23 h 35"/>
              <a:gd name="T44" fmla="*/ 64 w 68"/>
              <a:gd name="T45" fmla="*/ 17 h 35"/>
              <a:gd name="T46" fmla="*/ 67 w 68"/>
              <a:gd name="T47" fmla="*/ 11 h 35"/>
              <a:gd name="T48" fmla="*/ 67 w 68"/>
              <a:gd name="T49" fmla="*/ 6 h 35"/>
              <a:gd name="T50" fmla="*/ 68 w 68"/>
              <a:gd name="T51" fmla="*/ 0 h 35"/>
              <a:gd name="T52" fmla="*/ 68 w 68"/>
              <a:gd name="T53" fmla="*/ 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8" h="35">
                <a:moveTo>
                  <a:pt x="68" y="0"/>
                </a:moveTo>
                <a:lnTo>
                  <a:pt x="68" y="0"/>
                </a:lnTo>
                <a:lnTo>
                  <a:pt x="64" y="4"/>
                </a:lnTo>
                <a:lnTo>
                  <a:pt x="61" y="6"/>
                </a:lnTo>
                <a:lnTo>
                  <a:pt x="55" y="9"/>
                </a:lnTo>
                <a:lnTo>
                  <a:pt x="46" y="11"/>
                </a:lnTo>
                <a:lnTo>
                  <a:pt x="34" y="14"/>
                </a:lnTo>
                <a:lnTo>
                  <a:pt x="20" y="16"/>
                </a:lnTo>
                <a:lnTo>
                  <a:pt x="0" y="16"/>
                </a:lnTo>
                <a:lnTo>
                  <a:pt x="0" y="16"/>
                </a:lnTo>
                <a:lnTo>
                  <a:pt x="3" y="20"/>
                </a:lnTo>
                <a:lnTo>
                  <a:pt x="5" y="23"/>
                </a:lnTo>
                <a:lnTo>
                  <a:pt x="10" y="27"/>
                </a:lnTo>
                <a:lnTo>
                  <a:pt x="15" y="30"/>
                </a:lnTo>
                <a:lnTo>
                  <a:pt x="22" y="34"/>
                </a:lnTo>
                <a:lnTo>
                  <a:pt x="31" y="35"/>
                </a:lnTo>
                <a:lnTo>
                  <a:pt x="40" y="35"/>
                </a:lnTo>
                <a:lnTo>
                  <a:pt x="40" y="35"/>
                </a:lnTo>
                <a:lnTo>
                  <a:pt x="45" y="34"/>
                </a:lnTo>
                <a:lnTo>
                  <a:pt x="50" y="33"/>
                </a:lnTo>
                <a:lnTo>
                  <a:pt x="56" y="28"/>
                </a:lnTo>
                <a:lnTo>
                  <a:pt x="61" y="23"/>
                </a:lnTo>
                <a:lnTo>
                  <a:pt x="64" y="17"/>
                </a:lnTo>
                <a:lnTo>
                  <a:pt x="67" y="11"/>
                </a:lnTo>
                <a:lnTo>
                  <a:pt x="67" y="6"/>
                </a:lnTo>
                <a:lnTo>
                  <a:pt x="68" y="0"/>
                </a:lnTo>
                <a:lnTo>
                  <a:pt x="6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8" name="Freeform 355">
            <a:extLst>
              <a:ext uri="{FF2B5EF4-FFF2-40B4-BE49-F238E27FC236}">
                <a16:creationId xmlns:a16="http://schemas.microsoft.com/office/drawing/2014/main" id="{E2A9658D-D63A-9343-A134-1AB5FAE9A82A}"/>
              </a:ext>
            </a:extLst>
          </p:cNvPr>
          <p:cNvSpPr>
            <a:spLocks/>
          </p:cNvSpPr>
          <p:nvPr/>
        </p:nvSpPr>
        <p:spPr bwMode="auto">
          <a:xfrm rot="827454">
            <a:off x="3028060" y="2713136"/>
            <a:ext cx="70600" cy="32584"/>
          </a:xfrm>
          <a:custGeom>
            <a:avLst/>
            <a:gdLst>
              <a:gd name="T0" fmla="*/ 1 w 26"/>
              <a:gd name="T1" fmla="*/ 12 h 12"/>
              <a:gd name="T2" fmla="*/ 1 w 26"/>
              <a:gd name="T3" fmla="*/ 12 h 12"/>
              <a:gd name="T4" fmla="*/ 0 w 26"/>
              <a:gd name="T5" fmla="*/ 12 h 12"/>
              <a:gd name="T6" fmla="*/ 0 w 26"/>
              <a:gd name="T7" fmla="*/ 12 h 12"/>
              <a:gd name="T8" fmla="*/ 0 w 26"/>
              <a:gd name="T9" fmla="*/ 11 h 12"/>
              <a:gd name="T10" fmla="*/ 0 w 26"/>
              <a:gd name="T11" fmla="*/ 9 h 12"/>
              <a:gd name="T12" fmla="*/ 0 w 26"/>
              <a:gd name="T13" fmla="*/ 9 h 12"/>
              <a:gd name="T14" fmla="*/ 2 w 26"/>
              <a:gd name="T15" fmla="*/ 7 h 12"/>
              <a:gd name="T16" fmla="*/ 8 w 26"/>
              <a:gd name="T17" fmla="*/ 2 h 12"/>
              <a:gd name="T18" fmla="*/ 12 w 26"/>
              <a:gd name="T19" fmla="*/ 1 h 12"/>
              <a:gd name="T20" fmla="*/ 17 w 26"/>
              <a:gd name="T21" fmla="*/ 0 h 12"/>
              <a:gd name="T22" fmla="*/ 22 w 26"/>
              <a:gd name="T23" fmla="*/ 0 h 12"/>
              <a:gd name="T24" fmla="*/ 26 w 26"/>
              <a:gd name="T25" fmla="*/ 2 h 12"/>
              <a:gd name="T26" fmla="*/ 26 w 26"/>
              <a:gd name="T27" fmla="*/ 2 h 12"/>
              <a:gd name="T28" fmla="*/ 26 w 26"/>
              <a:gd name="T29" fmla="*/ 3 h 12"/>
              <a:gd name="T30" fmla="*/ 26 w 26"/>
              <a:gd name="T31" fmla="*/ 3 h 12"/>
              <a:gd name="T32" fmla="*/ 26 w 26"/>
              <a:gd name="T33" fmla="*/ 3 h 12"/>
              <a:gd name="T34" fmla="*/ 25 w 26"/>
              <a:gd name="T35" fmla="*/ 5 h 12"/>
              <a:gd name="T36" fmla="*/ 24 w 26"/>
              <a:gd name="T37" fmla="*/ 5 h 12"/>
              <a:gd name="T38" fmla="*/ 24 w 26"/>
              <a:gd name="T39" fmla="*/ 5 h 12"/>
              <a:gd name="T40" fmla="*/ 20 w 26"/>
              <a:gd name="T41" fmla="*/ 3 h 12"/>
              <a:gd name="T42" fmla="*/ 17 w 26"/>
              <a:gd name="T43" fmla="*/ 3 h 12"/>
              <a:gd name="T44" fmla="*/ 13 w 26"/>
              <a:gd name="T45" fmla="*/ 3 h 12"/>
              <a:gd name="T46" fmla="*/ 10 w 26"/>
              <a:gd name="T47" fmla="*/ 6 h 12"/>
              <a:gd name="T48" fmla="*/ 3 w 26"/>
              <a:gd name="T49" fmla="*/ 9 h 12"/>
              <a:gd name="T50" fmla="*/ 2 w 26"/>
              <a:gd name="T51" fmla="*/ 11 h 12"/>
              <a:gd name="T52" fmla="*/ 2 w 26"/>
              <a:gd name="T53" fmla="*/ 11 h 12"/>
              <a:gd name="T54" fmla="*/ 1 w 26"/>
              <a:gd name="T55" fmla="*/ 12 h 12"/>
              <a:gd name="T56" fmla="*/ 1 w 26"/>
              <a:gd name="T57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6" h="12">
                <a:moveTo>
                  <a:pt x="1" y="12"/>
                </a:moveTo>
                <a:lnTo>
                  <a:pt x="1" y="12"/>
                </a:lnTo>
                <a:lnTo>
                  <a:pt x="0" y="12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0" y="9"/>
                </a:lnTo>
                <a:lnTo>
                  <a:pt x="2" y="7"/>
                </a:lnTo>
                <a:lnTo>
                  <a:pt x="8" y="2"/>
                </a:lnTo>
                <a:lnTo>
                  <a:pt x="12" y="1"/>
                </a:lnTo>
                <a:lnTo>
                  <a:pt x="17" y="0"/>
                </a:lnTo>
                <a:lnTo>
                  <a:pt x="22" y="0"/>
                </a:lnTo>
                <a:lnTo>
                  <a:pt x="26" y="2"/>
                </a:lnTo>
                <a:lnTo>
                  <a:pt x="26" y="2"/>
                </a:lnTo>
                <a:lnTo>
                  <a:pt x="26" y="3"/>
                </a:lnTo>
                <a:lnTo>
                  <a:pt x="26" y="3"/>
                </a:lnTo>
                <a:lnTo>
                  <a:pt x="26" y="3"/>
                </a:lnTo>
                <a:lnTo>
                  <a:pt x="25" y="5"/>
                </a:lnTo>
                <a:lnTo>
                  <a:pt x="24" y="5"/>
                </a:lnTo>
                <a:lnTo>
                  <a:pt x="24" y="5"/>
                </a:lnTo>
                <a:lnTo>
                  <a:pt x="20" y="3"/>
                </a:lnTo>
                <a:lnTo>
                  <a:pt x="17" y="3"/>
                </a:lnTo>
                <a:lnTo>
                  <a:pt x="13" y="3"/>
                </a:lnTo>
                <a:lnTo>
                  <a:pt x="10" y="6"/>
                </a:lnTo>
                <a:lnTo>
                  <a:pt x="3" y="9"/>
                </a:lnTo>
                <a:lnTo>
                  <a:pt x="2" y="11"/>
                </a:lnTo>
                <a:lnTo>
                  <a:pt x="2" y="11"/>
                </a:lnTo>
                <a:lnTo>
                  <a:pt x="1" y="12"/>
                </a:lnTo>
                <a:lnTo>
                  <a:pt x="1" y="12"/>
                </a:lnTo>
                <a:close/>
              </a:path>
            </a:pathLst>
          </a:custGeom>
          <a:solidFill>
            <a:srgbClr val="2D2B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9" name="Freeform 356">
            <a:extLst>
              <a:ext uri="{FF2B5EF4-FFF2-40B4-BE49-F238E27FC236}">
                <a16:creationId xmlns:a16="http://schemas.microsoft.com/office/drawing/2014/main" id="{28FFB7D7-5D6C-524F-8E12-2312B8F880D8}"/>
              </a:ext>
            </a:extLst>
          </p:cNvPr>
          <p:cNvSpPr>
            <a:spLocks noEditPoints="1"/>
          </p:cNvSpPr>
          <p:nvPr/>
        </p:nvSpPr>
        <p:spPr bwMode="auto">
          <a:xfrm rot="827454">
            <a:off x="2827900" y="2648464"/>
            <a:ext cx="200935" cy="168351"/>
          </a:xfrm>
          <a:custGeom>
            <a:avLst/>
            <a:gdLst>
              <a:gd name="T0" fmla="*/ 35 w 75"/>
              <a:gd name="T1" fmla="*/ 62 h 62"/>
              <a:gd name="T2" fmla="*/ 22 w 75"/>
              <a:gd name="T3" fmla="*/ 58 h 62"/>
              <a:gd name="T4" fmla="*/ 9 w 75"/>
              <a:gd name="T5" fmla="*/ 51 h 62"/>
              <a:gd name="T6" fmla="*/ 5 w 75"/>
              <a:gd name="T7" fmla="*/ 46 h 62"/>
              <a:gd name="T8" fmla="*/ 0 w 75"/>
              <a:gd name="T9" fmla="*/ 35 h 62"/>
              <a:gd name="T10" fmla="*/ 0 w 75"/>
              <a:gd name="T11" fmla="*/ 30 h 62"/>
              <a:gd name="T12" fmla="*/ 5 w 75"/>
              <a:gd name="T13" fmla="*/ 18 h 62"/>
              <a:gd name="T14" fmla="*/ 16 w 75"/>
              <a:gd name="T15" fmla="*/ 8 h 62"/>
              <a:gd name="T16" fmla="*/ 29 w 75"/>
              <a:gd name="T17" fmla="*/ 2 h 62"/>
              <a:gd name="T18" fmla="*/ 44 w 75"/>
              <a:gd name="T19" fmla="*/ 0 h 62"/>
              <a:gd name="T20" fmla="*/ 52 w 75"/>
              <a:gd name="T21" fmla="*/ 0 h 62"/>
              <a:gd name="T22" fmla="*/ 63 w 75"/>
              <a:gd name="T23" fmla="*/ 3 h 62"/>
              <a:gd name="T24" fmla="*/ 68 w 75"/>
              <a:gd name="T25" fmla="*/ 7 h 62"/>
              <a:gd name="T26" fmla="*/ 74 w 75"/>
              <a:gd name="T27" fmla="*/ 16 h 62"/>
              <a:gd name="T28" fmla="*/ 75 w 75"/>
              <a:gd name="T29" fmla="*/ 29 h 62"/>
              <a:gd name="T30" fmla="*/ 74 w 75"/>
              <a:gd name="T31" fmla="*/ 36 h 62"/>
              <a:gd name="T32" fmla="*/ 68 w 75"/>
              <a:gd name="T33" fmla="*/ 47 h 62"/>
              <a:gd name="T34" fmla="*/ 58 w 75"/>
              <a:gd name="T35" fmla="*/ 55 h 62"/>
              <a:gd name="T36" fmla="*/ 46 w 75"/>
              <a:gd name="T37" fmla="*/ 60 h 62"/>
              <a:gd name="T38" fmla="*/ 40 w 75"/>
              <a:gd name="T39" fmla="*/ 62 h 62"/>
              <a:gd name="T40" fmla="*/ 35 w 75"/>
              <a:gd name="T41" fmla="*/ 62 h 62"/>
              <a:gd name="T42" fmla="*/ 47 w 75"/>
              <a:gd name="T43" fmla="*/ 2 h 62"/>
              <a:gd name="T44" fmla="*/ 45 w 75"/>
              <a:gd name="T45" fmla="*/ 2 h 62"/>
              <a:gd name="T46" fmla="*/ 31 w 75"/>
              <a:gd name="T47" fmla="*/ 5 h 62"/>
              <a:gd name="T48" fmla="*/ 17 w 75"/>
              <a:gd name="T49" fmla="*/ 11 h 62"/>
              <a:gd name="T50" fmla="*/ 8 w 75"/>
              <a:gd name="T51" fmla="*/ 19 h 62"/>
              <a:gd name="T52" fmla="*/ 3 w 75"/>
              <a:gd name="T53" fmla="*/ 30 h 62"/>
              <a:gd name="T54" fmla="*/ 3 w 75"/>
              <a:gd name="T55" fmla="*/ 35 h 62"/>
              <a:gd name="T56" fmla="*/ 8 w 75"/>
              <a:gd name="T57" fmla="*/ 45 h 62"/>
              <a:gd name="T58" fmla="*/ 11 w 75"/>
              <a:gd name="T59" fmla="*/ 48 h 62"/>
              <a:gd name="T60" fmla="*/ 24 w 75"/>
              <a:gd name="T61" fmla="*/ 57 h 62"/>
              <a:gd name="T62" fmla="*/ 40 w 75"/>
              <a:gd name="T63" fmla="*/ 58 h 62"/>
              <a:gd name="T64" fmla="*/ 51 w 75"/>
              <a:gd name="T65" fmla="*/ 55 h 62"/>
              <a:gd name="T66" fmla="*/ 61 w 75"/>
              <a:gd name="T67" fmla="*/ 49 h 62"/>
              <a:gd name="T68" fmla="*/ 69 w 75"/>
              <a:gd name="T69" fmla="*/ 41 h 62"/>
              <a:gd name="T70" fmla="*/ 72 w 75"/>
              <a:gd name="T71" fmla="*/ 29 h 62"/>
              <a:gd name="T72" fmla="*/ 72 w 75"/>
              <a:gd name="T73" fmla="*/ 23 h 62"/>
              <a:gd name="T74" fmla="*/ 69 w 75"/>
              <a:gd name="T75" fmla="*/ 12 h 62"/>
              <a:gd name="T76" fmla="*/ 66 w 75"/>
              <a:gd name="T77" fmla="*/ 8 h 62"/>
              <a:gd name="T78" fmla="*/ 58 w 75"/>
              <a:gd name="T79" fmla="*/ 3 h 62"/>
              <a:gd name="T80" fmla="*/ 47 w 75"/>
              <a:gd name="T81" fmla="*/ 2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5" h="62">
                <a:moveTo>
                  <a:pt x="35" y="62"/>
                </a:moveTo>
                <a:lnTo>
                  <a:pt x="35" y="62"/>
                </a:lnTo>
                <a:lnTo>
                  <a:pt x="29" y="60"/>
                </a:lnTo>
                <a:lnTo>
                  <a:pt x="22" y="58"/>
                </a:lnTo>
                <a:lnTo>
                  <a:pt x="15" y="55"/>
                </a:lnTo>
                <a:lnTo>
                  <a:pt x="9" y="51"/>
                </a:lnTo>
                <a:lnTo>
                  <a:pt x="9" y="51"/>
                </a:lnTo>
                <a:lnTo>
                  <a:pt x="5" y="46"/>
                </a:lnTo>
                <a:lnTo>
                  <a:pt x="2" y="41"/>
                </a:lnTo>
                <a:lnTo>
                  <a:pt x="0" y="35"/>
                </a:lnTo>
                <a:lnTo>
                  <a:pt x="0" y="30"/>
                </a:lnTo>
                <a:lnTo>
                  <a:pt x="0" y="30"/>
                </a:lnTo>
                <a:lnTo>
                  <a:pt x="2" y="24"/>
                </a:lnTo>
                <a:lnTo>
                  <a:pt x="5" y="18"/>
                </a:lnTo>
                <a:lnTo>
                  <a:pt x="10" y="13"/>
                </a:lnTo>
                <a:lnTo>
                  <a:pt x="16" y="8"/>
                </a:lnTo>
                <a:lnTo>
                  <a:pt x="22" y="5"/>
                </a:lnTo>
                <a:lnTo>
                  <a:pt x="29" y="2"/>
                </a:lnTo>
                <a:lnTo>
                  <a:pt x="38" y="1"/>
                </a:lnTo>
                <a:lnTo>
                  <a:pt x="44" y="0"/>
                </a:lnTo>
                <a:lnTo>
                  <a:pt x="44" y="0"/>
                </a:lnTo>
                <a:lnTo>
                  <a:pt x="52" y="0"/>
                </a:lnTo>
                <a:lnTo>
                  <a:pt x="58" y="1"/>
                </a:lnTo>
                <a:lnTo>
                  <a:pt x="63" y="3"/>
                </a:lnTo>
                <a:lnTo>
                  <a:pt x="68" y="7"/>
                </a:lnTo>
                <a:lnTo>
                  <a:pt x="68" y="7"/>
                </a:lnTo>
                <a:lnTo>
                  <a:pt x="72" y="11"/>
                </a:lnTo>
                <a:lnTo>
                  <a:pt x="74" y="16"/>
                </a:lnTo>
                <a:lnTo>
                  <a:pt x="75" y="23"/>
                </a:lnTo>
                <a:lnTo>
                  <a:pt x="75" y="29"/>
                </a:lnTo>
                <a:lnTo>
                  <a:pt x="75" y="29"/>
                </a:lnTo>
                <a:lnTo>
                  <a:pt x="74" y="36"/>
                </a:lnTo>
                <a:lnTo>
                  <a:pt x="72" y="42"/>
                </a:lnTo>
                <a:lnTo>
                  <a:pt x="68" y="47"/>
                </a:lnTo>
                <a:lnTo>
                  <a:pt x="63" y="52"/>
                </a:lnTo>
                <a:lnTo>
                  <a:pt x="58" y="55"/>
                </a:lnTo>
                <a:lnTo>
                  <a:pt x="52" y="58"/>
                </a:lnTo>
                <a:lnTo>
                  <a:pt x="46" y="60"/>
                </a:lnTo>
                <a:lnTo>
                  <a:pt x="40" y="62"/>
                </a:lnTo>
                <a:lnTo>
                  <a:pt x="40" y="62"/>
                </a:lnTo>
                <a:lnTo>
                  <a:pt x="35" y="62"/>
                </a:lnTo>
                <a:lnTo>
                  <a:pt x="35" y="62"/>
                </a:lnTo>
                <a:close/>
                <a:moveTo>
                  <a:pt x="47" y="2"/>
                </a:moveTo>
                <a:lnTo>
                  <a:pt x="47" y="2"/>
                </a:lnTo>
                <a:lnTo>
                  <a:pt x="45" y="2"/>
                </a:lnTo>
                <a:lnTo>
                  <a:pt x="45" y="2"/>
                </a:lnTo>
                <a:lnTo>
                  <a:pt x="38" y="3"/>
                </a:lnTo>
                <a:lnTo>
                  <a:pt x="31" y="5"/>
                </a:lnTo>
                <a:lnTo>
                  <a:pt x="24" y="7"/>
                </a:lnTo>
                <a:lnTo>
                  <a:pt x="17" y="11"/>
                </a:lnTo>
                <a:lnTo>
                  <a:pt x="11" y="14"/>
                </a:lnTo>
                <a:lnTo>
                  <a:pt x="8" y="19"/>
                </a:lnTo>
                <a:lnTo>
                  <a:pt x="4" y="24"/>
                </a:lnTo>
                <a:lnTo>
                  <a:pt x="3" y="30"/>
                </a:lnTo>
                <a:lnTo>
                  <a:pt x="3" y="30"/>
                </a:lnTo>
                <a:lnTo>
                  <a:pt x="3" y="35"/>
                </a:lnTo>
                <a:lnTo>
                  <a:pt x="5" y="40"/>
                </a:lnTo>
                <a:lnTo>
                  <a:pt x="8" y="45"/>
                </a:lnTo>
                <a:lnTo>
                  <a:pt x="11" y="48"/>
                </a:lnTo>
                <a:lnTo>
                  <a:pt x="11" y="48"/>
                </a:lnTo>
                <a:lnTo>
                  <a:pt x="17" y="53"/>
                </a:lnTo>
                <a:lnTo>
                  <a:pt x="24" y="57"/>
                </a:lnTo>
                <a:lnTo>
                  <a:pt x="33" y="58"/>
                </a:lnTo>
                <a:lnTo>
                  <a:pt x="40" y="58"/>
                </a:lnTo>
                <a:lnTo>
                  <a:pt x="40" y="58"/>
                </a:lnTo>
                <a:lnTo>
                  <a:pt x="51" y="55"/>
                </a:lnTo>
                <a:lnTo>
                  <a:pt x="56" y="53"/>
                </a:lnTo>
                <a:lnTo>
                  <a:pt x="61" y="49"/>
                </a:lnTo>
                <a:lnTo>
                  <a:pt x="66" y="46"/>
                </a:lnTo>
                <a:lnTo>
                  <a:pt x="69" y="41"/>
                </a:lnTo>
                <a:lnTo>
                  <a:pt x="70" y="36"/>
                </a:lnTo>
                <a:lnTo>
                  <a:pt x="72" y="29"/>
                </a:lnTo>
                <a:lnTo>
                  <a:pt x="72" y="29"/>
                </a:lnTo>
                <a:lnTo>
                  <a:pt x="72" y="23"/>
                </a:lnTo>
                <a:lnTo>
                  <a:pt x="70" y="17"/>
                </a:lnTo>
                <a:lnTo>
                  <a:pt x="69" y="12"/>
                </a:lnTo>
                <a:lnTo>
                  <a:pt x="66" y="8"/>
                </a:lnTo>
                <a:lnTo>
                  <a:pt x="66" y="8"/>
                </a:lnTo>
                <a:lnTo>
                  <a:pt x="62" y="6"/>
                </a:lnTo>
                <a:lnTo>
                  <a:pt x="58" y="3"/>
                </a:lnTo>
                <a:lnTo>
                  <a:pt x="54" y="3"/>
                </a:lnTo>
                <a:lnTo>
                  <a:pt x="47" y="2"/>
                </a:lnTo>
                <a:lnTo>
                  <a:pt x="47" y="2"/>
                </a:lnTo>
                <a:close/>
              </a:path>
            </a:pathLst>
          </a:custGeom>
          <a:solidFill>
            <a:srgbClr val="2D2B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0" name="Freeform 357">
            <a:extLst>
              <a:ext uri="{FF2B5EF4-FFF2-40B4-BE49-F238E27FC236}">
                <a16:creationId xmlns:a16="http://schemas.microsoft.com/office/drawing/2014/main" id="{6A1A4B44-4F04-DA49-9DAB-B546AEF07318}"/>
              </a:ext>
            </a:extLst>
          </p:cNvPr>
          <p:cNvSpPr>
            <a:spLocks noEditPoints="1"/>
          </p:cNvSpPr>
          <p:nvPr/>
        </p:nvSpPr>
        <p:spPr bwMode="auto">
          <a:xfrm rot="827454">
            <a:off x="3093590" y="2661275"/>
            <a:ext cx="184642" cy="162919"/>
          </a:xfrm>
          <a:custGeom>
            <a:avLst/>
            <a:gdLst>
              <a:gd name="T0" fmla="*/ 33 w 69"/>
              <a:gd name="T1" fmla="*/ 59 h 59"/>
              <a:gd name="T2" fmla="*/ 18 w 69"/>
              <a:gd name="T3" fmla="*/ 55 h 59"/>
              <a:gd name="T4" fmla="*/ 6 w 69"/>
              <a:gd name="T5" fmla="*/ 46 h 59"/>
              <a:gd name="T6" fmla="*/ 6 w 69"/>
              <a:gd name="T7" fmla="*/ 46 h 59"/>
              <a:gd name="T8" fmla="*/ 0 w 69"/>
              <a:gd name="T9" fmla="*/ 34 h 59"/>
              <a:gd name="T10" fmla="*/ 0 w 69"/>
              <a:gd name="T11" fmla="*/ 23 h 59"/>
              <a:gd name="T12" fmla="*/ 2 w 69"/>
              <a:gd name="T13" fmla="*/ 18 h 59"/>
              <a:gd name="T14" fmla="*/ 10 w 69"/>
              <a:gd name="T15" fmla="*/ 9 h 59"/>
              <a:gd name="T16" fmla="*/ 15 w 69"/>
              <a:gd name="T17" fmla="*/ 6 h 59"/>
              <a:gd name="T18" fmla="*/ 28 w 69"/>
              <a:gd name="T19" fmla="*/ 2 h 59"/>
              <a:gd name="T20" fmla="*/ 42 w 69"/>
              <a:gd name="T21" fmla="*/ 0 h 59"/>
              <a:gd name="T22" fmla="*/ 56 w 69"/>
              <a:gd name="T23" fmla="*/ 2 h 59"/>
              <a:gd name="T24" fmla="*/ 65 w 69"/>
              <a:gd name="T25" fmla="*/ 11 h 59"/>
              <a:gd name="T26" fmla="*/ 68 w 69"/>
              <a:gd name="T27" fmla="*/ 15 h 59"/>
              <a:gd name="T28" fmla="*/ 69 w 69"/>
              <a:gd name="T29" fmla="*/ 28 h 59"/>
              <a:gd name="T30" fmla="*/ 68 w 69"/>
              <a:gd name="T31" fmla="*/ 34 h 59"/>
              <a:gd name="T32" fmla="*/ 61 w 69"/>
              <a:gd name="T33" fmla="*/ 47 h 59"/>
              <a:gd name="T34" fmla="*/ 50 w 69"/>
              <a:gd name="T35" fmla="*/ 55 h 59"/>
              <a:gd name="T36" fmla="*/ 41 w 69"/>
              <a:gd name="T37" fmla="*/ 58 h 59"/>
              <a:gd name="T38" fmla="*/ 33 w 69"/>
              <a:gd name="T39" fmla="*/ 59 h 59"/>
              <a:gd name="T40" fmla="*/ 41 w 69"/>
              <a:gd name="T41" fmla="*/ 3 h 59"/>
              <a:gd name="T42" fmla="*/ 28 w 69"/>
              <a:gd name="T43" fmla="*/ 5 h 59"/>
              <a:gd name="T44" fmla="*/ 17 w 69"/>
              <a:gd name="T45" fmla="*/ 9 h 59"/>
              <a:gd name="T46" fmla="*/ 11 w 69"/>
              <a:gd name="T47" fmla="*/ 12 h 59"/>
              <a:gd name="T48" fmla="*/ 5 w 69"/>
              <a:gd name="T49" fmla="*/ 19 h 59"/>
              <a:gd name="T50" fmla="*/ 2 w 69"/>
              <a:gd name="T51" fmla="*/ 24 h 59"/>
              <a:gd name="T52" fmla="*/ 4 w 69"/>
              <a:gd name="T53" fmla="*/ 34 h 59"/>
              <a:gd name="T54" fmla="*/ 9 w 69"/>
              <a:gd name="T55" fmla="*/ 44 h 59"/>
              <a:gd name="T56" fmla="*/ 9 w 69"/>
              <a:gd name="T57" fmla="*/ 44 h 59"/>
              <a:gd name="T58" fmla="*/ 17 w 69"/>
              <a:gd name="T59" fmla="*/ 52 h 59"/>
              <a:gd name="T60" fmla="*/ 28 w 69"/>
              <a:gd name="T61" fmla="*/ 55 h 59"/>
              <a:gd name="T62" fmla="*/ 38 w 69"/>
              <a:gd name="T63" fmla="*/ 55 h 59"/>
              <a:gd name="T64" fmla="*/ 48 w 69"/>
              <a:gd name="T65" fmla="*/ 53 h 59"/>
              <a:gd name="T66" fmla="*/ 58 w 69"/>
              <a:gd name="T67" fmla="*/ 44 h 59"/>
              <a:gd name="T68" fmla="*/ 65 w 69"/>
              <a:gd name="T69" fmla="*/ 32 h 59"/>
              <a:gd name="T70" fmla="*/ 67 w 69"/>
              <a:gd name="T71" fmla="*/ 28 h 59"/>
              <a:gd name="T72" fmla="*/ 65 w 69"/>
              <a:gd name="T73" fmla="*/ 17 h 59"/>
              <a:gd name="T74" fmla="*/ 63 w 69"/>
              <a:gd name="T75" fmla="*/ 12 h 59"/>
              <a:gd name="T76" fmla="*/ 53 w 69"/>
              <a:gd name="T77" fmla="*/ 5 h 59"/>
              <a:gd name="T78" fmla="*/ 41 w 69"/>
              <a:gd name="T79" fmla="*/ 3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9" h="59">
                <a:moveTo>
                  <a:pt x="33" y="59"/>
                </a:moveTo>
                <a:lnTo>
                  <a:pt x="33" y="59"/>
                </a:lnTo>
                <a:lnTo>
                  <a:pt x="25" y="58"/>
                </a:lnTo>
                <a:lnTo>
                  <a:pt x="18" y="55"/>
                </a:lnTo>
                <a:lnTo>
                  <a:pt x="12" y="52"/>
                </a:lnTo>
                <a:lnTo>
                  <a:pt x="6" y="46"/>
                </a:lnTo>
                <a:lnTo>
                  <a:pt x="6" y="46"/>
                </a:lnTo>
                <a:lnTo>
                  <a:pt x="6" y="46"/>
                </a:lnTo>
                <a:lnTo>
                  <a:pt x="2" y="40"/>
                </a:lnTo>
                <a:lnTo>
                  <a:pt x="0" y="34"/>
                </a:lnTo>
                <a:lnTo>
                  <a:pt x="0" y="28"/>
                </a:lnTo>
                <a:lnTo>
                  <a:pt x="0" y="23"/>
                </a:lnTo>
                <a:lnTo>
                  <a:pt x="0" y="23"/>
                </a:lnTo>
                <a:lnTo>
                  <a:pt x="2" y="18"/>
                </a:lnTo>
                <a:lnTo>
                  <a:pt x="5" y="14"/>
                </a:lnTo>
                <a:lnTo>
                  <a:pt x="10" y="9"/>
                </a:lnTo>
                <a:lnTo>
                  <a:pt x="15" y="6"/>
                </a:lnTo>
                <a:lnTo>
                  <a:pt x="15" y="6"/>
                </a:lnTo>
                <a:lnTo>
                  <a:pt x="21" y="3"/>
                </a:lnTo>
                <a:lnTo>
                  <a:pt x="28" y="2"/>
                </a:lnTo>
                <a:lnTo>
                  <a:pt x="35" y="1"/>
                </a:lnTo>
                <a:lnTo>
                  <a:pt x="42" y="0"/>
                </a:lnTo>
                <a:lnTo>
                  <a:pt x="48" y="1"/>
                </a:lnTo>
                <a:lnTo>
                  <a:pt x="56" y="2"/>
                </a:lnTo>
                <a:lnTo>
                  <a:pt x="61" y="6"/>
                </a:lnTo>
                <a:lnTo>
                  <a:pt x="65" y="11"/>
                </a:lnTo>
                <a:lnTo>
                  <a:pt x="65" y="11"/>
                </a:lnTo>
                <a:lnTo>
                  <a:pt x="68" y="15"/>
                </a:lnTo>
                <a:lnTo>
                  <a:pt x="69" y="21"/>
                </a:lnTo>
                <a:lnTo>
                  <a:pt x="69" y="28"/>
                </a:lnTo>
                <a:lnTo>
                  <a:pt x="68" y="34"/>
                </a:lnTo>
                <a:lnTo>
                  <a:pt x="68" y="34"/>
                </a:lnTo>
                <a:lnTo>
                  <a:pt x="65" y="41"/>
                </a:lnTo>
                <a:lnTo>
                  <a:pt x="61" y="47"/>
                </a:lnTo>
                <a:lnTo>
                  <a:pt x="56" y="52"/>
                </a:lnTo>
                <a:lnTo>
                  <a:pt x="50" y="55"/>
                </a:lnTo>
                <a:lnTo>
                  <a:pt x="50" y="55"/>
                </a:lnTo>
                <a:lnTo>
                  <a:pt x="41" y="58"/>
                </a:lnTo>
                <a:lnTo>
                  <a:pt x="33" y="59"/>
                </a:lnTo>
                <a:lnTo>
                  <a:pt x="33" y="59"/>
                </a:lnTo>
                <a:close/>
                <a:moveTo>
                  <a:pt x="41" y="3"/>
                </a:moveTo>
                <a:lnTo>
                  <a:pt x="41" y="3"/>
                </a:lnTo>
                <a:lnTo>
                  <a:pt x="35" y="3"/>
                </a:lnTo>
                <a:lnTo>
                  <a:pt x="28" y="5"/>
                </a:lnTo>
                <a:lnTo>
                  <a:pt x="22" y="7"/>
                </a:lnTo>
                <a:lnTo>
                  <a:pt x="17" y="9"/>
                </a:lnTo>
                <a:lnTo>
                  <a:pt x="17" y="9"/>
                </a:lnTo>
                <a:lnTo>
                  <a:pt x="11" y="12"/>
                </a:lnTo>
                <a:lnTo>
                  <a:pt x="7" y="15"/>
                </a:lnTo>
                <a:lnTo>
                  <a:pt x="5" y="19"/>
                </a:lnTo>
                <a:lnTo>
                  <a:pt x="2" y="24"/>
                </a:lnTo>
                <a:lnTo>
                  <a:pt x="2" y="24"/>
                </a:lnTo>
                <a:lnTo>
                  <a:pt x="2" y="28"/>
                </a:lnTo>
                <a:lnTo>
                  <a:pt x="4" y="34"/>
                </a:lnTo>
                <a:lnTo>
                  <a:pt x="5" y="38"/>
                </a:lnTo>
                <a:lnTo>
                  <a:pt x="9" y="44"/>
                </a:lnTo>
                <a:lnTo>
                  <a:pt x="9" y="44"/>
                </a:lnTo>
                <a:lnTo>
                  <a:pt x="9" y="44"/>
                </a:lnTo>
                <a:lnTo>
                  <a:pt x="12" y="48"/>
                </a:lnTo>
                <a:lnTo>
                  <a:pt x="17" y="52"/>
                </a:lnTo>
                <a:lnTo>
                  <a:pt x="22" y="54"/>
                </a:lnTo>
                <a:lnTo>
                  <a:pt x="28" y="55"/>
                </a:lnTo>
                <a:lnTo>
                  <a:pt x="33" y="57"/>
                </a:lnTo>
                <a:lnTo>
                  <a:pt x="38" y="55"/>
                </a:lnTo>
                <a:lnTo>
                  <a:pt x="48" y="53"/>
                </a:lnTo>
                <a:lnTo>
                  <a:pt x="48" y="53"/>
                </a:lnTo>
                <a:lnTo>
                  <a:pt x="53" y="49"/>
                </a:lnTo>
                <a:lnTo>
                  <a:pt x="58" y="44"/>
                </a:lnTo>
                <a:lnTo>
                  <a:pt x="63" y="40"/>
                </a:lnTo>
                <a:lnTo>
                  <a:pt x="65" y="32"/>
                </a:lnTo>
                <a:lnTo>
                  <a:pt x="65" y="32"/>
                </a:lnTo>
                <a:lnTo>
                  <a:pt x="67" y="28"/>
                </a:lnTo>
                <a:lnTo>
                  <a:pt x="67" y="21"/>
                </a:lnTo>
                <a:lnTo>
                  <a:pt x="65" y="17"/>
                </a:lnTo>
                <a:lnTo>
                  <a:pt x="63" y="12"/>
                </a:lnTo>
                <a:lnTo>
                  <a:pt x="63" y="12"/>
                </a:lnTo>
                <a:lnTo>
                  <a:pt x="59" y="8"/>
                </a:lnTo>
                <a:lnTo>
                  <a:pt x="53" y="5"/>
                </a:lnTo>
                <a:lnTo>
                  <a:pt x="47" y="3"/>
                </a:lnTo>
                <a:lnTo>
                  <a:pt x="41" y="3"/>
                </a:lnTo>
                <a:lnTo>
                  <a:pt x="41" y="3"/>
                </a:lnTo>
                <a:close/>
              </a:path>
            </a:pathLst>
          </a:custGeom>
          <a:solidFill>
            <a:srgbClr val="2D2B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1" name="Freeform 358">
            <a:extLst>
              <a:ext uri="{FF2B5EF4-FFF2-40B4-BE49-F238E27FC236}">
                <a16:creationId xmlns:a16="http://schemas.microsoft.com/office/drawing/2014/main" id="{265C1FC8-9A22-2A4D-BE7B-A9136D19F9A7}"/>
              </a:ext>
            </a:extLst>
          </p:cNvPr>
          <p:cNvSpPr>
            <a:spLocks/>
          </p:cNvSpPr>
          <p:nvPr/>
        </p:nvSpPr>
        <p:spPr bwMode="auto">
          <a:xfrm rot="827454">
            <a:off x="2628873" y="2681558"/>
            <a:ext cx="200935" cy="38016"/>
          </a:xfrm>
          <a:custGeom>
            <a:avLst/>
            <a:gdLst>
              <a:gd name="T0" fmla="*/ 0 w 74"/>
              <a:gd name="T1" fmla="*/ 14 h 14"/>
              <a:gd name="T2" fmla="*/ 0 w 74"/>
              <a:gd name="T3" fmla="*/ 12 h 14"/>
              <a:gd name="T4" fmla="*/ 74 w 74"/>
              <a:gd name="T5" fmla="*/ 0 h 14"/>
              <a:gd name="T6" fmla="*/ 74 w 74"/>
              <a:gd name="T7" fmla="*/ 2 h 14"/>
              <a:gd name="T8" fmla="*/ 0 w 74"/>
              <a:gd name="T9" fmla="*/ 1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4" h="14">
                <a:moveTo>
                  <a:pt x="0" y="14"/>
                </a:moveTo>
                <a:lnTo>
                  <a:pt x="0" y="12"/>
                </a:lnTo>
                <a:lnTo>
                  <a:pt x="74" y="0"/>
                </a:lnTo>
                <a:lnTo>
                  <a:pt x="74" y="2"/>
                </a:lnTo>
                <a:lnTo>
                  <a:pt x="0" y="14"/>
                </a:lnTo>
                <a:close/>
              </a:path>
            </a:pathLst>
          </a:custGeom>
          <a:solidFill>
            <a:srgbClr val="2D2B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4" name="Oval 383">
            <a:extLst>
              <a:ext uri="{FF2B5EF4-FFF2-40B4-BE49-F238E27FC236}">
                <a16:creationId xmlns:a16="http://schemas.microsoft.com/office/drawing/2014/main" id="{19B7883E-D571-7B46-A8EC-93A3401BDB02}"/>
              </a:ext>
            </a:extLst>
          </p:cNvPr>
          <p:cNvSpPr/>
          <p:nvPr/>
        </p:nvSpPr>
        <p:spPr>
          <a:xfrm>
            <a:off x="5675572" y="3713611"/>
            <a:ext cx="606740" cy="331995"/>
          </a:xfrm>
          <a:custGeom>
            <a:avLst/>
            <a:gdLst>
              <a:gd name="connsiteX0" fmla="*/ 0 w 388577"/>
              <a:gd name="connsiteY0" fmla="*/ 101142 h 202284"/>
              <a:gd name="connsiteX1" fmla="*/ 194289 w 388577"/>
              <a:gd name="connsiteY1" fmla="*/ 0 h 202284"/>
              <a:gd name="connsiteX2" fmla="*/ 388578 w 388577"/>
              <a:gd name="connsiteY2" fmla="*/ 101142 h 202284"/>
              <a:gd name="connsiteX3" fmla="*/ 194289 w 388577"/>
              <a:gd name="connsiteY3" fmla="*/ 202284 h 202284"/>
              <a:gd name="connsiteX4" fmla="*/ 0 w 388577"/>
              <a:gd name="connsiteY4" fmla="*/ 101142 h 202284"/>
              <a:gd name="connsiteX0" fmla="*/ 0 w 429583"/>
              <a:gd name="connsiteY0" fmla="*/ 310078 h 324495"/>
              <a:gd name="connsiteX1" fmla="*/ 235294 w 429583"/>
              <a:gd name="connsiteY1" fmla="*/ 8014 h 324495"/>
              <a:gd name="connsiteX2" fmla="*/ 429583 w 429583"/>
              <a:gd name="connsiteY2" fmla="*/ 109156 h 324495"/>
              <a:gd name="connsiteX3" fmla="*/ 235294 w 429583"/>
              <a:gd name="connsiteY3" fmla="*/ 210298 h 324495"/>
              <a:gd name="connsiteX4" fmla="*/ 0 w 429583"/>
              <a:gd name="connsiteY4" fmla="*/ 310078 h 324495"/>
              <a:gd name="connsiteX0" fmla="*/ 24585 w 454168"/>
              <a:gd name="connsiteY0" fmla="*/ 310078 h 321561"/>
              <a:gd name="connsiteX1" fmla="*/ 259879 w 454168"/>
              <a:gd name="connsiteY1" fmla="*/ 8014 h 321561"/>
              <a:gd name="connsiteX2" fmla="*/ 454168 w 454168"/>
              <a:gd name="connsiteY2" fmla="*/ 109156 h 321561"/>
              <a:gd name="connsiteX3" fmla="*/ 259879 w 454168"/>
              <a:gd name="connsiteY3" fmla="*/ 210298 h 321561"/>
              <a:gd name="connsiteX4" fmla="*/ 24585 w 454168"/>
              <a:gd name="connsiteY4" fmla="*/ 310078 h 321561"/>
              <a:gd name="connsiteX0" fmla="*/ 1320 w 430903"/>
              <a:gd name="connsiteY0" fmla="*/ 287761 h 293359"/>
              <a:gd name="connsiteX1" fmla="*/ 154605 w 430903"/>
              <a:gd name="connsiteY1" fmla="*/ 10299 h 293359"/>
              <a:gd name="connsiteX2" fmla="*/ 430903 w 430903"/>
              <a:gd name="connsiteY2" fmla="*/ 86839 h 293359"/>
              <a:gd name="connsiteX3" fmla="*/ 236614 w 430903"/>
              <a:gd name="connsiteY3" fmla="*/ 187981 h 293359"/>
              <a:gd name="connsiteX4" fmla="*/ 1320 w 430903"/>
              <a:gd name="connsiteY4" fmla="*/ 287761 h 293359"/>
              <a:gd name="connsiteX0" fmla="*/ 1863 w 431446"/>
              <a:gd name="connsiteY0" fmla="*/ 301334 h 306932"/>
              <a:gd name="connsiteX1" fmla="*/ 155148 w 431446"/>
              <a:gd name="connsiteY1" fmla="*/ 23872 h 306932"/>
              <a:gd name="connsiteX2" fmla="*/ 431446 w 431446"/>
              <a:gd name="connsiteY2" fmla="*/ 100412 h 306932"/>
              <a:gd name="connsiteX3" fmla="*/ 237157 w 431446"/>
              <a:gd name="connsiteY3" fmla="*/ 201554 h 306932"/>
              <a:gd name="connsiteX4" fmla="*/ 1863 w 431446"/>
              <a:gd name="connsiteY4" fmla="*/ 301334 h 306932"/>
              <a:gd name="connsiteX0" fmla="*/ 3593 w 433176"/>
              <a:gd name="connsiteY0" fmla="*/ 301334 h 311061"/>
              <a:gd name="connsiteX1" fmla="*/ 156878 w 433176"/>
              <a:gd name="connsiteY1" fmla="*/ 23872 h 311061"/>
              <a:gd name="connsiteX2" fmla="*/ 433176 w 433176"/>
              <a:gd name="connsiteY2" fmla="*/ 100412 h 311061"/>
              <a:gd name="connsiteX3" fmla="*/ 279892 w 433176"/>
              <a:gd name="connsiteY3" fmla="*/ 234358 h 311061"/>
              <a:gd name="connsiteX4" fmla="*/ 3593 w 433176"/>
              <a:gd name="connsiteY4" fmla="*/ 301334 h 311061"/>
              <a:gd name="connsiteX0" fmla="*/ 20880 w 450463"/>
              <a:gd name="connsiteY0" fmla="*/ 301334 h 317502"/>
              <a:gd name="connsiteX1" fmla="*/ 174165 w 450463"/>
              <a:gd name="connsiteY1" fmla="*/ 23872 h 317502"/>
              <a:gd name="connsiteX2" fmla="*/ 450463 w 450463"/>
              <a:gd name="connsiteY2" fmla="*/ 100412 h 317502"/>
              <a:gd name="connsiteX3" fmla="*/ 297179 w 450463"/>
              <a:gd name="connsiteY3" fmla="*/ 234358 h 317502"/>
              <a:gd name="connsiteX4" fmla="*/ 20880 w 450463"/>
              <a:gd name="connsiteY4" fmla="*/ 301334 h 317502"/>
              <a:gd name="connsiteX0" fmla="*/ 18813 w 514003"/>
              <a:gd name="connsiteY0" fmla="*/ 286361 h 302373"/>
              <a:gd name="connsiteX1" fmla="*/ 172098 w 514003"/>
              <a:gd name="connsiteY1" fmla="*/ 8899 h 302373"/>
              <a:gd name="connsiteX2" fmla="*/ 514003 w 514003"/>
              <a:gd name="connsiteY2" fmla="*/ 93640 h 302373"/>
              <a:gd name="connsiteX3" fmla="*/ 295112 w 514003"/>
              <a:gd name="connsiteY3" fmla="*/ 219385 h 302373"/>
              <a:gd name="connsiteX4" fmla="*/ 18813 w 514003"/>
              <a:gd name="connsiteY4" fmla="*/ 286361 h 302373"/>
              <a:gd name="connsiteX0" fmla="*/ 3503 w 498693"/>
              <a:gd name="connsiteY0" fmla="*/ 251819 h 258911"/>
              <a:gd name="connsiteX1" fmla="*/ 148587 w 498693"/>
              <a:gd name="connsiteY1" fmla="*/ 15361 h 258911"/>
              <a:gd name="connsiteX2" fmla="*/ 498693 w 498693"/>
              <a:gd name="connsiteY2" fmla="*/ 59098 h 258911"/>
              <a:gd name="connsiteX3" fmla="*/ 279802 w 498693"/>
              <a:gd name="connsiteY3" fmla="*/ 184843 h 258911"/>
              <a:gd name="connsiteX4" fmla="*/ 3503 w 498693"/>
              <a:gd name="connsiteY4" fmla="*/ 251819 h 258911"/>
              <a:gd name="connsiteX0" fmla="*/ 17031 w 512221"/>
              <a:gd name="connsiteY0" fmla="*/ 251819 h 280276"/>
              <a:gd name="connsiteX1" fmla="*/ 162115 w 512221"/>
              <a:gd name="connsiteY1" fmla="*/ 15361 h 280276"/>
              <a:gd name="connsiteX2" fmla="*/ 512221 w 512221"/>
              <a:gd name="connsiteY2" fmla="*/ 59098 h 280276"/>
              <a:gd name="connsiteX3" fmla="*/ 293330 w 512221"/>
              <a:gd name="connsiteY3" fmla="*/ 184843 h 280276"/>
              <a:gd name="connsiteX4" fmla="*/ 17031 w 512221"/>
              <a:gd name="connsiteY4" fmla="*/ 251819 h 2802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2221" h="280276">
                <a:moveTo>
                  <a:pt x="17031" y="251819"/>
                </a:moveTo>
                <a:cubicBezTo>
                  <a:pt x="-45843" y="170266"/>
                  <a:pt x="79583" y="47481"/>
                  <a:pt x="162115" y="15361"/>
                </a:cubicBezTo>
                <a:cubicBezTo>
                  <a:pt x="244647" y="-16759"/>
                  <a:pt x="512221" y="3239"/>
                  <a:pt x="512221" y="59098"/>
                </a:cubicBezTo>
                <a:cubicBezTo>
                  <a:pt x="512221" y="114957"/>
                  <a:pt x="375862" y="152723"/>
                  <a:pt x="293330" y="184843"/>
                </a:cubicBezTo>
                <a:cubicBezTo>
                  <a:pt x="210798" y="216963"/>
                  <a:pt x="79905" y="333372"/>
                  <a:pt x="17031" y="251819"/>
                </a:cubicBezTo>
                <a:close/>
              </a:path>
            </a:pathLst>
          </a:custGeom>
          <a:solidFill>
            <a:srgbClr val="FFD6B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chemeClr val="tx1"/>
              </a:solidFill>
            </a:endParaRPr>
          </a:p>
        </p:txBody>
      </p:sp>
      <p:sp>
        <p:nvSpPr>
          <p:cNvPr id="385" name="Oval 383">
            <a:extLst>
              <a:ext uri="{FF2B5EF4-FFF2-40B4-BE49-F238E27FC236}">
                <a16:creationId xmlns:a16="http://schemas.microsoft.com/office/drawing/2014/main" id="{7A8AA16A-D59C-424A-A5C0-116A1B89F42E}"/>
              </a:ext>
            </a:extLst>
          </p:cNvPr>
          <p:cNvSpPr/>
          <p:nvPr/>
        </p:nvSpPr>
        <p:spPr>
          <a:xfrm rot="19979743">
            <a:off x="5616953" y="3669332"/>
            <a:ext cx="350459" cy="184559"/>
          </a:xfrm>
          <a:custGeom>
            <a:avLst/>
            <a:gdLst>
              <a:gd name="connsiteX0" fmla="*/ 0 w 388577"/>
              <a:gd name="connsiteY0" fmla="*/ 101142 h 202284"/>
              <a:gd name="connsiteX1" fmla="*/ 194289 w 388577"/>
              <a:gd name="connsiteY1" fmla="*/ 0 h 202284"/>
              <a:gd name="connsiteX2" fmla="*/ 388578 w 388577"/>
              <a:gd name="connsiteY2" fmla="*/ 101142 h 202284"/>
              <a:gd name="connsiteX3" fmla="*/ 194289 w 388577"/>
              <a:gd name="connsiteY3" fmla="*/ 202284 h 202284"/>
              <a:gd name="connsiteX4" fmla="*/ 0 w 388577"/>
              <a:gd name="connsiteY4" fmla="*/ 101142 h 202284"/>
              <a:gd name="connsiteX0" fmla="*/ 0 w 429583"/>
              <a:gd name="connsiteY0" fmla="*/ 310078 h 324495"/>
              <a:gd name="connsiteX1" fmla="*/ 235294 w 429583"/>
              <a:gd name="connsiteY1" fmla="*/ 8014 h 324495"/>
              <a:gd name="connsiteX2" fmla="*/ 429583 w 429583"/>
              <a:gd name="connsiteY2" fmla="*/ 109156 h 324495"/>
              <a:gd name="connsiteX3" fmla="*/ 235294 w 429583"/>
              <a:gd name="connsiteY3" fmla="*/ 210298 h 324495"/>
              <a:gd name="connsiteX4" fmla="*/ 0 w 429583"/>
              <a:gd name="connsiteY4" fmla="*/ 310078 h 324495"/>
              <a:gd name="connsiteX0" fmla="*/ 24585 w 454168"/>
              <a:gd name="connsiteY0" fmla="*/ 310078 h 321561"/>
              <a:gd name="connsiteX1" fmla="*/ 259879 w 454168"/>
              <a:gd name="connsiteY1" fmla="*/ 8014 h 321561"/>
              <a:gd name="connsiteX2" fmla="*/ 454168 w 454168"/>
              <a:gd name="connsiteY2" fmla="*/ 109156 h 321561"/>
              <a:gd name="connsiteX3" fmla="*/ 259879 w 454168"/>
              <a:gd name="connsiteY3" fmla="*/ 210298 h 321561"/>
              <a:gd name="connsiteX4" fmla="*/ 24585 w 454168"/>
              <a:gd name="connsiteY4" fmla="*/ 310078 h 321561"/>
              <a:gd name="connsiteX0" fmla="*/ 1320 w 430903"/>
              <a:gd name="connsiteY0" fmla="*/ 287761 h 293359"/>
              <a:gd name="connsiteX1" fmla="*/ 154605 w 430903"/>
              <a:gd name="connsiteY1" fmla="*/ 10299 h 293359"/>
              <a:gd name="connsiteX2" fmla="*/ 430903 w 430903"/>
              <a:gd name="connsiteY2" fmla="*/ 86839 h 293359"/>
              <a:gd name="connsiteX3" fmla="*/ 236614 w 430903"/>
              <a:gd name="connsiteY3" fmla="*/ 187981 h 293359"/>
              <a:gd name="connsiteX4" fmla="*/ 1320 w 430903"/>
              <a:gd name="connsiteY4" fmla="*/ 287761 h 293359"/>
              <a:gd name="connsiteX0" fmla="*/ 1863 w 431446"/>
              <a:gd name="connsiteY0" fmla="*/ 301334 h 306932"/>
              <a:gd name="connsiteX1" fmla="*/ 155148 w 431446"/>
              <a:gd name="connsiteY1" fmla="*/ 23872 h 306932"/>
              <a:gd name="connsiteX2" fmla="*/ 431446 w 431446"/>
              <a:gd name="connsiteY2" fmla="*/ 100412 h 306932"/>
              <a:gd name="connsiteX3" fmla="*/ 237157 w 431446"/>
              <a:gd name="connsiteY3" fmla="*/ 201554 h 306932"/>
              <a:gd name="connsiteX4" fmla="*/ 1863 w 431446"/>
              <a:gd name="connsiteY4" fmla="*/ 301334 h 306932"/>
              <a:gd name="connsiteX0" fmla="*/ 3593 w 433176"/>
              <a:gd name="connsiteY0" fmla="*/ 301334 h 311061"/>
              <a:gd name="connsiteX1" fmla="*/ 156878 w 433176"/>
              <a:gd name="connsiteY1" fmla="*/ 23872 h 311061"/>
              <a:gd name="connsiteX2" fmla="*/ 433176 w 433176"/>
              <a:gd name="connsiteY2" fmla="*/ 100412 h 311061"/>
              <a:gd name="connsiteX3" fmla="*/ 279892 w 433176"/>
              <a:gd name="connsiteY3" fmla="*/ 234358 h 311061"/>
              <a:gd name="connsiteX4" fmla="*/ 3593 w 433176"/>
              <a:gd name="connsiteY4" fmla="*/ 301334 h 311061"/>
              <a:gd name="connsiteX0" fmla="*/ 20880 w 450463"/>
              <a:gd name="connsiteY0" fmla="*/ 301334 h 317502"/>
              <a:gd name="connsiteX1" fmla="*/ 174165 w 450463"/>
              <a:gd name="connsiteY1" fmla="*/ 23872 h 317502"/>
              <a:gd name="connsiteX2" fmla="*/ 450463 w 450463"/>
              <a:gd name="connsiteY2" fmla="*/ 100412 h 317502"/>
              <a:gd name="connsiteX3" fmla="*/ 297179 w 450463"/>
              <a:gd name="connsiteY3" fmla="*/ 234358 h 317502"/>
              <a:gd name="connsiteX4" fmla="*/ 20880 w 450463"/>
              <a:gd name="connsiteY4" fmla="*/ 301334 h 317502"/>
              <a:gd name="connsiteX0" fmla="*/ 18813 w 514003"/>
              <a:gd name="connsiteY0" fmla="*/ 286361 h 302373"/>
              <a:gd name="connsiteX1" fmla="*/ 172098 w 514003"/>
              <a:gd name="connsiteY1" fmla="*/ 8899 h 302373"/>
              <a:gd name="connsiteX2" fmla="*/ 514003 w 514003"/>
              <a:gd name="connsiteY2" fmla="*/ 93640 h 302373"/>
              <a:gd name="connsiteX3" fmla="*/ 295112 w 514003"/>
              <a:gd name="connsiteY3" fmla="*/ 219385 h 302373"/>
              <a:gd name="connsiteX4" fmla="*/ 18813 w 514003"/>
              <a:gd name="connsiteY4" fmla="*/ 286361 h 302373"/>
              <a:gd name="connsiteX0" fmla="*/ 18813 w 514003"/>
              <a:gd name="connsiteY0" fmla="*/ 312978 h 328990"/>
              <a:gd name="connsiteX1" fmla="*/ 172098 w 514003"/>
              <a:gd name="connsiteY1" fmla="*/ 35516 h 328990"/>
              <a:gd name="connsiteX2" fmla="*/ 514003 w 514003"/>
              <a:gd name="connsiteY2" fmla="*/ 120257 h 328990"/>
              <a:gd name="connsiteX3" fmla="*/ 295112 w 514003"/>
              <a:gd name="connsiteY3" fmla="*/ 246002 h 328990"/>
              <a:gd name="connsiteX4" fmla="*/ 18813 w 514003"/>
              <a:gd name="connsiteY4" fmla="*/ 312978 h 328990"/>
              <a:gd name="connsiteX0" fmla="*/ 17719 w 433008"/>
              <a:gd name="connsiteY0" fmla="*/ 352398 h 369725"/>
              <a:gd name="connsiteX1" fmla="*/ 171004 w 433008"/>
              <a:gd name="connsiteY1" fmla="*/ 74936 h 369725"/>
              <a:gd name="connsiteX2" fmla="*/ 433008 w 433008"/>
              <a:gd name="connsiteY2" fmla="*/ 94867 h 369725"/>
              <a:gd name="connsiteX3" fmla="*/ 294018 w 433008"/>
              <a:gd name="connsiteY3" fmla="*/ 285422 h 369725"/>
              <a:gd name="connsiteX4" fmla="*/ 17719 w 433008"/>
              <a:gd name="connsiteY4" fmla="*/ 352398 h 369725"/>
              <a:gd name="connsiteX0" fmla="*/ 1138 w 416427"/>
              <a:gd name="connsiteY0" fmla="*/ 352398 h 355774"/>
              <a:gd name="connsiteX1" fmla="*/ 154423 w 416427"/>
              <a:gd name="connsiteY1" fmla="*/ 74936 h 355774"/>
              <a:gd name="connsiteX2" fmla="*/ 416427 w 416427"/>
              <a:gd name="connsiteY2" fmla="*/ 94867 h 355774"/>
              <a:gd name="connsiteX3" fmla="*/ 230829 w 416427"/>
              <a:gd name="connsiteY3" fmla="*/ 220609 h 355774"/>
              <a:gd name="connsiteX4" fmla="*/ 1138 w 416427"/>
              <a:gd name="connsiteY4" fmla="*/ 352398 h 355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6427" h="355774">
                <a:moveTo>
                  <a:pt x="1138" y="352398"/>
                </a:moveTo>
                <a:cubicBezTo>
                  <a:pt x="-11596" y="328119"/>
                  <a:pt x="85208" y="117858"/>
                  <a:pt x="154423" y="74936"/>
                </a:cubicBezTo>
                <a:cubicBezTo>
                  <a:pt x="223638" y="32014"/>
                  <a:pt x="376477" y="-79813"/>
                  <a:pt x="416427" y="94867"/>
                </a:cubicBezTo>
                <a:cubicBezTo>
                  <a:pt x="416427" y="150726"/>
                  <a:pt x="300044" y="177687"/>
                  <a:pt x="230829" y="220609"/>
                </a:cubicBezTo>
                <a:cubicBezTo>
                  <a:pt x="161614" y="263531"/>
                  <a:pt x="13872" y="376677"/>
                  <a:pt x="1138" y="352398"/>
                </a:cubicBezTo>
                <a:close/>
              </a:path>
            </a:pathLst>
          </a:custGeom>
          <a:solidFill>
            <a:srgbClr val="E9B0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87" name="Group 386">
            <a:extLst>
              <a:ext uri="{FF2B5EF4-FFF2-40B4-BE49-F238E27FC236}">
                <a16:creationId xmlns:a16="http://schemas.microsoft.com/office/drawing/2014/main" id="{7A7D174D-DA86-094D-8B6E-B97BE15E3EB3}"/>
              </a:ext>
            </a:extLst>
          </p:cNvPr>
          <p:cNvGrpSpPr/>
          <p:nvPr/>
        </p:nvGrpSpPr>
        <p:grpSpPr>
          <a:xfrm rot="20951087">
            <a:off x="418474" y="3673095"/>
            <a:ext cx="2313451" cy="2808954"/>
            <a:chOff x="321722" y="3305890"/>
            <a:chExt cx="1953057" cy="2371370"/>
          </a:xfrm>
        </p:grpSpPr>
        <p:sp>
          <p:nvSpPr>
            <p:cNvPr id="368" name="Freeform 345">
              <a:extLst>
                <a:ext uri="{FF2B5EF4-FFF2-40B4-BE49-F238E27FC236}">
                  <a16:creationId xmlns:a16="http://schemas.microsoft.com/office/drawing/2014/main" id="{39E7DFD1-1C20-C943-A8C4-902664716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22" y="3305890"/>
              <a:ext cx="1953057" cy="2324414"/>
            </a:xfrm>
            <a:custGeom>
              <a:avLst/>
              <a:gdLst>
                <a:gd name="T0" fmla="*/ 377 w 852"/>
                <a:gd name="T1" fmla="*/ 700 h 1013"/>
                <a:gd name="T2" fmla="*/ 419 w 852"/>
                <a:gd name="T3" fmla="*/ 732 h 1013"/>
                <a:gd name="T4" fmla="*/ 485 w 852"/>
                <a:gd name="T5" fmla="*/ 787 h 1013"/>
                <a:gd name="T6" fmla="*/ 535 w 852"/>
                <a:gd name="T7" fmla="*/ 833 h 1013"/>
                <a:gd name="T8" fmla="*/ 581 w 852"/>
                <a:gd name="T9" fmla="*/ 881 h 1013"/>
                <a:gd name="T10" fmla="*/ 617 w 852"/>
                <a:gd name="T11" fmla="*/ 929 h 1013"/>
                <a:gd name="T12" fmla="*/ 629 w 852"/>
                <a:gd name="T13" fmla="*/ 952 h 1013"/>
                <a:gd name="T14" fmla="*/ 637 w 852"/>
                <a:gd name="T15" fmla="*/ 973 h 1013"/>
                <a:gd name="T16" fmla="*/ 638 w 852"/>
                <a:gd name="T17" fmla="*/ 993 h 1013"/>
                <a:gd name="T18" fmla="*/ 635 w 852"/>
                <a:gd name="T19" fmla="*/ 999 h 1013"/>
                <a:gd name="T20" fmla="*/ 623 w 852"/>
                <a:gd name="T21" fmla="*/ 1008 h 1013"/>
                <a:gd name="T22" fmla="*/ 604 w 852"/>
                <a:gd name="T23" fmla="*/ 1013 h 1013"/>
                <a:gd name="T24" fmla="*/ 576 w 852"/>
                <a:gd name="T25" fmla="*/ 1013 h 1013"/>
                <a:gd name="T26" fmla="*/ 522 w 852"/>
                <a:gd name="T27" fmla="*/ 1007 h 1013"/>
                <a:gd name="T28" fmla="*/ 432 w 852"/>
                <a:gd name="T29" fmla="*/ 987 h 1013"/>
                <a:gd name="T30" fmla="*/ 332 w 852"/>
                <a:gd name="T31" fmla="*/ 955 h 1013"/>
                <a:gd name="T32" fmla="*/ 229 w 852"/>
                <a:gd name="T33" fmla="*/ 914 h 1013"/>
                <a:gd name="T34" fmla="*/ 132 w 852"/>
                <a:gd name="T35" fmla="*/ 866 h 1013"/>
                <a:gd name="T36" fmla="*/ 89 w 852"/>
                <a:gd name="T37" fmla="*/ 840 h 1013"/>
                <a:gd name="T38" fmla="*/ 50 w 852"/>
                <a:gd name="T39" fmla="*/ 814 h 1013"/>
                <a:gd name="T40" fmla="*/ 17 w 852"/>
                <a:gd name="T41" fmla="*/ 786 h 1013"/>
                <a:gd name="T42" fmla="*/ 11 w 852"/>
                <a:gd name="T43" fmla="*/ 779 h 1013"/>
                <a:gd name="T44" fmla="*/ 4 w 852"/>
                <a:gd name="T45" fmla="*/ 762 h 1013"/>
                <a:gd name="T46" fmla="*/ 0 w 852"/>
                <a:gd name="T47" fmla="*/ 740 h 1013"/>
                <a:gd name="T48" fmla="*/ 3 w 852"/>
                <a:gd name="T49" fmla="*/ 716 h 1013"/>
                <a:gd name="T50" fmla="*/ 9 w 852"/>
                <a:gd name="T51" fmla="*/ 688 h 1013"/>
                <a:gd name="T52" fmla="*/ 26 w 852"/>
                <a:gd name="T53" fmla="*/ 642 h 1013"/>
                <a:gd name="T54" fmla="*/ 58 w 852"/>
                <a:gd name="T55" fmla="*/ 574 h 1013"/>
                <a:gd name="T56" fmla="*/ 101 w 852"/>
                <a:gd name="T57" fmla="*/ 503 h 1013"/>
                <a:gd name="T58" fmla="*/ 147 w 852"/>
                <a:gd name="T59" fmla="*/ 434 h 1013"/>
                <a:gd name="T60" fmla="*/ 195 w 852"/>
                <a:gd name="T61" fmla="*/ 368 h 1013"/>
                <a:gd name="T62" fmla="*/ 240 w 852"/>
                <a:gd name="T63" fmla="*/ 311 h 1013"/>
                <a:gd name="T64" fmla="*/ 283 w 852"/>
                <a:gd name="T65" fmla="*/ 260 h 1013"/>
                <a:gd name="T66" fmla="*/ 364 w 852"/>
                <a:gd name="T67" fmla="*/ 174 h 1013"/>
                <a:gd name="T68" fmla="*/ 437 w 852"/>
                <a:gd name="T69" fmla="*/ 108 h 1013"/>
                <a:gd name="T70" fmla="*/ 504 w 852"/>
                <a:gd name="T71" fmla="*/ 59 h 1013"/>
                <a:gd name="T72" fmla="*/ 564 w 852"/>
                <a:gd name="T73" fmla="*/ 27 h 1013"/>
                <a:gd name="T74" fmla="*/ 616 w 852"/>
                <a:gd name="T75" fmla="*/ 7 h 1013"/>
                <a:gd name="T76" fmla="*/ 663 w 852"/>
                <a:gd name="T77" fmla="*/ 0 h 1013"/>
                <a:gd name="T78" fmla="*/ 704 w 852"/>
                <a:gd name="T79" fmla="*/ 2 h 1013"/>
                <a:gd name="T80" fmla="*/ 739 w 852"/>
                <a:gd name="T81" fmla="*/ 12 h 1013"/>
                <a:gd name="T82" fmla="*/ 770 w 852"/>
                <a:gd name="T83" fmla="*/ 28 h 1013"/>
                <a:gd name="T84" fmla="*/ 795 w 852"/>
                <a:gd name="T85" fmla="*/ 47 h 1013"/>
                <a:gd name="T86" fmla="*/ 814 w 852"/>
                <a:gd name="T87" fmla="*/ 69 h 1013"/>
                <a:gd name="T88" fmla="*/ 836 w 852"/>
                <a:gd name="T89" fmla="*/ 99 h 1013"/>
                <a:gd name="T90" fmla="*/ 852 w 852"/>
                <a:gd name="T91" fmla="*/ 132 h 1013"/>
                <a:gd name="T92" fmla="*/ 647 w 852"/>
                <a:gd name="T93" fmla="*/ 418 h 1013"/>
                <a:gd name="T94" fmla="*/ 604 w 852"/>
                <a:gd name="T95" fmla="*/ 465 h 1013"/>
                <a:gd name="T96" fmla="*/ 377 w 852"/>
                <a:gd name="T97" fmla="*/ 700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52" h="1013">
                  <a:moveTo>
                    <a:pt x="377" y="700"/>
                  </a:moveTo>
                  <a:lnTo>
                    <a:pt x="377" y="700"/>
                  </a:lnTo>
                  <a:lnTo>
                    <a:pt x="389" y="709"/>
                  </a:lnTo>
                  <a:lnTo>
                    <a:pt x="419" y="732"/>
                  </a:lnTo>
                  <a:lnTo>
                    <a:pt x="461" y="767"/>
                  </a:lnTo>
                  <a:lnTo>
                    <a:pt x="485" y="787"/>
                  </a:lnTo>
                  <a:lnTo>
                    <a:pt x="511" y="810"/>
                  </a:lnTo>
                  <a:lnTo>
                    <a:pt x="535" y="833"/>
                  </a:lnTo>
                  <a:lnTo>
                    <a:pt x="559" y="857"/>
                  </a:lnTo>
                  <a:lnTo>
                    <a:pt x="581" y="881"/>
                  </a:lnTo>
                  <a:lnTo>
                    <a:pt x="600" y="906"/>
                  </a:lnTo>
                  <a:lnTo>
                    <a:pt x="617" y="929"/>
                  </a:lnTo>
                  <a:lnTo>
                    <a:pt x="623" y="941"/>
                  </a:lnTo>
                  <a:lnTo>
                    <a:pt x="629" y="952"/>
                  </a:lnTo>
                  <a:lnTo>
                    <a:pt x="633" y="962"/>
                  </a:lnTo>
                  <a:lnTo>
                    <a:pt x="637" y="973"/>
                  </a:lnTo>
                  <a:lnTo>
                    <a:pt x="638" y="983"/>
                  </a:lnTo>
                  <a:lnTo>
                    <a:pt x="638" y="993"/>
                  </a:lnTo>
                  <a:lnTo>
                    <a:pt x="638" y="993"/>
                  </a:lnTo>
                  <a:lnTo>
                    <a:pt x="635" y="999"/>
                  </a:lnTo>
                  <a:lnTo>
                    <a:pt x="630" y="1004"/>
                  </a:lnTo>
                  <a:lnTo>
                    <a:pt x="623" y="1008"/>
                  </a:lnTo>
                  <a:lnTo>
                    <a:pt x="615" y="1011"/>
                  </a:lnTo>
                  <a:lnTo>
                    <a:pt x="604" y="1013"/>
                  </a:lnTo>
                  <a:lnTo>
                    <a:pt x="591" y="1013"/>
                  </a:lnTo>
                  <a:lnTo>
                    <a:pt x="576" y="1013"/>
                  </a:lnTo>
                  <a:lnTo>
                    <a:pt x="559" y="1012"/>
                  </a:lnTo>
                  <a:lnTo>
                    <a:pt x="522" y="1007"/>
                  </a:lnTo>
                  <a:lnTo>
                    <a:pt x="479" y="999"/>
                  </a:lnTo>
                  <a:lnTo>
                    <a:pt x="432" y="987"/>
                  </a:lnTo>
                  <a:lnTo>
                    <a:pt x="383" y="972"/>
                  </a:lnTo>
                  <a:lnTo>
                    <a:pt x="332" y="955"/>
                  </a:lnTo>
                  <a:lnTo>
                    <a:pt x="280" y="936"/>
                  </a:lnTo>
                  <a:lnTo>
                    <a:pt x="229" y="914"/>
                  </a:lnTo>
                  <a:lnTo>
                    <a:pt x="179" y="891"/>
                  </a:lnTo>
                  <a:lnTo>
                    <a:pt x="132" y="866"/>
                  </a:lnTo>
                  <a:lnTo>
                    <a:pt x="110" y="854"/>
                  </a:lnTo>
                  <a:lnTo>
                    <a:pt x="89" y="840"/>
                  </a:lnTo>
                  <a:lnTo>
                    <a:pt x="69" y="827"/>
                  </a:lnTo>
                  <a:lnTo>
                    <a:pt x="50" y="814"/>
                  </a:lnTo>
                  <a:lnTo>
                    <a:pt x="33" y="800"/>
                  </a:lnTo>
                  <a:lnTo>
                    <a:pt x="17" y="786"/>
                  </a:lnTo>
                  <a:lnTo>
                    <a:pt x="17" y="786"/>
                  </a:lnTo>
                  <a:lnTo>
                    <a:pt x="11" y="779"/>
                  </a:lnTo>
                  <a:lnTo>
                    <a:pt x="6" y="771"/>
                  </a:lnTo>
                  <a:lnTo>
                    <a:pt x="4" y="762"/>
                  </a:lnTo>
                  <a:lnTo>
                    <a:pt x="2" y="752"/>
                  </a:lnTo>
                  <a:lnTo>
                    <a:pt x="0" y="740"/>
                  </a:lnTo>
                  <a:lnTo>
                    <a:pt x="2" y="728"/>
                  </a:lnTo>
                  <a:lnTo>
                    <a:pt x="3" y="716"/>
                  </a:lnTo>
                  <a:lnTo>
                    <a:pt x="5" y="702"/>
                  </a:lnTo>
                  <a:lnTo>
                    <a:pt x="9" y="688"/>
                  </a:lnTo>
                  <a:lnTo>
                    <a:pt x="14" y="673"/>
                  </a:lnTo>
                  <a:lnTo>
                    <a:pt x="26" y="642"/>
                  </a:lnTo>
                  <a:lnTo>
                    <a:pt x="42" y="608"/>
                  </a:lnTo>
                  <a:lnTo>
                    <a:pt x="58" y="574"/>
                  </a:lnTo>
                  <a:lnTo>
                    <a:pt x="79" y="539"/>
                  </a:lnTo>
                  <a:lnTo>
                    <a:pt x="101" y="503"/>
                  </a:lnTo>
                  <a:lnTo>
                    <a:pt x="124" y="468"/>
                  </a:lnTo>
                  <a:lnTo>
                    <a:pt x="147" y="434"/>
                  </a:lnTo>
                  <a:lnTo>
                    <a:pt x="171" y="400"/>
                  </a:lnTo>
                  <a:lnTo>
                    <a:pt x="195" y="368"/>
                  </a:lnTo>
                  <a:lnTo>
                    <a:pt x="218" y="337"/>
                  </a:lnTo>
                  <a:lnTo>
                    <a:pt x="240" y="311"/>
                  </a:lnTo>
                  <a:lnTo>
                    <a:pt x="240" y="311"/>
                  </a:lnTo>
                  <a:lnTo>
                    <a:pt x="283" y="260"/>
                  </a:lnTo>
                  <a:lnTo>
                    <a:pt x="325" y="214"/>
                  </a:lnTo>
                  <a:lnTo>
                    <a:pt x="364" y="174"/>
                  </a:lnTo>
                  <a:lnTo>
                    <a:pt x="402" y="138"/>
                  </a:lnTo>
                  <a:lnTo>
                    <a:pt x="437" y="108"/>
                  </a:lnTo>
                  <a:lnTo>
                    <a:pt x="472" y="81"/>
                  </a:lnTo>
                  <a:lnTo>
                    <a:pt x="504" y="59"/>
                  </a:lnTo>
                  <a:lnTo>
                    <a:pt x="535" y="41"/>
                  </a:lnTo>
                  <a:lnTo>
                    <a:pt x="564" y="27"/>
                  </a:lnTo>
                  <a:lnTo>
                    <a:pt x="591" y="14"/>
                  </a:lnTo>
                  <a:lnTo>
                    <a:pt x="616" y="7"/>
                  </a:lnTo>
                  <a:lnTo>
                    <a:pt x="640" y="2"/>
                  </a:lnTo>
                  <a:lnTo>
                    <a:pt x="663" y="0"/>
                  </a:lnTo>
                  <a:lnTo>
                    <a:pt x="685" y="0"/>
                  </a:lnTo>
                  <a:lnTo>
                    <a:pt x="704" y="2"/>
                  </a:lnTo>
                  <a:lnTo>
                    <a:pt x="722" y="6"/>
                  </a:lnTo>
                  <a:lnTo>
                    <a:pt x="739" y="12"/>
                  </a:lnTo>
                  <a:lnTo>
                    <a:pt x="755" y="19"/>
                  </a:lnTo>
                  <a:lnTo>
                    <a:pt x="770" y="28"/>
                  </a:lnTo>
                  <a:lnTo>
                    <a:pt x="783" y="37"/>
                  </a:lnTo>
                  <a:lnTo>
                    <a:pt x="795" y="47"/>
                  </a:lnTo>
                  <a:lnTo>
                    <a:pt x="805" y="58"/>
                  </a:lnTo>
                  <a:lnTo>
                    <a:pt x="814" y="69"/>
                  </a:lnTo>
                  <a:lnTo>
                    <a:pt x="823" y="80"/>
                  </a:lnTo>
                  <a:lnTo>
                    <a:pt x="836" y="99"/>
                  </a:lnTo>
                  <a:lnTo>
                    <a:pt x="845" y="116"/>
                  </a:lnTo>
                  <a:lnTo>
                    <a:pt x="852" y="132"/>
                  </a:lnTo>
                  <a:lnTo>
                    <a:pt x="647" y="418"/>
                  </a:lnTo>
                  <a:lnTo>
                    <a:pt x="647" y="418"/>
                  </a:lnTo>
                  <a:lnTo>
                    <a:pt x="639" y="427"/>
                  </a:lnTo>
                  <a:lnTo>
                    <a:pt x="604" y="465"/>
                  </a:lnTo>
                  <a:lnTo>
                    <a:pt x="522" y="550"/>
                  </a:lnTo>
                  <a:lnTo>
                    <a:pt x="377" y="700"/>
                  </a:lnTo>
                  <a:lnTo>
                    <a:pt x="377" y="700"/>
                  </a:lnTo>
                  <a:close/>
                </a:path>
              </a:pathLst>
            </a:custGeom>
            <a:solidFill>
              <a:srgbClr val="00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383">
              <a:extLst>
                <a:ext uri="{FF2B5EF4-FFF2-40B4-BE49-F238E27FC236}">
                  <a16:creationId xmlns:a16="http://schemas.microsoft.com/office/drawing/2014/main" id="{33CE8016-4D92-844C-ABD4-11672F72B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396" y="5373170"/>
              <a:ext cx="536020" cy="304090"/>
            </a:xfrm>
            <a:custGeom>
              <a:avLst/>
              <a:gdLst>
                <a:gd name="T0" fmla="*/ 52 w 209"/>
                <a:gd name="T1" fmla="*/ 7 h 117"/>
                <a:gd name="T2" fmla="*/ 52 w 209"/>
                <a:gd name="T3" fmla="*/ 7 h 117"/>
                <a:gd name="T4" fmla="*/ 59 w 209"/>
                <a:gd name="T5" fmla="*/ 6 h 117"/>
                <a:gd name="T6" fmla="*/ 81 w 209"/>
                <a:gd name="T7" fmla="*/ 2 h 117"/>
                <a:gd name="T8" fmla="*/ 95 w 209"/>
                <a:gd name="T9" fmla="*/ 1 h 117"/>
                <a:gd name="T10" fmla="*/ 111 w 209"/>
                <a:gd name="T11" fmla="*/ 0 h 117"/>
                <a:gd name="T12" fmla="*/ 127 w 209"/>
                <a:gd name="T13" fmla="*/ 1 h 117"/>
                <a:gd name="T14" fmla="*/ 143 w 209"/>
                <a:gd name="T15" fmla="*/ 5 h 117"/>
                <a:gd name="T16" fmla="*/ 143 w 209"/>
                <a:gd name="T17" fmla="*/ 5 h 117"/>
                <a:gd name="T18" fmla="*/ 156 w 209"/>
                <a:gd name="T19" fmla="*/ 10 h 117"/>
                <a:gd name="T20" fmla="*/ 166 w 209"/>
                <a:gd name="T21" fmla="*/ 14 h 117"/>
                <a:gd name="T22" fmla="*/ 176 w 209"/>
                <a:gd name="T23" fmla="*/ 22 h 117"/>
                <a:gd name="T24" fmla="*/ 185 w 209"/>
                <a:gd name="T25" fmla="*/ 29 h 117"/>
                <a:gd name="T26" fmla="*/ 192 w 209"/>
                <a:gd name="T27" fmla="*/ 37 h 117"/>
                <a:gd name="T28" fmla="*/ 198 w 209"/>
                <a:gd name="T29" fmla="*/ 45 h 117"/>
                <a:gd name="T30" fmla="*/ 208 w 209"/>
                <a:gd name="T31" fmla="*/ 59 h 117"/>
                <a:gd name="T32" fmla="*/ 208 w 209"/>
                <a:gd name="T33" fmla="*/ 59 h 117"/>
                <a:gd name="T34" fmla="*/ 209 w 209"/>
                <a:gd name="T35" fmla="*/ 63 h 117"/>
                <a:gd name="T36" fmla="*/ 209 w 209"/>
                <a:gd name="T37" fmla="*/ 66 h 117"/>
                <a:gd name="T38" fmla="*/ 209 w 209"/>
                <a:gd name="T39" fmla="*/ 69 h 117"/>
                <a:gd name="T40" fmla="*/ 206 w 209"/>
                <a:gd name="T41" fmla="*/ 73 h 117"/>
                <a:gd name="T42" fmla="*/ 206 w 209"/>
                <a:gd name="T43" fmla="*/ 73 h 117"/>
                <a:gd name="T44" fmla="*/ 200 w 209"/>
                <a:gd name="T45" fmla="*/ 80 h 117"/>
                <a:gd name="T46" fmla="*/ 191 w 209"/>
                <a:gd name="T47" fmla="*/ 87 h 117"/>
                <a:gd name="T48" fmla="*/ 177 w 209"/>
                <a:gd name="T49" fmla="*/ 94 h 117"/>
                <a:gd name="T50" fmla="*/ 159 w 209"/>
                <a:gd name="T51" fmla="*/ 103 h 117"/>
                <a:gd name="T52" fmla="*/ 159 w 209"/>
                <a:gd name="T53" fmla="*/ 103 h 117"/>
                <a:gd name="T54" fmla="*/ 147 w 209"/>
                <a:gd name="T55" fmla="*/ 109 h 117"/>
                <a:gd name="T56" fmla="*/ 136 w 209"/>
                <a:gd name="T57" fmla="*/ 112 h 117"/>
                <a:gd name="T58" fmla="*/ 128 w 209"/>
                <a:gd name="T59" fmla="*/ 115 h 117"/>
                <a:gd name="T60" fmla="*/ 119 w 209"/>
                <a:gd name="T61" fmla="*/ 116 h 117"/>
                <a:gd name="T62" fmla="*/ 104 w 209"/>
                <a:gd name="T63" fmla="*/ 117 h 117"/>
                <a:gd name="T64" fmla="*/ 85 w 209"/>
                <a:gd name="T65" fmla="*/ 117 h 117"/>
                <a:gd name="T66" fmla="*/ 85 w 209"/>
                <a:gd name="T67" fmla="*/ 117 h 117"/>
                <a:gd name="T68" fmla="*/ 75 w 209"/>
                <a:gd name="T69" fmla="*/ 116 h 117"/>
                <a:gd name="T70" fmla="*/ 62 w 209"/>
                <a:gd name="T71" fmla="*/ 114 h 117"/>
                <a:gd name="T72" fmla="*/ 49 w 209"/>
                <a:gd name="T73" fmla="*/ 109 h 117"/>
                <a:gd name="T74" fmla="*/ 37 w 209"/>
                <a:gd name="T75" fmla="*/ 103 h 117"/>
                <a:gd name="T76" fmla="*/ 25 w 209"/>
                <a:gd name="T77" fmla="*/ 95 h 117"/>
                <a:gd name="T78" fmla="*/ 15 w 209"/>
                <a:gd name="T79" fmla="*/ 88 h 117"/>
                <a:gd name="T80" fmla="*/ 8 w 209"/>
                <a:gd name="T81" fmla="*/ 81 h 117"/>
                <a:gd name="T82" fmla="*/ 3 w 209"/>
                <a:gd name="T83" fmla="*/ 75 h 117"/>
                <a:gd name="T84" fmla="*/ 3 w 209"/>
                <a:gd name="T85" fmla="*/ 75 h 117"/>
                <a:gd name="T86" fmla="*/ 1 w 209"/>
                <a:gd name="T87" fmla="*/ 68 h 117"/>
                <a:gd name="T88" fmla="*/ 0 w 209"/>
                <a:gd name="T89" fmla="*/ 62 h 117"/>
                <a:gd name="T90" fmla="*/ 1 w 209"/>
                <a:gd name="T91" fmla="*/ 54 h 117"/>
                <a:gd name="T92" fmla="*/ 3 w 209"/>
                <a:gd name="T93" fmla="*/ 48 h 117"/>
                <a:gd name="T94" fmla="*/ 7 w 209"/>
                <a:gd name="T95" fmla="*/ 42 h 117"/>
                <a:gd name="T96" fmla="*/ 10 w 209"/>
                <a:gd name="T97" fmla="*/ 37 h 117"/>
                <a:gd name="T98" fmla="*/ 20 w 209"/>
                <a:gd name="T99" fmla="*/ 28 h 117"/>
                <a:gd name="T100" fmla="*/ 31 w 209"/>
                <a:gd name="T101" fmla="*/ 19 h 117"/>
                <a:gd name="T102" fmla="*/ 41 w 209"/>
                <a:gd name="T103" fmla="*/ 13 h 117"/>
                <a:gd name="T104" fmla="*/ 52 w 209"/>
                <a:gd name="T105" fmla="*/ 7 h 117"/>
                <a:gd name="T106" fmla="*/ 52 w 209"/>
                <a:gd name="T10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9" h="117">
                  <a:moveTo>
                    <a:pt x="52" y="7"/>
                  </a:moveTo>
                  <a:lnTo>
                    <a:pt x="52" y="7"/>
                  </a:lnTo>
                  <a:lnTo>
                    <a:pt x="59" y="6"/>
                  </a:lnTo>
                  <a:lnTo>
                    <a:pt x="81" y="2"/>
                  </a:lnTo>
                  <a:lnTo>
                    <a:pt x="95" y="1"/>
                  </a:lnTo>
                  <a:lnTo>
                    <a:pt x="111" y="0"/>
                  </a:lnTo>
                  <a:lnTo>
                    <a:pt x="127" y="1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56" y="10"/>
                  </a:lnTo>
                  <a:lnTo>
                    <a:pt x="166" y="14"/>
                  </a:lnTo>
                  <a:lnTo>
                    <a:pt x="176" y="22"/>
                  </a:lnTo>
                  <a:lnTo>
                    <a:pt x="185" y="29"/>
                  </a:lnTo>
                  <a:lnTo>
                    <a:pt x="192" y="37"/>
                  </a:lnTo>
                  <a:lnTo>
                    <a:pt x="198" y="45"/>
                  </a:lnTo>
                  <a:lnTo>
                    <a:pt x="208" y="59"/>
                  </a:lnTo>
                  <a:lnTo>
                    <a:pt x="208" y="59"/>
                  </a:lnTo>
                  <a:lnTo>
                    <a:pt x="209" y="63"/>
                  </a:lnTo>
                  <a:lnTo>
                    <a:pt x="209" y="66"/>
                  </a:lnTo>
                  <a:lnTo>
                    <a:pt x="209" y="69"/>
                  </a:lnTo>
                  <a:lnTo>
                    <a:pt x="206" y="73"/>
                  </a:lnTo>
                  <a:lnTo>
                    <a:pt x="206" y="73"/>
                  </a:lnTo>
                  <a:lnTo>
                    <a:pt x="200" y="80"/>
                  </a:lnTo>
                  <a:lnTo>
                    <a:pt x="191" y="87"/>
                  </a:lnTo>
                  <a:lnTo>
                    <a:pt x="177" y="94"/>
                  </a:lnTo>
                  <a:lnTo>
                    <a:pt x="159" y="103"/>
                  </a:lnTo>
                  <a:lnTo>
                    <a:pt x="159" y="103"/>
                  </a:lnTo>
                  <a:lnTo>
                    <a:pt x="147" y="109"/>
                  </a:lnTo>
                  <a:lnTo>
                    <a:pt x="136" y="112"/>
                  </a:lnTo>
                  <a:lnTo>
                    <a:pt x="128" y="115"/>
                  </a:lnTo>
                  <a:lnTo>
                    <a:pt x="119" y="116"/>
                  </a:lnTo>
                  <a:lnTo>
                    <a:pt x="104" y="117"/>
                  </a:lnTo>
                  <a:lnTo>
                    <a:pt x="85" y="117"/>
                  </a:lnTo>
                  <a:lnTo>
                    <a:pt x="85" y="117"/>
                  </a:lnTo>
                  <a:lnTo>
                    <a:pt x="75" y="116"/>
                  </a:lnTo>
                  <a:lnTo>
                    <a:pt x="62" y="114"/>
                  </a:lnTo>
                  <a:lnTo>
                    <a:pt x="49" y="109"/>
                  </a:lnTo>
                  <a:lnTo>
                    <a:pt x="37" y="103"/>
                  </a:lnTo>
                  <a:lnTo>
                    <a:pt x="25" y="95"/>
                  </a:lnTo>
                  <a:lnTo>
                    <a:pt x="15" y="88"/>
                  </a:lnTo>
                  <a:lnTo>
                    <a:pt x="8" y="81"/>
                  </a:lnTo>
                  <a:lnTo>
                    <a:pt x="3" y="75"/>
                  </a:lnTo>
                  <a:lnTo>
                    <a:pt x="3" y="75"/>
                  </a:lnTo>
                  <a:lnTo>
                    <a:pt x="1" y="68"/>
                  </a:lnTo>
                  <a:lnTo>
                    <a:pt x="0" y="62"/>
                  </a:lnTo>
                  <a:lnTo>
                    <a:pt x="1" y="54"/>
                  </a:lnTo>
                  <a:lnTo>
                    <a:pt x="3" y="48"/>
                  </a:lnTo>
                  <a:lnTo>
                    <a:pt x="7" y="42"/>
                  </a:lnTo>
                  <a:lnTo>
                    <a:pt x="10" y="37"/>
                  </a:lnTo>
                  <a:lnTo>
                    <a:pt x="20" y="28"/>
                  </a:lnTo>
                  <a:lnTo>
                    <a:pt x="31" y="19"/>
                  </a:lnTo>
                  <a:lnTo>
                    <a:pt x="41" y="13"/>
                  </a:lnTo>
                  <a:lnTo>
                    <a:pt x="52" y="7"/>
                  </a:lnTo>
                  <a:lnTo>
                    <a:pt x="52" y="7"/>
                  </a:lnTo>
                  <a:close/>
                </a:path>
              </a:pathLst>
            </a:custGeom>
            <a:solidFill>
              <a:srgbClr val="FF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91" name="Freeform 690">
            <a:extLst>
              <a:ext uri="{FF2B5EF4-FFF2-40B4-BE49-F238E27FC236}">
                <a16:creationId xmlns:a16="http://schemas.microsoft.com/office/drawing/2014/main" id="{018C7F16-AC68-4A47-9360-1AB7BA4B1855}"/>
              </a:ext>
            </a:extLst>
          </p:cNvPr>
          <p:cNvSpPr>
            <a:spLocks/>
          </p:cNvSpPr>
          <p:nvPr/>
        </p:nvSpPr>
        <p:spPr bwMode="auto">
          <a:xfrm>
            <a:off x="963908" y="1531385"/>
            <a:ext cx="831146" cy="200797"/>
          </a:xfrm>
          <a:custGeom>
            <a:avLst/>
            <a:gdLst>
              <a:gd name="T0" fmla="*/ 305 w 347"/>
              <a:gd name="T1" fmla="*/ 84 h 84"/>
              <a:gd name="T2" fmla="*/ 42 w 347"/>
              <a:gd name="T3" fmla="*/ 84 h 84"/>
              <a:gd name="T4" fmla="*/ 0 w 347"/>
              <a:gd name="T5" fmla="*/ 42 h 84"/>
              <a:gd name="T6" fmla="*/ 42 w 347"/>
              <a:gd name="T7" fmla="*/ 0 h 84"/>
              <a:gd name="T8" fmla="*/ 305 w 347"/>
              <a:gd name="T9" fmla="*/ 0 h 84"/>
              <a:gd name="T10" fmla="*/ 347 w 347"/>
              <a:gd name="T11" fmla="*/ 42 h 84"/>
              <a:gd name="T12" fmla="*/ 305 w 347"/>
              <a:gd name="T1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7" h="84">
                <a:moveTo>
                  <a:pt x="305" y="84"/>
                </a:moveTo>
                <a:cubicBezTo>
                  <a:pt x="42" y="84"/>
                  <a:pt x="42" y="84"/>
                  <a:pt x="42" y="84"/>
                </a:cubicBezTo>
                <a:cubicBezTo>
                  <a:pt x="18" y="84"/>
                  <a:pt x="0" y="65"/>
                  <a:pt x="0" y="42"/>
                </a:cubicBezTo>
                <a:cubicBezTo>
                  <a:pt x="0" y="19"/>
                  <a:pt x="18" y="0"/>
                  <a:pt x="42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7" y="19"/>
                  <a:pt x="347" y="42"/>
                </a:cubicBezTo>
                <a:cubicBezTo>
                  <a:pt x="347" y="65"/>
                  <a:pt x="328" y="84"/>
                  <a:pt x="305" y="84"/>
                </a:cubicBezTo>
                <a:close/>
              </a:path>
            </a:pathLst>
          </a:custGeom>
          <a:solidFill>
            <a:schemeClr val="bg1">
              <a:alpha val="53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397" name="Freeform 396">
            <a:extLst>
              <a:ext uri="{FF2B5EF4-FFF2-40B4-BE49-F238E27FC236}">
                <a16:creationId xmlns:a16="http://schemas.microsoft.com/office/drawing/2014/main" id="{B6995EC5-4212-BD4E-9D2E-AFE1432AD236}"/>
              </a:ext>
            </a:extLst>
          </p:cNvPr>
          <p:cNvSpPr>
            <a:spLocks/>
          </p:cNvSpPr>
          <p:nvPr/>
        </p:nvSpPr>
        <p:spPr bwMode="auto">
          <a:xfrm>
            <a:off x="627024" y="1531385"/>
            <a:ext cx="831146" cy="200797"/>
          </a:xfrm>
          <a:custGeom>
            <a:avLst/>
            <a:gdLst>
              <a:gd name="T0" fmla="*/ 305 w 347"/>
              <a:gd name="T1" fmla="*/ 84 h 84"/>
              <a:gd name="T2" fmla="*/ 42 w 347"/>
              <a:gd name="T3" fmla="*/ 84 h 84"/>
              <a:gd name="T4" fmla="*/ 0 w 347"/>
              <a:gd name="T5" fmla="*/ 42 h 84"/>
              <a:gd name="T6" fmla="*/ 42 w 347"/>
              <a:gd name="T7" fmla="*/ 0 h 84"/>
              <a:gd name="T8" fmla="*/ 305 w 347"/>
              <a:gd name="T9" fmla="*/ 0 h 84"/>
              <a:gd name="T10" fmla="*/ 347 w 347"/>
              <a:gd name="T11" fmla="*/ 42 h 84"/>
              <a:gd name="T12" fmla="*/ 305 w 347"/>
              <a:gd name="T1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7" h="84">
                <a:moveTo>
                  <a:pt x="305" y="84"/>
                </a:moveTo>
                <a:cubicBezTo>
                  <a:pt x="42" y="84"/>
                  <a:pt x="42" y="84"/>
                  <a:pt x="42" y="84"/>
                </a:cubicBezTo>
                <a:cubicBezTo>
                  <a:pt x="18" y="84"/>
                  <a:pt x="0" y="65"/>
                  <a:pt x="0" y="42"/>
                </a:cubicBezTo>
                <a:cubicBezTo>
                  <a:pt x="0" y="19"/>
                  <a:pt x="18" y="0"/>
                  <a:pt x="42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7" y="19"/>
                  <a:pt x="347" y="42"/>
                </a:cubicBezTo>
                <a:cubicBezTo>
                  <a:pt x="347" y="65"/>
                  <a:pt x="328" y="84"/>
                  <a:pt x="305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692" name="Freeform 691">
            <a:extLst>
              <a:ext uri="{FF2B5EF4-FFF2-40B4-BE49-F238E27FC236}">
                <a16:creationId xmlns:a16="http://schemas.microsoft.com/office/drawing/2014/main" id="{42871095-C11D-B74E-B10F-1899349099ED}"/>
              </a:ext>
            </a:extLst>
          </p:cNvPr>
          <p:cNvSpPr>
            <a:spLocks noEditPoints="1"/>
          </p:cNvSpPr>
          <p:nvPr/>
        </p:nvSpPr>
        <p:spPr bwMode="auto">
          <a:xfrm>
            <a:off x="6831506" y="5674182"/>
            <a:ext cx="716513" cy="716513"/>
          </a:xfrm>
          <a:custGeom>
            <a:avLst/>
            <a:gdLst>
              <a:gd name="T0" fmla="*/ 305 w 346"/>
              <a:gd name="T1" fmla="*/ 347 h 347"/>
              <a:gd name="T2" fmla="*/ 41 w 346"/>
              <a:gd name="T3" fmla="*/ 347 h 347"/>
              <a:gd name="T4" fmla="*/ 0 w 346"/>
              <a:gd name="T5" fmla="*/ 305 h 347"/>
              <a:gd name="T6" fmla="*/ 0 w 346"/>
              <a:gd name="T7" fmla="*/ 41 h 347"/>
              <a:gd name="T8" fmla="*/ 41 w 346"/>
              <a:gd name="T9" fmla="*/ 0 h 347"/>
              <a:gd name="T10" fmla="*/ 305 w 346"/>
              <a:gd name="T11" fmla="*/ 0 h 347"/>
              <a:gd name="T12" fmla="*/ 346 w 346"/>
              <a:gd name="T13" fmla="*/ 41 h 347"/>
              <a:gd name="T14" fmla="*/ 346 w 346"/>
              <a:gd name="T15" fmla="*/ 305 h 347"/>
              <a:gd name="T16" fmla="*/ 305 w 346"/>
              <a:gd name="T17" fmla="*/ 347 h 347"/>
              <a:gd name="T18" fmla="*/ 83 w 346"/>
              <a:gd name="T19" fmla="*/ 263 h 347"/>
              <a:gd name="T20" fmla="*/ 263 w 346"/>
              <a:gd name="T21" fmla="*/ 263 h 347"/>
              <a:gd name="T22" fmla="*/ 263 w 346"/>
              <a:gd name="T23" fmla="*/ 83 h 347"/>
              <a:gd name="T24" fmla="*/ 83 w 346"/>
              <a:gd name="T25" fmla="*/ 83 h 347"/>
              <a:gd name="T26" fmla="*/ 83 w 346"/>
              <a:gd name="T27" fmla="*/ 263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46" h="347">
                <a:moveTo>
                  <a:pt x="305" y="347"/>
                </a:moveTo>
                <a:cubicBezTo>
                  <a:pt x="41" y="347"/>
                  <a:pt x="41" y="347"/>
                  <a:pt x="41" y="347"/>
                </a:cubicBezTo>
                <a:cubicBezTo>
                  <a:pt x="18" y="347"/>
                  <a:pt x="0" y="328"/>
                  <a:pt x="0" y="305"/>
                </a:cubicBezTo>
                <a:cubicBezTo>
                  <a:pt x="0" y="41"/>
                  <a:pt x="0" y="41"/>
                  <a:pt x="0" y="41"/>
                </a:cubicBezTo>
                <a:cubicBezTo>
                  <a:pt x="0" y="18"/>
                  <a:pt x="18" y="0"/>
                  <a:pt x="41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6" y="18"/>
                  <a:pt x="346" y="41"/>
                </a:cubicBezTo>
                <a:cubicBezTo>
                  <a:pt x="346" y="305"/>
                  <a:pt x="346" y="305"/>
                  <a:pt x="346" y="305"/>
                </a:cubicBezTo>
                <a:cubicBezTo>
                  <a:pt x="346" y="328"/>
                  <a:pt x="328" y="347"/>
                  <a:pt x="305" y="347"/>
                </a:cubicBezTo>
                <a:close/>
                <a:moveTo>
                  <a:pt x="83" y="263"/>
                </a:moveTo>
                <a:cubicBezTo>
                  <a:pt x="263" y="263"/>
                  <a:pt x="263" y="263"/>
                  <a:pt x="263" y="263"/>
                </a:cubicBezTo>
                <a:cubicBezTo>
                  <a:pt x="263" y="83"/>
                  <a:pt x="263" y="83"/>
                  <a:pt x="263" y="83"/>
                </a:cubicBezTo>
                <a:cubicBezTo>
                  <a:pt x="83" y="83"/>
                  <a:pt x="83" y="83"/>
                  <a:pt x="83" y="83"/>
                </a:cubicBezTo>
                <a:lnTo>
                  <a:pt x="83" y="26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693" name="Content Placeholder 2">
            <a:extLst>
              <a:ext uri="{FF2B5EF4-FFF2-40B4-BE49-F238E27FC236}">
                <a16:creationId xmlns:a16="http://schemas.microsoft.com/office/drawing/2014/main" id="{026E9629-F8D2-A147-8A7F-9764E755BD1F}"/>
              </a:ext>
            </a:extLst>
          </p:cNvPr>
          <p:cNvSpPr txBox="1">
            <a:spLocks/>
          </p:cNvSpPr>
          <p:nvPr/>
        </p:nvSpPr>
        <p:spPr>
          <a:xfrm>
            <a:off x="8005526" y="5686885"/>
            <a:ext cx="2668823" cy="66479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400" b="1" dirty="0">
                <a:latin typeface="+mn-lt"/>
                <a:cs typeface="Arial" panose="020B0604020202020204" pitchFamily="34" charset="0"/>
              </a:rPr>
              <a:t>Lorem ipsum dolor sit </a:t>
            </a:r>
            <a:r>
              <a:rPr lang="en-US" sz="2400" b="1" dirty="0" err="1">
                <a:latin typeface="+mn-lt"/>
                <a:cs typeface="Arial" panose="020B0604020202020204" pitchFamily="34" charset="0"/>
              </a:rPr>
              <a:t>amet</a:t>
            </a:r>
            <a:endParaRPr lang="en-US" sz="2400" b="1" dirty="0">
              <a:latin typeface="+mn-lt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0746988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64669990-0A2A-9946-9809-42B90BB3590A}"/>
              </a:ext>
            </a:extLst>
          </p:cNvPr>
          <p:cNvSpPr/>
          <p:nvPr/>
        </p:nvSpPr>
        <p:spPr>
          <a:xfrm>
            <a:off x="0" y="10399"/>
            <a:ext cx="12191999" cy="6847601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0" name="Freeform 149">
            <a:extLst>
              <a:ext uri="{FF2B5EF4-FFF2-40B4-BE49-F238E27FC236}">
                <a16:creationId xmlns:a16="http://schemas.microsoft.com/office/drawing/2014/main" id="{E092CA56-63F8-A34B-9F11-F10A1F644556}"/>
              </a:ext>
            </a:extLst>
          </p:cNvPr>
          <p:cNvSpPr>
            <a:spLocks/>
          </p:cNvSpPr>
          <p:nvPr/>
        </p:nvSpPr>
        <p:spPr bwMode="auto">
          <a:xfrm>
            <a:off x="0" y="0"/>
            <a:ext cx="12191999" cy="3718362"/>
          </a:xfrm>
          <a:custGeom>
            <a:avLst/>
            <a:gdLst>
              <a:gd name="connsiteX0" fmla="*/ 0 w 12216879"/>
              <a:gd name="connsiteY0" fmla="*/ 0 h 4095947"/>
              <a:gd name="connsiteX1" fmla="*/ 12192000 w 12216879"/>
              <a:gd name="connsiteY1" fmla="*/ 0 h 4095947"/>
              <a:gd name="connsiteX2" fmla="*/ 12192000 w 12216879"/>
              <a:gd name="connsiteY2" fmla="*/ 2043113 h 4095947"/>
              <a:gd name="connsiteX3" fmla="*/ 12216879 w 12216879"/>
              <a:gd name="connsiteY3" fmla="*/ 2043113 h 4095947"/>
              <a:gd name="connsiteX4" fmla="*/ 12216879 w 12216879"/>
              <a:gd name="connsiteY4" fmla="*/ 3905520 h 4095947"/>
              <a:gd name="connsiteX5" fmla="*/ 10651897 w 12216879"/>
              <a:gd name="connsiteY5" fmla="*/ 3217173 h 4095947"/>
              <a:gd name="connsiteX6" fmla="*/ 6108440 w 12216879"/>
              <a:gd name="connsiteY6" fmla="*/ 3652504 h 4095947"/>
              <a:gd name="connsiteX7" fmla="*/ 1794660 w 12216879"/>
              <a:gd name="connsiteY7" fmla="*/ 2852819 h 4095947"/>
              <a:gd name="connsiteX8" fmla="*/ 0 w 12216879"/>
              <a:gd name="connsiteY8" fmla="*/ 2528825 h 4095947"/>
              <a:gd name="connsiteX9" fmla="*/ 0 w 12216879"/>
              <a:gd name="connsiteY9" fmla="*/ 2357438 h 4095947"/>
              <a:gd name="connsiteX10" fmla="*/ 0 w 12216879"/>
              <a:gd name="connsiteY10" fmla="*/ 2043113 h 4095947"/>
              <a:gd name="connsiteX0" fmla="*/ 0 w 12216879"/>
              <a:gd name="connsiteY0" fmla="*/ 0 h 3905520"/>
              <a:gd name="connsiteX1" fmla="*/ 12192000 w 12216879"/>
              <a:gd name="connsiteY1" fmla="*/ 0 h 3905520"/>
              <a:gd name="connsiteX2" fmla="*/ 12192000 w 12216879"/>
              <a:gd name="connsiteY2" fmla="*/ 2043113 h 3905520"/>
              <a:gd name="connsiteX3" fmla="*/ 12216879 w 12216879"/>
              <a:gd name="connsiteY3" fmla="*/ 2043113 h 3905520"/>
              <a:gd name="connsiteX4" fmla="*/ 12216879 w 12216879"/>
              <a:gd name="connsiteY4" fmla="*/ 3905520 h 3905520"/>
              <a:gd name="connsiteX5" fmla="*/ 10694760 w 12216879"/>
              <a:gd name="connsiteY5" fmla="*/ 3145736 h 3905520"/>
              <a:gd name="connsiteX6" fmla="*/ 6108440 w 12216879"/>
              <a:gd name="connsiteY6" fmla="*/ 3652504 h 3905520"/>
              <a:gd name="connsiteX7" fmla="*/ 1794660 w 12216879"/>
              <a:gd name="connsiteY7" fmla="*/ 2852819 h 3905520"/>
              <a:gd name="connsiteX8" fmla="*/ 0 w 12216879"/>
              <a:gd name="connsiteY8" fmla="*/ 2528825 h 3905520"/>
              <a:gd name="connsiteX9" fmla="*/ 0 w 12216879"/>
              <a:gd name="connsiteY9" fmla="*/ 2357438 h 3905520"/>
              <a:gd name="connsiteX10" fmla="*/ 0 w 12216879"/>
              <a:gd name="connsiteY10" fmla="*/ 2043113 h 3905520"/>
              <a:gd name="connsiteX11" fmla="*/ 0 w 12216879"/>
              <a:gd name="connsiteY11" fmla="*/ 0 h 3905520"/>
              <a:gd name="connsiteX0" fmla="*/ 0 w 12216879"/>
              <a:gd name="connsiteY0" fmla="*/ 0 h 3905520"/>
              <a:gd name="connsiteX1" fmla="*/ 12192000 w 12216879"/>
              <a:gd name="connsiteY1" fmla="*/ 0 h 3905520"/>
              <a:gd name="connsiteX2" fmla="*/ 12192000 w 12216879"/>
              <a:gd name="connsiteY2" fmla="*/ 2043113 h 3905520"/>
              <a:gd name="connsiteX3" fmla="*/ 12216879 w 12216879"/>
              <a:gd name="connsiteY3" fmla="*/ 2043113 h 3905520"/>
              <a:gd name="connsiteX4" fmla="*/ 12216879 w 12216879"/>
              <a:gd name="connsiteY4" fmla="*/ 3905520 h 3905520"/>
              <a:gd name="connsiteX5" fmla="*/ 10694760 w 12216879"/>
              <a:gd name="connsiteY5" fmla="*/ 3145736 h 3905520"/>
              <a:gd name="connsiteX6" fmla="*/ 6108440 w 12216879"/>
              <a:gd name="connsiteY6" fmla="*/ 3652504 h 3905520"/>
              <a:gd name="connsiteX7" fmla="*/ 1794660 w 12216879"/>
              <a:gd name="connsiteY7" fmla="*/ 2852819 h 3905520"/>
              <a:gd name="connsiteX8" fmla="*/ 0 w 12216879"/>
              <a:gd name="connsiteY8" fmla="*/ 2528825 h 3905520"/>
              <a:gd name="connsiteX9" fmla="*/ 0 w 12216879"/>
              <a:gd name="connsiteY9" fmla="*/ 2357438 h 3905520"/>
              <a:gd name="connsiteX10" fmla="*/ 0 w 12216879"/>
              <a:gd name="connsiteY10" fmla="*/ 2043113 h 3905520"/>
              <a:gd name="connsiteX11" fmla="*/ 0 w 12216879"/>
              <a:gd name="connsiteY11" fmla="*/ 0 h 3905520"/>
              <a:gd name="connsiteX0" fmla="*/ 0 w 12216879"/>
              <a:gd name="connsiteY0" fmla="*/ 0 h 3905520"/>
              <a:gd name="connsiteX1" fmla="*/ 12192000 w 12216879"/>
              <a:gd name="connsiteY1" fmla="*/ 0 h 3905520"/>
              <a:gd name="connsiteX2" fmla="*/ 12192000 w 12216879"/>
              <a:gd name="connsiteY2" fmla="*/ 2043113 h 3905520"/>
              <a:gd name="connsiteX3" fmla="*/ 12216879 w 12216879"/>
              <a:gd name="connsiteY3" fmla="*/ 3905520 h 3905520"/>
              <a:gd name="connsiteX4" fmla="*/ 10694760 w 12216879"/>
              <a:gd name="connsiteY4" fmla="*/ 3145736 h 3905520"/>
              <a:gd name="connsiteX5" fmla="*/ 6108440 w 12216879"/>
              <a:gd name="connsiteY5" fmla="*/ 3652504 h 3905520"/>
              <a:gd name="connsiteX6" fmla="*/ 1794660 w 12216879"/>
              <a:gd name="connsiteY6" fmla="*/ 2852819 h 3905520"/>
              <a:gd name="connsiteX7" fmla="*/ 0 w 12216879"/>
              <a:gd name="connsiteY7" fmla="*/ 2528825 h 3905520"/>
              <a:gd name="connsiteX8" fmla="*/ 0 w 12216879"/>
              <a:gd name="connsiteY8" fmla="*/ 2357438 h 3905520"/>
              <a:gd name="connsiteX9" fmla="*/ 0 w 12216879"/>
              <a:gd name="connsiteY9" fmla="*/ 2043113 h 3905520"/>
              <a:gd name="connsiteX10" fmla="*/ 0 w 12216879"/>
              <a:gd name="connsiteY10" fmla="*/ 0 h 3905520"/>
              <a:gd name="connsiteX0" fmla="*/ 0 w 12216879"/>
              <a:gd name="connsiteY0" fmla="*/ 0 h 3905520"/>
              <a:gd name="connsiteX1" fmla="*/ 12192000 w 12216879"/>
              <a:gd name="connsiteY1" fmla="*/ 0 h 3905520"/>
              <a:gd name="connsiteX2" fmla="*/ 12216879 w 12216879"/>
              <a:gd name="connsiteY2" fmla="*/ 3905520 h 3905520"/>
              <a:gd name="connsiteX3" fmla="*/ 10694760 w 12216879"/>
              <a:gd name="connsiteY3" fmla="*/ 3145736 h 3905520"/>
              <a:gd name="connsiteX4" fmla="*/ 6108440 w 12216879"/>
              <a:gd name="connsiteY4" fmla="*/ 3652504 h 3905520"/>
              <a:gd name="connsiteX5" fmla="*/ 1794660 w 12216879"/>
              <a:gd name="connsiteY5" fmla="*/ 2852819 h 3905520"/>
              <a:gd name="connsiteX6" fmla="*/ 0 w 12216879"/>
              <a:gd name="connsiteY6" fmla="*/ 2528825 h 3905520"/>
              <a:gd name="connsiteX7" fmla="*/ 0 w 12216879"/>
              <a:gd name="connsiteY7" fmla="*/ 2357438 h 3905520"/>
              <a:gd name="connsiteX8" fmla="*/ 0 w 12216879"/>
              <a:gd name="connsiteY8" fmla="*/ 2043113 h 3905520"/>
              <a:gd name="connsiteX9" fmla="*/ 0 w 12216879"/>
              <a:gd name="connsiteY9" fmla="*/ 0 h 390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216879" h="3905520">
                <a:moveTo>
                  <a:pt x="0" y="0"/>
                </a:moveTo>
                <a:lnTo>
                  <a:pt x="12192000" y="0"/>
                </a:lnTo>
                <a:lnTo>
                  <a:pt x="12216879" y="3905520"/>
                </a:lnTo>
                <a:cubicBezTo>
                  <a:pt x="12216879" y="3905520"/>
                  <a:pt x="11629351" y="3064737"/>
                  <a:pt x="10694760" y="3145736"/>
                </a:cubicBezTo>
                <a:cubicBezTo>
                  <a:pt x="9758947" y="3236755"/>
                  <a:pt x="8134715" y="4187098"/>
                  <a:pt x="6108440" y="3652504"/>
                </a:cubicBezTo>
                <a:cubicBezTo>
                  <a:pt x="4082165" y="3117910"/>
                  <a:pt x="3418283" y="2381859"/>
                  <a:pt x="1794660" y="2852819"/>
                </a:cubicBezTo>
                <a:cubicBezTo>
                  <a:pt x="171036" y="3323779"/>
                  <a:pt x="0" y="2528825"/>
                  <a:pt x="0" y="2528825"/>
                </a:cubicBezTo>
                <a:lnTo>
                  <a:pt x="0" y="2357438"/>
                </a:lnTo>
                <a:lnTo>
                  <a:pt x="0" y="2043113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ID">
              <a:solidFill>
                <a:schemeClr val="lt1"/>
              </a:solidFill>
            </a:endParaRPr>
          </a:p>
        </p:txBody>
      </p: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A9ED020E-3995-AB42-873E-618129C6953F}"/>
              </a:ext>
            </a:extLst>
          </p:cNvPr>
          <p:cNvGrpSpPr/>
          <p:nvPr/>
        </p:nvGrpSpPr>
        <p:grpSpPr>
          <a:xfrm>
            <a:off x="9959963" y="91109"/>
            <a:ext cx="2171684" cy="1306719"/>
            <a:chOff x="9915526" y="1892300"/>
            <a:chExt cx="1116012" cy="671513"/>
          </a:xfrm>
          <a:solidFill>
            <a:schemeClr val="tx2">
              <a:lumMod val="75000"/>
              <a:alpha val="55000"/>
            </a:schemeClr>
          </a:solidFill>
        </p:grpSpPr>
        <p:sp>
          <p:nvSpPr>
            <p:cNvPr id="163" name="Freeform 80">
              <a:extLst>
                <a:ext uri="{FF2B5EF4-FFF2-40B4-BE49-F238E27FC236}">
                  <a16:creationId xmlns:a16="http://schemas.microsoft.com/office/drawing/2014/main" id="{40B161A5-E053-8C4A-8A39-8220D1165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81">
              <a:extLst>
                <a:ext uri="{FF2B5EF4-FFF2-40B4-BE49-F238E27FC236}">
                  <a16:creationId xmlns:a16="http://schemas.microsoft.com/office/drawing/2014/main" id="{33B5B748-3394-6644-A020-AE4E8DE84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82">
              <a:extLst>
                <a:ext uri="{FF2B5EF4-FFF2-40B4-BE49-F238E27FC236}">
                  <a16:creationId xmlns:a16="http://schemas.microsoft.com/office/drawing/2014/main" id="{960B04BC-0B1A-074A-B129-89D362A9D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83">
              <a:extLst>
                <a:ext uri="{FF2B5EF4-FFF2-40B4-BE49-F238E27FC236}">
                  <a16:creationId xmlns:a16="http://schemas.microsoft.com/office/drawing/2014/main" id="{69490FFE-697D-1749-A19C-79AE155A0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84">
              <a:extLst>
                <a:ext uri="{FF2B5EF4-FFF2-40B4-BE49-F238E27FC236}">
                  <a16:creationId xmlns:a16="http://schemas.microsoft.com/office/drawing/2014/main" id="{DD674F3D-084A-4B43-8096-2E734564A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85">
              <a:extLst>
                <a:ext uri="{FF2B5EF4-FFF2-40B4-BE49-F238E27FC236}">
                  <a16:creationId xmlns:a16="http://schemas.microsoft.com/office/drawing/2014/main" id="{86CCA74E-B521-F94B-925B-952D846CF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86">
              <a:extLst>
                <a:ext uri="{FF2B5EF4-FFF2-40B4-BE49-F238E27FC236}">
                  <a16:creationId xmlns:a16="http://schemas.microsoft.com/office/drawing/2014/main" id="{0B41621E-1E2F-E843-84BD-70E4A1505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87">
              <a:extLst>
                <a:ext uri="{FF2B5EF4-FFF2-40B4-BE49-F238E27FC236}">
                  <a16:creationId xmlns:a16="http://schemas.microsoft.com/office/drawing/2014/main" id="{C7711C85-0E1D-B04B-8E9F-E367BABC1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88">
              <a:extLst>
                <a:ext uri="{FF2B5EF4-FFF2-40B4-BE49-F238E27FC236}">
                  <a16:creationId xmlns:a16="http://schemas.microsoft.com/office/drawing/2014/main" id="{701C845E-966D-C042-A85D-5F651E662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89">
              <a:extLst>
                <a:ext uri="{FF2B5EF4-FFF2-40B4-BE49-F238E27FC236}">
                  <a16:creationId xmlns:a16="http://schemas.microsoft.com/office/drawing/2014/main" id="{0F68FCFB-2AD9-BC43-BF67-141A6D365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90">
              <a:extLst>
                <a:ext uri="{FF2B5EF4-FFF2-40B4-BE49-F238E27FC236}">
                  <a16:creationId xmlns:a16="http://schemas.microsoft.com/office/drawing/2014/main" id="{AD68431A-21F8-2C46-A826-4077B5B30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91">
              <a:extLst>
                <a:ext uri="{FF2B5EF4-FFF2-40B4-BE49-F238E27FC236}">
                  <a16:creationId xmlns:a16="http://schemas.microsoft.com/office/drawing/2014/main" id="{06D21564-772F-BA4A-86B8-DCA175A10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92">
              <a:extLst>
                <a:ext uri="{FF2B5EF4-FFF2-40B4-BE49-F238E27FC236}">
                  <a16:creationId xmlns:a16="http://schemas.microsoft.com/office/drawing/2014/main" id="{0007CF3A-B0F2-CF48-BB4C-2776DCA19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93">
              <a:extLst>
                <a:ext uri="{FF2B5EF4-FFF2-40B4-BE49-F238E27FC236}">
                  <a16:creationId xmlns:a16="http://schemas.microsoft.com/office/drawing/2014/main" id="{1116113D-BA5F-1B40-8A18-AB7694EF4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94">
              <a:extLst>
                <a:ext uri="{FF2B5EF4-FFF2-40B4-BE49-F238E27FC236}">
                  <a16:creationId xmlns:a16="http://schemas.microsoft.com/office/drawing/2014/main" id="{7D2F7FFC-53F1-CC45-A106-7EDAB38CD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95">
              <a:extLst>
                <a:ext uri="{FF2B5EF4-FFF2-40B4-BE49-F238E27FC236}">
                  <a16:creationId xmlns:a16="http://schemas.microsoft.com/office/drawing/2014/main" id="{8DD6B9D1-AF7B-CB41-85E8-FEA12B7C8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96">
              <a:extLst>
                <a:ext uri="{FF2B5EF4-FFF2-40B4-BE49-F238E27FC236}">
                  <a16:creationId xmlns:a16="http://schemas.microsoft.com/office/drawing/2014/main" id="{5B32F63D-9902-3E45-AAC4-3DD1F0228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97">
              <a:extLst>
                <a:ext uri="{FF2B5EF4-FFF2-40B4-BE49-F238E27FC236}">
                  <a16:creationId xmlns:a16="http://schemas.microsoft.com/office/drawing/2014/main" id="{F26C6691-D286-904A-92E3-EDD9146A2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98">
              <a:extLst>
                <a:ext uri="{FF2B5EF4-FFF2-40B4-BE49-F238E27FC236}">
                  <a16:creationId xmlns:a16="http://schemas.microsoft.com/office/drawing/2014/main" id="{021BA934-3C96-3C45-B2C5-8E24BA78D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99">
              <a:extLst>
                <a:ext uri="{FF2B5EF4-FFF2-40B4-BE49-F238E27FC236}">
                  <a16:creationId xmlns:a16="http://schemas.microsoft.com/office/drawing/2014/main" id="{50C29C05-1FB7-034F-80B8-73D6B0EDF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100">
              <a:extLst>
                <a:ext uri="{FF2B5EF4-FFF2-40B4-BE49-F238E27FC236}">
                  <a16:creationId xmlns:a16="http://schemas.microsoft.com/office/drawing/2014/main" id="{6CA82DEB-D6EB-794C-8547-81B17B448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101">
              <a:extLst>
                <a:ext uri="{FF2B5EF4-FFF2-40B4-BE49-F238E27FC236}">
                  <a16:creationId xmlns:a16="http://schemas.microsoft.com/office/drawing/2014/main" id="{D1DBD0C9-0ED9-BB4E-972B-9396CA125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102">
              <a:extLst>
                <a:ext uri="{FF2B5EF4-FFF2-40B4-BE49-F238E27FC236}">
                  <a16:creationId xmlns:a16="http://schemas.microsoft.com/office/drawing/2014/main" id="{3D28BFEA-B278-4F46-92BA-8DC1E1FA4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103">
              <a:extLst>
                <a:ext uri="{FF2B5EF4-FFF2-40B4-BE49-F238E27FC236}">
                  <a16:creationId xmlns:a16="http://schemas.microsoft.com/office/drawing/2014/main" id="{EE6F5D3C-2070-724A-9C1B-67BAAFFCB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104">
              <a:extLst>
                <a:ext uri="{FF2B5EF4-FFF2-40B4-BE49-F238E27FC236}">
                  <a16:creationId xmlns:a16="http://schemas.microsoft.com/office/drawing/2014/main" id="{7CF47181-0B6C-414E-B7E7-966968477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105">
              <a:extLst>
                <a:ext uri="{FF2B5EF4-FFF2-40B4-BE49-F238E27FC236}">
                  <a16:creationId xmlns:a16="http://schemas.microsoft.com/office/drawing/2014/main" id="{56DE1076-DC92-2F4C-8EF3-25FEA2781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106">
              <a:extLst>
                <a:ext uri="{FF2B5EF4-FFF2-40B4-BE49-F238E27FC236}">
                  <a16:creationId xmlns:a16="http://schemas.microsoft.com/office/drawing/2014/main" id="{7AED01F6-2EBA-664C-98AD-EA09E5C8C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107">
              <a:extLst>
                <a:ext uri="{FF2B5EF4-FFF2-40B4-BE49-F238E27FC236}">
                  <a16:creationId xmlns:a16="http://schemas.microsoft.com/office/drawing/2014/main" id="{55875E16-1724-F64B-BB52-BE9F6FDFD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108">
              <a:extLst>
                <a:ext uri="{FF2B5EF4-FFF2-40B4-BE49-F238E27FC236}">
                  <a16:creationId xmlns:a16="http://schemas.microsoft.com/office/drawing/2014/main" id="{E27D654F-E8FC-0547-90C6-0C986193F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109">
              <a:extLst>
                <a:ext uri="{FF2B5EF4-FFF2-40B4-BE49-F238E27FC236}">
                  <a16:creationId xmlns:a16="http://schemas.microsoft.com/office/drawing/2014/main" id="{A6EB4959-8C0C-BF40-B367-676276864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110">
              <a:extLst>
                <a:ext uri="{FF2B5EF4-FFF2-40B4-BE49-F238E27FC236}">
                  <a16:creationId xmlns:a16="http://schemas.microsoft.com/office/drawing/2014/main" id="{AD24308A-D1BA-3D48-9949-3E678D4EF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111">
              <a:extLst>
                <a:ext uri="{FF2B5EF4-FFF2-40B4-BE49-F238E27FC236}">
                  <a16:creationId xmlns:a16="http://schemas.microsoft.com/office/drawing/2014/main" id="{5BCE0D8E-FF37-0E4C-9BA0-D558A5E9F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112">
              <a:extLst>
                <a:ext uri="{FF2B5EF4-FFF2-40B4-BE49-F238E27FC236}">
                  <a16:creationId xmlns:a16="http://schemas.microsoft.com/office/drawing/2014/main" id="{337742E9-EF13-464A-BC24-FE7A85AFD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113">
              <a:extLst>
                <a:ext uri="{FF2B5EF4-FFF2-40B4-BE49-F238E27FC236}">
                  <a16:creationId xmlns:a16="http://schemas.microsoft.com/office/drawing/2014/main" id="{CA032A0F-818A-4B4E-9260-EF76C2EFE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114">
              <a:extLst>
                <a:ext uri="{FF2B5EF4-FFF2-40B4-BE49-F238E27FC236}">
                  <a16:creationId xmlns:a16="http://schemas.microsoft.com/office/drawing/2014/main" id="{71A37BFC-AD6A-A342-B0D3-2B5A2B357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115">
              <a:extLst>
                <a:ext uri="{FF2B5EF4-FFF2-40B4-BE49-F238E27FC236}">
                  <a16:creationId xmlns:a16="http://schemas.microsoft.com/office/drawing/2014/main" id="{7C933C4D-A71F-EC46-A8AC-551C30372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116">
              <a:extLst>
                <a:ext uri="{FF2B5EF4-FFF2-40B4-BE49-F238E27FC236}">
                  <a16:creationId xmlns:a16="http://schemas.microsoft.com/office/drawing/2014/main" id="{CA499433-27F3-1249-80BC-FD0E1CC9A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117">
              <a:extLst>
                <a:ext uri="{FF2B5EF4-FFF2-40B4-BE49-F238E27FC236}">
                  <a16:creationId xmlns:a16="http://schemas.microsoft.com/office/drawing/2014/main" id="{17399687-BFD0-DB4B-A119-154DF1663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118">
              <a:extLst>
                <a:ext uri="{FF2B5EF4-FFF2-40B4-BE49-F238E27FC236}">
                  <a16:creationId xmlns:a16="http://schemas.microsoft.com/office/drawing/2014/main" id="{82EC4322-C606-D840-9F48-7C4013D2E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119">
              <a:extLst>
                <a:ext uri="{FF2B5EF4-FFF2-40B4-BE49-F238E27FC236}">
                  <a16:creationId xmlns:a16="http://schemas.microsoft.com/office/drawing/2014/main" id="{487D72D0-0B5D-2E44-84E3-1EFAC30F0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120">
              <a:extLst>
                <a:ext uri="{FF2B5EF4-FFF2-40B4-BE49-F238E27FC236}">
                  <a16:creationId xmlns:a16="http://schemas.microsoft.com/office/drawing/2014/main" id="{AD8726A0-0438-4349-944B-3837D4E2C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121">
              <a:extLst>
                <a:ext uri="{FF2B5EF4-FFF2-40B4-BE49-F238E27FC236}">
                  <a16:creationId xmlns:a16="http://schemas.microsoft.com/office/drawing/2014/main" id="{AA5AA23F-43BF-DD4C-9C2F-9186FC9CA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122">
              <a:extLst>
                <a:ext uri="{FF2B5EF4-FFF2-40B4-BE49-F238E27FC236}">
                  <a16:creationId xmlns:a16="http://schemas.microsoft.com/office/drawing/2014/main" id="{BF0D37A0-5FAA-754F-BC17-095D707C6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123">
              <a:extLst>
                <a:ext uri="{FF2B5EF4-FFF2-40B4-BE49-F238E27FC236}">
                  <a16:creationId xmlns:a16="http://schemas.microsoft.com/office/drawing/2014/main" id="{F4F45CEC-0D67-FE44-8DDA-5C1C50D0B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124">
              <a:extLst>
                <a:ext uri="{FF2B5EF4-FFF2-40B4-BE49-F238E27FC236}">
                  <a16:creationId xmlns:a16="http://schemas.microsoft.com/office/drawing/2014/main" id="{B6A6FE8E-F35F-2147-B7E7-3EDB6E6B4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125">
              <a:extLst>
                <a:ext uri="{FF2B5EF4-FFF2-40B4-BE49-F238E27FC236}">
                  <a16:creationId xmlns:a16="http://schemas.microsoft.com/office/drawing/2014/main" id="{CB1BA033-64C2-F54F-9D2A-9E4E569EB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126">
              <a:extLst>
                <a:ext uri="{FF2B5EF4-FFF2-40B4-BE49-F238E27FC236}">
                  <a16:creationId xmlns:a16="http://schemas.microsoft.com/office/drawing/2014/main" id="{B896A57F-0574-1F4A-8F96-074D7FF8F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127">
              <a:extLst>
                <a:ext uri="{FF2B5EF4-FFF2-40B4-BE49-F238E27FC236}">
                  <a16:creationId xmlns:a16="http://schemas.microsoft.com/office/drawing/2014/main" id="{96027A72-606D-3147-8CEC-30D8A7382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128">
              <a:extLst>
                <a:ext uri="{FF2B5EF4-FFF2-40B4-BE49-F238E27FC236}">
                  <a16:creationId xmlns:a16="http://schemas.microsoft.com/office/drawing/2014/main" id="{498DD9D7-1A3F-974A-9BEE-87635613A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129">
              <a:extLst>
                <a:ext uri="{FF2B5EF4-FFF2-40B4-BE49-F238E27FC236}">
                  <a16:creationId xmlns:a16="http://schemas.microsoft.com/office/drawing/2014/main" id="{6894517B-6E3E-384C-9B2B-8FB5415D7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130">
              <a:extLst>
                <a:ext uri="{FF2B5EF4-FFF2-40B4-BE49-F238E27FC236}">
                  <a16:creationId xmlns:a16="http://schemas.microsoft.com/office/drawing/2014/main" id="{A411047F-50B3-034C-94DF-7643AF237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131">
              <a:extLst>
                <a:ext uri="{FF2B5EF4-FFF2-40B4-BE49-F238E27FC236}">
                  <a16:creationId xmlns:a16="http://schemas.microsoft.com/office/drawing/2014/main" id="{83473508-9004-C144-930E-9579CF84F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132">
              <a:extLst>
                <a:ext uri="{FF2B5EF4-FFF2-40B4-BE49-F238E27FC236}">
                  <a16:creationId xmlns:a16="http://schemas.microsoft.com/office/drawing/2014/main" id="{17A2443E-D362-3242-B309-15C57E3D4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133">
              <a:extLst>
                <a:ext uri="{FF2B5EF4-FFF2-40B4-BE49-F238E27FC236}">
                  <a16:creationId xmlns:a16="http://schemas.microsoft.com/office/drawing/2014/main" id="{698D0F33-C7C7-1C47-A88E-FF9598E9A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134">
              <a:extLst>
                <a:ext uri="{FF2B5EF4-FFF2-40B4-BE49-F238E27FC236}">
                  <a16:creationId xmlns:a16="http://schemas.microsoft.com/office/drawing/2014/main" id="{99EE8347-B228-0C4F-9FC6-98705F596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135">
              <a:extLst>
                <a:ext uri="{FF2B5EF4-FFF2-40B4-BE49-F238E27FC236}">
                  <a16:creationId xmlns:a16="http://schemas.microsoft.com/office/drawing/2014/main" id="{C33F677E-B5D6-3B40-93D4-9C4C9FDB4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136">
              <a:extLst>
                <a:ext uri="{FF2B5EF4-FFF2-40B4-BE49-F238E27FC236}">
                  <a16:creationId xmlns:a16="http://schemas.microsoft.com/office/drawing/2014/main" id="{9E2C7723-FDE3-704C-B40D-23CB9EF1A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137">
              <a:extLst>
                <a:ext uri="{FF2B5EF4-FFF2-40B4-BE49-F238E27FC236}">
                  <a16:creationId xmlns:a16="http://schemas.microsoft.com/office/drawing/2014/main" id="{ABD56088-E72E-A047-8C65-BAC8D3C61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138">
              <a:extLst>
                <a:ext uri="{FF2B5EF4-FFF2-40B4-BE49-F238E27FC236}">
                  <a16:creationId xmlns:a16="http://schemas.microsoft.com/office/drawing/2014/main" id="{3AD956DD-AD9A-7E4F-B4AE-CAAE6026F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139">
              <a:extLst>
                <a:ext uri="{FF2B5EF4-FFF2-40B4-BE49-F238E27FC236}">
                  <a16:creationId xmlns:a16="http://schemas.microsoft.com/office/drawing/2014/main" id="{4D5E0279-6014-C742-948C-C4AC13357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140">
              <a:extLst>
                <a:ext uri="{FF2B5EF4-FFF2-40B4-BE49-F238E27FC236}">
                  <a16:creationId xmlns:a16="http://schemas.microsoft.com/office/drawing/2014/main" id="{F966BAE6-577D-F84A-9316-4795CCF65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141">
              <a:extLst>
                <a:ext uri="{FF2B5EF4-FFF2-40B4-BE49-F238E27FC236}">
                  <a16:creationId xmlns:a16="http://schemas.microsoft.com/office/drawing/2014/main" id="{F86D532D-DAE5-C941-B9EC-4A426AEBE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142">
              <a:extLst>
                <a:ext uri="{FF2B5EF4-FFF2-40B4-BE49-F238E27FC236}">
                  <a16:creationId xmlns:a16="http://schemas.microsoft.com/office/drawing/2014/main" id="{29DB6789-21FF-0B4F-9F3A-A6DDF6B7F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143">
              <a:extLst>
                <a:ext uri="{FF2B5EF4-FFF2-40B4-BE49-F238E27FC236}">
                  <a16:creationId xmlns:a16="http://schemas.microsoft.com/office/drawing/2014/main" id="{DC8DF7D7-3227-5546-B62A-B82DF1E91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144">
              <a:extLst>
                <a:ext uri="{FF2B5EF4-FFF2-40B4-BE49-F238E27FC236}">
                  <a16:creationId xmlns:a16="http://schemas.microsoft.com/office/drawing/2014/main" id="{E546F3EF-DF70-0346-865D-343E9604B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145">
              <a:extLst>
                <a:ext uri="{FF2B5EF4-FFF2-40B4-BE49-F238E27FC236}">
                  <a16:creationId xmlns:a16="http://schemas.microsoft.com/office/drawing/2014/main" id="{A87F660F-FFD4-B640-A11B-C5929FE64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146">
              <a:extLst>
                <a:ext uri="{FF2B5EF4-FFF2-40B4-BE49-F238E27FC236}">
                  <a16:creationId xmlns:a16="http://schemas.microsoft.com/office/drawing/2014/main" id="{B739EB7D-D4B5-FB46-9926-26A36204A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147">
              <a:extLst>
                <a:ext uri="{FF2B5EF4-FFF2-40B4-BE49-F238E27FC236}">
                  <a16:creationId xmlns:a16="http://schemas.microsoft.com/office/drawing/2014/main" id="{6F8E74B0-7A1C-E544-BE17-9E496D33D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148">
              <a:extLst>
                <a:ext uri="{FF2B5EF4-FFF2-40B4-BE49-F238E27FC236}">
                  <a16:creationId xmlns:a16="http://schemas.microsoft.com/office/drawing/2014/main" id="{16B7EBF0-A7C7-CE4F-8547-1B5F2ADC5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149">
              <a:extLst>
                <a:ext uri="{FF2B5EF4-FFF2-40B4-BE49-F238E27FC236}">
                  <a16:creationId xmlns:a16="http://schemas.microsoft.com/office/drawing/2014/main" id="{5A1F340E-C16F-B447-8742-EDEA4C386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150">
              <a:extLst>
                <a:ext uri="{FF2B5EF4-FFF2-40B4-BE49-F238E27FC236}">
                  <a16:creationId xmlns:a16="http://schemas.microsoft.com/office/drawing/2014/main" id="{AD0EB3C3-4B4E-0A41-BE3B-B0FB158D0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151">
              <a:extLst>
                <a:ext uri="{FF2B5EF4-FFF2-40B4-BE49-F238E27FC236}">
                  <a16:creationId xmlns:a16="http://schemas.microsoft.com/office/drawing/2014/main" id="{CBA72C6C-E829-E748-9FD2-8A4A95E12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152">
              <a:extLst>
                <a:ext uri="{FF2B5EF4-FFF2-40B4-BE49-F238E27FC236}">
                  <a16:creationId xmlns:a16="http://schemas.microsoft.com/office/drawing/2014/main" id="{16568ED2-A4F2-6947-8E76-4288D3F18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153">
              <a:extLst>
                <a:ext uri="{FF2B5EF4-FFF2-40B4-BE49-F238E27FC236}">
                  <a16:creationId xmlns:a16="http://schemas.microsoft.com/office/drawing/2014/main" id="{3F8ABB3F-35E8-554D-8B4C-F36E4CD9A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154">
              <a:extLst>
                <a:ext uri="{FF2B5EF4-FFF2-40B4-BE49-F238E27FC236}">
                  <a16:creationId xmlns:a16="http://schemas.microsoft.com/office/drawing/2014/main" id="{F7C9F280-73EB-F848-AF6F-F0830F54F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155">
              <a:extLst>
                <a:ext uri="{FF2B5EF4-FFF2-40B4-BE49-F238E27FC236}">
                  <a16:creationId xmlns:a16="http://schemas.microsoft.com/office/drawing/2014/main" id="{FFB34A6D-F469-5149-92D5-3D224C053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156">
              <a:extLst>
                <a:ext uri="{FF2B5EF4-FFF2-40B4-BE49-F238E27FC236}">
                  <a16:creationId xmlns:a16="http://schemas.microsoft.com/office/drawing/2014/main" id="{482FFD04-92CA-1A42-8C51-394DDC9C8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157">
              <a:extLst>
                <a:ext uri="{FF2B5EF4-FFF2-40B4-BE49-F238E27FC236}">
                  <a16:creationId xmlns:a16="http://schemas.microsoft.com/office/drawing/2014/main" id="{648AE83F-4FD4-0343-8074-EBCC44FEA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158">
              <a:extLst>
                <a:ext uri="{FF2B5EF4-FFF2-40B4-BE49-F238E27FC236}">
                  <a16:creationId xmlns:a16="http://schemas.microsoft.com/office/drawing/2014/main" id="{C33F9144-2CC3-8B45-9F16-AEAF2A9F9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159">
              <a:extLst>
                <a:ext uri="{FF2B5EF4-FFF2-40B4-BE49-F238E27FC236}">
                  <a16:creationId xmlns:a16="http://schemas.microsoft.com/office/drawing/2014/main" id="{C3C9A473-1CB4-3942-BEE7-E2DB10AB1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160">
              <a:extLst>
                <a:ext uri="{FF2B5EF4-FFF2-40B4-BE49-F238E27FC236}">
                  <a16:creationId xmlns:a16="http://schemas.microsoft.com/office/drawing/2014/main" id="{BF999F17-BC7D-A54B-9912-35F20F17B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161">
              <a:extLst>
                <a:ext uri="{FF2B5EF4-FFF2-40B4-BE49-F238E27FC236}">
                  <a16:creationId xmlns:a16="http://schemas.microsoft.com/office/drawing/2014/main" id="{F2868EC2-33DA-F24B-9FE7-4C5BA0035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162">
              <a:extLst>
                <a:ext uri="{FF2B5EF4-FFF2-40B4-BE49-F238E27FC236}">
                  <a16:creationId xmlns:a16="http://schemas.microsoft.com/office/drawing/2014/main" id="{7A88A83A-038E-6641-8F41-00CABFB16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163">
              <a:extLst>
                <a:ext uri="{FF2B5EF4-FFF2-40B4-BE49-F238E27FC236}">
                  <a16:creationId xmlns:a16="http://schemas.microsoft.com/office/drawing/2014/main" id="{E15F933D-AE26-AA4B-9F40-05703CA25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235">
              <a:extLst>
                <a:ext uri="{FF2B5EF4-FFF2-40B4-BE49-F238E27FC236}">
                  <a16:creationId xmlns:a16="http://schemas.microsoft.com/office/drawing/2014/main" id="{AACC4065-4CB0-FC42-949D-54014E2CF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242">
              <a:extLst>
                <a:ext uri="{FF2B5EF4-FFF2-40B4-BE49-F238E27FC236}">
                  <a16:creationId xmlns:a16="http://schemas.microsoft.com/office/drawing/2014/main" id="{B914D8DF-6570-4149-BE94-2203AF9C4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249">
              <a:extLst>
                <a:ext uri="{FF2B5EF4-FFF2-40B4-BE49-F238E27FC236}">
                  <a16:creationId xmlns:a16="http://schemas.microsoft.com/office/drawing/2014/main" id="{B3E902E5-5B93-EC49-9920-1BAEED80D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256">
              <a:extLst>
                <a:ext uri="{FF2B5EF4-FFF2-40B4-BE49-F238E27FC236}">
                  <a16:creationId xmlns:a16="http://schemas.microsoft.com/office/drawing/2014/main" id="{4F508945-D00C-BC48-8DCC-344A7E6C1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263">
              <a:extLst>
                <a:ext uri="{FF2B5EF4-FFF2-40B4-BE49-F238E27FC236}">
                  <a16:creationId xmlns:a16="http://schemas.microsoft.com/office/drawing/2014/main" id="{6B18242A-7E0B-E046-9AB7-2B3A93FF0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270">
              <a:extLst>
                <a:ext uri="{FF2B5EF4-FFF2-40B4-BE49-F238E27FC236}">
                  <a16:creationId xmlns:a16="http://schemas.microsoft.com/office/drawing/2014/main" id="{E1A0D9DE-6885-7043-BC9A-B8E5D5404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277">
              <a:extLst>
                <a:ext uri="{FF2B5EF4-FFF2-40B4-BE49-F238E27FC236}">
                  <a16:creationId xmlns:a16="http://schemas.microsoft.com/office/drawing/2014/main" id="{81F0F13C-7CC4-3441-BAD2-6B00173BB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284">
              <a:extLst>
                <a:ext uri="{FF2B5EF4-FFF2-40B4-BE49-F238E27FC236}">
                  <a16:creationId xmlns:a16="http://schemas.microsoft.com/office/drawing/2014/main" id="{2319C726-2B42-EF4D-BCE8-0763739D2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291">
              <a:extLst>
                <a:ext uri="{FF2B5EF4-FFF2-40B4-BE49-F238E27FC236}">
                  <a16:creationId xmlns:a16="http://schemas.microsoft.com/office/drawing/2014/main" id="{A2D497A8-D66D-2647-AE43-B7A7ACDD2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298">
              <a:extLst>
                <a:ext uri="{FF2B5EF4-FFF2-40B4-BE49-F238E27FC236}">
                  <a16:creationId xmlns:a16="http://schemas.microsoft.com/office/drawing/2014/main" id="{32AF8F5D-DA9F-B44F-A3E0-430986FB1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305">
              <a:extLst>
                <a:ext uri="{FF2B5EF4-FFF2-40B4-BE49-F238E27FC236}">
                  <a16:creationId xmlns:a16="http://schemas.microsoft.com/office/drawing/2014/main" id="{54A0CBA2-EEBD-6D4F-B4C1-3A44D142D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312">
              <a:extLst>
                <a:ext uri="{FF2B5EF4-FFF2-40B4-BE49-F238E27FC236}">
                  <a16:creationId xmlns:a16="http://schemas.microsoft.com/office/drawing/2014/main" id="{C688E2CA-B5A5-3044-83EA-2F36B954B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 w="9525">
              <a:solidFill>
                <a:srgbClr val="000000">
                  <a:alpha val="31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7167C922-29EF-0F42-AF90-05CB7764FD98}"/>
              </a:ext>
            </a:extLst>
          </p:cNvPr>
          <p:cNvGrpSpPr/>
          <p:nvPr/>
        </p:nvGrpSpPr>
        <p:grpSpPr>
          <a:xfrm>
            <a:off x="41940" y="5519805"/>
            <a:ext cx="2171684" cy="1306719"/>
            <a:chOff x="9915526" y="1892300"/>
            <a:chExt cx="1116012" cy="671513"/>
          </a:xfrm>
          <a:solidFill>
            <a:schemeClr val="accent1"/>
          </a:solidFill>
        </p:grpSpPr>
        <p:sp>
          <p:nvSpPr>
            <p:cNvPr id="47" name="Freeform 80">
              <a:extLst>
                <a:ext uri="{FF2B5EF4-FFF2-40B4-BE49-F238E27FC236}">
                  <a16:creationId xmlns:a16="http://schemas.microsoft.com/office/drawing/2014/main" id="{FA9A65D2-4AE1-B546-92BE-51C8BB327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81">
              <a:extLst>
                <a:ext uri="{FF2B5EF4-FFF2-40B4-BE49-F238E27FC236}">
                  <a16:creationId xmlns:a16="http://schemas.microsoft.com/office/drawing/2014/main" id="{8E1C665E-66F5-124F-B8CA-6D69AC1B4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82">
              <a:extLst>
                <a:ext uri="{FF2B5EF4-FFF2-40B4-BE49-F238E27FC236}">
                  <a16:creationId xmlns:a16="http://schemas.microsoft.com/office/drawing/2014/main" id="{31FCE914-EF41-FB40-8C27-0E50B223F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83">
              <a:extLst>
                <a:ext uri="{FF2B5EF4-FFF2-40B4-BE49-F238E27FC236}">
                  <a16:creationId xmlns:a16="http://schemas.microsoft.com/office/drawing/2014/main" id="{5DC1BB25-7B6E-B843-B9A9-381C07BF8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17713973-D082-4549-B232-248764946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85">
              <a:extLst>
                <a:ext uri="{FF2B5EF4-FFF2-40B4-BE49-F238E27FC236}">
                  <a16:creationId xmlns:a16="http://schemas.microsoft.com/office/drawing/2014/main" id="{A0BF4E3D-77AF-2643-83D0-4C1051C23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86">
              <a:extLst>
                <a:ext uri="{FF2B5EF4-FFF2-40B4-BE49-F238E27FC236}">
                  <a16:creationId xmlns:a16="http://schemas.microsoft.com/office/drawing/2014/main" id="{73741602-9967-E141-9086-5C87CFBF7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87">
              <a:extLst>
                <a:ext uri="{FF2B5EF4-FFF2-40B4-BE49-F238E27FC236}">
                  <a16:creationId xmlns:a16="http://schemas.microsoft.com/office/drawing/2014/main" id="{26DE17E4-6F8E-064A-B77C-721EFD4C4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88">
              <a:extLst>
                <a:ext uri="{FF2B5EF4-FFF2-40B4-BE49-F238E27FC236}">
                  <a16:creationId xmlns:a16="http://schemas.microsoft.com/office/drawing/2014/main" id="{FC0F0A24-8AA7-6541-89B2-D452C0B73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89">
              <a:extLst>
                <a:ext uri="{FF2B5EF4-FFF2-40B4-BE49-F238E27FC236}">
                  <a16:creationId xmlns:a16="http://schemas.microsoft.com/office/drawing/2014/main" id="{897A1029-7A85-3B41-BCD8-196CCB75D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90">
              <a:extLst>
                <a:ext uri="{FF2B5EF4-FFF2-40B4-BE49-F238E27FC236}">
                  <a16:creationId xmlns:a16="http://schemas.microsoft.com/office/drawing/2014/main" id="{7573F057-3C3A-CF47-B483-D194B58F2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91">
              <a:extLst>
                <a:ext uri="{FF2B5EF4-FFF2-40B4-BE49-F238E27FC236}">
                  <a16:creationId xmlns:a16="http://schemas.microsoft.com/office/drawing/2014/main" id="{87FB6D51-A69C-7649-87EF-EFC9681C5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92">
              <a:extLst>
                <a:ext uri="{FF2B5EF4-FFF2-40B4-BE49-F238E27FC236}">
                  <a16:creationId xmlns:a16="http://schemas.microsoft.com/office/drawing/2014/main" id="{6D696D78-10EF-834E-B236-E0C07974D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93">
              <a:extLst>
                <a:ext uri="{FF2B5EF4-FFF2-40B4-BE49-F238E27FC236}">
                  <a16:creationId xmlns:a16="http://schemas.microsoft.com/office/drawing/2014/main" id="{E6151178-C6CE-8149-A002-740303AED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94">
              <a:extLst>
                <a:ext uri="{FF2B5EF4-FFF2-40B4-BE49-F238E27FC236}">
                  <a16:creationId xmlns:a16="http://schemas.microsoft.com/office/drawing/2014/main" id="{89BAAA23-53D1-4047-9AD5-E53E82E73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95">
              <a:extLst>
                <a:ext uri="{FF2B5EF4-FFF2-40B4-BE49-F238E27FC236}">
                  <a16:creationId xmlns:a16="http://schemas.microsoft.com/office/drawing/2014/main" id="{4A6004F3-7642-864D-A380-E0891A008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96">
              <a:extLst>
                <a:ext uri="{FF2B5EF4-FFF2-40B4-BE49-F238E27FC236}">
                  <a16:creationId xmlns:a16="http://schemas.microsoft.com/office/drawing/2014/main" id="{27751FCF-CB52-6F4E-B5DA-E64671A13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97">
              <a:extLst>
                <a:ext uri="{FF2B5EF4-FFF2-40B4-BE49-F238E27FC236}">
                  <a16:creationId xmlns:a16="http://schemas.microsoft.com/office/drawing/2014/main" id="{6CC4EDC2-B80F-D149-9849-81B08BD6D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98">
              <a:extLst>
                <a:ext uri="{FF2B5EF4-FFF2-40B4-BE49-F238E27FC236}">
                  <a16:creationId xmlns:a16="http://schemas.microsoft.com/office/drawing/2014/main" id="{FC4A4767-7295-7745-B618-4671E8804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99">
              <a:extLst>
                <a:ext uri="{FF2B5EF4-FFF2-40B4-BE49-F238E27FC236}">
                  <a16:creationId xmlns:a16="http://schemas.microsoft.com/office/drawing/2014/main" id="{109F3496-BF8E-1640-B429-32CF9D877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100">
              <a:extLst>
                <a:ext uri="{FF2B5EF4-FFF2-40B4-BE49-F238E27FC236}">
                  <a16:creationId xmlns:a16="http://schemas.microsoft.com/office/drawing/2014/main" id="{777BC57D-1867-A247-A14F-1AFCF071D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101">
              <a:extLst>
                <a:ext uri="{FF2B5EF4-FFF2-40B4-BE49-F238E27FC236}">
                  <a16:creationId xmlns:a16="http://schemas.microsoft.com/office/drawing/2014/main" id="{96EAFFD2-55E9-0143-A239-D302E98B6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102">
              <a:extLst>
                <a:ext uri="{FF2B5EF4-FFF2-40B4-BE49-F238E27FC236}">
                  <a16:creationId xmlns:a16="http://schemas.microsoft.com/office/drawing/2014/main" id="{B9774A19-4F16-3941-8C03-92FC07D92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103">
              <a:extLst>
                <a:ext uri="{FF2B5EF4-FFF2-40B4-BE49-F238E27FC236}">
                  <a16:creationId xmlns:a16="http://schemas.microsoft.com/office/drawing/2014/main" id="{A0F6F7DA-71CD-0749-BF14-41A1582C4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104">
              <a:extLst>
                <a:ext uri="{FF2B5EF4-FFF2-40B4-BE49-F238E27FC236}">
                  <a16:creationId xmlns:a16="http://schemas.microsoft.com/office/drawing/2014/main" id="{9D7D205C-3C99-8046-8BAF-61DF82BF5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105">
              <a:extLst>
                <a:ext uri="{FF2B5EF4-FFF2-40B4-BE49-F238E27FC236}">
                  <a16:creationId xmlns:a16="http://schemas.microsoft.com/office/drawing/2014/main" id="{25A89ECD-024F-0B41-A8F4-401D1413A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106">
              <a:extLst>
                <a:ext uri="{FF2B5EF4-FFF2-40B4-BE49-F238E27FC236}">
                  <a16:creationId xmlns:a16="http://schemas.microsoft.com/office/drawing/2014/main" id="{CB4D7D5C-2D8C-3C4E-9D70-E32505B03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107">
              <a:extLst>
                <a:ext uri="{FF2B5EF4-FFF2-40B4-BE49-F238E27FC236}">
                  <a16:creationId xmlns:a16="http://schemas.microsoft.com/office/drawing/2014/main" id="{25CB88C6-3788-5145-AA58-3BCEA891E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108">
              <a:extLst>
                <a:ext uri="{FF2B5EF4-FFF2-40B4-BE49-F238E27FC236}">
                  <a16:creationId xmlns:a16="http://schemas.microsoft.com/office/drawing/2014/main" id="{89B208CB-38AA-7E45-8B83-58C5B3B1B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109">
              <a:extLst>
                <a:ext uri="{FF2B5EF4-FFF2-40B4-BE49-F238E27FC236}">
                  <a16:creationId xmlns:a16="http://schemas.microsoft.com/office/drawing/2014/main" id="{F4823620-E815-154E-911B-D017C2AFA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110">
              <a:extLst>
                <a:ext uri="{FF2B5EF4-FFF2-40B4-BE49-F238E27FC236}">
                  <a16:creationId xmlns:a16="http://schemas.microsoft.com/office/drawing/2014/main" id="{E5C6C86E-4392-B64D-8DA5-3A2510101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111">
              <a:extLst>
                <a:ext uri="{FF2B5EF4-FFF2-40B4-BE49-F238E27FC236}">
                  <a16:creationId xmlns:a16="http://schemas.microsoft.com/office/drawing/2014/main" id="{B819208F-E17C-9448-8D15-0D989F626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112">
              <a:extLst>
                <a:ext uri="{FF2B5EF4-FFF2-40B4-BE49-F238E27FC236}">
                  <a16:creationId xmlns:a16="http://schemas.microsoft.com/office/drawing/2014/main" id="{63CE7620-7873-E548-949D-CEF59342A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113">
              <a:extLst>
                <a:ext uri="{FF2B5EF4-FFF2-40B4-BE49-F238E27FC236}">
                  <a16:creationId xmlns:a16="http://schemas.microsoft.com/office/drawing/2014/main" id="{6196E155-F8DA-C94F-B83B-42C2A2409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114">
              <a:extLst>
                <a:ext uri="{FF2B5EF4-FFF2-40B4-BE49-F238E27FC236}">
                  <a16:creationId xmlns:a16="http://schemas.microsoft.com/office/drawing/2014/main" id="{D127DCC9-DC05-C240-8AF0-A86514252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115">
              <a:extLst>
                <a:ext uri="{FF2B5EF4-FFF2-40B4-BE49-F238E27FC236}">
                  <a16:creationId xmlns:a16="http://schemas.microsoft.com/office/drawing/2014/main" id="{C865954B-0513-0641-83CD-3DE3A1DB9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116">
              <a:extLst>
                <a:ext uri="{FF2B5EF4-FFF2-40B4-BE49-F238E27FC236}">
                  <a16:creationId xmlns:a16="http://schemas.microsoft.com/office/drawing/2014/main" id="{F58DC2CB-080E-274A-9414-AD096E161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117">
              <a:extLst>
                <a:ext uri="{FF2B5EF4-FFF2-40B4-BE49-F238E27FC236}">
                  <a16:creationId xmlns:a16="http://schemas.microsoft.com/office/drawing/2014/main" id="{5C2AA643-F177-814C-B754-53D28E119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118">
              <a:extLst>
                <a:ext uri="{FF2B5EF4-FFF2-40B4-BE49-F238E27FC236}">
                  <a16:creationId xmlns:a16="http://schemas.microsoft.com/office/drawing/2014/main" id="{19CC47B2-0FA0-A842-8273-042AE8CEE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119">
              <a:extLst>
                <a:ext uri="{FF2B5EF4-FFF2-40B4-BE49-F238E27FC236}">
                  <a16:creationId xmlns:a16="http://schemas.microsoft.com/office/drawing/2014/main" id="{2F0BBE9E-2E3D-D14A-AE33-407688C29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120">
              <a:extLst>
                <a:ext uri="{FF2B5EF4-FFF2-40B4-BE49-F238E27FC236}">
                  <a16:creationId xmlns:a16="http://schemas.microsoft.com/office/drawing/2014/main" id="{A66AE8BC-B7D2-2148-816E-D859AE712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121">
              <a:extLst>
                <a:ext uri="{FF2B5EF4-FFF2-40B4-BE49-F238E27FC236}">
                  <a16:creationId xmlns:a16="http://schemas.microsoft.com/office/drawing/2014/main" id="{C62412B1-A0B5-CF4B-BC6B-852A49806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122">
              <a:extLst>
                <a:ext uri="{FF2B5EF4-FFF2-40B4-BE49-F238E27FC236}">
                  <a16:creationId xmlns:a16="http://schemas.microsoft.com/office/drawing/2014/main" id="{16D36417-A4DF-6F45-84AC-5F48283E9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123">
              <a:extLst>
                <a:ext uri="{FF2B5EF4-FFF2-40B4-BE49-F238E27FC236}">
                  <a16:creationId xmlns:a16="http://schemas.microsoft.com/office/drawing/2014/main" id="{88934CEF-D437-C446-AACC-5190ACDCC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124">
              <a:extLst>
                <a:ext uri="{FF2B5EF4-FFF2-40B4-BE49-F238E27FC236}">
                  <a16:creationId xmlns:a16="http://schemas.microsoft.com/office/drawing/2014/main" id="{23AF18DE-E157-BF4A-A603-AC03268EA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125">
              <a:extLst>
                <a:ext uri="{FF2B5EF4-FFF2-40B4-BE49-F238E27FC236}">
                  <a16:creationId xmlns:a16="http://schemas.microsoft.com/office/drawing/2014/main" id="{939E8E56-F21E-D849-8134-958935545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126">
              <a:extLst>
                <a:ext uri="{FF2B5EF4-FFF2-40B4-BE49-F238E27FC236}">
                  <a16:creationId xmlns:a16="http://schemas.microsoft.com/office/drawing/2014/main" id="{754E68C2-3A6A-554F-BDA5-D931F06F2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127">
              <a:extLst>
                <a:ext uri="{FF2B5EF4-FFF2-40B4-BE49-F238E27FC236}">
                  <a16:creationId xmlns:a16="http://schemas.microsoft.com/office/drawing/2014/main" id="{EF203D12-8096-514C-B80F-827E50920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128">
              <a:extLst>
                <a:ext uri="{FF2B5EF4-FFF2-40B4-BE49-F238E27FC236}">
                  <a16:creationId xmlns:a16="http://schemas.microsoft.com/office/drawing/2014/main" id="{6BA3FEBD-ECA2-EB48-AE9A-35F2821D7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129">
              <a:extLst>
                <a:ext uri="{FF2B5EF4-FFF2-40B4-BE49-F238E27FC236}">
                  <a16:creationId xmlns:a16="http://schemas.microsoft.com/office/drawing/2014/main" id="{E4979D02-ED37-F241-97E8-13DDAB721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130">
              <a:extLst>
                <a:ext uri="{FF2B5EF4-FFF2-40B4-BE49-F238E27FC236}">
                  <a16:creationId xmlns:a16="http://schemas.microsoft.com/office/drawing/2014/main" id="{61E7A819-880A-1848-A363-E408C3930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131">
              <a:extLst>
                <a:ext uri="{FF2B5EF4-FFF2-40B4-BE49-F238E27FC236}">
                  <a16:creationId xmlns:a16="http://schemas.microsoft.com/office/drawing/2014/main" id="{229F6FB8-9B2F-EB49-A490-44BBF028E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132">
              <a:extLst>
                <a:ext uri="{FF2B5EF4-FFF2-40B4-BE49-F238E27FC236}">
                  <a16:creationId xmlns:a16="http://schemas.microsoft.com/office/drawing/2014/main" id="{3F9CB825-0546-754D-A164-D4D2890A2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133">
              <a:extLst>
                <a:ext uri="{FF2B5EF4-FFF2-40B4-BE49-F238E27FC236}">
                  <a16:creationId xmlns:a16="http://schemas.microsoft.com/office/drawing/2014/main" id="{141183FB-5CAE-AD45-93D4-A385F795E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134">
              <a:extLst>
                <a:ext uri="{FF2B5EF4-FFF2-40B4-BE49-F238E27FC236}">
                  <a16:creationId xmlns:a16="http://schemas.microsoft.com/office/drawing/2014/main" id="{72BAA105-2EC8-0A4A-AF12-5508E0323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135">
              <a:extLst>
                <a:ext uri="{FF2B5EF4-FFF2-40B4-BE49-F238E27FC236}">
                  <a16:creationId xmlns:a16="http://schemas.microsoft.com/office/drawing/2014/main" id="{913B2020-D92B-6448-9FC0-5426AE77A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136">
              <a:extLst>
                <a:ext uri="{FF2B5EF4-FFF2-40B4-BE49-F238E27FC236}">
                  <a16:creationId xmlns:a16="http://schemas.microsoft.com/office/drawing/2014/main" id="{110E8463-FFDA-8844-98A0-B43BEF6C5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137">
              <a:extLst>
                <a:ext uri="{FF2B5EF4-FFF2-40B4-BE49-F238E27FC236}">
                  <a16:creationId xmlns:a16="http://schemas.microsoft.com/office/drawing/2014/main" id="{414E163E-DE33-D842-A55F-83A9FA27F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138">
              <a:extLst>
                <a:ext uri="{FF2B5EF4-FFF2-40B4-BE49-F238E27FC236}">
                  <a16:creationId xmlns:a16="http://schemas.microsoft.com/office/drawing/2014/main" id="{C4A39B53-9ABB-6B4D-B285-8AC4F63A0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39">
              <a:extLst>
                <a:ext uri="{FF2B5EF4-FFF2-40B4-BE49-F238E27FC236}">
                  <a16:creationId xmlns:a16="http://schemas.microsoft.com/office/drawing/2014/main" id="{2B1EAA10-5DE8-A449-80D3-BA490CA6D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40">
              <a:extLst>
                <a:ext uri="{FF2B5EF4-FFF2-40B4-BE49-F238E27FC236}">
                  <a16:creationId xmlns:a16="http://schemas.microsoft.com/office/drawing/2014/main" id="{7D425D5D-3FFD-CF4A-9931-E39C30AC7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41">
              <a:extLst>
                <a:ext uri="{FF2B5EF4-FFF2-40B4-BE49-F238E27FC236}">
                  <a16:creationId xmlns:a16="http://schemas.microsoft.com/office/drawing/2014/main" id="{80A8749F-B66B-794F-B518-CC3ECBF4C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42">
              <a:extLst>
                <a:ext uri="{FF2B5EF4-FFF2-40B4-BE49-F238E27FC236}">
                  <a16:creationId xmlns:a16="http://schemas.microsoft.com/office/drawing/2014/main" id="{06786E26-3705-4F4F-9DFB-BE80772B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43">
              <a:extLst>
                <a:ext uri="{FF2B5EF4-FFF2-40B4-BE49-F238E27FC236}">
                  <a16:creationId xmlns:a16="http://schemas.microsoft.com/office/drawing/2014/main" id="{E8EF84BF-0C6B-9047-B34B-A2D6C124F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44">
              <a:extLst>
                <a:ext uri="{FF2B5EF4-FFF2-40B4-BE49-F238E27FC236}">
                  <a16:creationId xmlns:a16="http://schemas.microsoft.com/office/drawing/2014/main" id="{5F275478-C9E5-134C-960A-FF8D56083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45">
              <a:extLst>
                <a:ext uri="{FF2B5EF4-FFF2-40B4-BE49-F238E27FC236}">
                  <a16:creationId xmlns:a16="http://schemas.microsoft.com/office/drawing/2014/main" id="{61E7A61F-322E-BF40-99FD-B229CC895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46">
              <a:extLst>
                <a:ext uri="{FF2B5EF4-FFF2-40B4-BE49-F238E27FC236}">
                  <a16:creationId xmlns:a16="http://schemas.microsoft.com/office/drawing/2014/main" id="{DDEF18F6-0E48-334E-9AA2-5750F38DF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47">
              <a:extLst>
                <a:ext uri="{FF2B5EF4-FFF2-40B4-BE49-F238E27FC236}">
                  <a16:creationId xmlns:a16="http://schemas.microsoft.com/office/drawing/2014/main" id="{06F9CD49-DECA-0346-9F4C-1F892A0EA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48">
              <a:extLst>
                <a:ext uri="{FF2B5EF4-FFF2-40B4-BE49-F238E27FC236}">
                  <a16:creationId xmlns:a16="http://schemas.microsoft.com/office/drawing/2014/main" id="{8295BE04-1C1B-DB47-9F97-57A1088FC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49">
              <a:extLst>
                <a:ext uri="{FF2B5EF4-FFF2-40B4-BE49-F238E27FC236}">
                  <a16:creationId xmlns:a16="http://schemas.microsoft.com/office/drawing/2014/main" id="{7EE3F609-8887-F945-884D-BC42A23D1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50">
              <a:extLst>
                <a:ext uri="{FF2B5EF4-FFF2-40B4-BE49-F238E27FC236}">
                  <a16:creationId xmlns:a16="http://schemas.microsoft.com/office/drawing/2014/main" id="{CDA52449-F7E4-854C-904E-096169AFB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51">
              <a:extLst>
                <a:ext uri="{FF2B5EF4-FFF2-40B4-BE49-F238E27FC236}">
                  <a16:creationId xmlns:a16="http://schemas.microsoft.com/office/drawing/2014/main" id="{2CA61B62-5BC7-5F4E-9FAA-ACB44AFE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52">
              <a:extLst>
                <a:ext uri="{FF2B5EF4-FFF2-40B4-BE49-F238E27FC236}">
                  <a16:creationId xmlns:a16="http://schemas.microsoft.com/office/drawing/2014/main" id="{2A4BC288-AC93-EA4A-A6FC-26C60C96F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53">
              <a:extLst>
                <a:ext uri="{FF2B5EF4-FFF2-40B4-BE49-F238E27FC236}">
                  <a16:creationId xmlns:a16="http://schemas.microsoft.com/office/drawing/2014/main" id="{74A24641-A316-F54B-9412-ACB977538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54">
              <a:extLst>
                <a:ext uri="{FF2B5EF4-FFF2-40B4-BE49-F238E27FC236}">
                  <a16:creationId xmlns:a16="http://schemas.microsoft.com/office/drawing/2014/main" id="{DD82B933-1F62-8A4B-BF6D-8165389ED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55">
              <a:extLst>
                <a:ext uri="{FF2B5EF4-FFF2-40B4-BE49-F238E27FC236}">
                  <a16:creationId xmlns:a16="http://schemas.microsoft.com/office/drawing/2014/main" id="{1C3CE24D-B63F-CB43-AB77-E6CAA4E95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56">
              <a:extLst>
                <a:ext uri="{FF2B5EF4-FFF2-40B4-BE49-F238E27FC236}">
                  <a16:creationId xmlns:a16="http://schemas.microsoft.com/office/drawing/2014/main" id="{ABFC0BC9-7176-D64F-8635-FB92161FC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57">
              <a:extLst>
                <a:ext uri="{FF2B5EF4-FFF2-40B4-BE49-F238E27FC236}">
                  <a16:creationId xmlns:a16="http://schemas.microsoft.com/office/drawing/2014/main" id="{CE843C21-849E-1740-88B2-55822F062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58">
              <a:extLst>
                <a:ext uri="{FF2B5EF4-FFF2-40B4-BE49-F238E27FC236}">
                  <a16:creationId xmlns:a16="http://schemas.microsoft.com/office/drawing/2014/main" id="{C20B74C3-D419-0A4F-BACF-AB2C8290D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59">
              <a:extLst>
                <a:ext uri="{FF2B5EF4-FFF2-40B4-BE49-F238E27FC236}">
                  <a16:creationId xmlns:a16="http://schemas.microsoft.com/office/drawing/2014/main" id="{833D1C05-F4A5-E04E-8D52-4105E9975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60">
              <a:extLst>
                <a:ext uri="{FF2B5EF4-FFF2-40B4-BE49-F238E27FC236}">
                  <a16:creationId xmlns:a16="http://schemas.microsoft.com/office/drawing/2014/main" id="{F8D86F2A-00EC-034F-97E8-827AB7948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61">
              <a:extLst>
                <a:ext uri="{FF2B5EF4-FFF2-40B4-BE49-F238E27FC236}">
                  <a16:creationId xmlns:a16="http://schemas.microsoft.com/office/drawing/2014/main" id="{6AD48B42-5CC7-E04D-B716-53EAEB34D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62">
              <a:extLst>
                <a:ext uri="{FF2B5EF4-FFF2-40B4-BE49-F238E27FC236}">
                  <a16:creationId xmlns:a16="http://schemas.microsoft.com/office/drawing/2014/main" id="{5CA11C6A-5B72-7242-8134-6D96307D2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63">
              <a:extLst>
                <a:ext uri="{FF2B5EF4-FFF2-40B4-BE49-F238E27FC236}">
                  <a16:creationId xmlns:a16="http://schemas.microsoft.com/office/drawing/2014/main" id="{3F5358B2-7AB0-B745-8094-C1DF52930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235">
              <a:extLst>
                <a:ext uri="{FF2B5EF4-FFF2-40B4-BE49-F238E27FC236}">
                  <a16:creationId xmlns:a16="http://schemas.microsoft.com/office/drawing/2014/main" id="{6EFA5B9C-1705-AC4C-8456-F52E68DB8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242">
              <a:extLst>
                <a:ext uri="{FF2B5EF4-FFF2-40B4-BE49-F238E27FC236}">
                  <a16:creationId xmlns:a16="http://schemas.microsoft.com/office/drawing/2014/main" id="{0A04536A-8B89-5845-97F2-EB7EC762B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249">
              <a:extLst>
                <a:ext uri="{FF2B5EF4-FFF2-40B4-BE49-F238E27FC236}">
                  <a16:creationId xmlns:a16="http://schemas.microsoft.com/office/drawing/2014/main" id="{DF9453BB-9AF7-1149-A103-E02DBD164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256">
              <a:extLst>
                <a:ext uri="{FF2B5EF4-FFF2-40B4-BE49-F238E27FC236}">
                  <a16:creationId xmlns:a16="http://schemas.microsoft.com/office/drawing/2014/main" id="{D5D6C4DB-434D-C046-8A10-DEC52E722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263">
              <a:extLst>
                <a:ext uri="{FF2B5EF4-FFF2-40B4-BE49-F238E27FC236}">
                  <a16:creationId xmlns:a16="http://schemas.microsoft.com/office/drawing/2014/main" id="{C2F0E70C-3CD5-484B-8CD3-E25F11EB1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270">
              <a:extLst>
                <a:ext uri="{FF2B5EF4-FFF2-40B4-BE49-F238E27FC236}">
                  <a16:creationId xmlns:a16="http://schemas.microsoft.com/office/drawing/2014/main" id="{83245BB4-CD9B-7649-8993-0A8123CBE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277">
              <a:extLst>
                <a:ext uri="{FF2B5EF4-FFF2-40B4-BE49-F238E27FC236}">
                  <a16:creationId xmlns:a16="http://schemas.microsoft.com/office/drawing/2014/main" id="{F1E3639B-7D8A-FD4C-9291-A0EEFA67D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284">
              <a:extLst>
                <a:ext uri="{FF2B5EF4-FFF2-40B4-BE49-F238E27FC236}">
                  <a16:creationId xmlns:a16="http://schemas.microsoft.com/office/drawing/2014/main" id="{9EF61163-6B03-8B4E-904D-A2D45983E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291">
              <a:extLst>
                <a:ext uri="{FF2B5EF4-FFF2-40B4-BE49-F238E27FC236}">
                  <a16:creationId xmlns:a16="http://schemas.microsoft.com/office/drawing/2014/main" id="{ECA034ED-B112-E74A-ACAD-737E4C96F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298">
              <a:extLst>
                <a:ext uri="{FF2B5EF4-FFF2-40B4-BE49-F238E27FC236}">
                  <a16:creationId xmlns:a16="http://schemas.microsoft.com/office/drawing/2014/main" id="{921E51DD-C2E3-EC44-A463-B6DCAA5D7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305">
              <a:extLst>
                <a:ext uri="{FF2B5EF4-FFF2-40B4-BE49-F238E27FC236}">
                  <a16:creationId xmlns:a16="http://schemas.microsoft.com/office/drawing/2014/main" id="{ADFC4087-F56C-764E-A318-C648024BF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312">
              <a:extLst>
                <a:ext uri="{FF2B5EF4-FFF2-40B4-BE49-F238E27FC236}">
                  <a16:creationId xmlns:a16="http://schemas.microsoft.com/office/drawing/2014/main" id="{0B27E997-0F2F-1946-BBEC-841665BA8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1" name="Round Same Side Corner Rectangle 40">
            <a:extLst>
              <a:ext uri="{FF2B5EF4-FFF2-40B4-BE49-F238E27FC236}">
                <a16:creationId xmlns:a16="http://schemas.microsoft.com/office/drawing/2014/main" id="{CFE44ADE-52E5-7445-8465-54C4FB653B30}"/>
              </a:ext>
            </a:extLst>
          </p:cNvPr>
          <p:cNvSpPr/>
          <p:nvPr/>
        </p:nvSpPr>
        <p:spPr>
          <a:xfrm>
            <a:off x="627024" y="3944147"/>
            <a:ext cx="2759114" cy="2913853"/>
          </a:xfrm>
          <a:prstGeom prst="round2SameRect">
            <a:avLst>
              <a:gd name="adj1" fmla="val 9767"/>
              <a:gd name="adj2" fmla="val 0"/>
            </a:avLst>
          </a:prstGeom>
          <a:solidFill>
            <a:schemeClr val="bg1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Round Same Side Corner Rectangle 41">
            <a:extLst>
              <a:ext uri="{FF2B5EF4-FFF2-40B4-BE49-F238E27FC236}">
                <a16:creationId xmlns:a16="http://schemas.microsoft.com/office/drawing/2014/main" id="{0A2D154F-96A7-224F-A59A-6BF487EA56C3}"/>
              </a:ext>
            </a:extLst>
          </p:cNvPr>
          <p:cNvSpPr/>
          <p:nvPr/>
        </p:nvSpPr>
        <p:spPr>
          <a:xfrm>
            <a:off x="3489287" y="4303116"/>
            <a:ext cx="2759114" cy="2554884"/>
          </a:xfrm>
          <a:prstGeom prst="round2SameRect">
            <a:avLst>
              <a:gd name="adj1" fmla="val 9236"/>
              <a:gd name="adj2" fmla="val 0"/>
            </a:avLst>
          </a:prstGeom>
          <a:solidFill>
            <a:schemeClr val="bg1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Round Same Side Corner Rectangle 42">
            <a:extLst>
              <a:ext uri="{FF2B5EF4-FFF2-40B4-BE49-F238E27FC236}">
                <a16:creationId xmlns:a16="http://schemas.microsoft.com/office/drawing/2014/main" id="{4401A4F6-1352-2D42-97EA-D8C6D4D1F400}"/>
              </a:ext>
            </a:extLst>
          </p:cNvPr>
          <p:cNvSpPr/>
          <p:nvPr/>
        </p:nvSpPr>
        <p:spPr>
          <a:xfrm>
            <a:off x="6351550" y="4687096"/>
            <a:ext cx="2759114" cy="2170903"/>
          </a:xfrm>
          <a:prstGeom prst="round2SameRect">
            <a:avLst>
              <a:gd name="adj1" fmla="val 10829"/>
              <a:gd name="adj2" fmla="val 0"/>
            </a:avLst>
          </a:prstGeom>
          <a:solidFill>
            <a:schemeClr val="bg1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" name="Round Same Side Corner Rectangle 43">
            <a:extLst>
              <a:ext uri="{FF2B5EF4-FFF2-40B4-BE49-F238E27FC236}">
                <a16:creationId xmlns:a16="http://schemas.microsoft.com/office/drawing/2014/main" id="{238FE388-D0BA-8243-85CA-B9F68659836A}"/>
              </a:ext>
            </a:extLst>
          </p:cNvPr>
          <p:cNvSpPr/>
          <p:nvPr/>
        </p:nvSpPr>
        <p:spPr>
          <a:xfrm>
            <a:off x="9213812" y="4229896"/>
            <a:ext cx="2759114" cy="2628103"/>
          </a:xfrm>
          <a:prstGeom prst="round2SameRect">
            <a:avLst>
              <a:gd name="adj1" fmla="val 10298"/>
              <a:gd name="adj2" fmla="val 0"/>
            </a:avLst>
          </a:prstGeom>
          <a:solidFill>
            <a:schemeClr val="bg1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 8">
            <a:extLst>
              <a:ext uri="{FF2B5EF4-FFF2-40B4-BE49-F238E27FC236}">
                <a16:creationId xmlns:a16="http://schemas.microsoft.com/office/drawing/2014/main" id="{B4525F27-639F-2E4F-8E96-CD507C2BB347}"/>
              </a:ext>
            </a:extLst>
          </p:cNvPr>
          <p:cNvSpPr>
            <a:spLocks/>
          </p:cNvSpPr>
          <p:nvPr/>
        </p:nvSpPr>
        <p:spPr bwMode="auto">
          <a:xfrm>
            <a:off x="1" y="0"/>
            <a:ext cx="12191999" cy="3905520"/>
          </a:xfrm>
          <a:custGeom>
            <a:avLst/>
            <a:gdLst>
              <a:gd name="connsiteX0" fmla="*/ 0 w 12216879"/>
              <a:gd name="connsiteY0" fmla="*/ 0 h 4095947"/>
              <a:gd name="connsiteX1" fmla="*/ 12192000 w 12216879"/>
              <a:gd name="connsiteY1" fmla="*/ 0 h 4095947"/>
              <a:gd name="connsiteX2" fmla="*/ 12192000 w 12216879"/>
              <a:gd name="connsiteY2" fmla="*/ 2043113 h 4095947"/>
              <a:gd name="connsiteX3" fmla="*/ 12216879 w 12216879"/>
              <a:gd name="connsiteY3" fmla="*/ 2043113 h 4095947"/>
              <a:gd name="connsiteX4" fmla="*/ 12216879 w 12216879"/>
              <a:gd name="connsiteY4" fmla="*/ 3905520 h 4095947"/>
              <a:gd name="connsiteX5" fmla="*/ 10651897 w 12216879"/>
              <a:gd name="connsiteY5" fmla="*/ 3217173 h 4095947"/>
              <a:gd name="connsiteX6" fmla="*/ 6108440 w 12216879"/>
              <a:gd name="connsiteY6" fmla="*/ 3652504 h 4095947"/>
              <a:gd name="connsiteX7" fmla="*/ 1794660 w 12216879"/>
              <a:gd name="connsiteY7" fmla="*/ 2852819 h 4095947"/>
              <a:gd name="connsiteX8" fmla="*/ 0 w 12216879"/>
              <a:gd name="connsiteY8" fmla="*/ 2528825 h 4095947"/>
              <a:gd name="connsiteX9" fmla="*/ 0 w 12216879"/>
              <a:gd name="connsiteY9" fmla="*/ 2357438 h 4095947"/>
              <a:gd name="connsiteX10" fmla="*/ 0 w 12216879"/>
              <a:gd name="connsiteY10" fmla="*/ 2043113 h 4095947"/>
              <a:gd name="connsiteX0" fmla="*/ 0 w 12216879"/>
              <a:gd name="connsiteY0" fmla="*/ 0 h 3905520"/>
              <a:gd name="connsiteX1" fmla="*/ 12192000 w 12216879"/>
              <a:gd name="connsiteY1" fmla="*/ 0 h 3905520"/>
              <a:gd name="connsiteX2" fmla="*/ 12192000 w 12216879"/>
              <a:gd name="connsiteY2" fmla="*/ 2043113 h 3905520"/>
              <a:gd name="connsiteX3" fmla="*/ 12216879 w 12216879"/>
              <a:gd name="connsiteY3" fmla="*/ 2043113 h 3905520"/>
              <a:gd name="connsiteX4" fmla="*/ 12216879 w 12216879"/>
              <a:gd name="connsiteY4" fmla="*/ 3905520 h 3905520"/>
              <a:gd name="connsiteX5" fmla="*/ 10694760 w 12216879"/>
              <a:gd name="connsiteY5" fmla="*/ 3145736 h 3905520"/>
              <a:gd name="connsiteX6" fmla="*/ 6108440 w 12216879"/>
              <a:gd name="connsiteY6" fmla="*/ 3652504 h 3905520"/>
              <a:gd name="connsiteX7" fmla="*/ 1794660 w 12216879"/>
              <a:gd name="connsiteY7" fmla="*/ 2852819 h 3905520"/>
              <a:gd name="connsiteX8" fmla="*/ 0 w 12216879"/>
              <a:gd name="connsiteY8" fmla="*/ 2528825 h 3905520"/>
              <a:gd name="connsiteX9" fmla="*/ 0 w 12216879"/>
              <a:gd name="connsiteY9" fmla="*/ 2357438 h 3905520"/>
              <a:gd name="connsiteX10" fmla="*/ 0 w 12216879"/>
              <a:gd name="connsiteY10" fmla="*/ 2043113 h 3905520"/>
              <a:gd name="connsiteX11" fmla="*/ 0 w 12216879"/>
              <a:gd name="connsiteY11" fmla="*/ 0 h 3905520"/>
              <a:gd name="connsiteX0" fmla="*/ 0 w 12216879"/>
              <a:gd name="connsiteY0" fmla="*/ 0 h 3905520"/>
              <a:gd name="connsiteX1" fmla="*/ 12192000 w 12216879"/>
              <a:gd name="connsiteY1" fmla="*/ 0 h 3905520"/>
              <a:gd name="connsiteX2" fmla="*/ 12192000 w 12216879"/>
              <a:gd name="connsiteY2" fmla="*/ 2043113 h 3905520"/>
              <a:gd name="connsiteX3" fmla="*/ 12216879 w 12216879"/>
              <a:gd name="connsiteY3" fmla="*/ 2043113 h 3905520"/>
              <a:gd name="connsiteX4" fmla="*/ 12216879 w 12216879"/>
              <a:gd name="connsiteY4" fmla="*/ 3905520 h 3905520"/>
              <a:gd name="connsiteX5" fmla="*/ 10694760 w 12216879"/>
              <a:gd name="connsiteY5" fmla="*/ 3145736 h 3905520"/>
              <a:gd name="connsiteX6" fmla="*/ 6108440 w 12216879"/>
              <a:gd name="connsiteY6" fmla="*/ 3652504 h 3905520"/>
              <a:gd name="connsiteX7" fmla="*/ 1794660 w 12216879"/>
              <a:gd name="connsiteY7" fmla="*/ 2852819 h 3905520"/>
              <a:gd name="connsiteX8" fmla="*/ 0 w 12216879"/>
              <a:gd name="connsiteY8" fmla="*/ 2528825 h 3905520"/>
              <a:gd name="connsiteX9" fmla="*/ 0 w 12216879"/>
              <a:gd name="connsiteY9" fmla="*/ 2357438 h 3905520"/>
              <a:gd name="connsiteX10" fmla="*/ 0 w 12216879"/>
              <a:gd name="connsiteY10" fmla="*/ 2043113 h 3905520"/>
              <a:gd name="connsiteX11" fmla="*/ 0 w 12216879"/>
              <a:gd name="connsiteY11" fmla="*/ 0 h 390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216879" h="3905520">
                <a:moveTo>
                  <a:pt x="0" y="0"/>
                </a:moveTo>
                <a:lnTo>
                  <a:pt x="12192000" y="0"/>
                </a:lnTo>
                <a:lnTo>
                  <a:pt x="12192000" y="2043113"/>
                </a:lnTo>
                <a:lnTo>
                  <a:pt x="12216879" y="2043113"/>
                </a:lnTo>
                <a:lnTo>
                  <a:pt x="12216879" y="3905520"/>
                </a:lnTo>
                <a:cubicBezTo>
                  <a:pt x="12216879" y="3905520"/>
                  <a:pt x="11629351" y="3064737"/>
                  <a:pt x="10694760" y="3145736"/>
                </a:cubicBezTo>
                <a:cubicBezTo>
                  <a:pt x="9758947" y="3236755"/>
                  <a:pt x="8134715" y="4187098"/>
                  <a:pt x="6108440" y="3652504"/>
                </a:cubicBezTo>
                <a:cubicBezTo>
                  <a:pt x="4082165" y="3117910"/>
                  <a:pt x="3418283" y="2381859"/>
                  <a:pt x="1794660" y="2852819"/>
                </a:cubicBezTo>
                <a:cubicBezTo>
                  <a:pt x="171036" y="3323779"/>
                  <a:pt x="0" y="2528825"/>
                  <a:pt x="0" y="2528825"/>
                </a:cubicBezTo>
                <a:lnTo>
                  <a:pt x="0" y="2357438"/>
                </a:lnTo>
                <a:lnTo>
                  <a:pt x="0" y="2043113"/>
                </a:lnTo>
                <a:lnTo>
                  <a:pt x="0" y="0"/>
                </a:lnTo>
                <a:close/>
              </a:path>
            </a:pathLst>
          </a:custGeom>
          <a:solidFill>
            <a:schemeClr val="tx2">
              <a:lumMod val="75000"/>
              <a:alpha val="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ID">
              <a:solidFill>
                <a:schemeClr val="lt1"/>
              </a:solidFill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E5AC8C29-6772-4C4E-A7BB-DA67EF15E1D9}"/>
              </a:ext>
            </a:extLst>
          </p:cNvPr>
          <p:cNvSpPr/>
          <p:nvPr/>
        </p:nvSpPr>
        <p:spPr>
          <a:xfrm>
            <a:off x="926313" y="4394617"/>
            <a:ext cx="2176452" cy="841256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/>
          <a:p>
            <a:pPr marL="114300" indent="-285750">
              <a:spcBef>
                <a:spcPts val="400"/>
              </a:spcBef>
              <a:buFont typeface="Segoe UI" panose="020B0502040204020203" pitchFamily="34" charset="0"/>
              <a:buChar char="›"/>
              <a:defRPr/>
            </a:pPr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  <a:ea typeface="Cambria" panose="02040503050406030204" pitchFamily="18" charset="0"/>
              </a:rPr>
              <a:t>Write your text here</a:t>
            </a:r>
          </a:p>
          <a:p>
            <a:pPr marL="114300" indent="-285750">
              <a:spcBef>
                <a:spcPts val="400"/>
              </a:spcBef>
              <a:buFont typeface="Segoe UI" panose="020B0502040204020203" pitchFamily="34" charset="0"/>
              <a:buChar char="›"/>
              <a:defRPr/>
            </a:pPr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  <a:ea typeface="Cambria" panose="02040503050406030204" pitchFamily="18" charset="0"/>
              </a:rPr>
              <a:t>Write your text here</a:t>
            </a:r>
          </a:p>
          <a:p>
            <a:pPr marL="114300" indent="-285750">
              <a:spcBef>
                <a:spcPts val="400"/>
              </a:spcBef>
              <a:buFont typeface="Segoe UI" panose="020B0502040204020203" pitchFamily="34" charset="0"/>
              <a:buChar char="›"/>
              <a:defRPr/>
            </a:pPr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  <a:ea typeface="Cambria" panose="02040503050406030204" pitchFamily="18" charset="0"/>
              </a:rPr>
              <a:t>Write your text here</a:t>
            </a:r>
          </a:p>
        </p:txBody>
      </p: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4B5B2132-1F62-1742-BAC1-32E91E55ACE0}"/>
              </a:ext>
            </a:extLst>
          </p:cNvPr>
          <p:cNvCxnSpPr/>
          <p:nvPr/>
        </p:nvCxnSpPr>
        <p:spPr>
          <a:xfrm>
            <a:off x="2014539" y="3423016"/>
            <a:ext cx="0" cy="521131"/>
          </a:xfrm>
          <a:prstGeom prst="straightConnector1">
            <a:avLst/>
          </a:prstGeom>
          <a:ln>
            <a:solidFill>
              <a:schemeClr val="bg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Rectangle: Rounded Corners 124">
            <a:extLst>
              <a:ext uri="{FF2B5EF4-FFF2-40B4-BE49-F238E27FC236}">
                <a16:creationId xmlns:a16="http://schemas.microsoft.com/office/drawing/2014/main" id="{CF6673CD-7BEE-4041-9DB0-F2D194430B06}"/>
              </a:ext>
            </a:extLst>
          </p:cNvPr>
          <p:cNvSpPr/>
          <p:nvPr/>
        </p:nvSpPr>
        <p:spPr>
          <a:xfrm>
            <a:off x="926313" y="3731357"/>
            <a:ext cx="2176452" cy="468672"/>
          </a:xfrm>
          <a:prstGeom prst="roundRect">
            <a:avLst>
              <a:gd name="adj" fmla="val 50000"/>
            </a:avLst>
          </a:prstGeom>
          <a:solidFill>
            <a:srgbClr val="00A8A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>
              <a:defRPr/>
            </a:pPr>
            <a:r>
              <a:rPr lang="id-ID" sz="1600" b="1" dirty="0" err="1">
                <a:solidFill>
                  <a:prstClr val="white"/>
                </a:solidFill>
                <a:latin typeface="Segoe UI"/>
              </a:rPr>
              <a:t>Week</a:t>
            </a:r>
            <a:r>
              <a:rPr lang="id-ID" sz="1600" b="1" dirty="0">
                <a:solidFill>
                  <a:prstClr val="white"/>
                </a:solidFill>
                <a:latin typeface="Segoe UI"/>
              </a:rPr>
              <a:t> 1</a:t>
            </a:r>
          </a:p>
        </p:txBody>
      </p:sp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E56903B9-66EE-8A42-860A-6A15ECA35904}"/>
              </a:ext>
            </a:extLst>
          </p:cNvPr>
          <p:cNvCxnSpPr/>
          <p:nvPr/>
        </p:nvCxnSpPr>
        <p:spPr>
          <a:xfrm>
            <a:off x="4880911" y="3708766"/>
            <a:ext cx="0" cy="521131"/>
          </a:xfrm>
          <a:prstGeom prst="straightConnector1">
            <a:avLst/>
          </a:prstGeom>
          <a:ln>
            <a:solidFill>
              <a:schemeClr val="bg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Rectangle 25">
            <a:extLst>
              <a:ext uri="{FF2B5EF4-FFF2-40B4-BE49-F238E27FC236}">
                <a16:creationId xmlns:a16="http://schemas.microsoft.com/office/drawing/2014/main" id="{F21B4318-354E-C94F-ADD2-A838FF17B16F}"/>
              </a:ext>
            </a:extLst>
          </p:cNvPr>
          <p:cNvSpPr/>
          <p:nvPr/>
        </p:nvSpPr>
        <p:spPr>
          <a:xfrm>
            <a:off x="3792685" y="4700940"/>
            <a:ext cx="2176452" cy="841256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/>
          <a:p>
            <a:pPr marL="114300" indent="-285750">
              <a:spcBef>
                <a:spcPts val="400"/>
              </a:spcBef>
              <a:buFont typeface="Segoe UI" panose="020B0502040204020203" pitchFamily="34" charset="0"/>
              <a:buChar char="›"/>
              <a:defRPr/>
            </a:pPr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  <a:ea typeface="Cambria" panose="02040503050406030204" pitchFamily="18" charset="0"/>
              </a:rPr>
              <a:t>Write your text here</a:t>
            </a:r>
          </a:p>
          <a:p>
            <a:pPr marL="114300" indent="-285750">
              <a:spcBef>
                <a:spcPts val="400"/>
              </a:spcBef>
              <a:buFont typeface="Segoe UI" panose="020B0502040204020203" pitchFamily="34" charset="0"/>
              <a:buChar char="›"/>
              <a:defRPr/>
            </a:pPr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  <a:ea typeface="Cambria" panose="02040503050406030204" pitchFamily="18" charset="0"/>
              </a:rPr>
              <a:t>Write your text here</a:t>
            </a:r>
          </a:p>
          <a:p>
            <a:pPr marL="114300" indent="-285750">
              <a:spcBef>
                <a:spcPts val="400"/>
              </a:spcBef>
              <a:buFont typeface="Segoe UI" panose="020B0502040204020203" pitchFamily="34" charset="0"/>
              <a:buChar char="›"/>
              <a:defRPr/>
            </a:pPr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  <a:ea typeface="Cambria" panose="02040503050406030204" pitchFamily="18" charset="0"/>
              </a:rPr>
              <a:t>Write your text here</a:t>
            </a:r>
          </a:p>
        </p:txBody>
      </p:sp>
      <p:sp>
        <p:nvSpPr>
          <p:cNvPr id="27" name="Rectangle: Rounded Corners 124">
            <a:extLst>
              <a:ext uri="{FF2B5EF4-FFF2-40B4-BE49-F238E27FC236}">
                <a16:creationId xmlns:a16="http://schemas.microsoft.com/office/drawing/2014/main" id="{FB62F16F-73A3-6D4D-B7E4-DCB5180D1AAB}"/>
              </a:ext>
            </a:extLst>
          </p:cNvPr>
          <p:cNvSpPr/>
          <p:nvPr/>
        </p:nvSpPr>
        <p:spPr>
          <a:xfrm>
            <a:off x="3792685" y="4060229"/>
            <a:ext cx="2176452" cy="468672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>
              <a:defRPr/>
            </a:pPr>
            <a:r>
              <a:rPr lang="id-ID" sz="1600" b="1" dirty="0" err="1">
                <a:solidFill>
                  <a:prstClr val="white"/>
                </a:solidFill>
                <a:latin typeface="Segoe UI"/>
              </a:rPr>
              <a:t>Week</a:t>
            </a:r>
            <a:r>
              <a:rPr lang="id-ID" sz="1600" b="1" dirty="0">
                <a:solidFill>
                  <a:prstClr val="white"/>
                </a:solidFill>
                <a:latin typeface="Segoe UI"/>
              </a:rPr>
              <a:t> 2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4F725156-CC46-634D-9FB3-594F8C5E9434}"/>
              </a:ext>
            </a:extLst>
          </p:cNvPr>
          <p:cNvSpPr/>
          <p:nvPr/>
        </p:nvSpPr>
        <p:spPr>
          <a:xfrm>
            <a:off x="6659057" y="5084921"/>
            <a:ext cx="2176452" cy="841256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/>
          <a:p>
            <a:pPr marL="114300" indent="-285750">
              <a:spcBef>
                <a:spcPts val="400"/>
              </a:spcBef>
              <a:buFont typeface="Segoe UI" panose="020B0502040204020203" pitchFamily="34" charset="0"/>
              <a:buChar char="›"/>
              <a:defRPr/>
            </a:pPr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  <a:ea typeface="Cambria" panose="02040503050406030204" pitchFamily="18" charset="0"/>
              </a:rPr>
              <a:t>Write your text here</a:t>
            </a:r>
          </a:p>
          <a:p>
            <a:pPr marL="114300" indent="-285750">
              <a:spcBef>
                <a:spcPts val="400"/>
              </a:spcBef>
              <a:buFont typeface="Segoe UI" panose="020B0502040204020203" pitchFamily="34" charset="0"/>
              <a:buChar char="›"/>
              <a:defRPr/>
            </a:pPr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  <a:ea typeface="Cambria" panose="02040503050406030204" pitchFamily="18" charset="0"/>
              </a:rPr>
              <a:t>Write your text here</a:t>
            </a:r>
          </a:p>
          <a:p>
            <a:pPr marL="114300" indent="-285750">
              <a:spcBef>
                <a:spcPts val="400"/>
              </a:spcBef>
              <a:buFont typeface="Segoe UI" panose="020B0502040204020203" pitchFamily="34" charset="0"/>
              <a:buChar char="›"/>
              <a:defRPr/>
            </a:pPr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  <a:ea typeface="Cambria" panose="02040503050406030204" pitchFamily="18" charset="0"/>
              </a:rPr>
              <a:t>Write your text here</a:t>
            </a:r>
          </a:p>
        </p:txBody>
      </p:sp>
      <p:cxnSp>
        <p:nvCxnSpPr>
          <p:cNvPr id="31" name="Straight Arrow Connector 30">
            <a:extLst>
              <a:ext uri="{FF2B5EF4-FFF2-40B4-BE49-F238E27FC236}">
                <a16:creationId xmlns:a16="http://schemas.microsoft.com/office/drawing/2014/main" id="{D58E520C-B937-B749-B07D-40F090E6EA66}"/>
              </a:ext>
            </a:extLst>
          </p:cNvPr>
          <p:cNvCxnSpPr/>
          <p:nvPr/>
        </p:nvCxnSpPr>
        <p:spPr>
          <a:xfrm>
            <a:off x="7747283" y="4165966"/>
            <a:ext cx="0" cy="521131"/>
          </a:xfrm>
          <a:prstGeom prst="straightConnector1">
            <a:avLst/>
          </a:prstGeom>
          <a:ln>
            <a:solidFill>
              <a:schemeClr val="bg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Rectangle 33">
            <a:extLst>
              <a:ext uri="{FF2B5EF4-FFF2-40B4-BE49-F238E27FC236}">
                <a16:creationId xmlns:a16="http://schemas.microsoft.com/office/drawing/2014/main" id="{29E909C0-E280-DA4A-8CC4-40E5E14E35AE}"/>
              </a:ext>
            </a:extLst>
          </p:cNvPr>
          <p:cNvSpPr/>
          <p:nvPr/>
        </p:nvSpPr>
        <p:spPr>
          <a:xfrm>
            <a:off x="9525428" y="4700940"/>
            <a:ext cx="2176452" cy="841256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/>
          <a:p>
            <a:pPr marL="114300" indent="-285750">
              <a:spcBef>
                <a:spcPts val="400"/>
              </a:spcBef>
              <a:buFont typeface="Segoe UI" panose="020B0502040204020203" pitchFamily="34" charset="0"/>
              <a:buChar char="›"/>
              <a:defRPr/>
            </a:pPr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  <a:ea typeface="Cambria" panose="02040503050406030204" pitchFamily="18" charset="0"/>
              </a:rPr>
              <a:t>Write your text here</a:t>
            </a:r>
          </a:p>
          <a:p>
            <a:pPr marL="114300" indent="-285750">
              <a:spcBef>
                <a:spcPts val="400"/>
              </a:spcBef>
              <a:buFont typeface="Segoe UI" panose="020B0502040204020203" pitchFamily="34" charset="0"/>
              <a:buChar char="›"/>
              <a:defRPr/>
            </a:pPr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  <a:ea typeface="Cambria" panose="02040503050406030204" pitchFamily="18" charset="0"/>
              </a:rPr>
              <a:t>Write your text here</a:t>
            </a:r>
          </a:p>
          <a:p>
            <a:pPr marL="114300" indent="-285750">
              <a:spcBef>
                <a:spcPts val="400"/>
              </a:spcBef>
              <a:buFont typeface="Segoe UI" panose="020B0502040204020203" pitchFamily="34" charset="0"/>
              <a:buChar char="›"/>
              <a:defRPr/>
            </a:pPr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  <a:ea typeface="Cambria" panose="02040503050406030204" pitchFamily="18" charset="0"/>
              </a:rPr>
              <a:t>Write your text here</a:t>
            </a:r>
          </a:p>
        </p:txBody>
      </p:sp>
      <p:cxnSp>
        <p:nvCxnSpPr>
          <p:cNvPr id="36" name="Straight Arrow Connector 35">
            <a:extLst>
              <a:ext uri="{FF2B5EF4-FFF2-40B4-BE49-F238E27FC236}">
                <a16:creationId xmlns:a16="http://schemas.microsoft.com/office/drawing/2014/main" id="{FB10B982-DEF4-164D-BE79-1626A9D98560}"/>
              </a:ext>
            </a:extLst>
          </p:cNvPr>
          <p:cNvCxnSpPr/>
          <p:nvPr/>
        </p:nvCxnSpPr>
        <p:spPr>
          <a:xfrm>
            <a:off x="10613654" y="3781985"/>
            <a:ext cx="0" cy="521131"/>
          </a:xfrm>
          <a:prstGeom prst="straightConnector1">
            <a:avLst/>
          </a:prstGeom>
          <a:ln>
            <a:solidFill>
              <a:schemeClr val="bg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Rectangle: Rounded Corners 124">
            <a:extLst>
              <a:ext uri="{FF2B5EF4-FFF2-40B4-BE49-F238E27FC236}">
                <a16:creationId xmlns:a16="http://schemas.microsoft.com/office/drawing/2014/main" id="{7968F659-9485-B24D-A795-9AE884C4012B}"/>
              </a:ext>
            </a:extLst>
          </p:cNvPr>
          <p:cNvSpPr/>
          <p:nvPr/>
        </p:nvSpPr>
        <p:spPr>
          <a:xfrm>
            <a:off x="6659057" y="4444210"/>
            <a:ext cx="2176452" cy="468672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>
              <a:defRPr/>
            </a:pPr>
            <a:r>
              <a:rPr lang="id-ID" sz="1600" b="1" dirty="0" err="1">
                <a:solidFill>
                  <a:prstClr val="white"/>
                </a:solidFill>
                <a:latin typeface="Segoe UI"/>
              </a:rPr>
              <a:t>Week</a:t>
            </a:r>
            <a:r>
              <a:rPr lang="id-ID" sz="1600" b="1" dirty="0">
                <a:solidFill>
                  <a:prstClr val="white"/>
                </a:solidFill>
                <a:latin typeface="Segoe UI"/>
              </a:rPr>
              <a:t> 3</a:t>
            </a:r>
          </a:p>
        </p:txBody>
      </p: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257F5ACC-3C3D-B045-A656-94041BB7EC28}"/>
              </a:ext>
            </a:extLst>
          </p:cNvPr>
          <p:cNvGrpSpPr/>
          <p:nvPr/>
        </p:nvGrpSpPr>
        <p:grpSpPr>
          <a:xfrm>
            <a:off x="245947" y="5878148"/>
            <a:ext cx="1299591" cy="564194"/>
            <a:chOff x="245947" y="5878148"/>
            <a:chExt cx="1299591" cy="564194"/>
          </a:xfrm>
        </p:grpSpPr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784AE067-9690-6348-858A-6BF01F41F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47" y="6319901"/>
              <a:ext cx="506812" cy="122441"/>
            </a:xfrm>
            <a:custGeom>
              <a:avLst/>
              <a:gdLst>
                <a:gd name="T0" fmla="*/ 305 w 347"/>
                <a:gd name="T1" fmla="*/ 84 h 84"/>
                <a:gd name="T2" fmla="*/ 42 w 347"/>
                <a:gd name="T3" fmla="*/ 84 h 84"/>
                <a:gd name="T4" fmla="*/ 0 w 347"/>
                <a:gd name="T5" fmla="*/ 42 h 84"/>
                <a:gd name="T6" fmla="*/ 42 w 347"/>
                <a:gd name="T7" fmla="*/ 0 h 84"/>
                <a:gd name="T8" fmla="*/ 305 w 347"/>
                <a:gd name="T9" fmla="*/ 0 h 84"/>
                <a:gd name="T10" fmla="*/ 347 w 347"/>
                <a:gd name="T11" fmla="*/ 42 h 84"/>
                <a:gd name="T12" fmla="*/ 305 w 347"/>
                <a:gd name="T13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7" h="84">
                  <a:moveTo>
                    <a:pt x="305" y="84"/>
                  </a:moveTo>
                  <a:cubicBezTo>
                    <a:pt x="42" y="84"/>
                    <a:pt x="42" y="84"/>
                    <a:pt x="42" y="84"/>
                  </a:cubicBezTo>
                  <a:cubicBezTo>
                    <a:pt x="18" y="84"/>
                    <a:pt x="0" y="65"/>
                    <a:pt x="0" y="42"/>
                  </a:cubicBezTo>
                  <a:cubicBezTo>
                    <a:pt x="0" y="19"/>
                    <a:pt x="18" y="0"/>
                    <a:pt x="42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328" y="0"/>
                    <a:pt x="347" y="19"/>
                    <a:pt x="347" y="42"/>
                  </a:cubicBezTo>
                  <a:cubicBezTo>
                    <a:pt x="347" y="65"/>
                    <a:pt x="328" y="84"/>
                    <a:pt x="305" y="8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/>
                <a:ea typeface="+mn-ea"/>
                <a:cs typeface="+mn-cs"/>
              </a:endParaRPr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1F598B38-F473-044B-8667-2EB599135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392" y="5878148"/>
              <a:ext cx="831146" cy="200797"/>
            </a:xfrm>
            <a:custGeom>
              <a:avLst/>
              <a:gdLst>
                <a:gd name="T0" fmla="*/ 305 w 347"/>
                <a:gd name="T1" fmla="*/ 84 h 84"/>
                <a:gd name="T2" fmla="*/ 42 w 347"/>
                <a:gd name="T3" fmla="*/ 84 h 84"/>
                <a:gd name="T4" fmla="*/ 0 w 347"/>
                <a:gd name="T5" fmla="*/ 42 h 84"/>
                <a:gd name="T6" fmla="*/ 42 w 347"/>
                <a:gd name="T7" fmla="*/ 0 h 84"/>
                <a:gd name="T8" fmla="*/ 305 w 347"/>
                <a:gd name="T9" fmla="*/ 0 h 84"/>
                <a:gd name="T10" fmla="*/ 347 w 347"/>
                <a:gd name="T11" fmla="*/ 42 h 84"/>
                <a:gd name="T12" fmla="*/ 305 w 347"/>
                <a:gd name="T13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7" h="84">
                  <a:moveTo>
                    <a:pt x="305" y="84"/>
                  </a:moveTo>
                  <a:cubicBezTo>
                    <a:pt x="42" y="84"/>
                    <a:pt x="42" y="84"/>
                    <a:pt x="42" y="84"/>
                  </a:cubicBezTo>
                  <a:cubicBezTo>
                    <a:pt x="18" y="84"/>
                    <a:pt x="0" y="65"/>
                    <a:pt x="0" y="42"/>
                  </a:cubicBezTo>
                  <a:cubicBezTo>
                    <a:pt x="0" y="19"/>
                    <a:pt x="18" y="0"/>
                    <a:pt x="42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328" y="0"/>
                    <a:pt x="347" y="19"/>
                    <a:pt x="347" y="42"/>
                  </a:cubicBezTo>
                  <a:cubicBezTo>
                    <a:pt x="347" y="65"/>
                    <a:pt x="328" y="84"/>
                    <a:pt x="305" y="8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/>
                <a:ea typeface="+mn-ea"/>
                <a:cs typeface="+mn-cs"/>
              </a:endParaRPr>
            </a:p>
          </p:txBody>
        </p:sp>
        <p:sp>
          <p:nvSpPr>
            <p:cNvPr id="147" name="Freeform 319">
              <a:extLst>
                <a:ext uri="{FF2B5EF4-FFF2-40B4-BE49-F238E27FC236}">
                  <a16:creationId xmlns:a16="http://schemas.microsoft.com/office/drawing/2014/main" id="{9BB3B365-67EE-D744-ADB4-285680E7C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56" y="5880541"/>
              <a:ext cx="195263" cy="195263"/>
            </a:xfrm>
            <a:custGeom>
              <a:avLst/>
              <a:gdLst>
                <a:gd name="T0" fmla="*/ 245 w 245"/>
                <a:gd name="T1" fmla="*/ 123 h 245"/>
                <a:gd name="T2" fmla="*/ 243 w 245"/>
                <a:gd name="T3" fmla="*/ 147 h 245"/>
                <a:gd name="T4" fmla="*/ 235 w 245"/>
                <a:gd name="T5" fmla="*/ 170 h 245"/>
                <a:gd name="T6" fmla="*/ 225 w 245"/>
                <a:gd name="T7" fmla="*/ 191 h 245"/>
                <a:gd name="T8" fmla="*/ 209 w 245"/>
                <a:gd name="T9" fmla="*/ 209 h 245"/>
                <a:gd name="T10" fmla="*/ 191 w 245"/>
                <a:gd name="T11" fmla="*/ 225 h 245"/>
                <a:gd name="T12" fmla="*/ 170 w 245"/>
                <a:gd name="T13" fmla="*/ 236 h 245"/>
                <a:gd name="T14" fmla="*/ 147 w 245"/>
                <a:gd name="T15" fmla="*/ 243 h 245"/>
                <a:gd name="T16" fmla="*/ 123 w 245"/>
                <a:gd name="T17" fmla="*/ 245 h 245"/>
                <a:gd name="T18" fmla="*/ 110 w 245"/>
                <a:gd name="T19" fmla="*/ 245 h 245"/>
                <a:gd name="T20" fmla="*/ 86 w 245"/>
                <a:gd name="T21" fmla="*/ 240 h 245"/>
                <a:gd name="T22" fmla="*/ 64 w 245"/>
                <a:gd name="T23" fmla="*/ 231 h 245"/>
                <a:gd name="T24" fmla="*/ 44 w 245"/>
                <a:gd name="T25" fmla="*/ 217 h 245"/>
                <a:gd name="T26" fmla="*/ 27 w 245"/>
                <a:gd name="T27" fmla="*/ 200 h 245"/>
                <a:gd name="T28" fmla="*/ 14 w 245"/>
                <a:gd name="T29" fmla="*/ 181 h 245"/>
                <a:gd name="T30" fmla="*/ 6 w 245"/>
                <a:gd name="T31" fmla="*/ 159 h 245"/>
                <a:gd name="T32" fmla="*/ 1 w 245"/>
                <a:gd name="T33" fmla="*/ 135 h 245"/>
                <a:gd name="T34" fmla="*/ 0 w 245"/>
                <a:gd name="T35" fmla="*/ 123 h 245"/>
                <a:gd name="T36" fmla="*/ 2 w 245"/>
                <a:gd name="T37" fmla="*/ 98 h 245"/>
                <a:gd name="T38" fmla="*/ 9 w 245"/>
                <a:gd name="T39" fmla="*/ 75 h 245"/>
                <a:gd name="T40" fmla="*/ 21 w 245"/>
                <a:gd name="T41" fmla="*/ 54 h 245"/>
                <a:gd name="T42" fmla="*/ 36 w 245"/>
                <a:gd name="T43" fmla="*/ 36 h 245"/>
                <a:gd name="T44" fmla="*/ 54 w 245"/>
                <a:gd name="T45" fmla="*/ 22 h 245"/>
                <a:gd name="T46" fmla="*/ 75 w 245"/>
                <a:gd name="T47" fmla="*/ 9 h 245"/>
                <a:gd name="T48" fmla="*/ 98 w 245"/>
                <a:gd name="T49" fmla="*/ 2 h 245"/>
                <a:gd name="T50" fmla="*/ 123 w 245"/>
                <a:gd name="T51" fmla="*/ 0 h 245"/>
                <a:gd name="T52" fmla="*/ 135 w 245"/>
                <a:gd name="T53" fmla="*/ 1 h 245"/>
                <a:gd name="T54" fmla="*/ 159 w 245"/>
                <a:gd name="T55" fmla="*/ 6 h 245"/>
                <a:gd name="T56" fmla="*/ 181 w 245"/>
                <a:gd name="T57" fmla="*/ 14 h 245"/>
                <a:gd name="T58" fmla="*/ 200 w 245"/>
                <a:gd name="T59" fmla="*/ 28 h 245"/>
                <a:gd name="T60" fmla="*/ 217 w 245"/>
                <a:gd name="T61" fmla="*/ 44 h 245"/>
                <a:gd name="T62" fmla="*/ 231 w 245"/>
                <a:gd name="T63" fmla="*/ 64 h 245"/>
                <a:gd name="T64" fmla="*/ 240 w 245"/>
                <a:gd name="T65" fmla="*/ 87 h 245"/>
                <a:gd name="T66" fmla="*/ 245 w 245"/>
                <a:gd name="T67" fmla="*/ 110 h 245"/>
                <a:gd name="T68" fmla="*/ 245 w 245"/>
                <a:gd name="T69" fmla="*/ 123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5" h="245">
                  <a:moveTo>
                    <a:pt x="245" y="123"/>
                  </a:moveTo>
                  <a:lnTo>
                    <a:pt x="245" y="123"/>
                  </a:lnTo>
                  <a:lnTo>
                    <a:pt x="245" y="135"/>
                  </a:lnTo>
                  <a:lnTo>
                    <a:pt x="243" y="147"/>
                  </a:lnTo>
                  <a:lnTo>
                    <a:pt x="240" y="159"/>
                  </a:lnTo>
                  <a:lnTo>
                    <a:pt x="235" y="170"/>
                  </a:lnTo>
                  <a:lnTo>
                    <a:pt x="231" y="181"/>
                  </a:lnTo>
                  <a:lnTo>
                    <a:pt x="225" y="191"/>
                  </a:lnTo>
                  <a:lnTo>
                    <a:pt x="217" y="200"/>
                  </a:lnTo>
                  <a:lnTo>
                    <a:pt x="209" y="209"/>
                  </a:lnTo>
                  <a:lnTo>
                    <a:pt x="200" y="217"/>
                  </a:lnTo>
                  <a:lnTo>
                    <a:pt x="191" y="225"/>
                  </a:lnTo>
                  <a:lnTo>
                    <a:pt x="181" y="231"/>
                  </a:lnTo>
                  <a:lnTo>
                    <a:pt x="170" y="236"/>
                  </a:lnTo>
                  <a:lnTo>
                    <a:pt x="159" y="240"/>
                  </a:lnTo>
                  <a:lnTo>
                    <a:pt x="147" y="243"/>
                  </a:lnTo>
                  <a:lnTo>
                    <a:pt x="135" y="245"/>
                  </a:lnTo>
                  <a:lnTo>
                    <a:pt x="123" y="245"/>
                  </a:lnTo>
                  <a:lnTo>
                    <a:pt x="123" y="245"/>
                  </a:lnTo>
                  <a:lnTo>
                    <a:pt x="110" y="245"/>
                  </a:lnTo>
                  <a:lnTo>
                    <a:pt x="98" y="243"/>
                  </a:lnTo>
                  <a:lnTo>
                    <a:pt x="86" y="240"/>
                  </a:lnTo>
                  <a:lnTo>
                    <a:pt x="75" y="236"/>
                  </a:lnTo>
                  <a:lnTo>
                    <a:pt x="64" y="231"/>
                  </a:lnTo>
                  <a:lnTo>
                    <a:pt x="54" y="225"/>
                  </a:lnTo>
                  <a:lnTo>
                    <a:pt x="44" y="217"/>
                  </a:lnTo>
                  <a:lnTo>
                    <a:pt x="36" y="209"/>
                  </a:lnTo>
                  <a:lnTo>
                    <a:pt x="27" y="200"/>
                  </a:lnTo>
                  <a:lnTo>
                    <a:pt x="21" y="191"/>
                  </a:lnTo>
                  <a:lnTo>
                    <a:pt x="14" y="181"/>
                  </a:lnTo>
                  <a:lnTo>
                    <a:pt x="9" y="170"/>
                  </a:lnTo>
                  <a:lnTo>
                    <a:pt x="6" y="159"/>
                  </a:lnTo>
                  <a:lnTo>
                    <a:pt x="2" y="147"/>
                  </a:lnTo>
                  <a:lnTo>
                    <a:pt x="1" y="13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1" y="110"/>
                  </a:lnTo>
                  <a:lnTo>
                    <a:pt x="2" y="98"/>
                  </a:lnTo>
                  <a:lnTo>
                    <a:pt x="6" y="87"/>
                  </a:lnTo>
                  <a:lnTo>
                    <a:pt x="9" y="75"/>
                  </a:lnTo>
                  <a:lnTo>
                    <a:pt x="14" y="64"/>
                  </a:lnTo>
                  <a:lnTo>
                    <a:pt x="21" y="54"/>
                  </a:lnTo>
                  <a:lnTo>
                    <a:pt x="27" y="44"/>
                  </a:lnTo>
                  <a:lnTo>
                    <a:pt x="36" y="36"/>
                  </a:lnTo>
                  <a:lnTo>
                    <a:pt x="44" y="28"/>
                  </a:lnTo>
                  <a:lnTo>
                    <a:pt x="54" y="22"/>
                  </a:lnTo>
                  <a:lnTo>
                    <a:pt x="64" y="14"/>
                  </a:lnTo>
                  <a:lnTo>
                    <a:pt x="75" y="9"/>
                  </a:lnTo>
                  <a:lnTo>
                    <a:pt x="86" y="6"/>
                  </a:lnTo>
                  <a:lnTo>
                    <a:pt x="98" y="2"/>
                  </a:lnTo>
                  <a:lnTo>
                    <a:pt x="110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35" y="1"/>
                  </a:lnTo>
                  <a:lnTo>
                    <a:pt x="147" y="2"/>
                  </a:lnTo>
                  <a:lnTo>
                    <a:pt x="159" y="6"/>
                  </a:lnTo>
                  <a:lnTo>
                    <a:pt x="170" y="9"/>
                  </a:lnTo>
                  <a:lnTo>
                    <a:pt x="181" y="14"/>
                  </a:lnTo>
                  <a:lnTo>
                    <a:pt x="191" y="22"/>
                  </a:lnTo>
                  <a:lnTo>
                    <a:pt x="200" y="28"/>
                  </a:lnTo>
                  <a:lnTo>
                    <a:pt x="209" y="36"/>
                  </a:lnTo>
                  <a:lnTo>
                    <a:pt x="217" y="44"/>
                  </a:lnTo>
                  <a:lnTo>
                    <a:pt x="225" y="54"/>
                  </a:lnTo>
                  <a:lnTo>
                    <a:pt x="231" y="64"/>
                  </a:lnTo>
                  <a:lnTo>
                    <a:pt x="235" y="75"/>
                  </a:lnTo>
                  <a:lnTo>
                    <a:pt x="240" y="87"/>
                  </a:lnTo>
                  <a:lnTo>
                    <a:pt x="243" y="98"/>
                  </a:lnTo>
                  <a:lnTo>
                    <a:pt x="245" y="110"/>
                  </a:lnTo>
                  <a:lnTo>
                    <a:pt x="245" y="123"/>
                  </a:lnTo>
                  <a:lnTo>
                    <a:pt x="245" y="123"/>
                  </a:lnTo>
                  <a:close/>
                </a:path>
              </a:pathLst>
            </a:custGeom>
            <a:solidFill>
              <a:schemeClr val="bg1"/>
            </a:solidFill>
            <a:ln w="3810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B93406B-6FBF-A944-A015-33DE231929C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7375" y="593367"/>
            <a:ext cx="11017250" cy="747897"/>
          </a:xfrm>
        </p:spPr>
        <p:txBody>
          <a:bodyPr/>
          <a:lstStyle/>
          <a:p>
            <a:r>
              <a:rPr lang="en-US" sz="5400" dirty="0">
                <a:solidFill>
                  <a:schemeClr val="bg1"/>
                </a:solidFill>
              </a:rPr>
              <a:t>Schedule</a:t>
            </a:r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7EA4418B-9760-734D-B32F-A44C163575C8}"/>
              </a:ext>
            </a:extLst>
          </p:cNvPr>
          <p:cNvSpPr>
            <a:spLocks/>
          </p:cNvSpPr>
          <p:nvPr/>
        </p:nvSpPr>
        <p:spPr bwMode="auto">
          <a:xfrm>
            <a:off x="963908" y="1531385"/>
            <a:ext cx="831146" cy="200797"/>
          </a:xfrm>
          <a:custGeom>
            <a:avLst/>
            <a:gdLst>
              <a:gd name="T0" fmla="*/ 305 w 347"/>
              <a:gd name="T1" fmla="*/ 84 h 84"/>
              <a:gd name="T2" fmla="*/ 42 w 347"/>
              <a:gd name="T3" fmla="*/ 84 h 84"/>
              <a:gd name="T4" fmla="*/ 0 w 347"/>
              <a:gd name="T5" fmla="*/ 42 h 84"/>
              <a:gd name="T6" fmla="*/ 42 w 347"/>
              <a:gd name="T7" fmla="*/ 0 h 84"/>
              <a:gd name="T8" fmla="*/ 305 w 347"/>
              <a:gd name="T9" fmla="*/ 0 h 84"/>
              <a:gd name="T10" fmla="*/ 347 w 347"/>
              <a:gd name="T11" fmla="*/ 42 h 84"/>
              <a:gd name="T12" fmla="*/ 305 w 347"/>
              <a:gd name="T1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7" h="84">
                <a:moveTo>
                  <a:pt x="305" y="84"/>
                </a:moveTo>
                <a:cubicBezTo>
                  <a:pt x="42" y="84"/>
                  <a:pt x="42" y="84"/>
                  <a:pt x="42" y="84"/>
                </a:cubicBezTo>
                <a:cubicBezTo>
                  <a:pt x="18" y="84"/>
                  <a:pt x="0" y="65"/>
                  <a:pt x="0" y="42"/>
                </a:cubicBezTo>
                <a:cubicBezTo>
                  <a:pt x="0" y="19"/>
                  <a:pt x="18" y="0"/>
                  <a:pt x="42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7" y="19"/>
                  <a:pt x="347" y="42"/>
                </a:cubicBezTo>
                <a:cubicBezTo>
                  <a:pt x="347" y="65"/>
                  <a:pt x="328" y="84"/>
                  <a:pt x="305" y="84"/>
                </a:cubicBezTo>
                <a:close/>
              </a:path>
            </a:pathLst>
          </a:custGeom>
          <a:solidFill>
            <a:schemeClr val="bg1">
              <a:alpha val="53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86FD03F4-FB3E-324A-A625-1EE95B643E49}"/>
              </a:ext>
            </a:extLst>
          </p:cNvPr>
          <p:cNvSpPr>
            <a:spLocks/>
          </p:cNvSpPr>
          <p:nvPr/>
        </p:nvSpPr>
        <p:spPr bwMode="auto">
          <a:xfrm>
            <a:off x="627024" y="1531385"/>
            <a:ext cx="831146" cy="200797"/>
          </a:xfrm>
          <a:custGeom>
            <a:avLst/>
            <a:gdLst>
              <a:gd name="T0" fmla="*/ 305 w 347"/>
              <a:gd name="T1" fmla="*/ 84 h 84"/>
              <a:gd name="T2" fmla="*/ 42 w 347"/>
              <a:gd name="T3" fmla="*/ 84 h 84"/>
              <a:gd name="T4" fmla="*/ 0 w 347"/>
              <a:gd name="T5" fmla="*/ 42 h 84"/>
              <a:gd name="T6" fmla="*/ 42 w 347"/>
              <a:gd name="T7" fmla="*/ 0 h 84"/>
              <a:gd name="T8" fmla="*/ 305 w 347"/>
              <a:gd name="T9" fmla="*/ 0 h 84"/>
              <a:gd name="T10" fmla="*/ 347 w 347"/>
              <a:gd name="T11" fmla="*/ 42 h 84"/>
              <a:gd name="T12" fmla="*/ 305 w 347"/>
              <a:gd name="T1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7" h="84">
                <a:moveTo>
                  <a:pt x="305" y="84"/>
                </a:moveTo>
                <a:cubicBezTo>
                  <a:pt x="42" y="84"/>
                  <a:pt x="42" y="84"/>
                  <a:pt x="42" y="84"/>
                </a:cubicBezTo>
                <a:cubicBezTo>
                  <a:pt x="18" y="84"/>
                  <a:pt x="0" y="65"/>
                  <a:pt x="0" y="42"/>
                </a:cubicBezTo>
                <a:cubicBezTo>
                  <a:pt x="0" y="19"/>
                  <a:pt x="18" y="0"/>
                  <a:pt x="42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7" y="19"/>
                  <a:pt x="347" y="42"/>
                </a:cubicBezTo>
                <a:cubicBezTo>
                  <a:pt x="347" y="65"/>
                  <a:pt x="328" y="84"/>
                  <a:pt x="305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145" name="Freeform 320">
            <a:extLst>
              <a:ext uri="{FF2B5EF4-FFF2-40B4-BE49-F238E27FC236}">
                <a16:creationId xmlns:a16="http://schemas.microsoft.com/office/drawing/2014/main" id="{D1D08509-0EF4-8746-AA18-3D884BB13DD3}"/>
              </a:ext>
            </a:extLst>
          </p:cNvPr>
          <p:cNvSpPr>
            <a:spLocks/>
          </p:cNvSpPr>
          <p:nvPr/>
        </p:nvSpPr>
        <p:spPr bwMode="auto">
          <a:xfrm rot="2493426">
            <a:off x="11504440" y="265367"/>
            <a:ext cx="673927" cy="546682"/>
          </a:xfrm>
          <a:custGeom>
            <a:avLst/>
            <a:gdLst>
              <a:gd name="T0" fmla="*/ 1111 w 1145"/>
              <a:gd name="T1" fmla="*/ 84 h 927"/>
              <a:gd name="T2" fmla="*/ 1064 w 1145"/>
              <a:gd name="T3" fmla="*/ 110 h 927"/>
              <a:gd name="T4" fmla="*/ 996 w 1145"/>
              <a:gd name="T5" fmla="*/ 119 h 927"/>
              <a:gd name="T6" fmla="*/ 920 w 1145"/>
              <a:gd name="T7" fmla="*/ 116 h 927"/>
              <a:gd name="T8" fmla="*/ 860 w 1145"/>
              <a:gd name="T9" fmla="*/ 128 h 927"/>
              <a:gd name="T10" fmla="*/ 821 w 1145"/>
              <a:gd name="T11" fmla="*/ 162 h 927"/>
              <a:gd name="T12" fmla="*/ 801 w 1145"/>
              <a:gd name="T13" fmla="*/ 220 h 927"/>
              <a:gd name="T14" fmla="*/ 804 w 1145"/>
              <a:gd name="T15" fmla="*/ 290 h 927"/>
              <a:gd name="T16" fmla="*/ 797 w 1145"/>
              <a:gd name="T17" fmla="*/ 368 h 927"/>
              <a:gd name="T18" fmla="*/ 777 w 1145"/>
              <a:gd name="T19" fmla="*/ 414 h 927"/>
              <a:gd name="T20" fmla="*/ 749 w 1145"/>
              <a:gd name="T21" fmla="*/ 450 h 927"/>
              <a:gd name="T22" fmla="*/ 704 w 1145"/>
              <a:gd name="T23" fmla="*/ 483 h 927"/>
              <a:gd name="T24" fmla="*/ 656 w 1145"/>
              <a:gd name="T25" fmla="*/ 499 h 927"/>
              <a:gd name="T26" fmla="*/ 569 w 1145"/>
              <a:gd name="T27" fmla="*/ 501 h 927"/>
              <a:gd name="T28" fmla="*/ 505 w 1145"/>
              <a:gd name="T29" fmla="*/ 503 h 927"/>
              <a:gd name="T30" fmla="*/ 448 w 1145"/>
              <a:gd name="T31" fmla="*/ 532 h 927"/>
              <a:gd name="T32" fmla="*/ 423 w 1145"/>
              <a:gd name="T33" fmla="*/ 574 h 927"/>
              <a:gd name="T34" fmla="*/ 418 w 1145"/>
              <a:gd name="T35" fmla="*/ 653 h 927"/>
              <a:gd name="T36" fmla="*/ 419 w 1145"/>
              <a:gd name="T37" fmla="*/ 718 h 927"/>
              <a:gd name="T38" fmla="*/ 405 w 1145"/>
              <a:gd name="T39" fmla="*/ 775 h 927"/>
              <a:gd name="T40" fmla="*/ 376 w 1145"/>
              <a:gd name="T41" fmla="*/ 822 h 927"/>
              <a:gd name="T42" fmla="*/ 343 w 1145"/>
              <a:gd name="T43" fmla="*/ 852 h 927"/>
              <a:gd name="T44" fmla="*/ 296 w 1145"/>
              <a:gd name="T45" fmla="*/ 878 h 927"/>
              <a:gd name="T46" fmla="*/ 228 w 1145"/>
              <a:gd name="T47" fmla="*/ 887 h 927"/>
              <a:gd name="T48" fmla="*/ 152 w 1145"/>
              <a:gd name="T49" fmla="*/ 885 h 927"/>
              <a:gd name="T50" fmla="*/ 92 w 1145"/>
              <a:gd name="T51" fmla="*/ 896 h 927"/>
              <a:gd name="T52" fmla="*/ 59 w 1145"/>
              <a:gd name="T53" fmla="*/ 921 h 927"/>
              <a:gd name="T54" fmla="*/ 30 w 1145"/>
              <a:gd name="T55" fmla="*/ 927 h 927"/>
              <a:gd name="T56" fmla="*/ 11 w 1145"/>
              <a:gd name="T57" fmla="*/ 916 h 927"/>
              <a:gd name="T58" fmla="*/ 0 w 1145"/>
              <a:gd name="T59" fmla="*/ 890 h 927"/>
              <a:gd name="T60" fmla="*/ 11 w 1145"/>
              <a:gd name="T61" fmla="*/ 862 h 927"/>
              <a:gd name="T62" fmla="*/ 44 w 1145"/>
              <a:gd name="T63" fmla="*/ 834 h 927"/>
              <a:gd name="T64" fmla="*/ 92 w 1145"/>
              <a:gd name="T65" fmla="*/ 815 h 927"/>
              <a:gd name="T66" fmla="*/ 170 w 1145"/>
              <a:gd name="T67" fmla="*/ 807 h 927"/>
              <a:gd name="T68" fmla="*/ 240 w 1145"/>
              <a:gd name="T69" fmla="*/ 810 h 927"/>
              <a:gd name="T70" fmla="*/ 297 w 1145"/>
              <a:gd name="T71" fmla="*/ 791 h 927"/>
              <a:gd name="T72" fmla="*/ 331 w 1145"/>
              <a:gd name="T73" fmla="*/ 752 h 927"/>
              <a:gd name="T74" fmla="*/ 343 w 1145"/>
              <a:gd name="T75" fmla="*/ 691 h 927"/>
              <a:gd name="T76" fmla="*/ 339 w 1145"/>
              <a:gd name="T77" fmla="*/ 615 h 927"/>
              <a:gd name="T78" fmla="*/ 350 w 1145"/>
              <a:gd name="T79" fmla="*/ 547 h 927"/>
              <a:gd name="T80" fmla="*/ 375 w 1145"/>
              <a:gd name="T81" fmla="*/ 500 h 927"/>
              <a:gd name="T82" fmla="*/ 406 w 1145"/>
              <a:gd name="T83" fmla="*/ 468 h 927"/>
              <a:gd name="T84" fmla="*/ 452 w 1145"/>
              <a:gd name="T85" fmla="*/ 439 h 927"/>
              <a:gd name="T86" fmla="*/ 510 w 1145"/>
              <a:gd name="T87" fmla="*/ 424 h 927"/>
              <a:gd name="T88" fmla="*/ 574 w 1145"/>
              <a:gd name="T89" fmla="*/ 425 h 927"/>
              <a:gd name="T90" fmla="*/ 654 w 1145"/>
              <a:gd name="T91" fmla="*/ 420 h 927"/>
              <a:gd name="T92" fmla="*/ 695 w 1145"/>
              <a:gd name="T93" fmla="*/ 395 h 927"/>
              <a:gd name="T94" fmla="*/ 725 w 1145"/>
              <a:gd name="T95" fmla="*/ 338 h 927"/>
              <a:gd name="T96" fmla="*/ 725 w 1145"/>
              <a:gd name="T97" fmla="*/ 274 h 927"/>
              <a:gd name="T98" fmla="*/ 728 w 1145"/>
              <a:gd name="T99" fmla="*/ 187 h 927"/>
              <a:gd name="T100" fmla="*/ 745 w 1145"/>
              <a:gd name="T101" fmla="*/ 140 h 927"/>
              <a:gd name="T102" fmla="*/ 778 w 1145"/>
              <a:gd name="T103" fmla="*/ 94 h 927"/>
              <a:gd name="T104" fmla="*/ 812 w 1145"/>
              <a:gd name="T105" fmla="*/ 66 h 927"/>
              <a:gd name="T106" fmla="*/ 860 w 1145"/>
              <a:gd name="T107" fmla="*/ 47 h 927"/>
              <a:gd name="T108" fmla="*/ 938 w 1145"/>
              <a:gd name="T109" fmla="*/ 40 h 927"/>
              <a:gd name="T110" fmla="*/ 1008 w 1145"/>
              <a:gd name="T111" fmla="*/ 42 h 927"/>
              <a:gd name="T112" fmla="*/ 1066 w 1145"/>
              <a:gd name="T113" fmla="*/ 23 h 927"/>
              <a:gd name="T114" fmla="*/ 1092 w 1145"/>
              <a:gd name="T115" fmla="*/ 2 h 927"/>
              <a:gd name="T116" fmla="*/ 1121 w 1145"/>
              <a:gd name="T117" fmla="*/ 2 h 927"/>
              <a:gd name="T118" fmla="*/ 1139 w 1145"/>
              <a:gd name="T119" fmla="*/ 17 h 927"/>
              <a:gd name="T120" fmla="*/ 1144 w 1145"/>
              <a:gd name="T121" fmla="*/ 46 h 927"/>
              <a:gd name="T122" fmla="*/ 1134 w 1145"/>
              <a:gd name="T123" fmla="*/ 65 h 9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145" h="927">
                <a:moveTo>
                  <a:pt x="1134" y="65"/>
                </a:moveTo>
                <a:lnTo>
                  <a:pt x="1134" y="65"/>
                </a:lnTo>
                <a:lnTo>
                  <a:pt x="1122" y="76"/>
                </a:lnTo>
                <a:lnTo>
                  <a:pt x="1111" y="84"/>
                </a:lnTo>
                <a:lnTo>
                  <a:pt x="1099" y="93"/>
                </a:lnTo>
                <a:lnTo>
                  <a:pt x="1088" y="99"/>
                </a:lnTo>
                <a:lnTo>
                  <a:pt x="1076" y="105"/>
                </a:lnTo>
                <a:lnTo>
                  <a:pt x="1064" y="110"/>
                </a:lnTo>
                <a:lnTo>
                  <a:pt x="1053" y="112"/>
                </a:lnTo>
                <a:lnTo>
                  <a:pt x="1041" y="116"/>
                </a:lnTo>
                <a:lnTo>
                  <a:pt x="1018" y="118"/>
                </a:lnTo>
                <a:lnTo>
                  <a:pt x="996" y="119"/>
                </a:lnTo>
                <a:lnTo>
                  <a:pt x="974" y="119"/>
                </a:lnTo>
                <a:lnTo>
                  <a:pt x="954" y="118"/>
                </a:lnTo>
                <a:lnTo>
                  <a:pt x="954" y="118"/>
                </a:lnTo>
                <a:lnTo>
                  <a:pt x="920" y="116"/>
                </a:lnTo>
                <a:lnTo>
                  <a:pt x="904" y="117"/>
                </a:lnTo>
                <a:lnTo>
                  <a:pt x="889" y="118"/>
                </a:lnTo>
                <a:lnTo>
                  <a:pt x="874" y="122"/>
                </a:lnTo>
                <a:lnTo>
                  <a:pt x="860" y="128"/>
                </a:lnTo>
                <a:lnTo>
                  <a:pt x="846" y="136"/>
                </a:lnTo>
                <a:lnTo>
                  <a:pt x="833" y="148"/>
                </a:lnTo>
                <a:lnTo>
                  <a:pt x="833" y="148"/>
                </a:lnTo>
                <a:lnTo>
                  <a:pt x="821" y="162"/>
                </a:lnTo>
                <a:lnTo>
                  <a:pt x="812" y="175"/>
                </a:lnTo>
                <a:lnTo>
                  <a:pt x="806" y="190"/>
                </a:lnTo>
                <a:lnTo>
                  <a:pt x="803" y="204"/>
                </a:lnTo>
                <a:lnTo>
                  <a:pt x="801" y="220"/>
                </a:lnTo>
                <a:lnTo>
                  <a:pt x="800" y="235"/>
                </a:lnTo>
                <a:lnTo>
                  <a:pt x="803" y="269"/>
                </a:lnTo>
                <a:lnTo>
                  <a:pt x="803" y="269"/>
                </a:lnTo>
                <a:lnTo>
                  <a:pt x="804" y="290"/>
                </a:lnTo>
                <a:lnTo>
                  <a:pt x="804" y="312"/>
                </a:lnTo>
                <a:lnTo>
                  <a:pt x="803" y="333"/>
                </a:lnTo>
                <a:lnTo>
                  <a:pt x="800" y="356"/>
                </a:lnTo>
                <a:lnTo>
                  <a:pt x="797" y="368"/>
                </a:lnTo>
                <a:lnTo>
                  <a:pt x="794" y="379"/>
                </a:lnTo>
                <a:lnTo>
                  <a:pt x="789" y="391"/>
                </a:lnTo>
                <a:lnTo>
                  <a:pt x="783" y="404"/>
                </a:lnTo>
                <a:lnTo>
                  <a:pt x="777" y="414"/>
                </a:lnTo>
                <a:lnTo>
                  <a:pt x="769" y="427"/>
                </a:lnTo>
                <a:lnTo>
                  <a:pt x="760" y="437"/>
                </a:lnTo>
                <a:lnTo>
                  <a:pt x="749" y="450"/>
                </a:lnTo>
                <a:lnTo>
                  <a:pt x="749" y="450"/>
                </a:lnTo>
                <a:lnTo>
                  <a:pt x="739" y="459"/>
                </a:lnTo>
                <a:lnTo>
                  <a:pt x="726" y="469"/>
                </a:lnTo>
                <a:lnTo>
                  <a:pt x="716" y="476"/>
                </a:lnTo>
                <a:lnTo>
                  <a:pt x="704" y="483"/>
                </a:lnTo>
                <a:lnTo>
                  <a:pt x="691" y="488"/>
                </a:lnTo>
                <a:lnTo>
                  <a:pt x="681" y="493"/>
                </a:lnTo>
                <a:lnTo>
                  <a:pt x="668" y="497"/>
                </a:lnTo>
                <a:lnTo>
                  <a:pt x="656" y="499"/>
                </a:lnTo>
                <a:lnTo>
                  <a:pt x="635" y="503"/>
                </a:lnTo>
                <a:lnTo>
                  <a:pt x="612" y="504"/>
                </a:lnTo>
                <a:lnTo>
                  <a:pt x="590" y="503"/>
                </a:lnTo>
                <a:lnTo>
                  <a:pt x="569" y="501"/>
                </a:lnTo>
                <a:lnTo>
                  <a:pt x="569" y="501"/>
                </a:lnTo>
                <a:lnTo>
                  <a:pt x="535" y="500"/>
                </a:lnTo>
                <a:lnTo>
                  <a:pt x="520" y="500"/>
                </a:lnTo>
                <a:lnTo>
                  <a:pt x="505" y="503"/>
                </a:lnTo>
                <a:lnTo>
                  <a:pt x="491" y="506"/>
                </a:lnTo>
                <a:lnTo>
                  <a:pt x="476" y="512"/>
                </a:lnTo>
                <a:lnTo>
                  <a:pt x="463" y="521"/>
                </a:lnTo>
                <a:lnTo>
                  <a:pt x="448" y="532"/>
                </a:lnTo>
                <a:lnTo>
                  <a:pt x="448" y="532"/>
                </a:lnTo>
                <a:lnTo>
                  <a:pt x="437" y="546"/>
                </a:lnTo>
                <a:lnTo>
                  <a:pt x="429" y="560"/>
                </a:lnTo>
                <a:lnTo>
                  <a:pt x="423" y="574"/>
                </a:lnTo>
                <a:lnTo>
                  <a:pt x="419" y="589"/>
                </a:lnTo>
                <a:lnTo>
                  <a:pt x="417" y="603"/>
                </a:lnTo>
                <a:lnTo>
                  <a:pt x="417" y="619"/>
                </a:lnTo>
                <a:lnTo>
                  <a:pt x="418" y="653"/>
                </a:lnTo>
                <a:lnTo>
                  <a:pt x="418" y="653"/>
                </a:lnTo>
                <a:lnTo>
                  <a:pt x="419" y="673"/>
                </a:lnTo>
                <a:lnTo>
                  <a:pt x="421" y="695"/>
                </a:lnTo>
                <a:lnTo>
                  <a:pt x="419" y="718"/>
                </a:lnTo>
                <a:lnTo>
                  <a:pt x="416" y="741"/>
                </a:lnTo>
                <a:lnTo>
                  <a:pt x="413" y="752"/>
                </a:lnTo>
                <a:lnTo>
                  <a:pt x="410" y="764"/>
                </a:lnTo>
                <a:lnTo>
                  <a:pt x="405" y="775"/>
                </a:lnTo>
                <a:lnTo>
                  <a:pt x="400" y="787"/>
                </a:lnTo>
                <a:lnTo>
                  <a:pt x="393" y="799"/>
                </a:lnTo>
                <a:lnTo>
                  <a:pt x="385" y="810"/>
                </a:lnTo>
                <a:lnTo>
                  <a:pt x="376" y="822"/>
                </a:lnTo>
                <a:lnTo>
                  <a:pt x="366" y="833"/>
                </a:lnTo>
                <a:lnTo>
                  <a:pt x="366" y="833"/>
                </a:lnTo>
                <a:lnTo>
                  <a:pt x="354" y="844"/>
                </a:lnTo>
                <a:lnTo>
                  <a:pt x="343" y="852"/>
                </a:lnTo>
                <a:lnTo>
                  <a:pt x="331" y="861"/>
                </a:lnTo>
                <a:lnTo>
                  <a:pt x="319" y="867"/>
                </a:lnTo>
                <a:lnTo>
                  <a:pt x="308" y="873"/>
                </a:lnTo>
                <a:lnTo>
                  <a:pt x="296" y="878"/>
                </a:lnTo>
                <a:lnTo>
                  <a:pt x="285" y="881"/>
                </a:lnTo>
                <a:lnTo>
                  <a:pt x="273" y="884"/>
                </a:lnTo>
                <a:lnTo>
                  <a:pt x="250" y="886"/>
                </a:lnTo>
                <a:lnTo>
                  <a:pt x="228" y="887"/>
                </a:lnTo>
                <a:lnTo>
                  <a:pt x="206" y="887"/>
                </a:lnTo>
                <a:lnTo>
                  <a:pt x="186" y="886"/>
                </a:lnTo>
                <a:lnTo>
                  <a:pt x="186" y="886"/>
                </a:lnTo>
                <a:lnTo>
                  <a:pt x="152" y="885"/>
                </a:lnTo>
                <a:lnTo>
                  <a:pt x="136" y="885"/>
                </a:lnTo>
                <a:lnTo>
                  <a:pt x="121" y="886"/>
                </a:lnTo>
                <a:lnTo>
                  <a:pt x="106" y="890"/>
                </a:lnTo>
                <a:lnTo>
                  <a:pt x="92" y="896"/>
                </a:lnTo>
                <a:lnTo>
                  <a:pt x="78" y="904"/>
                </a:lnTo>
                <a:lnTo>
                  <a:pt x="65" y="916"/>
                </a:lnTo>
                <a:lnTo>
                  <a:pt x="65" y="916"/>
                </a:lnTo>
                <a:lnTo>
                  <a:pt x="59" y="921"/>
                </a:lnTo>
                <a:lnTo>
                  <a:pt x="52" y="925"/>
                </a:lnTo>
                <a:lnTo>
                  <a:pt x="44" y="927"/>
                </a:lnTo>
                <a:lnTo>
                  <a:pt x="37" y="927"/>
                </a:lnTo>
                <a:lnTo>
                  <a:pt x="30" y="927"/>
                </a:lnTo>
                <a:lnTo>
                  <a:pt x="23" y="925"/>
                </a:lnTo>
                <a:lnTo>
                  <a:pt x="17" y="921"/>
                </a:lnTo>
                <a:lnTo>
                  <a:pt x="11" y="916"/>
                </a:lnTo>
                <a:lnTo>
                  <a:pt x="11" y="916"/>
                </a:lnTo>
                <a:lnTo>
                  <a:pt x="6" y="910"/>
                </a:lnTo>
                <a:lnTo>
                  <a:pt x="2" y="903"/>
                </a:lnTo>
                <a:lnTo>
                  <a:pt x="0" y="897"/>
                </a:lnTo>
                <a:lnTo>
                  <a:pt x="0" y="890"/>
                </a:lnTo>
                <a:lnTo>
                  <a:pt x="0" y="881"/>
                </a:lnTo>
                <a:lnTo>
                  <a:pt x="2" y="875"/>
                </a:lnTo>
                <a:lnTo>
                  <a:pt x="6" y="868"/>
                </a:lnTo>
                <a:lnTo>
                  <a:pt x="11" y="862"/>
                </a:lnTo>
                <a:lnTo>
                  <a:pt x="11" y="862"/>
                </a:lnTo>
                <a:lnTo>
                  <a:pt x="21" y="851"/>
                </a:lnTo>
                <a:lnTo>
                  <a:pt x="34" y="843"/>
                </a:lnTo>
                <a:lnTo>
                  <a:pt x="44" y="834"/>
                </a:lnTo>
                <a:lnTo>
                  <a:pt x="56" y="828"/>
                </a:lnTo>
                <a:lnTo>
                  <a:pt x="69" y="822"/>
                </a:lnTo>
                <a:lnTo>
                  <a:pt x="79" y="818"/>
                </a:lnTo>
                <a:lnTo>
                  <a:pt x="92" y="815"/>
                </a:lnTo>
                <a:lnTo>
                  <a:pt x="102" y="811"/>
                </a:lnTo>
                <a:lnTo>
                  <a:pt x="125" y="809"/>
                </a:lnTo>
                <a:lnTo>
                  <a:pt x="148" y="807"/>
                </a:lnTo>
                <a:lnTo>
                  <a:pt x="170" y="807"/>
                </a:lnTo>
                <a:lnTo>
                  <a:pt x="191" y="809"/>
                </a:lnTo>
                <a:lnTo>
                  <a:pt x="191" y="809"/>
                </a:lnTo>
                <a:lnTo>
                  <a:pt x="225" y="811"/>
                </a:lnTo>
                <a:lnTo>
                  <a:pt x="240" y="810"/>
                </a:lnTo>
                <a:lnTo>
                  <a:pt x="255" y="809"/>
                </a:lnTo>
                <a:lnTo>
                  <a:pt x="269" y="805"/>
                </a:lnTo>
                <a:lnTo>
                  <a:pt x="284" y="799"/>
                </a:lnTo>
                <a:lnTo>
                  <a:pt x="297" y="791"/>
                </a:lnTo>
                <a:lnTo>
                  <a:pt x="312" y="778"/>
                </a:lnTo>
                <a:lnTo>
                  <a:pt x="312" y="778"/>
                </a:lnTo>
                <a:lnTo>
                  <a:pt x="323" y="765"/>
                </a:lnTo>
                <a:lnTo>
                  <a:pt x="331" y="752"/>
                </a:lnTo>
                <a:lnTo>
                  <a:pt x="337" y="737"/>
                </a:lnTo>
                <a:lnTo>
                  <a:pt x="341" y="723"/>
                </a:lnTo>
                <a:lnTo>
                  <a:pt x="343" y="707"/>
                </a:lnTo>
                <a:lnTo>
                  <a:pt x="343" y="691"/>
                </a:lnTo>
                <a:lnTo>
                  <a:pt x="342" y="657"/>
                </a:lnTo>
                <a:lnTo>
                  <a:pt x="342" y="657"/>
                </a:lnTo>
                <a:lnTo>
                  <a:pt x="341" y="637"/>
                </a:lnTo>
                <a:lnTo>
                  <a:pt x="339" y="615"/>
                </a:lnTo>
                <a:lnTo>
                  <a:pt x="341" y="593"/>
                </a:lnTo>
                <a:lnTo>
                  <a:pt x="344" y="570"/>
                </a:lnTo>
                <a:lnTo>
                  <a:pt x="347" y="558"/>
                </a:lnTo>
                <a:lnTo>
                  <a:pt x="350" y="547"/>
                </a:lnTo>
                <a:lnTo>
                  <a:pt x="355" y="535"/>
                </a:lnTo>
                <a:lnTo>
                  <a:pt x="360" y="524"/>
                </a:lnTo>
                <a:lnTo>
                  <a:pt x="367" y="512"/>
                </a:lnTo>
                <a:lnTo>
                  <a:pt x="375" y="500"/>
                </a:lnTo>
                <a:lnTo>
                  <a:pt x="384" y="489"/>
                </a:lnTo>
                <a:lnTo>
                  <a:pt x="394" y="479"/>
                </a:lnTo>
                <a:lnTo>
                  <a:pt x="394" y="479"/>
                </a:lnTo>
                <a:lnTo>
                  <a:pt x="406" y="468"/>
                </a:lnTo>
                <a:lnTo>
                  <a:pt x="417" y="458"/>
                </a:lnTo>
                <a:lnTo>
                  <a:pt x="429" y="451"/>
                </a:lnTo>
                <a:lnTo>
                  <a:pt x="440" y="443"/>
                </a:lnTo>
                <a:lnTo>
                  <a:pt x="452" y="439"/>
                </a:lnTo>
                <a:lnTo>
                  <a:pt x="464" y="434"/>
                </a:lnTo>
                <a:lnTo>
                  <a:pt x="475" y="430"/>
                </a:lnTo>
                <a:lnTo>
                  <a:pt x="487" y="428"/>
                </a:lnTo>
                <a:lnTo>
                  <a:pt x="510" y="424"/>
                </a:lnTo>
                <a:lnTo>
                  <a:pt x="532" y="423"/>
                </a:lnTo>
                <a:lnTo>
                  <a:pt x="554" y="424"/>
                </a:lnTo>
                <a:lnTo>
                  <a:pt x="574" y="425"/>
                </a:lnTo>
                <a:lnTo>
                  <a:pt x="574" y="425"/>
                </a:lnTo>
                <a:lnTo>
                  <a:pt x="608" y="427"/>
                </a:lnTo>
                <a:lnTo>
                  <a:pt x="624" y="427"/>
                </a:lnTo>
                <a:lnTo>
                  <a:pt x="639" y="424"/>
                </a:lnTo>
                <a:lnTo>
                  <a:pt x="654" y="420"/>
                </a:lnTo>
                <a:lnTo>
                  <a:pt x="668" y="414"/>
                </a:lnTo>
                <a:lnTo>
                  <a:pt x="682" y="406"/>
                </a:lnTo>
                <a:lnTo>
                  <a:pt x="695" y="395"/>
                </a:lnTo>
                <a:lnTo>
                  <a:pt x="695" y="395"/>
                </a:lnTo>
                <a:lnTo>
                  <a:pt x="707" y="382"/>
                </a:lnTo>
                <a:lnTo>
                  <a:pt x="716" y="367"/>
                </a:lnTo>
                <a:lnTo>
                  <a:pt x="722" y="353"/>
                </a:lnTo>
                <a:lnTo>
                  <a:pt x="725" y="338"/>
                </a:lnTo>
                <a:lnTo>
                  <a:pt x="726" y="324"/>
                </a:lnTo>
                <a:lnTo>
                  <a:pt x="728" y="308"/>
                </a:lnTo>
                <a:lnTo>
                  <a:pt x="725" y="274"/>
                </a:lnTo>
                <a:lnTo>
                  <a:pt x="725" y="274"/>
                </a:lnTo>
                <a:lnTo>
                  <a:pt x="724" y="254"/>
                </a:lnTo>
                <a:lnTo>
                  <a:pt x="724" y="232"/>
                </a:lnTo>
                <a:lnTo>
                  <a:pt x="725" y="209"/>
                </a:lnTo>
                <a:lnTo>
                  <a:pt x="728" y="187"/>
                </a:lnTo>
                <a:lnTo>
                  <a:pt x="731" y="175"/>
                </a:lnTo>
                <a:lnTo>
                  <a:pt x="734" y="163"/>
                </a:lnTo>
                <a:lnTo>
                  <a:pt x="739" y="152"/>
                </a:lnTo>
                <a:lnTo>
                  <a:pt x="745" y="140"/>
                </a:lnTo>
                <a:lnTo>
                  <a:pt x="751" y="128"/>
                </a:lnTo>
                <a:lnTo>
                  <a:pt x="759" y="117"/>
                </a:lnTo>
                <a:lnTo>
                  <a:pt x="768" y="105"/>
                </a:lnTo>
                <a:lnTo>
                  <a:pt x="778" y="94"/>
                </a:lnTo>
                <a:lnTo>
                  <a:pt x="778" y="94"/>
                </a:lnTo>
                <a:lnTo>
                  <a:pt x="789" y="83"/>
                </a:lnTo>
                <a:lnTo>
                  <a:pt x="801" y="75"/>
                </a:lnTo>
                <a:lnTo>
                  <a:pt x="812" y="66"/>
                </a:lnTo>
                <a:lnTo>
                  <a:pt x="824" y="60"/>
                </a:lnTo>
                <a:lnTo>
                  <a:pt x="837" y="54"/>
                </a:lnTo>
                <a:lnTo>
                  <a:pt x="847" y="49"/>
                </a:lnTo>
                <a:lnTo>
                  <a:pt x="860" y="47"/>
                </a:lnTo>
                <a:lnTo>
                  <a:pt x="870" y="43"/>
                </a:lnTo>
                <a:lnTo>
                  <a:pt x="893" y="41"/>
                </a:lnTo>
                <a:lnTo>
                  <a:pt x="916" y="40"/>
                </a:lnTo>
                <a:lnTo>
                  <a:pt x="938" y="40"/>
                </a:lnTo>
                <a:lnTo>
                  <a:pt x="959" y="41"/>
                </a:lnTo>
                <a:lnTo>
                  <a:pt x="959" y="41"/>
                </a:lnTo>
                <a:lnTo>
                  <a:pt x="993" y="43"/>
                </a:lnTo>
                <a:lnTo>
                  <a:pt x="1008" y="42"/>
                </a:lnTo>
                <a:lnTo>
                  <a:pt x="1023" y="41"/>
                </a:lnTo>
                <a:lnTo>
                  <a:pt x="1037" y="37"/>
                </a:lnTo>
                <a:lnTo>
                  <a:pt x="1052" y="31"/>
                </a:lnTo>
                <a:lnTo>
                  <a:pt x="1066" y="23"/>
                </a:lnTo>
                <a:lnTo>
                  <a:pt x="1080" y="11"/>
                </a:lnTo>
                <a:lnTo>
                  <a:pt x="1080" y="11"/>
                </a:lnTo>
                <a:lnTo>
                  <a:pt x="1086" y="6"/>
                </a:lnTo>
                <a:lnTo>
                  <a:pt x="1092" y="2"/>
                </a:lnTo>
                <a:lnTo>
                  <a:pt x="1099" y="0"/>
                </a:lnTo>
                <a:lnTo>
                  <a:pt x="1106" y="0"/>
                </a:lnTo>
                <a:lnTo>
                  <a:pt x="1113" y="0"/>
                </a:lnTo>
                <a:lnTo>
                  <a:pt x="1121" y="2"/>
                </a:lnTo>
                <a:lnTo>
                  <a:pt x="1128" y="6"/>
                </a:lnTo>
                <a:lnTo>
                  <a:pt x="1134" y="11"/>
                </a:lnTo>
                <a:lnTo>
                  <a:pt x="1134" y="11"/>
                </a:lnTo>
                <a:lnTo>
                  <a:pt x="1139" y="17"/>
                </a:lnTo>
                <a:lnTo>
                  <a:pt x="1142" y="24"/>
                </a:lnTo>
                <a:lnTo>
                  <a:pt x="1144" y="31"/>
                </a:lnTo>
                <a:lnTo>
                  <a:pt x="1145" y="38"/>
                </a:lnTo>
                <a:lnTo>
                  <a:pt x="1144" y="46"/>
                </a:lnTo>
                <a:lnTo>
                  <a:pt x="1142" y="53"/>
                </a:lnTo>
                <a:lnTo>
                  <a:pt x="1139" y="59"/>
                </a:lnTo>
                <a:lnTo>
                  <a:pt x="1134" y="65"/>
                </a:lnTo>
                <a:lnTo>
                  <a:pt x="1134" y="6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320">
            <a:extLst>
              <a:ext uri="{FF2B5EF4-FFF2-40B4-BE49-F238E27FC236}">
                <a16:creationId xmlns:a16="http://schemas.microsoft.com/office/drawing/2014/main" id="{BC9EB173-0A91-9D45-A7B6-7225C66BACE2}"/>
              </a:ext>
            </a:extLst>
          </p:cNvPr>
          <p:cNvSpPr>
            <a:spLocks/>
          </p:cNvSpPr>
          <p:nvPr/>
        </p:nvSpPr>
        <p:spPr bwMode="auto">
          <a:xfrm rot="2493426">
            <a:off x="11145824" y="616006"/>
            <a:ext cx="673927" cy="546682"/>
          </a:xfrm>
          <a:custGeom>
            <a:avLst/>
            <a:gdLst>
              <a:gd name="T0" fmla="*/ 1111 w 1145"/>
              <a:gd name="T1" fmla="*/ 84 h 927"/>
              <a:gd name="T2" fmla="*/ 1064 w 1145"/>
              <a:gd name="T3" fmla="*/ 110 h 927"/>
              <a:gd name="T4" fmla="*/ 996 w 1145"/>
              <a:gd name="T5" fmla="*/ 119 h 927"/>
              <a:gd name="T6" fmla="*/ 920 w 1145"/>
              <a:gd name="T7" fmla="*/ 116 h 927"/>
              <a:gd name="T8" fmla="*/ 860 w 1145"/>
              <a:gd name="T9" fmla="*/ 128 h 927"/>
              <a:gd name="T10" fmla="*/ 821 w 1145"/>
              <a:gd name="T11" fmla="*/ 162 h 927"/>
              <a:gd name="T12" fmla="*/ 801 w 1145"/>
              <a:gd name="T13" fmla="*/ 220 h 927"/>
              <a:gd name="T14" fmla="*/ 804 w 1145"/>
              <a:gd name="T15" fmla="*/ 290 h 927"/>
              <a:gd name="T16" fmla="*/ 797 w 1145"/>
              <a:gd name="T17" fmla="*/ 368 h 927"/>
              <a:gd name="T18" fmla="*/ 777 w 1145"/>
              <a:gd name="T19" fmla="*/ 414 h 927"/>
              <a:gd name="T20" fmla="*/ 749 w 1145"/>
              <a:gd name="T21" fmla="*/ 450 h 927"/>
              <a:gd name="T22" fmla="*/ 704 w 1145"/>
              <a:gd name="T23" fmla="*/ 483 h 927"/>
              <a:gd name="T24" fmla="*/ 656 w 1145"/>
              <a:gd name="T25" fmla="*/ 499 h 927"/>
              <a:gd name="T26" fmla="*/ 569 w 1145"/>
              <a:gd name="T27" fmla="*/ 501 h 927"/>
              <a:gd name="T28" fmla="*/ 505 w 1145"/>
              <a:gd name="T29" fmla="*/ 503 h 927"/>
              <a:gd name="T30" fmla="*/ 448 w 1145"/>
              <a:gd name="T31" fmla="*/ 532 h 927"/>
              <a:gd name="T32" fmla="*/ 423 w 1145"/>
              <a:gd name="T33" fmla="*/ 574 h 927"/>
              <a:gd name="T34" fmla="*/ 418 w 1145"/>
              <a:gd name="T35" fmla="*/ 653 h 927"/>
              <a:gd name="T36" fmla="*/ 419 w 1145"/>
              <a:gd name="T37" fmla="*/ 718 h 927"/>
              <a:gd name="T38" fmla="*/ 405 w 1145"/>
              <a:gd name="T39" fmla="*/ 775 h 927"/>
              <a:gd name="T40" fmla="*/ 376 w 1145"/>
              <a:gd name="T41" fmla="*/ 822 h 927"/>
              <a:gd name="T42" fmla="*/ 343 w 1145"/>
              <a:gd name="T43" fmla="*/ 852 h 927"/>
              <a:gd name="T44" fmla="*/ 296 w 1145"/>
              <a:gd name="T45" fmla="*/ 878 h 927"/>
              <a:gd name="T46" fmla="*/ 228 w 1145"/>
              <a:gd name="T47" fmla="*/ 887 h 927"/>
              <a:gd name="T48" fmla="*/ 152 w 1145"/>
              <a:gd name="T49" fmla="*/ 885 h 927"/>
              <a:gd name="T50" fmla="*/ 92 w 1145"/>
              <a:gd name="T51" fmla="*/ 896 h 927"/>
              <a:gd name="T52" fmla="*/ 59 w 1145"/>
              <a:gd name="T53" fmla="*/ 921 h 927"/>
              <a:gd name="T54" fmla="*/ 30 w 1145"/>
              <a:gd name="T55" fmla="*/ 927 h 927"/>
              <a:gd name="T56" fmla="*/ 11 w 1145"/>
              <a:gd name="T57" fmla="*/ 916 h 927"/>
              <a:gd name="T58" fmla="*/ 0 w 1145"/>
              <a:gd name="T59" fmla="*/ 890 h 927"/>
              <a:gd name="T60" fmla="*/ 11 w 1145"/>
              <a:gd name="T61" fmla="*/ 862 h 927"/>
              <a:gd name="T62" fmla="*/ 44 w 1145"/>
              <a:gd name="T63" fmla="*/ 834 h 927"/>
              <a:gd name="T64" fmla="*/ 92 w 1145"/>
              <a:gd name="T65" fmla="*/ 815 h 927"/>
              <a:gd name="T66" fmla="*/ 170 w 1145"/>
              <a:gd name="T67" fmla="*/ 807 h 927"/>
              <a:gd name="T68" fmla="*/ 240 w 1145"/>
              <a:gd name="T69" fmla="*/ 810 h 927"/>
              <a:gd name="T70" fmla="*/ 297 w 1145"/>
              <a:gd name="T71" fmla="*/ 791 h 927"/>
              <a:gd name="T72" fmla="*/ 331 w 1145"/>
              <a:gd name="T73" fmla="*/ 752 h 927"/>
              <a:gd name="T74" fmla="*/ 343 w 1145"/>
              <a:gd name="T75" fmla="*/ 691 h 927"/>
              <a:gd name="T76" fmla="*/ 339 w 1145"/>
              <a:gd name="T77" fmla="*/ 615 h 927"/>
              <a:gd name="T78" fmla="*/ 350 w 1145"/>
              <a:gd name="T79" fmla="*/ 547 h 927"/>
              <a:gd name="T80" fmla="*/ 375 w 1145"/>
              <a:gd name="T81" fmla="*/ 500 h 927"/>
              <a:gd name="T82" fmla="*/ 406 w 1145"/>
              <a:gd name="T83" fmla="*/ 468 h 927"/>
              <a:gd name="T84" fmla="*/ 452 w 1145"/>
              <a:gd name="T85" fmla="*/ 439 h 927"/>
              <a:gd name="T86" fmla="*/ 510 w 1145"/>
              <a:gd name="T87" fmla="*/ 424 h 927"/>
              <a:gd name="T88" fmla="*/ 574 w 1145"/>
              <a:gd name="T89" fmla="*/ 425 h 927"/>
              <a:gd name="T90" fmla="*/ 654 w 1145"/>
              <a:gd name="T91" fmla="*/ 420 h 927"/>
              <a:gd name="T92" fmla="*/ 695 w 1145"/>
              <a:gd name="T93" fmla="*/ 395 h 927"/>
              <a:gd name="T94" fmla="*/ 725 w 1145"/>
              <a:gd name="T95" fmla="*/ 338 h 927"/>
              <a:gd name="T96" fmla="*/ 725 w 1145"/>
              <a:gd name="T97" fmla="*/ 274 h 927"/>
              <a:gd name="T98" fmla="*/ 728 w 1145"/>
              <a:gd name="T99" fmla="*/ 187 h 927"/>
              <a:gd name="T100" fmla="*/ 745 w 1145"/>
              <a:gd name="T101" fmla="*/ 140 h 927"/>
              <a:gd name="T102" fmla="*/ 778 w 1145"/>
              <a:gd name="T103" fmla="*/ 94 h 927"/>
              <a:gd name="T104" fmla="*/ 812 w 1145"/>
              <a:gd name="T105" fmla="*/ 66 h 927"/>
              <a:gd name="T106" fmla="*/ 860 w 1145"/>
              <a:gd name="T107" fmla="*/ 47 h 927"/>
              <a:gd name="T108" fmla="*/ 938 w 1145"/>
              <a:gd name="T109" fmla="*/ 40 h 927"/>
              <a:gd name="T110" fmla="*/ 1008 w 1145"/>
              <a:gd name="T111" fmla="*/ 42 h 927"/>
              <a:gd name="T112" fmla="*/ 1066 w 1145"/>
              <a:gd name="T113" fmla="*/ 23 h 927"/>
              <a:gd name="T114" fmla="*/ 1092 w 1145"/>
              <a:gd name="T115" fmla="*/ 2 h 927"/>
              <a:gd name="T116" fmla="*/ 1121 w 1145"/>
              <a:gd name="T117" fmla="*/ 2 h 927"/>
              <a:gd name="T118" fmla="*/ 1139 w 1145"/>
              <a:gd name="T119" fmla="*/ 17 h 927"/>
              <a:gd name="T120" fmla="*/ 1144 w 1145"/>
              <a:gd name="T121" fmla="*/ 46 h 927"/>
              <a:gd name="T122" fmla="*/ 1134 w 1145"/>
              <a:gd name="T123" fmla="*/ 65 h 9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145" h="927">
                <a:moveTo>
                  <a:pt x="1134" y="65"/>
                </a:moveTo>
                <a:lnTo>
                  <a:pt x="1134" y="65"/>
                </a:lnTo>
                <a:lnTo>
                  <a:pt x="1122" y="76"/>
                </a:lnTo>
                <a:lnTo>
                  <a:pt x="1111" y="84"/>
                </a:lnTo>
                <a:lnTo>
                  <a:pt x="1099" y="93"/>
                </a:lnTo>
                <a:lnTo>
                  <a:pt x="1088" y="99"/>
                </a:lnTo>
                <a:lnTo>
                  <a:pt x="1076" y="105"/>
                </a:lnTo>
                <a:lnTo>
                  <a:pt x="1064" y="110"/>
                </a:lnTo>
                <a:lnTo>
                  <a:pt x="1053" y="112"/>
                </a:lnTo>
                <a:lnTo>
                  <a:pt x="1041" y="116"/>
                </a:lnTo>
                <a:lnTo>
                  <a:pt x="1018" y="118"/>
                </a:lnTo>
                <a:lnTo>
                  <a:pt x="996" y="119"/>
                </a:lnTo>
                <a:lnTo>
                  <a:pt x="974" y="119"/>
                </a:lnTo>
                <a:lnTo>
                  <a:pt x="954" y="118"/>
                </a:lnTo>
                <a:lnTo>
                  <a:pt x="954" y="118"/>
                </a:lnTo>
                <a:lnTo>
                  <a:pt x="920" y="116"/>
                </a:lnTo>
                <a:lnTo>
                  <a:pt x="904" y="117"/>
                </a:lnTo>
                <a:lnTo>
                  <a:pt x="889" y="118"/>
                </a:lnTo>
                <a:lnTo>
                  <a:pt x="874" y="122"/>
                </a:lnTo>
                <a:lnTo>
                  <a:pt x="860" y="128"/>
                </a:lnTo>
                <a:lnTo>
                  <a:pt x="846" y="136"/>
                </a:lnTo>
                <a:lnTo>
                  <a:pt x="833" y="148"/>
                </a:lnTo>
                <a:lnTo>
                  <a:pt x="833" y="148"/>
                </a:lnTo>
                <a:lnTo>
                  <a:pt x="821" y="162"/>
                </a:lnTo>
                <a:lnTo>
                  <a:pt x="812" y="175"/>
                </a:lnTo>
                <a:lnTo>
                  <a:pt x="806" y="190"/>
                </a:lnTo>
                <a:lnTo>
                  <a:pt x="803" y="204"/>
                </a:lnTo>
                <a:lnTo>
                  <a:pt x="801" y="220"/>
                </a:lnTo>
                <a:lnTo>
                  <a:pt x="800" y="235"/>
                </a:lnTo>
                <a:lnTo>
                  <a:pt x="803" y="269"/>
                </a:lnTo>
                <a:lnTo>
                  <a:pt x="803" y="269"/>
                </a:lnTo>
                <a:lnTo>
                  <a:pt x="804" y="290"/>
                </a:lnTo>
                <a:lnTo>
                  <a:pt x="804" y="312"/>
                </a:lnTo>
                <a:lnTo>
                  <a:pt x="803" y="333"/>
                </a:lnTo>
                <a:lnTo>
                  <a:pt x="800" y="356"/>
                </a:lnTo>
                <a:lnTo>
                  <a:pt x="797" y="368"/>
                </a:lnTo>
                <a:lnTo>
                  <a:pt x="794" y="379"/>
                </a:lnTo>
                <a:lnTo>
                  <a:pt x="789" y="391"/>
                </a:lnTo>
                <a:lnTo>
                  <a:pt x="783" y="404"/>
                </a:lnTo>
                <a:lnTo>
                  <a:pt x="777" y="414"/>
                </a:lnTo>
                <a:lnTo>
                  <a:pt x="769" y="427"/>
                </a:lnTo>
                <a:lnTo>
                  <a:pt x="760" y="437"/>
                </a:lnTo>
                <a:lnTo>
                  <a:pt x="749" y="450"/>
                </a:lnTo>
                <a:lnTo>
                  <a:pt x="749" y="450"/>
                </a:lnTo>
                <a:lnTo>
                  <a:pt x="739" y="459"/>
                </a:lnTo>
                <a:lnTo>
                  <a:pt x="726" y="469"/>
                </a:lnTo>
                <a:lnTo>
                  <a:pt x="716" y="476"/>
                </a:lnTo>
                <a:lnTo>
                  <a:pt x="704" y="483"/>
                </a:lnTo>
                <a:lnTo>
                  <a:pt x="691" y="488"/>
                </a:lnTo>
                <a:lnTo>
                  <a:pt x="681" y="493"/>
                </a:lnTo>
                <a:lnTo>
                  <a:pt x="668" y="497"/>
                </a:lnTo>
                <a:lnTo>
                  <a:pt x="656" y="499"/>
                </a:lnTo>
                <a:lnTo>
                  <a:pt x="635" y="503"/>
                </a:lnTo>
                <a:lnTo>
                  <a:pt x="612" y="504"/>
                </a:lnTo>
                <a:lnTo>
                  <a:pt x="590" y="503"/>
                </a:lnTo>
                <a:lnTo>
                  <a:pt x="569" y="501"/>
                </a:lnTo>
                <a:lnTo>
                  <a:pt x="569" y="501"/>
                </a:lnTo>
                <a:lnTo>
                  <a:pt x="535" y="500"/>
                </a:lnTo>
                <a:lnTo>
                  <a:pt x="520" y="500"/>
                </a:lnTo>
                <a:lnTo>
                  <a:pt x="505" y="503"/>
                </a:lnTo>
                <a:lnTo>
                  <a:pt x="491" y="506"/>
                </a:lnTo>
                <a:lnTo>
                  <a:pt x="476" y="512"/>
                </a:lnTo>
                <a:lnTo>
                  <a:pt x="463" y="521"/>
                </a:lnTo>
                <a:lnTo>
                  <a:pt x="448" y="532"/>
                </a:lnTo>
                <a:lnTo>
                  <a:pt x="448" y="532"/>
                </a:lnTo>
                <a:lnTo>
                  <a:pt x="437" y="546"/>
                </a:lnTo>
                <a:lnTo>
                  <a:pt x="429" y="560"/>
                </a:lnTo>
                <a:lnTo>
                  <a:pt x="423" y="574"/>
                </a:lnTo>
                <a:lnTo>
                  <a:pt x="419" y="589"/>
                </a:lnTo>
                <a:lnTo>
                  <a:pt x="417" y="603"/>
                </a:lnTo>
                <a:lnTo>
                  <a:pt x="417" y="619"/>
                </a:lnTo>
                <a:lnTo>
                  <a:pt x="418" y="653"/>
                </a:lnTo>
                <a:lnTo>
                  <a:pt x="418" y="653"/>
                </a:lnTo>
                <a:lnTo>
                  <a:pt x="419" y="673"/>
                </a:lnTo>
                <a:lnTo>
                  <a:pt x="421" y="695"/>
                </a:lnTo>
                <a:lnTo>
                  <a:pt x="419" y="718"/>
                </a:lnTo>
                <a:lnTo>
                  <a:pt x="416" y="741"/>
                </a:lnTo>
                <a:lnTo>
                  <a:pt x="413" y="752"/>
                </a:lnTo>
                <a:lnTo>
                  <a:pt x="410" y="764"/>
                </a:lnTo>
                <a:lnTo>
                  <a:pt x="405" y="775"/>
                </a:lnTo>
                <a:lnTo>
                  <a:pt x="400" y="787"/>
                </a:lnTo>
                <a:lnTo>
                  <a:pt x="393" y="799"/>
                </a:lnTo>
                <a:lnTo>
                  <a:pt x="385" y="810"/>
                </a:lnTo>
                <a:lnTo>
                  <a:pt x="376" y="822"/>
                </a:lnTo>
                <a:lnTo>
                  <a:pt x="366" y="833"/>
                </a:lnTo>
                <a:lnTo>
                  <a:pt x="366" y="833"/>
                </a:lnTo>
                <a:lnTo>
                  <a:pt x="354" y="844"/>
                </a:lnTo>
                <a:lnTo>
                  <a:pt x="343" y="852"/>
                </a:lnTo>
                <a:lnTo>
                  <a:pt x="331" y="861"/>
                </a:lnTo>
                <a:lnTo>
                  <a:pt x="319" y="867"/>
                </a:lnTo>
                <a:lnTo>
                  <a:pt x="308" y="873"/>
                </a:lnTo>
                <a:lnTo>
                  <a:pt x="296" y="878"/>
                </a:lnTo>
                <a:lnTo>
                  <a:pt x="285" y="881"/>
                </a:lnTo>
                <a:lnTo>
                  <a:pt x="273" y="884"/>
                </a:lnTo>
                <a:lnTo>
                  <a:pt x="250" y="886"/>
                </a:lnTo>
                <a:lnTo>
                  <a:pt x="228" y="887"/>
                </a:lnTo>
                <a:lnTo>
                  <a:pt x="206" y="887"/>
                </a:lnTo>
                <a:lnTo>
                  <a:pt x="186" y="886"/>
                </a:lnTo>
                <a:lnTo>
                  <a:pt x="186" y="886"/>
                </a:lnTo>
                <a:lnTo>
                  <a:pt x="152" y="885"/>
                </a:lnTo>
                <a:lnTo>
                  <a:pt x="136" y="885"/>
                </a:lnTo>
                <a:lnTo>
                  <a:pt x="121" y="886"/>
                </a:lnTo>
                <a:lnTo>
                  <a:pt x="106" y="890"/>
                </a:lnTo>
                <a:lnTo>
                  <a:pt x="92" y="896"/>
                </a:lnTo>
                <a:lnTo>
                  <a:pt x="78" y="904"/>
                </a:lnTo>
                <a:lnTo>
                  <a:pt x="65" y="916"/>
                </a:lnTo>
                <a:lnTo>
                  <a:pt x="65" y="916"/>
                </a:lnTo>
                <a:lnTo>
                  <a:pt x="59" y="921"/>
                </a:lnTo>
                <a:lnTo>
                  <a:pt x="52" y="925"/>
                </a:lnTo>
                <a:lnTo>
                  <a:pt x="44" y="927"/>
                </a:lnTo>
                <a:lnTo>
                  <a:pt x="37" y="927"/>
                </a:lnTo>
                <a:lnTo>
                  <a:pt x="30" y="927"/>
                </a:lnTo>
                <a:lnTo>
                  <a:pt x="23" y="925"/>
                </a:lnTo>
                <a:lnTo>
                  <a:pt x="17" y="921"/>
                </a:lnTo>
                <a:lnTo>
                  <a:pt x="11" y="916"/>
                </a:lnTo>
                <a:lnTo>
                  <a:pt x="11" y="916"/>
                </a:lnTo>
                <a:lnTo>
                  <a:pt x="6" y="910"/>
                </a:lnTo>
                <a:lnTo>
                  <a:pt x="2" y="903"/>
                </a:lnTo>
                <a:lnTo>
                  <a:pt x="0" y="897"/>
                </a:lnTo>
                <a:lnTo>
                  <a:pt x="0" y="890"/>
                </a:lnTo>
                <a:lnTo>
                  <a:pt x="0" y="881"/>
                </a:lnTo>
                <a:lnTo>
                  <a:pt x="2" y="875"/>
                </a:lnTo>
                <a:lnTo>
                  <a:pt x="6" y="868"/>
                </a:lnTo>
                <a:lnTo>
                  <a:pt x="11" y="862"/>
                </a:lnTo>
                <a:lnTo>
                  <a:pt x="11" y="862"/>
                </a:lnTo>
                <a:lnTo>
                  <a:pt x="21" y="851"/>
                </a:lnTo>
                <a:lnTo>
                  <a:pt x="34" y="843"/>
                </a:lnTo>
                <a:lnTo>
                  <a:pt x="44" y="834"/>
                </a:lnTo>
                <a:lnTo>
                  <a:pt x="56" y="828"/>
                </a:lnTo>
                <a:lnTo>
                  <a:pt x="69" y="822"/>
                </a:lnTo>
                <a:lnTo>
                  <a:pt x="79" y="818"/>
                </a:lnTo>
                <a:lnTo>
                  <a:pt x="92" y="815"/>
                </a:lnTo>
                <a:lnTo>
                  <a:pt x="102" y="811"/>
                </a:lnTo>
                <a:lnTo>
                  <a:pt x="125" y="809"/>
                </a:lnTo>
                <a:lnTo>
                  <a:pt x="148" y="807"/>
                </a:lnTo>
                <a:lnTo>
                  <a:pt x="170" y="807"/>
                </a:lnTo>
                <a:lnTo>
                  <a:pt x="191" y="809"/>
                </a:lnTo>
                <a:lnTo>
                  <a:pt x="191" y="809"/>
                </a:lnTo>
                <a:lnTo>
                  <a:pt x="225" y="811"/>
                </a:lnTo>
                <a:lnTo>
                  <a:pt x="240" y="810"/>
                </a:lnTo>
                <a:lnTo>
                  <a:pt x="255" y="809"/>
                </a:lnTo>
                <a:lnTo>
                  <a:pt x="269" y="805"/>
                </a:lnTo>
                <a:lnTo>
                  <a:pt x="284" y="799"/>
                </a:lnTo>
                <a:lnTo>
                  <a:pt x="297" y="791"/>
                </a:lnTo>
                <a:lnTo>
                  <a:pt x="312" y="778"/>
                </a:lnTo>
                <a:lnTo>
                  <a:pt x="312" y="778"/>
                </a:lnTo>
                <a:lnTo>
                  <a:pt x="323" y="765"/>
                </a:lnTo>
                <a:lnTo>
                  <a:pt x="331" y="752"/>
                </a:lnTo>
                <a:lnTo>
                  <a:pt x="337" y="737"/>
                </a:lnTo>
                <a:lnTo>
                  <a:pt x="341" y="723"/>
                </a:lnTo>
                <a:lnTo>
                  <a:pt x="343" y="707"/>
                </a:lnTo>
                <a:lnTo>
                  <a:pt x="343" y="691"/>
                </a:lnTo>
                <a:lnTo>
                  <a:pt x="342" y="657"/>
                </a:lnTo>
                <a:lnTo>
                  <a:pt x="342" y="657"/>
                </a:lnTo>
                <a:lnTo>
                  <a:pt x="341" y="637"/>
                </a:lnTo>
                <a:lnTo>
                  <a:pt x="339" y="615"/>
                </a:lnTo>
                <a:lnTo>
                  <a:pt x="341" y="593"/>
                </a:lnTo>
                <a:lnTo>
                  <a:pt x="344" y="570"/>
                </a:lnTo>
                <a:lnTo>
                  <a:pt x="347" y="558"/>
                </a:lnTo>
                <a:lnTo>
                  <a:pt x="350" y="547"/>
                </a:lnTo>
                <a:lnTo>
                  <a:pt x="355" y="535"/>
                </a:lnTo>
                <a:lnTo>
                  <a:pt x="360" y="524"/>
                </a:lnTo>
                <a:lnTo>
                  <a:pt x="367" y="512"/>
                </a:lnTo>
                <a:lnTo>
                  <a:pt x="375" y="500"/>
                </a:lnTo>
                <a:lnTo>
                  <a:pt x="384" y="489"/>
                </a:lnTo>
                <a:lnTo>
                  <a:pt x="394" y="479"/>
                </a:lnTo>
                <a:lnTo>
                  <a:pt x="394" y="479"/>
                </a:lnTo>
                <a:lnTo>
                  <a:pt x="406" y="468"/>
                </a:lnTo>
                <a:lnTo>
                  <a:pt x="417" y="458"/>
                </a:lnTo>
                <a:lnTo>
                  <a:pt x="429" y="451"/>
                </a:lnTo>
                <a:lnTo>
                  <a:pt x="440" y="443"/>
                </a:lnTo>
                <a:lnTo>
                  <a:pt x="452" y="439"/>
                </a:lnTo>
                <a:lnTo>
                  <a:pt x="464" y="434"/>
                </a:lnTo>
                <a:lnTo>
                  <a:pt x="475" y="430"/>
                </a:lnTo>
                <a:lnTo>
                  <a:pt x="487" y="428"/>
                </a:lnTo>
                <a:lnTo>
                  <a:pt x="510" y="424"/>
                </a:lnTo>
                <a:lnTo>
                  <a:pt x="532" y="423"/>
                </a:lnTo>
                <a:lnTo>
                  <a:pt x="554" y="424"/>
                </a:lnTo>
                <a:lnTo>
                  <a:pt x="574" y="425"/>
                </a:lnTo>
                <a:lnTo>
                  <a:pt x="574" y="425"/>
                </a:lnTo>
                <a:lnTo>
                  <a:pt x="608" y="427"/>
                </a:lnTo>
                <a:lnTo>
                  <a:pt x="624" y="427"/>
                </a:lnTo>
                <a:lnTo>
                  <a:pt x="639" y="424"/>
                </a:lnTo>
                <a:lnTo>
                  <a:pt x="654" y="420"/>
                </a:lnTo>
                <a:lnTo>
                  <a:pt x="668" y="414"/>
                </a:lnTo>
                <a:lnTo>
                  <a:pt x="682" y="406"/>
                </a:lnTo>
                <a:lnTo>
                  <a:pt x="695" y="395"/>
                </a:lnTo>
                <a:lnTo>
                  <a:pt x="695" y="395"/>
                </a:lnTo>
                <a:lnTo>
                  <a:pt x="707" y="382"/>
                </a:lnTo>
                <a:lnTo>
                  <a:pt x="716" y="367"/>
                </a:lnTo>
                <a:lnTo>
                  <a:pt x="722" y="353"/>
                </a:lnTo>
                <a:lnTo>
                  <a:pt x="725" y="338"/>
                </a:lnTo>
                <a:lnTo>
                  <a:pt x="726" y="324"/>
                </a:lnTo>
                <a:lnTo>
                  <a:pt x="728" y="308"/>
                </a:lnTo>
                <a:lnTo>
                  <a:pt x="725" y="274"/>
                </a:lnTo>
                <a:lnTo>
                  <a:pt x="725" y="274"/>
                </a:lnTo>
                <a:lnTo>
                  <a:pt x="724" y="254"/>
                </a:lnTo>
                <a:lnTo>
                  <a:pt x="724" y="232"/>
                </a:lnTo>
                <a:lnTo>
                  <a:pt x="725" y="209"/>
                </a:lnTo>
                <a:lnTo>
                  <a:pt x="728" y="187"/>
                </a:lnTo>
                <a:lnTo>
                  <a:pt x="731" y="175"/>
                </a:lnTo>
                <a:lnTo>
                  <a:pt x="734" y="163"/>
                </a:lnTo>
                <a:lnTo>
                  <a:pt x="739" y="152"/>
                </a:lnTo>
                <a:lnTo>
                  <a:pt x="745" y="140"/>
                </a:lnTo>
                <a:lnTo>
                  <a:pt x="751" y="128"/>
                </a:lnTo>
                <a:lnTo>
                  <a:pt x="759" y="117"/>
                </a:lnTo>
                <a:lnTo>
                  <a:pt x="768" y="105"/>
                </a:lnTo>
                <a:lnTo>
                  <a:pt x="778" y="94"/>
                </a:lnTo>
                <a:lnTo>
                  <a:pt x="778" y="94"/>
                </a:lnTo>
                <a:lnTo>
                  <a:pt x="789" y="83"/>
                </a:lnTo>
                <a:lnTo>
                  <a:pt x="801" y="75"/>
                </a:lnTo>
                <a:lnTo>
                  <a:pt x="812" y="66"/>
                </a:lnTo>
                <a:lnTo>
                  <a:pt x="824" y="60"/>
                </a:lnTo>
                <a:lnTo>
                  <a:pt x="837" y="54"/>
                </a:lnTo>
                <a:lnTo>
                  <a:pt x="847" y="49"/>
                </a:lnTo>
                <a:lnTo>
                  <a:pt x="860" y="47"/>
                </a:lnTo>
                <a:lnTo>
                  <a:pt x="870" y="43"/>
                </a:lnTo>
                <a:lnTo>
                  <a:pt x="893" y="41"/>
                </a:lnTo>
                <a:lnTo>
                  <a:pt x="916" y="40"/>
                </a:lnTo>
                <a:lnTo>
                  <a:pt x="938" y="40"/>
                </a:lnTo>
                <a:lnTo>
                  <a:pt x="959" y="41"/>
                </a:lnTo>
                <a:lnTo>
                  <a:pt x="959" y="41"/>
                </a:lnTo>
                <a:lnTo>
                  <a:pt x="993" y="43"/>
                </a:lnTo>
                <a:lnTo>
                  <a:pt x="1008" y="42"/>
                </a:lnTo>
                <a:lnTo>
                  <a:pt x="1023" y="41"/>
                </a:lnTo>
                <a:lnTo>
                  <a:pt x="1037" y="37"/>
                </a:lnTo>
                <a:lnTo>
                  <a:pt x="1052" y="31"/>
                </a:lnTo>
                <a:lnTo>
                  <a:pt x="1066" y="23"/>
                </a:lnTo>
                <a:lnTo>
                  <a:pt x="1080" y="11"/>
                </a:lnTo>
                <a:lnTo>
                  <a:pt x="1080" y="11"/>
                </a:lnTo>
                <a:lnTo>
                  <a:pt x="1086" y="6"/>
                </a:lnTo>
                <a:lnTo>
                  <a:pt x="1092" y="2"/>
                </a:lnTo>
                <a:lnTo>
                  <a:pt x="1099" y="0"/>
                </a:lnTo>
                <a:lnTo>
                  <a:pt x="1106" y="0"/>
                </a:lnTo>
                <a:lnTo>
                  <a:pt x="1113" y="0"/>
                </a:lnTo>
                <a:lnTo>
                  <a:pt x="1121" y="2"/>
                </a:lnTo>
                <a:lnTo>
                  <a:pt x="1128" y="6"/>
                </a:lnTo>
                <a:lnTo>
                  <a:pt x="1134" y="11"/>
                </a:lnTo>
                <a:lnTo>
                  <a:pt x="1134" y="11"/>
                </a:lnTo>
                <a:lnTo>
                  <a:pt x="1139" y="17"/>
                </a:lnTo>
                <a:lnTo>
                  <a:pt x="1142" y="24"/>
                </a:lnTo>
                <a:lnTo>
                  <a:pt x="1144" y="31"/>
                </a:lnTo>
                <a:lnTo>
                  <a:pt x="1145" y="38"/>
                </a:lnTo>
                <a:lnTo>
                  <a:pt x="1144" y="46"/>
                </a:lnTo>
                <a:lnTo>
                  <a:pt x="1142" y="53"/>
                </a:lnTo>
                <a:lnTo>
                  <a:pt x="1139" y="59"/>
                </a:lnTo>
                <a:lnTo>
                  <a:pt x="1134" y="65"/>
                </a:lnTo>
                <a:lnTo>
                  <a:pt x="1134" y="6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148" name="Freeform 534">
            <a:extLst>
              <a:ext uri="{FF2B5EF4-FFF2-40B4-BE49-F238E27FC236}">
                <a16:creationId xmlns:a16="http://schemas.microsoft.com/office/drawing/2014/main" id="{3E03A369-8DB5-8940-ABBB-21F59C349150}"/>
              </a:ext>
            </a:extLst>
          </p:cNvPr>
          <p:cNvSpPr>
            <a:spLocks/>
          </p:cNvSpPr>
          <p:nvPr/>
        </p:nvSpPr>
        <p:spPr bwMode="auto">
          <a:xfrm>
            <a:off x="9339937" y="278732"/>
            <a:ext cx="238610" cy="238610"/>
          </a:xfrm>
          <a:custGeom>
            <a:avLst/>
            <a:gdLst>
              <a:gd name="T0" fmla="*/ 575 w 575"/>
              <a:gd name="T1" fmla="*/ 188 h 575"/>
              <a:gd name="T2" fmla="*/ 387 w 575"/>
              <a:gd name="T3" fmla="*/ 188 h 575"/>
              <a:gd name="T4" fmla="*/ 387 w 575"/>
              <a:gd name="T5" fmla="*/ 0 h 575"/>
              <a:gd name="T6" fmla="*/ 188 w 575"/>
              <a:gd name="T7" fmla="*/ 0 h 575"/>
              <a:gd name="T8" fmla="*/ 188 w 575"/>
              <a:gd name="T9" fmla="*/ 188 h 575"/>
              <a:gd name="T10" fmla="*/ 0 w 575"/>
              <a:gd name="T11" fmla="*/ 188 h 575"/>
              <a:gd name="T12" fmla="*/ 0 w 575"/>
              <a:gd name="T13" fmla="*/ 385 h 575"/>
              <a:gd name="T14" fmla="*/ 188 w 575"/>
              <a:gd name="T15" fmla="*/ 385 h 575"/>
              <a:gd name="T16" fmla="*/ 188 w 575"/>
              <a:gd name="T17" fmla="*/ 575 h 575"/>
              <a:gd name="T18" fmla="*/ 387 w 575"/>
              <a:gd name="T19" fmla="*/ 575 h 575"/>
              <a:gd name="T20" fmla="*/ 387 w 575"/>
              <a:gd name="T21" fmla="*/ 385 h 575"/>
              <a:gd name="T22" fmla="*/ 575 w 575"/>
              <a:gd name="T23" fmla="*/ 385 h 575"/>
              <a:gd name="T24" fmla="*/ 575 w 575"/>
              <a:gd name="T25" fmla="*/ 188 h 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75" h="575">
                <a:moveTo>
                  <a:pt x="575" y="188"/>
                </a:moveTo>
                <a:lnTo>
                  <a:pt x="387" y="188"/>
                </a:lnTo>
                <a:lnTo>
                  <a:pt x="387" y="0"/>
                </a:lnTo>
                <a:lnTo>
                  <a:pt x="188" y="0"/>
                </a:lnTo>
                <a:lnTo>
                  <a:pt x="188" y="188"/>
                </a:lnTo>
                <a:lnTo>
                  <a:pt x="0" y="188"/>
                </a:lnTo>
                <a:lnTo>
                  <a:pt x="0" y="385"/>
                </a:lnTo>
                <a:lnTo>
                  <a:pt x="188" y="385"/>
                </a:lnTo>
                <a:lnTo>
                  <a:pt x="188" y="575"/>
                </a:lnTo>
                <a:lnTo>
                  <a:pt x="387" y="575"/>
                </a:lnTo>
                <a:lnTo>
                  <a:pt x="387" y="385"/>
                </a:lnTo>
                <a:lnTo>
                  <a:pt x="575" y="385"/>
                </a:lnTo>
                <a:lnTo>
                  <a:pt x="575" y="18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319">
            <a:extLst>
              <a:ext uri="{FF2B5EF4-FFF2-40B4-BE49-F238E27FC236}">
                <a16:creationId xmlns:a16="http://schemas.microsoft.com/office/drawing/2014/main" id="{099E7BC1-2F68-4F46-AA8C-3A5D10FFB4FD}"/>
              </a:ext>
            </a:extLst>
          </p:cNvPr>
          <p:cNvSpPr>
            <a:spLocks/>
          </p:cNvSpPr>
          <p:nvPr/>
        </p:nvSpPr>
        <p:spPr bwMode="auto">
          <a:xfrm>
            <a:off x="10627394" y="821674"/>
            <a:ext cx="195263" cy="195263"/>
          </a:xfrm>
          <a:custGeom>
            <a:avLst/>
            <a:gdLst>
              <a:gd name="T0" fmla="*/ 245 w 245"/>
              <a:gd name="T1" fmla="*/ 123 h 245"/>
              <a:gd name="T2" fmla="*/ 243 w 245"/>
              <a:gd name="T3" fmla="*/ 147 h 245"/>
              <a:gd name="T4" fmla="*/ 235 w 245"/>
              <a:gd name="T5" fmla="*/ 170 h 245"/>
              <a:gd name="T6" fmla="*/ 225 w 245"/>
              <a:gd name="T7" fmla="*/ 191 h 245"/>
              <a:gd name="T8" fmla="*/ 209 w 245"/>
              <a:gd name="T9" fmla="*/ 209 h 245"/>
              <a:gd name="T10" fmla="*/ 191 w 245"/>
              <a:gd name="T11" fmla="*/ 225 h 245"/>
              <a:gd name="T12" fmla="*/ 170 w 245"/>
              <a:gd name="T13" fmla="*/ 236 h 245"/>
              <a:gd name="T14" fmla="*/ 147 w 245"/>
              <a:gd name="T15" fmla="*/ 243 h 245"/>
              <a:gd name="T16" fmla="*/ 123 w 245"/>
              <a:gd name="T17" fmla="*/ 245 h 245"/>
              <a:gd name="T18" fmla="*/ 110 w 245"/>
              <a:gd name="T19" fmla="*/ 245 h 245"/>
              <a:gd name="T20" fmla="*/ 86 w 245"/>
              <a:gd name="T21" fmla="*/ 240 h 245"/>
              <a:gd name="T22" fmla="*/ 64 w 245"/>
              <a:gd name="T23" fmla="*/ 231 h 245"/>
              <a:gd name="T24" fmla="*/ 44 w 245"/>
              <a:gd name="T25" fmla="*/ 217 h 245"/>
              <a:gd name="T26" fmla="*/ 27 w 245"/>
              <a:gd name="T27" fmla="*/ 200 h 245"/>
              <a:gd name="T28" fmla="*/ 14 w 245"/>
              <a:gd name="T29" fmla="*/ 181 h 245"/>
              <a:gd name="T30" fmla="*/ 6 w 245"/>
              <a:gd name="T31" fmla="*/ 159 h 245"/>
              <a:gd name="T32" fmla="*/ 1 w 245"/>
              <a:gd name="T33" fmla="*/ 135 h 245"/>
              <a:gd name="T34" fmla="*/ 0 w 245"/>
              <a:gd name="T35" fmla="*/ 123 h 245"/>
              <a:gd name="T36" fmla="*/ 2 w 245"/>
              <a:gd name="T37" fmla="*/ 98 h 245"/>
              <a:gd name="T38" fmla="*/ 9 w 245"/>
              <a:gd name="T39" fmla="*/ 75 h 245"/>
              <a:gd name="T40" fmla="*/ 21 w 245"/>
              <a:gd name="T41" fmla="*/ 54 h 245"/>
              <a:gd name="T42" fmla="*/ 36 w 245"/>
              <a:gd name="T43" fmla="*/ 36 h 245"/>
              <a:gd name="T44" fmla="*/ 54 w 245"/>
              <a:gd name="T45" fmla="*/ 22 h 245"/>
              <a:gd name="T46" fmla="*/ 75 w 245"/>
              <a:gd name="T47" fmla="*/ 9 h 245"/>
              <a:gd name="T48" fmla="*/ 98 w 245"/>
              <a:gd name="T49" fmla="*/ 2 h 245"/>
              <a:gd name="T50" fmla="*/ 123 w 245"/>
              <a:gd name="T51" fmla="*/ 0 h 245"/>
              <a:gd name="T52" fmla="*/ 135 w 245"/>
              <a:gd name="T53" fmla="*/ 1 h 245"/>
              <a:gd name="T54" fmla="*/ 159 w 245"/>
              <a:gd name="T55" fmla="*/ 6 h 245"/>
              <a:gd name="T56" fmla="*/ 181 w 245"/>
              <a:gd name="T57" fmla="*/ 14 h 245"/>
              <a:gd name="T58" fmla="*/ 200 w 245"/>
              <a:gd name="T59" fmla="*/ 28 h 245"/>
              <a:gd name="T60" fmla="*/ 217 w 245"/>
              <a:gd name="T61" fmla="*/ 44 h 245"/>
              <a:gd name="T62" fmla="*/ 231 w 245"/>
              <a:gd name="T63" fmla="*/ 64 h 245"/>
              <a:gd name="T64" fmla="*/ 240 w 245"/>
              <a:gd name="T65" fmla="*/ 87 h 245"/>
              <a:gd name="T66" fmla="*/ 245 w 245"/>
              <a:gd name="T67" fmla="*/ 110 h 245"/>
              <a:gd name="T68" fmla="*/ 245 w 245"/>
              <a:gd name="T69" fmla="*/ 12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45" h="245">
                <a:moveTo>
                  <a:pt x="245" y="123"/>
                </a:moveTo>
                <a:lnTo>
                  <a:pt x="245" y="123"/>
                </a:lnTo>
                <a:lnTo>
                  <a:pt x="245" y="135"/>
                </a:lnTo>
                <a:lnTo>
                  <a:pt x="243" y="147"/>
                </a:lnTo>
                <a:lnTo>
                  <a:pt x="240" y="159"/>
                </a:lnTo>
                <a:lnTo>
                  <a:pt x="235" y="170"/>
                </a:lnTo>
                <a:lnTo>
                  <a:pt x="231" y="181"/>
                </a:lnTo>
                <a:lnTo>
                  <a:pt x="225" y="191"/>
                </a:lnTo>
                <a:lnTo>
                  <a:pt x="217" y="200"/>
                </a:lnTo>
                <a:lnTo>
                  <a:pt x="209" y="209"/>
                </a:lnTo>
                <a:lnTo>
                  <a:pt x="200" y="217"/>
                </a:lnTo>
                <a:lnTo>
                  <a:pt x="191" y="225"/>
                </a:lnTo>
                <a:lnTo>
                  <a:pt x="181" y="231"/>
                </a:lnTo>
                <a:lnTo>
                  <a:pt x="170" y="236"/>
                </a:lnTo>
                <a:lnTo>
                  <a:pt x="159" y="240"/>
                </a:lnTo>
                <a:lnTo>
                  <a:pt x="147" y="243"/>
                </a:lnTo>
                <a:lnTo>
                  <a:pt x="135" y="245"/>
                </a:lnTo>
                <a:lnTo>
                  <a:pt x="123" y="245"/>
                </a:lnTo>
                <a:lnTo>
                  <a:pt x="123" y="245"/>
                </a:lnTo>
                <a:lnTo>
                  <a:pt x="110" y="245"/>
                </a:lnTo>
                <a:lnTo>
                  <a:pt x="98" y="243"/>
                </a:lnTo>
                <a:lnTo>
                  <a:pt x="86" y="240"/>
                </a:lnTo>
                <a:lnTo>
                  <a:pt x="75" y="236"/>
                </a:lnTo>
                <a:lnTo>
                  <a:pt x="64" y="231"/>
                </a:lnTo>
                <a:lnTo>
                  <a:pt x="54" y="225"/>
                </a:lnTo>
                <a:lnTo>
                  <a:pt x="44" y="217"/>
                </a:lnTo>
                <a:lnTo>
                  <a:pt x="36" y="209"/>
                </a:lnTo>
                <a:lnTo>
                  <a:pt x="27" y="200"/>
                </a:lnTo>
                <a:lnTo>
                  <a:pt x="21" y="191"/>
                </a:lnTo>
                <a:lnTo>
                  <a:pt x="14" y="181"/>
                </a:lnTo>
                <a:lnTo>
                  <a:pt x="9" y="170"/>
                </a:lnTo>
                <a:lnTo>
                  <a:pt x="6" y="159"/>
                </a:lnTo>
                <a:lnTo>
                  <a:pt x="2" y="147"/>
                </a:lnTo>
                <a:lnTo>
                  <a:pt x="1" y="135"/>
                </a:lnTo>
                <a:lnTo>
                  <a:pt x="0" y="123"/>
                </a:lnTo>
                <a:lnTo>
                  <a:pt x="0" y="123"/>
                </a:lnTo>
                <a:lnTo>
                  <a:pt x="1" y="110"/>
                </a:lnTo>
                <a:lnTo>
                  <a:pt x="2" y="98"/>
                </a:lnTo>
                <a:lnTo>
                  <a:pt x="6" y="87"/>
                </a:lnTo>
                <a:lnTo>
                  <a:pt x="9" y="75"/>
                </a:lnTo>
                <a:lnTo>
                  <a:pt x="14" y="64"/>
                </a:lnTo>
                <a:lnTo>
                  <a:pt x="21" y="54"/>
                </a:lnTo>
                <a:lnTo>
                  <a:pt x="27" y="44"/>
                </a:lnTo>
                <a:lnTo>
                  <a:pt x="36" y="36"/>
                </a:lnTo>
                <a:lnTo>
                  <a:pt x="44" y="28"/>
                </a:lnTo>
                <a:lnTo>
                  <a:pt x="54" y="22"/>
                </a:lnTo>
                <a:lnTo>
                  <a:pt x="64" y="14"/>
                </a:lnTo>
                <a:lnTo>
                  <a:pt x="75" y="9"/>
                </a:lnTo>
                <a:lnTo>
                  <a:pt x="86" y="6"/>
                </a:lnTo>
                <a:lnTo>
                  <a:pt x="98" y="2"/>
                </a:lnTo>
                <a:lnTo>
                  <a:pt x="110" y="1"/>
                </a:lnTo>
                <a:lnTo>
                  <a:pt x="123" y="0"/>
                </a:lnTo>
                <a:lnTo>
                  <a:pt x="123" y="0"/>
                </a:lnTo>
                <a:lnTo>
                  <a:pt x="135" y="1"/>
                </a:lnTo>
                <a:lnTo>
                  <a:pt x="147" y="2"/>
                </a:lnTo>
                <a:lnTo>
                  <a:pt x="159" y="6"/>
                </a:lnTo>
                <a:lnTo>
                  <a:pt x="170" y="9"/>
                </a:lnTo>
                <a:lnTo>
                  <a:pt x="181" y="14"/>
                </a:lnTo>
                <a:lnTo>
                  <a:pt x="191" y="22"/>
                </a:lnTo>
                <a:lnTo>
                  <a:pt x="200" y="28"/>
                </a:lnTo>
                <a:lnTo>
                  <a:pt x="209" y="36"/>
                </a:lnTo>
                <a:lnTo>
                  <a:pt x="217" y="44"/>
                </a:lnTo>
                <a:lnTo>
                  <a:pt x="225" y="54"/>
                </a:lnTo>
                <a:lnTo>
                  <a:pt x="231" y="64"/>
                </a:lnTo>
                <a:lnTo>
                  <a:pt x="235" y="75"/>
                </a:lnTo>
                <a:lnTo>
                  <a:pt x="240" y="87"/>
                </a:lnTo>
                <a:lnTo>
                  <a:pt x="243" y="98"/>
                </a:lnTo>
                <a:lnTo>
                  <a:pt x="245" y="110"/>
                </a:lnTo>
                <a:lnTo>
                  <a:pt x="245" y="123"/>
                </a:lnTo>
                <a:lnTo>
                  <a:pt x="245" y="123"/>
                </a:lnTo>
                <a:close/>
              </a:path>
            </a:pathLst>
          </a:custGeom>
          <a:noFill/>
          <a:ln w="38100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433">
            <a:extLst>
              <a:ext uri="{FF2B5EF4-FFF2-40B4-BE49-F238E27FC236}">
                <a16:creationId xmlns:a16="http://schemas.microsoft.com/office/drawing/2014/main" id="{61BACFE7-9F93-9249-A023-0F679D3ADFCD}"/>
              </a:ext>
            </a:extLst>
          </p:cNvPr>
          <p:cNvSpPr>
            <a:spLocks/>
          </p:cNvSpPr>
          <p:nvPr/>
        </p:nvSpPr>
        <p:spPr bwMode="auto">
          <a:xfrm>
            <a:off x="6601476" y="318240"/>
            <a:ext cx="1874519" cy="1062934"/>
          </a:xfrm>
          <a:custGeom>
            <a:avLst/>
            <a:gdLst>
              <a:gd name="T0" fmla="*/ 1029 w 1238"/>
              <a:gd name="T1" fmla="*/ 701 h 701"/>
              <a:gd name="T2" fmla="*/ 1072 w 1238"/>
              <a:gd name="T3" fmla="*/ 694 h 701"/>
              <a:gd name="T4" fmla="*/ 1110 w 1238"/>
              <a:gd name="T5" fmla="*/ 681 h 701"/>
              <a:gd name="T6" fmla="*/ 1147 w 1238"/>
              <a:gd name="T7" fmla="*/ 659 h 701"/>
              <a:gd name="T8" fmla="*/ 1177 w 1238"/>
              <a:gd name="T9" fmla="*/ 632 h 701"/>
              <a:gd name="T10" fmla="*/ 1202 w 1238"/>
              <a:gd name="T11" fmla="*/ 601 h 701"/>
              <a:gd name="T12" fmla="*/ 1222 w 1238"/>
              <a:gd name="T13" fmla="*/ 563 h 701"/>
              <a:gd name="T14" fmla="*/ 1234 w 1238"/>
              <a:gd name="T15" fmla="*/ 523 h 701"/>
              <a:gd name="T16" fmla="*/ 1238 w 1238"/>
              <a:gd name="T17" fmla="*/ 480 h 701"/>
              <a:gd name="T18" fmla="*/ 1237 w 1238"/>
              <a:gd name="T19" fmla="*/ 458 h 701"/>
              <a:gd name="T20" fmla="*/ 1229 w 1238"/>
              <a:gd name="T21" fmla="*/ 414 h 701"/>
              <a:gd name="T22" fmla="*/ 1212 w 1238"/>
              <a:gd name="T23" fmla="*/ 375 h 701"/>
              <a:gd name="T24" fmla="*/ 1188 w 1238"/>
              <a:gd name="T25" fmla="*/ 340 h 701"/>
              <a:gd name="T26" fmla="*/ 1157 w 1238"/>
              <a:gd name="T27" fmla="*/ 309 h 701"/>
              <a:gd name="T28" fmla="*/ 1122 w 1238"/>
              <a:gd name="T29" fmla="*/ 286 h 701"/>
              <a:gd name="T30" fmla="*/ 1082 w 1238"/>
              <a:gd name="T31" fmla="*/ 269 h 701"/>
              <a:gd name="T32" fmla="*/ 1040 w 1238"/>
              <a:gd name="T33" fmla="*/ 260 h 701"/>
              <a:gd name="T34" fmla="*/ 1017 w 1238"/>
              <a:gd name="T35" fmla="*/ 259 h 701"/>
              <a:gd name="T36" fmla="*/ 984 w 1238"/>
              <a:gd name="T37" fmla="*/ 261 h 701"/>
              <a:gd name="T38" fmla="*/ 953 w 1238"/>
              <a:gd name="T39" fmla="*/ 268 h 701"/>
              <a:gd name="T40" fmla="*/ 945 w 1238"/>
              <a:gd name="T41" fmla="*/ 240 h 701"/>
              <a:gd name="T42" fmla="*/ 922 w 1238"/>
              <a:gd name="T43" fmla="*/ 186 h 701"/>
              <a:gd name="T44" fmla="*/ 890 w 1238"/>
              <a:gd name="T45" fmla="*/ 138 h 701"/>
              <a:gd name="T46" fmla="*/ 851 w 1238"/>
              <a:gd name="T47" fmla="*/ 95 h 701"/>
              <a:gd name="T48" fmla="*/ 807 w 1238"/>
              <a:gd name="T49" fmla="*/ 59 h 701"/>
              <a:gd name="T50" fmla="*/ 756 w 1238"/>
              <a:gd name="T51" fmla="*/ 31 h 701"/>
              <a:gd name="T52" fmla="*/ 700 w 1238"/>
              <a:gd name="T53" fmla="*/ 11 h 701"/>
              <a:gd name="T54" fmla="*/ 641 w 1238"/>
              <a:gd name="T55" fmla="*/ 1 h 701"/>
              <a:gd name="T56" fmla="*/ 611 w 1238"/>
              <a:gd name="T57" fmla="*/ 0 h 701"/>
              <a:gd name="T58" fmla="*/ 550 w 1238"/>
              <a:gd name="T59" fmla="*/ 5 h 701"/>
              <a:gd name="T60" fmla="*/ 493 w 1238"/>
              <a:gd name="T61" fmla="*/ 19 h 701"/>
              <a:gd name="T62" fmla="*/ 440 w 1238"/>
              <a:gd name="T63" fmla="*/ 43 h 701"/>
              <a:gd name="T64" fmla="*/ 393 w 1238"/>
              <a:gd name="T65" fmla="*/ 75 h 701"/>
              <a:gd name="T66" fmla="*/ 351 w 1238"/>
              <a:gd name="T67" fmla="*/ 113 h 701"/>
              <a:gd name="T68" fmla="*/ 316 w 1238"/>
              <a:gd name="T69" fmla="*/ 159 h 701"/>
              <a:gd name="T70" fmla="*/ 289 w 1238"/>
              <a:gd name="T71" fmla="*/ 209 h 701"/>
              <a:gd name="T72" fmla="*/ 270 w 1238"/>
              <a:gd name="T73" fmla="*/ 265 h 701"/>
              <a:gd name="T74" fmla="*/ 246 w 1238"/>
              <a:gd name="T75" fmla="*/ 261 h 701"/>
              <a:gd name="T76" fmla="*/ 221 w 1238"/>
              <a:gd name="T77" fmla="*/ 259 h 701"/>
              <a:gd name="T78" fmla="*/ 198 w 1238"/>
              <a:gd name="T79" fmla="*/ 260 h 701"/>
              <a:gd name="T80" fmla="*/ 155 w 1238"/>
              <a:gd name="T81" fmla="*/ 269 h 701"/>
              <a:gd name="T82" fmla="*/ 116 w 1238"/>
              <a:gd name="T83" fmla="*/ 286 h 701"/>
              <a:gd name="T84" fmla="*/ 80 w 1238"/>
              <a:gd name="T85" fmla="*/ 309 h 701"/>
              <a:gd name="T86" fmla="*/ 51 w 1238"/>
              <a:gd name="T87" fmla="*/ 340 h 701"/>
              <a:gd name="T88" fmla="*/ 27 w 1238"/>
              <a:gd name="T89" fmla="*/ 375 h 701"/>
              <a:gd name="T90" fmla="*/ 10 w 1238"/>
              <a:gd name="T91" fmla="*/ 414 h 701"/>
              <a:gd name="T92" fmla="*/ 1 w 1238"/>
              <a:gd name="T93" fmla="*/ 458 h 701"/>
              <a:gd name="T94" fmla="*/ 0 w 1238"/>
              <a:gd name="T95" fmla="*/ 480 h 701"/>
              <a:gd name="T96" fmla="*/ 4 w 1238"/>
              <a:gd name="T97" fmla="*/ 522 h 701"/>
              <a:gd name="T98" fmla="*/ 16 w 1238"/>
              <a:gd name="T99" fmla="*/ 562 h 701"/>
              <a:gd name="T100" fmla="*/ 34 w 1238"/>
              <a:gd name="T101" fmla="*/ 598 h 701"/>
              <a:gd name="T102" fmla="*/ 59 w 1238"/>
              <a:gd name="T103" fmla="*/ 631 h 701"/>
              <a:gd name="T104" fmla="*/ 90 w 1238"/>
              <a:gd name="T105" fmla="*/ 658 h 701"/>
              <a:gd name="T106" fmla="*/ 123 w 1238"/>
              <a:gd name="T107" fmla="*/ 678 h 701"/>
              <a:gd name="T108" fmla="*/ 162 w 1238"/>
              <a:gd name="T109" fmla="*/ 693 h 701"/>
              <a:gd name="T110" fmla="*/ 203 w 1238"/>
              <a:gd name="T111" fmla="*/ 70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38" h="701">
                <a:moveTo>
                  <a:pt x="1029" y="701"/>
                </a:moveTo>
                <a:lnTo>
                  <a:pt x="1029" y="701"/>
                </a:lnTo>
                <a:lnTo>
                  <a:pt x="1051" y="699"/>
                </a:lnTo>
                <a:lnTo>
                  <a:pt x="1072" y="694"/>
                </a:lnTo>
                <a:lnTo>
                  <a:pt x="1091" y="688"/>
                </a:lnTo>
                <a:lnTo>
                  <a:pt x="1110" y="681"/>
                </a:lnTo>
                <a:lnTo>
                  <a:pt x="1130" y="671"/>
                </a:lnTo>
                <a:lnTo>
                  <a:pt x="1147" y="659"/>
                </a:lnTo>
                <a:lnTo>
                  <a:pt x="1162" y="647"/>
                </a:lnTo>
                <a:lnTo>
                  <a:pt x="1177" y="632"/>
                </a:lnTo>
                <a:lnTo>
                  <a:pt x="1191" y="616"/>
                </a:lnTo>
                <a:lnTo>
                  <a:pt x="1202" y="601"/>
                </a:lnTo>
                <a:lnTo>
                  <a:pt x="1213" y="583"/>
                </a:lnTo>
                <a:lnTo>
                  <a:pt x="1222" y="563"/>
                </a:lnTo>
                <a:lnTo>
                  <a:pt x="1229" y="544"/>
                </a:lnTo>
                <a:lnTo>
                  <a:pt x="1234" y="523"/>
                </a:lnTo>
                <a:lnTo>
                  <a:pt x="1237" y="502"/>
                </a:lnTo>
                <a:lnTo>
                  <a:pt x="1238" y="480"/>
                </a:lnTo>
                <a:lnTo>
                  <a:pt x="1238" y="480"/>
                </a:lnTo>
                <a:lnTo>
                  <a:pt x="1237" y="458"/>
                </a:lnTo>
                <a:lnTo>
                  <a:pt x="1234" y="435"/>
                </a:lnTo>
                <a:lnTo>
                  <a:pt x="1229" y="414"/>
                </a:lnTo>
                <a:lnTo>
                  <a:pt x="1220" y="394"/>
                </a:lnTo>
                <a:lnTo>
                  <a:pt x="1212" y="375"/>
                </a:lnTo>
                <a:lnTo>
                  <a:pt x="1201" y="356"/>
                </a:lnTo>
                <a:lnTo>
                  <a:pt x="1188" y="340"/>
                </a:lnTo>
                <a:lnTo>
                  <a:pt x="1173" y="324"/>
                </a:lnTo>
                <a:lnTo>
                  <a:pt x="1157" y="309"/>
                </a:lnTo>
                <a:lnTo>
                  <a:pt x="1140" y="297"/>
                </a:lnTo>
                <a:lnTo>
                  <a:pt x="1122" y="286"/>
                </a:lnTo>
                <a:lnTo>
                  <a:pt x="1103" y="277"/>
                </a:lnTo>
                <a:lnTo>
                  <a:pt x="1082" y="269"/>
                </a:lnTo>
                <a:lnTo>
                  <a:pt x="1062" y="263"/>
                </a:lnTo>
                <a:lnTo>
                  <a:pt x="1040" y="260"/>
                </a:lnTo>
                <a:lnTo>
                  <a:pt x="1017" y="259"/>
                </a:lnTo>
                <a:lnTo>
                  <a:pt x="1017" y="259"/>
                </a:lnTo>
                <a:lnTo>
                  <a:pt x="1000" y="260"/>
                </a:lnTo>
                <a:lnTo>
                  <a:pt x="984" y="261"/>
                </a:lnTo>
                <a:lnTo>
                  <a:pt x="969" y="265"/>
                </a:lnTo>
                <a:lnTo>
                  <a:pt x="953" y="268"/>
                </a:lnTo>
                <a:lnTo>
                  <a:pt x="953" y="268"/>
                </a:lnTo>
                <a:lnTo>
                  <a:pt x="945" y="240"/>
                </a:lnTo>
                <a:lnTo>
                  <a:pt x="935" y="213"/>
                </a:lnTo>
                <a:lnTo>
                  <a:pt x="922" y="186"/>
                </a:lnTo>
                <a:lnTo>
                  <a:pt x="907" y="162"/>
                </a:lnTo>
                <a:lnTo>
                  <a:pt x="890" y="138"/>
                </a:lnTo>
                <a:lnTo>
                  <a:pt x="872" y="116"/>
                </a:lnTo>
                <a:lnTo>
                  <a:pt x="851" y="95"/>
                </a:lnTo>
                <a:lnTo>
                  <a:pt x="830" y="76"/>
                </a:lnTo>
                <a:lnTo>
                  <a:pt x="807" y="59"/>
                </a:lnTo>
                <a:lnTo>
                  <a:pt x="783" y="43"/>
                </a:lnTo>
                <a:lnTo>
                  <a:pt x="756" y="31"/>
                </a:lnTo>
                <a:lnTo>
                  <a:pt x="729" y="20"/>
                </a:lnTo>
                <a:lnTo>
                  <a:pt x="700" y="11"/>
                </a:lnTo>
                <a:lnTo>
                  <a:pt x="671" y="5"/>
                </a:lnTo>
                <a:lnTo>
                  <a:pt x="641" y="1"/>
                </a:lnTo>
                <a:lnTo>
                  <a:pt x="611" y="0"/>
                </a:lnTo>
                <a:lnTo>
                  <a:pt x="611" y="0"/>
                </a:lnTo>
                <a:lnTo>
                  <a:pt x="581" y="1"/>
                </a:lnTo>
                <a:lnTo>
                  <a:pt x="550" y="5"/>
                </a:lnTo>
                <a:lnTo>
                  <a:pt x="521" y="11"/>
                </a:lnTo>
                <a:lnTo>
                  <a:pt x="493" y="19"/>
                </a:lnTo>
                <a:lnTo>
                  <a:pt x="467" y="30"/>
                </a:lnTo>
                <a:lnTo>
                  <a:pt x="440" y="43"/>
                </a:lnTo>
                <a:lnTo>
                  <a:pt x="416" y="58"/>
                </a:lnTo>
                <a:lnTo>
                  <a:pt x="393" y="75"/>
                </a:lnTo>
                <a:lnTo>
                  <a:pt x="371" y="93"/>
                </a:lnTo>
                <a:lnTo>
                  <a:pt x="351" y="113"/>
                </a:lnTo>
                <a:lnTo>
                  <a:pt x="333" y="135"/>
                </a:lnTo>
                <a:lnTo>
                  <a:pt x="316" y="159"/>
                </a:lnTo>
                <a:lnTo>
                  <a:pt x="301" y="184"/>
                </a:lnTo>
                <a:lnTo>
                  <a:pt x="289" y="209"/>
                </a:lnTo>
                <a:lnTo>
                  <a:pt x="278" y="237"/>
                </a:lnTo>
                <a:lnTo>
                  <a:pt x="270" y="265"/>
                </a:lnTo>
                <a:lnTo>
                  <a:pt x="270" y="265"/>
                </a:lnTo>
                <a:lnTo>
                  <a:pt x="246" y="261"/>
                </a:lnTo>
                <a:lnTo>
                  <a:pt x="233" y="260"/>
                </a:lnTo>
                <a:lnTo>
                  <a:pt x="221" y="259"/>
                </a:lnTo>
                <a:lnTo>
                  <a:pt x="221" y="259"/>
                </a:lnTo>
                <a:lnTo>
                  <a:pt x="198" y="260"/>
                </a:lnTo>
                <a:lnTo>
                  <a:pt x="177" y="263"/>
                </a:lnTo>
                <a:lnTo>
                  <a:pt x="155" y="269"/>
                </a:lnTo>
                <a:lnTo>
                  <a:pt x="136" y="277"/>
                </a:lnTo>
                <a:lnTo>
                  <a:pt x="116" y="286"/>
                </a:lnTo>
                <a:lnTo>
                  <a:pt x="97" y="297"/>
                </a:lnTo>
                <a:lnTo>
                  <a:pt x="80" y="309"/>
                </a:lnTo>
                <a:lnTo>
                  <a:pt x="64" y="324"/>
                </a:lnTo>
                <a:lnTo>
                  <a:pt x="51" y="340"/>
                </a:lnTo>
                <a:lnTo>
                  <a:pt x="38" y="356"/>
                </a:lnTo>
                <a:lnTo>
                  <a:pt x="27" y="375"/>
                </a:lnTo>
                <a:lnTo>
                  <a:pt x="17" y="394"/>
                </a:lnTo>
                <a:lnTo>
                  <a:pt x="10" y="414"/>
                </a:lnTo>
                <a:lnTo>
                  <a:pt x="5" y="435"/>
                </a:lnTo>
                <a:lnTo>
                  <a:pt x="1" y="458"/>
                </a:lnTo>
                <a:lnTo>
                  <a:pt x="0" y="480"/>
                </a:lnTo>
                <a:lnTo>
                  <a:pt x="0" y="480"/>
                </a:lnTo>
                <a:lnTo>
                  <a:pt x="1" y="502"/>
                </a:lnTo>
                <a:lnTo>
                  <a:pt x="4" y="522"/>
                </a:lnTo>
                <a:lnTo>
                  <a:pt x="9" y="543"/>
                </a:lnTo>
                <a:lnTo>
                  <a:pt x="16" y="562"/>
                </a:lnTo>
                <a:lnTo>
                  <a:pt x="24" y="581"/>
                </a:lnTo>
                <a:lnTo>
                  <a:pt x="34" y="598"/>
                </a:lnTo>
                <a:lnTo>
                  <a:pt x="46" y="615"/>
                </a:lnTo>
                <a:lnTo>
                  <a:pt x="59" y="631"/>
                </a:lnTo>
                <a:lnTo>
                  <a:pt x="74" y="644"/>
                </a:lnTo>
                <a:lnTo>
                  <a:pt x="90" y="658"/>
                </a:lnTo>
                <a:lnTo>
                  <a:pt x="105" y="668"/>
                </a:lnTo>
                <a:lnTo>
                  <a:pt x="123" y="678"/>
                </a:lnTo>
                <a:lnTo>
                  <a:pt x="143" y="687"/>
                </a:lnTo>
                <a:lnTo>
                  <a:pt x="162" y="693"/>
                </a:lnTo>
                <a:lnTo>
                  <a:pt x="183" y="697"/>
                </a:lnTo>
                <a:lnTo>
                  <a:pt x="203" y="700"/>
                </a:lnTo>
                <a:lnTo>
                  <a:pt x="1029" y="701"/>
                </a:lnTo>
                <a:close/>
              </a:path>
            </a:pathLst>
          </a:custGeom>
          <a:gradFill>
            <a:gsLst>
              <a:gs pos="17000">
                <a:schemeClr val="tx2">
                  <a:lumMod val="75000"/>
                </a:schemeClr>
              </a:gs>
              <a:gs pos="86000">
                <a:schemeClr val="tx2"/>
              </a:gs>
            </a:gsLst>
            <a:path path="circle">
              <a:fillToRect r="100000" b="10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433">
            <a:extLst>
              <a:ext uri="{FF2B5EF4-FFF2-40B4-BE49-F238E27FC236}">
                <a16:creationId xmlns:a16="http://schemas.microsoft.com/office/drawing/2014/main" id="{B8F5566B-EB1A-AD45-8134-4083E0120138}"/>
              </a:ext>
            </a:extLst>
          </p:cNvPr>
          <p:cNvSpPr>
            <a:spLocks/>
          </p:cNvSpPr>
          <p:nvPr/>
        </p:nvSpPr>
        <p:spPr bwMode="auto">
          <a:xfrm>
            <a:off x="4800274" y="1048505"/>
            <a:ext cx="1874519" cy="1062934"/>
          </a:xfrm>
          <a:custGeom>
            <a:avLst/>
            <a:gdLst>
              <a:gd name="T0" fmla="*/ 1029 w 1238"/>
              <a:gd name="T1" fmla="*/ 701 h 701"/>
              <a:gd name="T2" fmla="*/ 1072 w 1238"/>
              <a:gd name="T3" fmla="*/ 694 h 701"/>
              <a:gd name="T4" fmla="*/ 1110 w 1238"/>
              <a:gd name="T5" fmla="*/ 681 h 701"/>
              <a:gd name="T6" fmla="*/ 1147 w 1238"/>
              <a:gd name="T7" fmla="*/ 659 h 701"/>
              <a:gd name="T8" fmla="*/ 1177 w 1238"/>
              <a:gd name="T9" fmla="*/ 632 h 701"/>
              <a:gd name="T10" fmla="*/ 1202 w 1238"/>
              <a:gd name="T11" fmla="*/ 601 h 701"/>
              <a:gd name="T12" fmla="*/ 1222 w 1238"/>
              <a:gd name="T13" fmla="*/ 563 h 701"/>
              <a:gd name="T14" fmla="*/ 1234 w 1238"/>
              <a:gd name="T15" fmla="*/ 523 h 701"/>
              <a:gd name="T16" fmla="*/ 1238 w 1238"/>
              <a:gd name="T17" fmla="*/ 480 h 701"/>
              <a:gd name="T18" fmla="*/ 1237 w 1238"/>
              <a:gd name="T19" fmla="*/ 458 h 701"/>
              <a:gd name="T20" fmla="*/ 1229 w 1238"/>
              <a:gd name="T21" fmla="*/ 414 h 701"/>
              <a:gd name="T22" fmla="*/ 1212 w 1238"/>
              <a:gd name="T23" fmla="*/ 375 h 701"/>
              <a:gd name="T24" fmla="*/ 1188 w 1238"/>
              <a:gd name="T25" fmla="*/ 340 h 701"/>
              <a:gd name="T26" fmla="*/ 1157 w 1238"/>
              <a:gd name="T27" fmla="*/ 309 h 701"/>
              <a:gd name="T28" fmla="*/ 1122 w 1238"/>
              <a:gd name="T29" fmla="*/ 286 h 701"/>
              <a:gd name="T30" fmla="*/ 1082 w 1238"/>
              <a:gd name="T31" fmla="*/ 269 h 701"/>
              <a:gd name="T32" fmla="*/ 1040 w 1238"/>
              <a:gd name="T33" fmla="*/ 260 h 701"/>
              <a:gd name="T34" fmla="*/ 1017 w 1238"/>
              <a:gd name="T35" fmla="*/ 259 h 701"/>
              <a:gd name="T36" fmla="*/ 984 w 1238"/>
              <a:gd name="T37" fmla="*/ 261 h 701"/>
              <a:gd name="T38" fmla="*/ 953 w 1238"/>
              <a:gd name="T39" fmla="*/ 268 h 701"/>
              <a:gd name="T40" fmla="*/ 945 w 1238"/>
              <a:gd name="T41" fmla="*/ 240 h 701"/>
              <a:gd name="T42" fmla="*/ 922 w 1238"/>
              <a:gd name="T43" fmla="*/ 186 h 701"/>
              <a:gd name="T44" fmla="*/ 890 w 1238"/>
              <a:gd name="T45" fmla="*/ 138 h 701"/>
              <a:gd name="T46" fmla="*/ 851 w 1238"/>
              <a:gd name="T47" fmla="*/ 95 h 701"/>
              <a:gd name="T48" fmla="*/ 807 w 1238"/>
              <a:gd name="T49" fmla="*/ 59 h 701"/>
              <a:gd name="T50" fmla="*/ 756 w 1238"/>
              <a:gd name="T51" fmla="*/ 31 h 701"/>
              <a:gd name="T52" fmla="*/ 700 w 1238"/>
              <a:gd name="T53" fmla="*/ 11 h 701"/>
              <a:gd name="T54" fmla="*/ 641 w 1238"/>
              <a:gd name="T55" fmla="*/ 1 h 701"/>
              <a:gd name="T56" fmla="*/ 611 w 1238"/>
              <a:gd name="T57" fmla="*/ 0 h 701"/>
              <a:gd name="T58" fmla="*/ 550 w 1238"/>
              <a:gd name="T59" fmla="*/ 5 h 701"/>
              <a:gd name="T60" fmla="*/ 493 w 1238"/>
              <a:gd name="T61" fmla="*/ 19 h 701"/>
              <a:gd name="T62" fmla="*/ 440 w 1238"/>
              <a:gd name="T63" fmla="*/ 43 h 701"/>
              <a:gd name="T64" fmla="*/ 393 w 1238"/>
              <a:gd name="T65" fmla="*/ 75 h 701"/>
              <a:gd name="T66" fmla="*/ 351 w 1238"/>
              <a:gd name="T67" fmla="*/ 113 h 701"/>
              <a:gd name="T68" fmla="*/ 316 w 1238"/>
              <a:gd name="T69" fmla="*/ 159 h 701"/>
              <a:gd name="T70" fmla="*/ 289 w 1238"/>
              <a:gd name="T71" fmla="*/ 209 h 701"/>
              <a:gd name="T72" fmla="*/ 270 w 1238"/>
              <a:gd name="T73" fmla="*/ 265 h 701"/>
              <a:gd name="T74" fmla="*/ 246 w 1238"/>
              <a:gd name="T75" fmla="*/ 261 h 701"/>
              <a:gd name="T76" fmla="*/ 221 w 1238"/>
              <a:gd name="T77" fmla="*/ 259 h 701"/>
              <a:gd name="T78" fmla="*/ 198 w 1238"/>
              <a:gd name="T79" fmla="*/ 260 h 701"/>
              <a:gd name="T80" fmla="*/ 155 w 1238"/>
              <a:gd name="T81" fmla="*/ 269 h 701"/>
              <a:gd name="T82" fmla="*/ 116 w 1238"/>
              <a:gd name="T83" fmla="*/ 286 h 701"/>
              <a:gd name="T84" fmla="*/ 80 w 1238"/>
              <a:gd name="T85" fmla="*/ 309 h 701"/>
              <a:gd name="T86" fmla="*/ 51 w 1238"/>
              <a:gd name="T87" fmla="*/ 340 h 701"/>
              <a:gd name="T88" fmla="*/ 27 w 1238"/>
              <a:gd name="T89" fmla="*/ 375 h 701"/>
              <a:gd name="T90" fmla="*/ 10 w 1238"/>
              <a:gd name="T91" fmla="*/ 414 h 701"/>
              <a:gd name="T92" fmla="*/ 1 w 1238"/>
              <a:gd name="T93" fmla="*/ 458 h 701"/>
              <a:gd name="T94" fmla="*/ 0 w 1238"/>
              <a:gd name="T95" fmla="*/ 480 h 701"/>
              <a:gd name="T96" fmla="*/ 4 w 1238"/>
              <a:gd name="T97" fmla="*/ 522 h 701"/>
              <a:gd name="T98" fmla="*/ 16 w 1238"/>
              <a:gd name="T99" fmla="*/ 562 h 701"/>
              <a:gd name="T100" fmla="*/ 34 w 1238"/>
              <a:gd name="T101" fmla="*/ 598 h 701"/>
              <a:gd name="T102" fmla="*/ 59 w 1238"/>
              <a:gd name="T103" fmla="*/ 631 h 701"/>
              <a:gd name="T104" fmla="*/ 90 w 1238"/>
              <a:gd name="T105" fmla="*/ 658 h 701"/>
              <a:gd name="T106" fmla="*/ 123 w 1238"/>
              <a:gd name="T107" fmla="*/ 678 h 701"/>
              <a:gd name="T108" fmla="*/ 162 w 1238"/>
              <a:gd name="T109" fmla="*/ 693 h 701"/>
              <a:gd name="T110" fmla="*/ 203 w 1238"/>
              <a:gd name="T111" fmla="*/ 70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38" h="701">
                <a:moveTo>
                  <a:pt x="1029" y="701"/>
                </a:moveTo>
                <a:lnTo>
                  <a:pt x="1029" y="701"/>
                </a:lnTo>
                <a:lnTo>
                  <a:pt x="1051" y="699"/>
                </a:lnTo>
                <a:lnTo>
                  <a:pt x="1072" y="694"/>
                </a:lnTo>
                <a:lnTo>
                  <a:pt x="1091" y="688"/>
                </a:lnTo>
                <a:lnTo>
                  <a:pt x="1110" y="681"/>
                </a:lnTo>
                <a:lnTo>
                  <a:pt x="1130" y="671"/>
                </a:lnTo>
                <a:lnTo>
                  <a:pt x="1147" y="659"/>
                </a:lnTo>
                <a:lnTo>
                  <a:pt x="1162" y="647"/>
                </a:lnTo>
                <a:lnTo>
                  <a:pt x="1177" y="632"/>
                </a:lnTo>
                <a:lnTo>
                  <a:pt x="1191" y="616"/>
                </a:lnTo>
                <a:lnTo>
                  <a:pt x="1202" y="601"/>
                </a:lnTo>
                <a:lnTo>
                  <a:pt x="1213" y="583"/>
                </a:lnTo>
                <a:lnTo>
                  <a:pt x="1222" y="563"/>
                </a:lnTo>
                <a:lnTo>
                  <a:pt x="1229" y="544"/>
                </a:lnTo>
                <a:lnTo>
                  <a:pt x="1234" y="523"/>
                </a:lnTo>
                <a:lnTo>
                  <a:pt x="1237" y="502"/>
                </a:lnTo>
                <a:lnTo>
                  <a:pt x="1238" y="480"/>
                </a:lnTo>
                <a:lnTo>
                  <a:pt x="1238" y="480"/>
                </a:lnTo>
                <a:lnTo>
                  <a:pt x="1237" y="458"/>
                </a:lnTo>
                <a:lnTo>
                  <a:pt x="1234" y="435"/>
                </a:lnTo>
                <a:lnTo>
                  <a:pt x="1229" y="414"/>
                </a:lnTo>
                <a:lnTo>
                  <a:pt x="1220" y="394"/>
                </a:lnTo>
                <a:lnTo>
                  <a:pt x="1212" y="375"/>
                </a:lnTo>
                <a:lnTo>
                  <a:pt x="1201" y="356"/>
                </a:lnTo>
                <a:lnTo>
                  <a:pt x="1188" y="340"/>
                </a:lnTo>
                <a:lnTo>
                  <a:pt x="1173" y="324"/>
                </a:lnTo>
                <a:lnTo>
                  <a:pt x="1157" y="309"/>
                </a:lnTo>
                <a:lnTo>
                  <a:pt x="1140" y="297"/>
                </a:lnTo>
                <a:lnTo>
                  <a:pt x="1122" y="286"/>
                </a:lnTo>
                <a:lnTo>
                  <a:pt x="1103" y="277"/>
                </a:lnTo>
                <a:lnTo>
                  <a:pt x="1082" y="269"/>
                </a:lnTo>
                <a:lnTo>
                  <a:pt x="1062" y="263"/>
                </a:lnTo>
                <a:lnTo>
                  <a:pt x="1040" y="260"/>
                </a:lnTo>
                <a:lnTo>
                  <a:pt x="1017" y="259"/>
                </a:lnTo>
                <a:lnTo>
                  <a:pt x="1017" y="259"/>
                </a:lnTo>
                <a:lnTo>
                  <a:pt x="1000" y="260"/>
                </a:lnTo>
                <a:lnTo>
                  <a:pt x="984" y="261"/>
                </a:lnTo>
                <a:lnTo>
                  <a:pt x="969" y="265"/>
                </a:lnTo>
                <a:lnTo>
                  <a:pt x="953" y="268"/>
                </a:lnTo>
                <a:lnTo>
                  <a:pt x="953" y="268"/>
                </a:lnTo>
                <a:lnTo>
                  <a:pt x="945" y="240"/>
                </a:lnTo>
                <a:lnTo>
                  <a:pt x="935" y="213"/>
                </a:lnTo>
                <a:lnTo>
                  <a:pt x="922" y="186"/>
                </a:lnTo>
                <a:lnTo>
                  <a:pt x="907" y="162"/>
                </a:lnTo>
                <a:lnTo>
                  <a:pt x="890" y="138"/>
                </a:lnTo>
                <a:lnTo>
                  <a:pt x="872" y="116"/>
                </a:lnTo>
                <a:lnTo>
                  <a:pt x="851" y="95"/>
                </a:lnTo>
                <a:lnTo>
                  <a:pt x="830" y="76"/>
                </a:lnTo>
                <a:lnTo>
                  <a:pt x="807" y="59"/>
                </a:lnTo>
                <a:lnTo>
                  <a:pt x="783" y="43"/>
                </a:lnTo>
                <a:lnTo>
                  <a:pt x="756" y="31"/>
                </a:lnTo>
                <a:lnTo>
                  <a:pt x="729" y="20"/>
                </a:lnTo>
                <a:lnTo>
                  <a:pt x="700" y="11"/>
                </a:lnTo>
                <a:lnTo>
                  <a:pt x="671" y="5"/>
                </a:lnTo>
                <a:lnTo>
                  <a:pt x="641" y="1"/>
                </a:lnTo>
                <a:lnTo>
                  <a:pt x="611" y="0"/>
                </a:lnTo>
                <a:lnTo>
                  <a:pt x="611" y="0"/>
                </a:lnTo>
                <a:lnTo>
                  <a:pt x="581" y="1"/>
                </a:lnTo>
                <a:lnTo>
                  <a:pt x="550" y="5"/>
                </a:lnTo>
                <a:lnTo>
                  <a:pt x="521" y="11"/>
                </a:lnTo>
                <a:lnTo>
                  <a:pt x="493" y="19"/>
                </a:lnTo>
                <a:lnTo>
                  <a:pt x="467" y="30"/>
                </a:lnTo>
                <a:lnTo>
                  <a:pt x="440" y="43"/>
                </a:lnTo>
                <a:lnTo>
                  <a:pt x="416" y="58"/>
                </a:lnTo>
                <a:lnTo>
                  <a:pt x="393" y="75"/>
                </a:lnTo>
                <a:lnTo>
                  <a:pt x="371" y="93"/>
                </a:lnTo>
                <a:lnTo>
                  <a:pt x="351" y="113"/>
                </a:lnTo>
                <a:lnTo>
                  <a:pt x="333" y="135"/>
                </a:lnTo>
                <a:lnTo>
                  <a:pt x="316" y="159"/>
                </a:lnTo>
                <a:lnTo>
                  <a:pt x="301" y="184"/>
                </a:lnTo>
                <a:lnTo>
                  <a:pt x="289" y="209"/>
                </a:lnTo>
                <a:lnTo>
                  <a:pt x="278" y="237"/>
                </a:lnTo>
                <a:lnTo>
                  <a:pt x="270" y="265"/>
                </a:lnTo>
                <a:lnTo>
                  <a:pt x="270" y="265"/>
                </a:lnTo>
                <a:lnTo>
                  <a:pt x="246" y="261"/>
                </a:lnTo>
                <a:lnTo>
                  <a:pt x="233" y="260"/>
                </a:lnTo>
                <a:lnTo>
                  <a:pt x="221" y="259"/>
                </a:lnTo>
                <a:lnTo>
                  <a:pt x="221" y="259"/>
                </a:lnTo>
                <a:lnTo>
                  <a:pt x="198" y="260"/>
                </a:lnTo>
                <a:lnTo>
                  <a:pt x="177" y="263"/>
                </a:lnTo>
                <a:lnTo>
                  <a:pt x="155" y="269"/>
                </a:lnTo>
                <a:lnTo>
                  <a:pt x="136" y="277"/>
                </a:lnTo>
                <a:lnTo>
                  <a:pt x="116" y="286"/>
                </a:lnTo>
                <a:lnTo>
                  <a:pt x="97" y="297"/>
                </a:lnTo>
                <a:lnTo>
                  <a:pt x="80" y="309"/>
                </a:lnTo>
                <a:lnTo>
                  <a:pt x="64" y="324"/>
                </a:lnTo>
                <a:lnTo>
                  <a:pt x="51" y="340"/>
                </a:lnTo>
                <a:lnTo>
                  <a:pt x="38" y="356"/>
                </a:lnTo>
                <a:lnTo>
                  <a:pt x="27" y="375"/>
                </a:lnTo>
                <a:lnTo>
                  <a:pt x="17" y="394"/>
                </a:lnTo>
                <a:lnTo>
                  <a:pt x="10" y="414"/>
                </a:lnTo>
                <a:lnTo>
                  <a:pt x="5" y="435"/>
                </a:lnTo>
                <a:lnTo>
                  <a:pt x="1" y="458"/>
                </a:lnTo>
                <a:lnTo>
                  <a:pt x="0" y="480"/>
                </a:lnTo>
                <a:lnTo>
                  <a:pt x="0" y="480"/>
                </a:lnTo>
                <a:lnTo>
                  <a:pt x="1" y="502"/>
                </a:lnTo>
                <a:lnTo>
                  <a:pt x="4" y="522"/>
                </a:lnTo>
                <a:lnTo>
                  <a:pt x="9" y="543"/>
                </a:lnTo>
                <a:lnTo>
                  <a:pt x="16" y="562"/>
                </a:lnTo>
                <a:lnTo>
                  <a:pt x="24" y="581"/>
                </a:lnTo>
                <a:lnTo>
                  <a:pt x="34" y="598"/>
                </a:lnTo>
                <a:lnTo>
                  <a:pt x="46" y="615"/>
                </a:lnTo>
                <a:lnTo>
                  <a:pt x="59" y="631"/>
                </a:lnTo>
                <a:lnTo>
                  <a:pt x="74" y="644"/>
                </a:lnTo>
                <a:lnTo>
                  <a:pt x="90" y="658"/>
                </a:lnTo>
                <a:lnTo>
                  <a:pt x="105" y="668"/>
                </a:lnTo>
                <a:lnTo>
                  <a:pt x="123" y="678"/>
                </a:lnTo>
                <a:lnTo>
                  <a:pt x="143" y="687"/>
                </a:lnTo>
                <a:lnTo>
                  <a:pt x="162" y="693"/>
                </a:lnTo>
                <a:lnTo>
                  <a:pt x="183" y="697"/>
                </a:lnTo>
                <a:lnTo>
                  <a:pt x="203" y="700"/>
                </a:lnTo>
                <a:lnTo>
                  <a:pt x="1029" y="701"/>
                </a:lnTo>
                <a:close/>
              </a:path>
            </a:pathLst>
          </a:custGeom>
          <a:gradFill>
            <a:gsLst>
              <a:gs pos="17000">
                <a:schemeClr val="tx2">
                  <a:lumMod val="75000"/>
                </a:schemeClr>
              </a:gs>
              <a:gs pos="86000">
                <a:schemeClr val="tx2"/>
              </a:gs>
            </a:gsLst>
            <a:path path="circle">
              <a:fillToRect r="100000" b="10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381B54F8-AFE3-1449-B892-822517F918A0}"/>
              </a:ext>
            </a:extLst>
          </p:cNvPr>
          <p:cNvGrpSpPr/>
          <p:nvPr/>
        </p:nvGrpSpPr>
        <p:grpSpPr>
          <a:xfrm rot="21090958">
            <a:off x="7797252" y="549351"/>
            <a:ext cx="4080149" cy="2526143"/>
            <a:chOff x="3363913" y="4510088"/>
            <a:chExt cx="912813" cy="565150"/>
          </a:xfrm>
        </p:grpSpPr>
        <p:sp>
          <p:nvSpPr>
            <p:cNvPr id="152" name="Freeform 581">
              <a:extLst>
                <a:ext uri="{FF2B5EF4-FFF2-40B4-BE49-F238E27FC236}">
                  <a16:creationId xmlns:a16="http://schemas.microsoft.com/office/drawing/2014/main" id="{A382CD22-7386-D842-8381-66A77C6F2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913" y="4510088"/>
              <a:ext cx="520700" cy="382588"/>
            </a:xfrm>
            <a:custGeom>
              <a:avLst/>
              <a:gdLst>
                <a:gd name="T0" fmla="*/ 627 w 656"/>
                <a:gd name="T1" fmla="*/ 161 h 483"/>
                <a:gd name="T2" fmla="*/ 566 w 656"/>
                <a:gd name="T3" fmla="*/ 138 h 483"/>
                <a:gd name="T4" fmla="*/ 528 w 656"/>
                <a:gd name="T5" fmla="*/ 224 h 483"/>
                <a:gd name="T6" fmla="*/ 497 w 656"/>
                <a:gd name="T7" fmla="*/ 242 h 483"/>
                <a:gd name="T8" fmla="*/ 486 w 656"/>
                <a:gd name="T9" fmla="*/ 215 h 483"/>
                <a:gd name="T10" fmla="*/ 530 w 656"/>
                <a:gd name="T11" fmla="*/ 114 h 483"/>
                <a:gd name="T12" fmla="*/ 497 w 656"/>
                <a:gd name="T13" fmla="*/ 38 h 483"/>
                <a:gd name="T14" fmla="*/ 429 w 656"/>
                <a:gd name="T15" fmla="*/ 6 h 483"/>
                <a:gd name="T16" fmla="*/ 406 w 656"/>
                <a:gd name="T17" fmla="*/ 14 h 483"/>
                <a:gd name="T18" fmla="*/ 431 w 656"/>
                <a:gd name="T19" fmla="*/ 78 h 483"/>
                <a:gd name="T20" fmla="*/ 406 w 656"/>
                <a:gd name="T21" fmla="*/ 90 h 483"/>
                <a:gd name="T22" fmla="*/ 383 w 656"/>
                <a:gd name="T23" fmla="*/ 53 h 483"/>
                <a:gd name="T24" fmla="*/ 310 w 656"/>
                <a:gd name="T25" fmla="*/ 9 h 483"/>
                <a:gd name="T26" fmla="*/ 244 w 656"/>
                <a:gd name="T27" fmla="*/ 20 h 483"/>
                <a:gd name="T28" fmla="*/ 303 w 656"/>
                <a:gd name="T29" fmla="*/ 81 h 483"/>
                <a:gd name="T30" fmla="*/ 281 w 656"/>
                <a:gd name="T31" fmla="*/ 95 h 483"/>
                <a:gd name="T32" fmla="*/ 247 w 656"/>
                <a:gd name="T33" fmla="*/ 88 h 483"/>
                <a:gd name="T34" fmla="*/ 215 w 656"/>
                <a:gd name="T35" fmla="*/ 45 h 483"/>
                <a:gd name="T36" fmla="*/ 123 w 656"/>
                <a:gd name="T37" fmla="*/ 23 h 483"/>
                <a:gd name="T38" fmla="*/ 79 w 656"/>
                <a:gd name="T39" fmla="*/ 34 h 483"/>
                <a:gd name="T40" fmla="*/ 14 w 656"/>
                <a:gd name="T41" fmla="*/ 6 h 483"/>
                <a:gd name="T42" fmla="*/ 1 w 656"/>
                <a:gd name="T43" fmla="*/ 14 h 483"/>
                <a:gd name="T44" fmla="*/ 29 w 656"/>
                <a:gd name="T45" fmla="*/ 102 h 483"/>
                <a:gd name="T46" fmla="*/ 67 w 656"/>
                <a:gd name="T47" fmla="*/ 130 h 483"/>
                <a:gd name="T48" fmla="*/ 150 w 656"/>
                <a:gd name="T49" fmla="*/ 143 h 483"/>
                <a:gd name="T50" fmla="*/ 177 w 656"/>
                <a:gd name="T51" fmla="*/ 153 h 483"/>
                <a:gd name="T52" fmla="*/ 157 w 656"/>
                <a:gd name="T53" fmla="*/ 182 h 483"/>
                <a:gd name="T54" fmla="*/ 81 w 656"/>
                <a:gd name="T55" fmla="*/ 184 h 483"/>
                <a:gd name="T56" fmla="*/ 78 w 656"/>
                <a:gd name="T57" fmla="*/ 213 h 483"/>
                <a:gd name="T58" fmla="*/ 123 w 656"/>
                <a:gd name="T59" fmla="*/ 251 h 483"/>
                <a:gd name="T60" fmla="*/ 176 w 656"/>
                <a:gd name="T61" fmla="*/ 253 h 483"/>
                <a:gd name="T62" fmla="*/ 251 w 656"/>
                <a:gd name="T63" fmla="*/ 226 h 483"/>
                <a:gd name="T64" fmla="*/ 286 w 656"/>
                <a:gd name="T65" fmla="*/ 232 h 483"/>
                <a:gd name="T66" fmla="*/ 268 w 656"/>
                <a:gd name="T67" fmla="*/ 261 h 483"/>
                <a:gd name="T68" fmla="*/ 202 w 656"/>
                <a:gd name="T69" fmla="*/ 318 h 483"/>
                <a:gd name="T70" fmla="*/ 137 w 656"/>
                <a:gd name="T71" fmla="*/ 319 h 483"/>
                <a:gd name="T72" fmla="*/ 133 w 656"/>
                <a:gd name="T73" fmla="*/ 334 h 483"/>
                <a:gd name="T74" fmla="*/ 195 w 656"/>
                <a:gd name="T75" fmla="*/ 398 h 483"/>
                <a:gd name="T76" fmla="*/ 252 w 656"/>
                <a:gd name="T77" fmla="*/ 413 h 483"/>
                <a:gd name="T78" fmla="*/ 296 w 656"/>
                <a:gd name="T79" fmla="*/ 388 h 483"/>
                <a:gd name="T80" fmla="*/ 348 w 656"/>
                <a:gd name="T81" fmla="*/ 311 h 483"/>
                <a:gd name="T82" fmla="*/ 385 w 656"/>
                <a:gd name="T83" fmla="*/ 295 h 483"/>
                <a:gd name="T84" fmla="*/ 384 w 656"/>
                <a:gd name="T85" fmla="*/ 327 h 483"/>
                <a:gd name="T86" fmla="*/ 351 w 656"/>
                <a:gd name="T87" fmla="*/ 393 h 483"/>
                <a:gd name="T88" fmla="*/ 285 w 656"/>
                <a:gd name="T89" fmla="*/ 446 h 483"/>
                <a:gd name="T90" fmla="*/ 344 w 656"/>
                <a:gd name="T91" fmla="*/ 473 h 483"/>
                <a:gd name="T92" fmla="*/ 447 w 656"/>
                <a:gd name="T93" fmla="*/ 481 h 483"/>
                <a:gd name="T94" fmla="*/ 512 w 656"/>
                <a:gd name="T95" fmla="*/ 443 h 483"/>
                <a:gd name="T96" fmla="*/ 538 w 656"/>
                <a:gd name="T97" fmla="*/ 388 h 483"/>
                <a:gd name="T98" fmla="*/ 516 w 656"/>
                <a:gd name="T99" fmla="*/ 344 h 483"/>
                <a:gd name="T100" fmla="*/ 509 w 656"/>
                <a:gd name="T101" fmla="*/ 309 h 483"/>
                <a:gd name="T102" fmla="*/ 570 w 656"/>
                <a:gd name="T103" fmla="*/ 304 h 483"/>
                <a:gd name="T104" fmla="*/ 621 w 656"/>
                <a:gd name="T105" fmla="*/ 282 h 483"/>
                <a:gd name="T106" fmla="*/ 653 w 656"/>
                <a:gd name="T107" fmla="*/ 242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56" h="483">
                  <a:moveTo>
                    <a:pt x="651" y="202"/>
                  </a:moveTo>
                  <a:lnTo>
                    <a:pt x="651" y="202"/>
                  </a:lnTo>
                  <a:lnTo>
                    <a:pt x="644" y="189"/>
                  </a:lnTo>
                  <a:lnTo>
                    <a:pt x="636" y="174"/>
                  </a:lnTo>
                  <a:lnTo>
                    <a:pt x="636" y="174"/>
                  </a:lnTo>
                  <a:lnTo>
                    <a:pt x="627" y="161"/>
                  </a:lnTo>
                  <a:lnTo>
                    <a:pt x="618" y="148"/>
                  </a:lnTo>
                  <a:lnTo>
                    <a:pt x="596" y="122"/>
                  </a:lnTo>
                  <a:lnTo>
                    <a:pt x="596" y="122"/>
                  </a:lnTo>
                  <a:lnTo>
                    <a:pt x="575" y="102"/>
                  </a:lnTo>
                  <a:lnTo>
                    <a:pt x="575" y="102"/>
                  </a:lnTo>
                  <a:lnTo>
                    <a:pt x="566" y="138"/>
                  </a:lnTo>
                  <a:lnTo>
                    <a:pt x="556" y="169"/>
                  </a:lnTo>
                  <a:lnTo>
                    <a:pt x="556" y="169"/>
                  </a:lnTo>
                  <a:lnTo>
                    <a:pt x="547" y="191"/>
                  </a:lnTo>
                  <a:lnTo>
                    <a:pt x="541" y="203"/>
                  </a:lnTo>
                  <a:lnTo>
                    <a:pt x="535" y="214"/>
                  </a:lnTo>
                  <a:lnTo>
                    <a:pt x="528" y="224"/>
                  </a:lnTo>
                  <a:lnTo>
                    <a:pt x="521" y="232"/>
                  </a:lnTo>
                  <a:lnTo>
                    <a:pt x="514" y="238"/>
                  </a:lnTo>
                  <a:lnTo>
                    <a:pt x="509" y="241"/>
                  </a:lnTo>
                  <a:lnTo>
                    <a:pt x="505" y="242"/>
                  </a:lnTo>
                  <a:lnTo>
                    <a:pt x="505" y="242"/>
                  </a:lnTo>
                  <a:lnTo>
                    <a:pt x="497" y="242"/>
                  </a:lnTo>
                  <a:lnTo>
                    <a:pt x="491" y="241"/>
                  </a:lnTo>
                  <a:lnTo>
                    <a:pt x="487" y="238"/>
                  </a:lnTo>
                  <a:lnTo>
                    <a:pt x="485" y="234"/>
                  </a:lnTo>
                  <a:lnTo>
                    <a:pt x="483" y="229"/>
                  </a:lnTo>
                  <a:lnTo>
                    <a:pt x="483" y="223"/>
                  </a:lnTo>
                  <a:lnTo>
                    <a:pt x="486" y="215"/>
                  </a:lnTo>
                  <a:lnTo>
                    <a:pt x="489" y="208"/>
                  </a:lnTo>
                  <a:lnTo>
                    <a:pt x="489" y="208"/>
                  </a:lnTo>
                  <a:lnTo>
                    <a:pt x="498" y="191"/>
                  </a:lnTo>
                  <a:lnTo>
                    <a:pt x="506" y="173"/>
                  </a:lnTo>
                  <a:lnTo>
                    <a:pt x="530" y="114"/>
                  </a:lnTo>
                  <a:lnTo>
                    <a:pt x="530" y="114"/>
                  </a:lnTo>
                  <a:lnTo>
                    <a:pt x="534" y="103"/>
                  </a:lnTo>
                  <a:lnTo>
                    <a:pt x="538" y="92"/>
                  </a:lnTo>
                  <a:lnTo>
                    <a:pt x="541" y="72"/>
                  </a:lnTo>
                  <a:lnTo>
                    <a:pt x="541" y="72"/>
                  </a:lnTo>
                  <a:lnTo>
                    <a:pt x="518" y="55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86" y="32"/>
                  </a:lnTo>
                  <a:lnTo>
                    <a:pt x="486" y="32"/>
                  </a:lnTo>
                  <a:lnTo>
                    <a:pt x="453" y="17"/>
                  </a:lnTo>
                  <a:lnTo>
                    <a:pt x="453" y="17"/>
                  </a:lnTo>
                  <a:lnTo>
                    <a:pt x="429" y="6"/>
                  </a:lnTo>
                  <a:lnTo>
                    <a:pt x="429" y="6"/>
                  </a:lnTo>
                  <a:lnTo>
                    <a:pt x="422" y="3"/>
                  </a:lnTo>
                  <a:lnTo>
                    <a:pt x="422" y="3"/>
                  </a:lnTo>
                  <a:lnTo>
                    <a:pt x="402" y="0"/>
                  </a:lnTo>
                  <a:lnTo>
                    <a:pt x="402" y="0"/>
                  </a:lnTo>
                  <a:lnTo>
                    <a:pt x="406" y="14"/>
                  </a:lnTo>
                  <a:lnTo>
                    <a:pt x="414" y="32"/>
                  </a:lnTo>
                  <a:lnTo>
                    <a:pt x="414" y="32"/>
                  </a:lnTo>
                  <a:lnTo>
                    <a:pt x="422" y="47"/>
                  </a:lnTo>
                  <a:lnTo>
                    <a:pt x="426" y="59"/>
                  </a:lnTo>
                  <a:lnTo>
                    <a:pt x="430" y="69"/>
                  </a:lnTo>
                  <a:lnTo>
                    <a:pt x="431" y="78"/>
                  </a:lnTo>
                  <a:lnTo>
                    <a:pt x="430" y="84"/>
                  </a:lnTo>
                  <a:lnTo>
                    <a:pt x="428" y="87"/>
                  </a:lnTo>
                  <a:lnTo>
                    <a:pt x="423" y="90"/>
                  </a:lnTo>
                  <a:lnTo>
                    <a:pt x="418" y="90"/>
                  </a:lnTo>
                  <a:lnTo>
                    <a:pt x="418" y="90"/>
                  </a:lnTo>
                  <a:lnTo>
                    <a:pt x="406" y="90"/>
                  </a:lnTo>
                  <a:lnTo>
                    <a:pt x="401" y="88"/>
                  </a:lnTo>
                  <a:lnTo>
                    <a:pt x="397" y="86"/>
                  </a:lnTo>
                  <a:lnTo>
                    <a:pt x="393" y="82"/>
                  </a:lnTo>
                  <a:lnTo>
                    <a:pt x="389" y="75"/>
                  </a:lnTo>
                  <a:lnTo>
                    <a:pt x="385" y="66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73" y="12"/>
                  </a:lnTo>
                  <a:lnTo>
                    <a:pt x="371" y="3"/>
                  </a:lnTo>
                  <a:lnTo>
                    <a:pt x="371" y="3"/>
                  </a:lnTo>
                  <a:lnTo>
                    <a:pt x="351" y="5"/>
                  </a:lnTo>
                  <a:lnTo>
                    <a:pt x="310" y="9"/>
                  </a:lnTo>
                  <a:lnTo>
                    <a:pt x="310" y="9"/>
                  </a:lnTo>
                  <a:lnTo>
                    <a:pt x="258" y="9"/>
                  </a:lnTo>
                  <a:lnTo>
                    <a:pt x="228" y="9"/>
                  </a:lnTo>
                  <a:lnTo>
                    <a:pt x="228" y="9"/>
                  </a:lnTo>
                  <a:lnTo>
                    <a:pt x="233" y="12"/>
                  </a:lnTo>
                  <a:lnTo>
                    <a:pt x="244" y="20"/>
                  </a:lnTo>
                  <a:lnTo>
                    <a:pt x="261" y="34"/>
                  </a:lnTo>
                  <a:lnTo>
                    <a:pt x="280" y="53"/>
                  </a:lnTo>
                  <a:lnTo>
                    <a:pt x="280" y="53"/>
                  </a:lnTo>
                  <a:lnTo>
                    <a:pt x="297" y="70"/>
                  </a:lnTo>
                  <a:lnTo>
                    <a:pt x="302" y="76"/>
                  </a:lnTo>
                  <a:lnTo>
                    <a:pt x="303" y="81"/>
                  </a:lnTo>
                  <a:lnTo>
                    <a:pt x="303" y="82"/>
                  </a:lnTo>
                  <a:lnTo>
                    <a:pt x="303" y="84"/>
                  </a:lnTo>
                  <a:lnTo>
                    <a:pt x="298" y="87"/>
                  </a:lnTo>
                  <a:lnTo>
                    <a:pt x="292" y="91"/>
                  </a:lnTo>
                  <a:lnTo>
                    <a:pt x="281" y="95"/>
                  </a:lnTo>
                  <a:lnTo>
                    <a:pt x="281" y="95"/>
                  </a:lnTo>
                  <a:lnTo>
                    <a:pt x="275" y="96"/>
                  </a:lnTo>
                  <a:lnTo>
                    <a:pt x="270" y="97"/>
                  </a:lnTo>
                  <a:lnTo>
                    <a:pt x="266" y="97"/>
                  </a:lnTo>
                  <a:lnTo>
                    <a:pt x="261" y="97"/>
                  </a:lnTo>
                  <a:lnTo>
                    <a:pt x="254" y="93"/>
                  </a:lnTo>
                  <a:lnTo>
                    <a:pt x="247" y="88"/>
                  </a:lnTo>
                  <a:lnTo>
                    <a:pt x="241" y="81"/>
                  </a:lnTo>
                  <a:lnTo>
                    <a:pt x="237" y="74"/>
                  </a:lnTo>
                  <a:lnTo>
                    <a:pt x="228" y="59"/>
                  </a:lnTo>
                  <a:lnTo>
                    <a:pt x="228" y="59"/>
                  </a:lnTo>
                  <a:lnTo>
                    <a:pt x="222" y="52"/>
                  </a:lnTo>
                  <a:lnTo>
                    <a:pt x="215" y="45"/>
                  </a:lnTo>
                  <a:lnTo>
                    <a:pt x="198" y="29"/>
                  </a:lnTo>
                  <a:lnTo>
                    <a:pt x="177" y="14"/>
                  </a:lnTo>
                  <a:lnTo>
                    <a:pt x="177" y="14"/>
                  </a:lnTo>
                  <a:lnTo>
                    <a:pt x="169" y="15"/>
                  </a:lnTo>
                  <a:lnTo>
                    <a:pt x="148" y="17"/>
                  </a:lnTo>
                  <a:lnTo>
                    <a:pt x="123" y="23"/>
                  </a:lnTo>
                  <a:lnTo>
                    <a:pt x="111" y="27"/>
                  </a:lnTo>
                  <a:lnTo>
                    <a:pt x="100" y="32"/>
                  </a:lnTo>
                  <a:lnTo>
                    <a:pt x="100" y="32"/>
                  </a:lnTo>
                  <a:lnTo>
                    <a:pt x="95" y="33"/>
                  </a:lnTo>
                  <a:lnTo>
                    <a:pt x="90" y="34"/>
                  </a:lnTo>
                  <a:lnTo>
                    <a:pt x="79" y="34"/>
                  </a:lnTo>
                  <a:lnTo>
                    <a:pt x="67" y="33"/>
                  </a:lnTo>
                  <a:lnTo>
                    <a:pt x="55" y="28"/>
                  </a:lnTo>
                  <a:lnTo>
                    <a:pt x="43" y="23"/>
                  </a:lnTo>
                  <a:lnTo>
                    <a:pt x="32" y="17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7" y="3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4"/>
                  </a:lnTo>
                  <a:lnTo>
                    <a:pt x="0" y="7"/>
                  </a:lnTo>
                  <a:lnTo>
                    <a:pt x="1" y="14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12" y="50"/>
                  </a:lnTo>
                  <a:lnTo>
                    <a:pt x="19" y="78"/>
                  </a:lnTo>
                  <a:lnTo>
                    <a:pt x="24" y="91"/>
                  </a:lnTo>
                  <a:lnTo>
                    <a:pt x="29" y="102"/>
                  </a:lnTo>
                  <a:lnTo>
                    <a:pt x="33" y="111"/>
                  </a:lnTo>
                  <a:lnTo>
                    <a:pt x="38" y="118"/>
                  </a:lnTo>
                  <a:lnTo>
                    <a:pt x="38" y="118"/>
                  </a:lnTo>
                  <a:lnTo>
                    <a:pt x="44" y="121"/>
                  </a:lnTo>
                  <a:lnTo>
                    <a:pt x="55" y="126"/>
                  </a:lnTo>
                  <a:lnTo>
                    <a:pt x="67" y="130"/>
                  </a:lnTo>
                  <a:lnTo>
                    <a:pt x="82" y="134"/>
                  </a:lnTo>
                  <a:lnTo>
                    <a:pt x="99" y="138"/>
                  </a:lnTo>
                  <a:lnTo>
                    <a:pt x="116" y="140"/>
                  </a:lnTo>
                  <a:lnTo>
                    <a:pt x="133" y="143"/>
                  </a:lnTo>
                  <a:lnTo>
                    <a:pt x="150" y="143"/>
                  </a:lnTo>
                  <a:lnTo>
                    <a:pt x="150" y="143"/>
                  </a:lnTo>
                  <a:lnTo>
                    <a:pt x="164" y="143"/>
                  </a:lnTo>
                  <a:lnTo>
                    <a:pt x="169" y="144"/>
                  </a:lnTo>
                  <a:lnTo>
                    <a:pt x="173" y="145"/>
                  </a:lnTo>
                  <a:lnTo>
                    <a:pt x="175" y="147"/>
                  </a:lnTo>
                  <a:lnTo>
                    <a:pt x="177" y="149"/>
                  </a:lnTo>
                  <a:lnTo>
                    <a:pt x="177" y="153"/>
                  </a:lnTo>
                  <a:lnTo>
                    <a:pt x="177" y="155"/>
                  </a:lnTo>
                  <a:lnTo>
                    <a:pt x="175" y="162"/>
                  </a:lnTo>
                  <a:lnTo>
                    <a:pt x="171" y="168"/>
                  </a:lnTo>
                  <a:lnTo>
                    <a:pt x="164" y="176"/>
                  </a:lnTo>
                  <a:lnTo>
                    <a:pt x="157" y="182"/>
                  </a:lnTo>
                  <a:lnTo>
                    <a:pt x="157" y="182"/>
                  </a:lnTo>
                  <a:lnTo>
                    <a:pt x="153" y="184"/>
                  </a:lnTo>
                  <a:lnTo>
                    <a:pt x="147" y="186"/>
                  </a:lnTo>
                  <a:lnTo>
                    <a:pt x="135" y="188"/>
                  </a:lnTo>
                  <a:lnTo>
                    <a:pt x="121" y="188"/>
                  </a:lnTo>
                  <a:lnTo>
                    <a:pt x="106" y="186"/>
                  </a:lnTo>
                  <a:lnTo>
                    <a:pt x="81" y="184"/>
                  </a:lnTo>
                  <a:lnTo>
                    <a:pt x="72" y="184"/>
                  </a:lnTo>
                  <a:lnTo>
                    <a:pt x="71" y="185"/>
                  </a:lnTo>
                  <a:lnTo>
                    <a:pt x="70" y="186"/>
                  </a:lnTo>
                  <a:lnTo>
                    <a:pt x="70" y="186"/>
                  </a:lnTo>
                  <a:lnTo>
                    <a:pt x="72" y="197"/>
                  </a:lnTo>
                  <a:lnTo>
                    <a:pt x="78" y="213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90" y="236"/>
                  </a:lnTo>
                  <a:lnTo>
                    <a:pt x="104" y="243"/>
                  </a:lnTo>
                  <a:lnTo>
                    <a:pt x="112" y="247"/>
                  </a:lnTo>
                  <a:lnTo>
                    <a:pt x="123" y="251"/>
                  </a:lnTo>
                  <a:lnTo>
                    <a:pt x="135" y="254"/>
                  </a:lnTo>
                  <a:lnTo>
                    <a:pt x="148" y="257"/>
                  </a:lnTo>
                  <a:lnTo>
                    <a:pt x="148" y="257"/>
                  </a:lnTo>
                  <a:lnTo>
                    <a:pt x="154" y="257"/>
                  </a:lnTo>
                  <a:lnTo>
                    <a:pt x="162" y="257"/>
                  </a:lnTo>
                  <a:lnTo>
                    <a:pt x="176" y="253"/>
                  </a:lnTo>
                  <a:lnTo>
                    <a:pt x="189" y="247"/>
                  </a:lnTo>
                  <a:lnTo>
                    <a:pt x="204" y="241"/>
                  </a:lnTo>
                  <a:lnTo>
                    <a:pt x="220" y="235"/>
                  </a:lnTo>
                  <a:lnTo>
                    <a:pt x="235" y="230"/>
                  </a:lnTo>
                  <a:lnTo>
                    <a:pt x="243" y="228"/>
                  </a:lnTo>
                  <a:lnTo>
                    <a:pt x="251" y="226"/>
                  </a:lnTo>
                  <a:lnTo>
                    <a:pt x="260" y="226"/>
                  </a:lnTo>
                  <a:lnTo>
                    <a:pt x="269" y="226"/>
                  </a:lnTo>
                  <a:lnTo>
                    <a:pt x="269" y="226"/>
                  </a:lnTo>
                  <a:lnTo>
                    <a:pt x="277" y="228"/>
                  </a:lnTo>
                  <a:lnTo>
                    <a:pt x="283" y="230"/>
                  </a:lnTo>
                  <a:lnTo>
                    <a:pt x="286" y="232"/>
                  </a:lnTo>
                  <a:lnTo>
                    <a:pt x="289" y="235"/>
                  </a:lnTo>
                  <a:lnTo>
                    <a:pt x="289" y="238"/>
                  </a:lnTo>
                  <a:lnTo>
                    <a:pt x="286" y="242"/>
                  </a:lnTo>
                  <a:lnTo>
                    <a:pt x="284" y="246"/>
                  </a:lnTo>
                  <a:lnTo>
                    <a:pt x="279" y="251"/>
                  </a:lnTo>
                  <a:lnTo>
                    <a:pt x="268" y="261"/>
                  </a:lnTo>
                  <a:lnTo>
                    <a:pt x="254" y="275"/>
                  </a:lnTo>
                  <a:lnTo>
                    <a:pt x="237" y="289"/>
                  </a:lnTo>
                  <a:lnTo>
                    <a:pt x="220" y="305"/>
                  </a:lnTo>
                  <a:lnTo>
                    <a:pt x="220" y="305"/>
                  </a:lnTo>
                  <a:lnTo>
                    <a:pt x="211" y="312"/>
                  </a:lnTo>
                  <a:lnTo>
                    <a:pt x="202" y="318"/>
                  </a:lnTo>
                  <a:lnTo>
                    <a:pt x="193" y="322"/>
                  </a:lnTo>
                  <a:lnTo>
                    <a:pt x="183" y="323"/>
                  </a:lnTo>
                  <a:lnTo>
                    <a:pt x="175" y="324"/>
                  </a:lnTo>
                  <a:lnTo>
                    <a:pt x="166" y="324"/>
                  </a:lnTo>
                  <a:lnTo>
                    <a:pt x="151" y="322"/>
                  </a:lnTo>
                  <a:lnTo>
                    <a:pt x="137" y="319"/>
                  </a:lnTo>
                  <a:lnTo>
                    <a:pt x="133" y="319"/>
                  </a:lnTo>
                  <a:lnTo>
                    <a:pt x="130" y="319"/>
                  </a:lnTo>
                  <a:lnTo>
                    <a:pt x="128" y="321"/>
                  </a:lnTo>
                  <a:lnTo>
                    <a:pt x="128" y="323"/>
                  </a:lnTo>
                  <a:lnTo>
                    <a:pt x="129" y="328"/>
                  </a:lnTo>
                  <a:lnTo>
                    <a:pt x="133" y="334"/>
                  </a:lnTo>
                  <a:lnTo>
                    <a:pt x="133" y="334"/>
                  </a:lnTo>
                  <a:lnTo>
                    <a:pt x="142" y="348"/>
                  </a:lnTo>
                  <a:lnTo>
                    <a:pt x="153" y="363"/>
                  </a:lnTo>
                  <a:lnTo>
                    <a:pt x="165" y="375"/>
                  </a:lnTo>
                  <a:lnTo>
                    <a:pt x="180" y="387"/>
                  </a:lnTo>
                  <a:lnTo>
                    <a:pt x="195" y="398"/>
                  </a:lnTo>
                  <a:lnTo>
                    <a:pt x="204" y="402"/>
                  </a:lnTo>
                  <a:lnTo>
                    <a:pt x="212" y="405"/>
                  </a:lnTo>
                  <a:lnTo>
                    <a:pt x="222" y="409"/>
                  </a:lnTo>
                  <a:lnTo>
                    <a:pt x="232" y="410"/>
                  </a:lnTo>
                  <a:lnTo>
                    <a:pt x="241" y="413"/>
                  </a:lnTo>
                  <a:lnTo>
                    <a:pt x="252" y="413"/>
                  </a:lnTo>
                  <a:lnTo>
                    <a:pt x="252" y="413"/>
                  </a:lnTo>
                  <a:lnTo>
                    <a:pt x="262" y="413"/>
                  </a:lnTo>
                  <a:lnTo>
                    <a:pt x="272" y="409"/>
                  </a:lnTo>
                  <a:lnTo>
                    <a:pt x="280" y="404"/>
                  </a:lnTo>
                  <a:lnTo>
                    <a:pt x="289" y="397"/>
                  </a:lnTo>
                  <a:lnTo>
                    <a:pt x="296" y="388"/>
                  </a:lnTo>
                  <a:lnTo>
                    <a:pt x="303" y="379"/>
                  </a:lnTo>
                  <a:lnTo>
                    <a:pt x="315" y="358"/>
                  </a:lnTo>
                  <a:lnTo>
                    <a:pt x="329" y="338"/>
                  </a:lnTo>
                  <a:lnTo>
                    <a:pt x="335" y="328"/>
                  </a:lnTo>
                  <a:lnTo>
                    <a:pt x="341" y="318"/>
                  </a:lnTo>
                  <a:lnTo>
                    <a:pt x="348" y="311"/>
                  </a:lnTo>
                  <a:lnTo>
                    <a:pt x="355" y="304"/>
                  </a:lnTo>
                  <a:lnTo>
                    <a:pt x="362" y="299"/>
                  </a:lnTo>
                  <a:lnTo>
                    <a:pt x="371" y="296"/>
                  </a:lnTo>
                  <a:lnTo>
                    <a:pt x="371" y="296"/>
                  </a:lnTo>
                  <a:lnTo>
                    <a:pt x="379" y="295"/>
                  </a:lnTo>
                  <a:lnTo>
                    <a:pt x="385" y="295"/>
                  </a:lnTo>
                  <a:lnTo>
                    <a:pt x="389" y="296"/>
                  </a:lnTo>
                  <a:lnTo>
                    <a:pt x="393" y="299"/>
                  </a:lnTo>
                  <a:lnTo>
                    <a:pt x="394" y="301"/>
                  </a:lnTo>
                  <a:lnTo>
                    <a:pt x="393" y="305"/>
                  </a:lnTo>
                  <a:lnTo>
                    <a:pt x="390" y="315"/>
                  </a:lnTo>
                  <a:lnTo>
                    <a:pt x="384" y="327"/>
                  </a:lnTo>
                  <a:lnTo>
                    <a:pt x="376" y="341"/>
                  </a:lnTo>
                  <a:lnTo>
                    <a:pt x="367" y="358"/>
                  </a:lnTo>
                  <a:lnTo>
                    <a:pt x="360" y="376"/>
                  </a:lnTo>
                  <a:lnTo>
                    <a:pt x="360" y="376"/>
                  </a:lnTo>
                  <a:lnTo>
                    <a:pt x="356" y="385"/>
                  </a:lnTo>
                  <a:lnTo>
                    <a:pt x="351" y="393"/>
                  </a:lnTo>
                  <a:lnTo>
                    <a:pt x="345" y="402"/>
                  </a:lnTo>
                  <a:lnTo>
                    <a:pt x="339" y="409"/>
                  </a:lnTo>
                  <a:lnTo>
                    <a:pt x="325" y="422"/>
                  </a:lnTo>
                  <a:lnTo>
                    <a:pt x="310" y="432"/>
                  </a:lnTo>
                  <a:lnTo>
                    <a:pt x="296" y="440"/>
                  </a:lnTo>
                  <a:lnTo>
                    <a:pt x="285" y="446"/>
                  </a:lnTo>
                  <a:lnTo>
                    <a:pt x="274" y="451"/>
                  </a:lnTo>
                  <a:lnTo>
                    <a:pt x="274" y="451"/>
                  </a:lnTo>
                  <a:lnTo>
                    <a:pt x="286" y="456"/>
                  </a:lnTo>
                  <a:lnTo>
                    <a:pt x="302" y="461"/>
                  </a:lnTo>
                  <a:lnTo>
                    <a:pt x="321" y="467"/>
                  </a:lnTo>
                  <a:lnTo>
                    <a:pt x="344" y="473"/>
                  </a:lnTo>
                  <a:lnTo>
                    <a:pt x="371" y="478"/>
                  </a:lnTo>
                  <a:lnTo>
                    <a:pt x="401" y="481"/>
                  </a:lnTo>
                  <a:lnTo>
                    <a:pt x="416" y="483"/>
                  </a:lnTo>
                  <a:lnTo>
                    <a:pt x="431" y="483"/>
                  </a:lnTo>
                  <a:lnTo>
                    <a:pt x="431" y="483"/>
                  </a:lnTo>
                  <a:lnTo>
                    <a:pt x="447" y="481"/>
                  </a:lnTo>
                  <a:lnTo>
                    <a:pt x="460" y="478"/>
                  </a:lnTo>
                  <a:lnTo>
                    <a:pt x="474" y="473"/>
                  </a:lnTo>
                  <a:lnTo>
                    <a:pt x="486" y="467"/>
                  </a:lnTo>
                  <a:lnTo>
                    <a:pt x="495" y="460"/>
                  </a:lnTo>
                  <a:lnTo>
                    <a:pt x="505" y="451"/>
                  </a:lnTo>
                  <a:lnTo>
                    <a:pt x="512" y="443"/>
                  </a:lnTo>
                  <a:lnTo>
                    <a:pt x="520" y="433"/>
                  </a:lnTo>
                  <a:lnTo>
                    <a:pt x="526" y="423"/>
                  </a:lnTo>
                  <a:lnTo>
                    <a:pt x="530" y="414"/>
                  </a:lnTo>
                  <a:lnTo>
                    <a:pt x="534" y="405"/>
                  </a:lnTo>
                  <a:lnTo>
                    <a:pt x="537" y="397"/>
                  </a:lnTo>
                  <a:lnTo>
                    <a:pt x="538" y="388"/>
                  </a:lnTo>
                  <a:lnTo>
                    <a:pt x="538" y="382"/>
                  </a:lnTo>
                  <a:lnTo>
                    <a:pt x="538" y="376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26" y="358"/>
                  </a:lnTo>
                  <a:lnTo>
                    <a:pt x="516" y="344"/>
                  </a:lnTo>
                  <a:lnTo>
                    <a:pt x="505" y="325"/>
                  </a:lnTo>
                  <a:lnTo>
                    <a:pt x="505" y="325"/>
                  </a:lnTo>
                  <a:lnTo>
                    <a:pt x="505" y="318"/>
                  </a:lnTo>
                  <a:lnTo>
                    <a:pt x="505" y="315"/>
                  </a:lnTo>
                  <a:lnTo>
                    <a:pt x="505" y="311"/>
                  </a:lnTo>
                  <a:lnTo>
                    <a:pt x="509" y="309"/>
                  </a:lnTo>
                  <a:lnTo>
                    <a:pt x="514" y="306"/>
                  </a:lnTo>
                  <a:lnTo>
                    <a:pt x="521" y="305"/>
                  </a:lnTo>
                  <a:lnTo>
                    <a:pt x="532" y="305"/>
                  </a:lnTo>
                  <a:lnTo>
                    <a:pt x="532" y="305"/>
                  </a:lnTo>
                  <a:lnTo>
                    <a:pt x="551" y="306"/>
                  </a:lnTo>
                  <a:lnTo>
                    <a:pt x="570" y="304"/>
                  </a:lnTo>
                  <a:lnTo>
                    <a:pt x="580" y="301"/>
                  </a:lnTo>
                  <a:lnTo>
                    <a:pt x="590" y="299"/>
                  </a:lnTo>
                  <a:lnTo>
                    <a:pt x="598" y="295"/>
                  </a:lnTo>
                  <a:lnTo>
                    <a:pt x="608" y="292"/>
                  </a:lnTo>
                  <a:lnTo>
                    <a:pt x="608" y="292"/>
                  </a:lnTo>
                  <a:lnTo>
                    <a:pt x="621" y="282"/>
                  </a:lnTo>
                  <a:lnTo>
                    <a:pt x="634" y="271"/>
                  </a:lnTo>
                  <a:lnTo>
                    <a:pt x="639" y="264"/>
                  </a:lnTo>
                  <a:lnTo>
                    <a:pt x="644" y="258"/>
                  </a:lnTo>
                  <a:lnTo>
                    <a:pt x="649" y="251"/>
                  </a:lnTo>
                  <a:lnTo>
                    <a:pt x="653" y="242"/>
                  </a:lnTo>
                  <a:lnTo>
                    <a:pt x="653" y="242"/>
                  </a:lnTo>
                  <a:lnTo>
                    <a:pt x="655" y="232"/>
                  </a:lnTo>
                  <a:lnTo>
                    <a:pt x="656" y="221"/>
                  </a:lnTo>
                  <a:lnTo>
                    <a:pt x="655" y="212"/>
                  </a:lnTo>
                  <a:lnTo>
                    <a:pt x="651" y="202"/>
                  </a:lnTo>
                  <a:lnTo>
                    <a:pt x="651" y="202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582">
              <a:extLst>
                <a:ext uri="{FF2B5EF4-FFF2-40B4-BE49-F238E27FC236}">
                  <a16:creationId xmlns:a16="http://schemas.microsoft.com/office/drawing/2014/main" id="{B277112F-F5E5-8A4E-A31B-F3822E48A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776" y="4721225"/>
              <a:ext cx="361950" cy="274638"/>
            </a:xfrm>
            <a:custGeom>
              <a:avLst/>
              <a:gdLst>
                <a:gd name="T0" fmla="*/ 23 w 456"/>
                <a:gd name="T1" fmla="*/ 176 h 346"/>
                <a:gd name="T2" fmla="*/ 1 w 456"/>
                <a:gd name="T3" fmla="*/ 139 h 346"/>
                <a:gd name="T4" fmla="*/ 5 w 456"/>
                <a:gd name="T5" fmla="*/ 98 h 346"/>
                <a:gd name="T6" fmla="*/ 36 w 456"/>
                <a:gd name="T7" fmla="*/ 59 h 346"/>
                <a:gd name="T8" fmla="*/ 112 w 456"/>
                <a:gd name="T9" fmla="*/ 15 h 346"/>
                <a:gd name="T10" fmla="*/ 100 w 456"/>
                <a:gd name="T11" fmla="*/ 53 h 346"/>
                <a:gd name="T12" fmla="*/ 105 w 456"/>
                <a:gd name="T13" fmla="*/ 92 h 346"/>
                <a:gd name="T14" fmla="*/ 124 w 456"/>
                <a:gd name="T15" fmla="*/ 143 h 346"/>
                <a:gd name="T16" fmla="*/ 138 w 456"/>
                <a:gd name="T17" fmla="*/ 136 h 346"/>
                <a:gd name="T18" fmla="*/ 139 w 456"/>
                <a:gd name="T19" fmla="*/ 96 h 346"/>
                <a:gd name="T20" fmla="*/ 130 w 456"/>
                <a:gd name="T21" fmla="*/ 41 h 346"/>
                <a:gd name="T22" fmla="*/ 151 w 456"/>
                <a:gd name="T23" fmla="*/ 15 h 346"/>
                <a:gd name="T24" fmla="*/ 211 w 456"/>
                <a:gd name="T25" fmla="*/ 1 h 346"/>
                <a:gd name="T26" fmla="*/ 244 w 456"/>
                <a:gd name="T27" fmla="*/ 9 h 346"/>
                <a:gd name="T28" fmla="*/ 215 w 456"/>
                <a:gd name="T29" fmla="*/ 34 h 346"/>
                <a:gd name="T30" fmla="*/ 207 w 456"/>
                <a:gd name="T31" fmla="*/ 59 h 346"/>
                <a:gd name="T32" fmla="*/ 205 w 456"/>
                <a:gd name="T33" fmla="*/ 125 h 346"/>
                <a:gd name="T34" fmla="*/ 220 w 456"/>
                <a:gd name="T35" fmla="*/ 121 h 346"/>
                <a:gd name="T36" fmla="*/ 248 w 456"/>
                <a:gd name="T37" fmla="*/ 74 h 346"/>
                <a:gd name="T38" fmla="*/ 272 w 456"/>
                <a:gd name="T39" fmla="*/ 45 h 346"/>
                <a:gd name="T40" fmla="*/ 304 w 456"/>
                <a:gd name="T41" fmla="*/ 32 h 346"/>
                <a:gd name="T42" fmla="*/ 336 w 456"/>
                <a:gd name="T43" fmla="*/ 47 h 346"/>
                <a:gd name="T44" fmla="*/ 303 w 456"/>
                <a:gd name="T45" fmla="*/ 76 h 346"/>
                <a:gd name="T46" fmla="*/ 295 w 456"/>
                <a:gd name="T47" fmla="*/ 97 h 346"/>
                <a:gd name="T48" fmla="*/ 304 w 456"/>
                <a:gd name="T49" fmla="*/ 115 h 346"/>
                <a:gd name="T50" fmla="*/ 335 w 456"/>
                <a:gd name="T51" fmla="*/ 90 h 346"/>
                <a:gd name="T52" fmla="*/ 383 w 456"/>
                <a:gd name="T53" fmla="*/ 66 h 346"/>
                <a:gd name="T54" fmla="*/ 441 w 456"/>
                <a:gd name="T55" fmla="*/ 93 h 346"/>
                <a:gd name="T56" fmla="*/ 447 w 456"/>
                <a:gd name="T57" fmla="*/ 107 h 346"/>
                <a:gd name="T58" fmla="*/ 422 w 456"/>
                <a:gd name="T59" fmla="*/ 120 h 346"/>
                <a:gd name="T60" fmla="*/ 404 w 456"/>
                <a:gd name="T61" fmla="*/ 145 h 346"/>
                <a:gd name="T62" fmla="*/ 354 w 456"/>
                <a:gd name="T63" fmla="*/ 189 h 346"/>
                <a:gd name="T64" fmla="*/ 292 w 456"/>
                <a:gd name="T65" fmla="*/ 174 h 346"/>
                <a:gd name="T66" fmla="*/ 251 w 456"/>
                <a:gd name="T67" fmla="*/ 174 h 346"/>
                <a:gd name="T68" fmla="*/ 244 w 456"/>
                <a:gd name="T69" fmla="*/ 188 h 346"/>
                <a:gd name="T70" fmla="*/ 266 w 456"/>
                <a:gd name="T71" fmla="*/ 206 h 346"/>
                <a:gd name="T72" fmla="*/ 317 w 456"/>
                <a:gd name="T73" fmla="*/ 213 h 346"/>
                <a:gd name="T74" fmla="*/ 334 w 456"/>
                <a:gd name="T75" fmla="*/ 243 h 346"/>
                <a:gd name="T76" fmla="*/ 294 w 456"/>
                <a:gd name="T77" fmla="*/ 288 h 346"/>
                <a:gd name="T78" fmla="*/ 215 w 456"/>
                <a:gd name="T79" fmla="*/ 242 h 346"/>
                <a:gd name="T80" fmla="*/ 192 w 456"/>
                <a:gd name="T81" fmla="*/ 242 h 346"/>
                <a:gd name="T82" fmla="*/ 196 w 456"/>
                <a:gd name="T83" fmla="*/ 261 h 346"/>
                <a:gd name="T84" fmla="*/ 232 w 456"/>
                <a:gd name="T85" fmla="*/ 278 h 346"/>
                <a:gd name="T86" fmla="*/ 271 w 456"/>
                <a:gd name="T87" fmla="*/ 305 h 346"/>
                <a:gd name="T88" fmla="*/ 220 w 456"/>
                <a:gd name="T89" fmla="*/ 336 h 346"/>
                <a:gd name="T90" fmla="*/ 164 w 456"/>
                <a:gd name="T91" fmla="*/ 329 h 346"/>
                <a:gd name="T92" fmla="*/ 130 w 456"/>
                <a:gd name="T93" fmla="*/ 259 h 346"/>
                <a:gd name="T94" fmla="*/ 118 w 456"/>
                <a:gd name="T95" fmla="*/ 224 h 346"/>
                <a:gd name="T96" fmla="*/ 103 w 456"/>
                <a:gd name="T97" fmla="*/ 220 h 346"/>
                <a:gd name="T98" fmla="*/ 95 w 456"/>
                <a:gd name="T99" fmla="*/ 245 h 346"/>
                <a:gd name="T100" fmla="*/ 128 w 456"/>
                <a:gd name="T101" fmla="*/ 321 h 346"/>
                <a:gd name="T102" fmla="*/ 93 w 456"/>
                <a:gd name="T103" fmla="*/ 345 h 346"/>
                <a:gd name="T104" fmla="*/ 47 w 456"/>
                <a:gd name="T105" fmla="*/ 327 h 346"/>
                <a:gd name="T106" fmla="*/ 25 w 456"/>
                <a:gd name="T107" fmla="*/ 292 h 346"/>
                <a:gd name="T108" fmla="*/ 24 w 456"/>
                <a:gd name="T109" fmla="*/ 252 h 346"/>
                <a:gd name="T110" fmla="*/ 55 w 456"/>
                <a:gd name="T111" fmla="*/ 207 h 346"/>
                <a:gd name="T112" fmla="*/ 65 w 456"/>
                <a:gd name="T113" fmla="*/ 191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56" h="346">
                  <a:moveTo>
                    <a:pt x="59" y="184"/>
                  </a:moveTo>
                  <a:lnTo>
                    <a:pt x="59" y="184"/>
                  </a:lnTo>
                  <a:lnTo>
                    <a:pt x="46" y="180"/>
                  </a:lnTo>
                  <a:lnTo>
                    <a:pt x="23" y="176"/>
                  </a:lnTo>
                  <a:lnTo>
                    <a:pt x="23" y="176"/>
                  </a:lnTo>
                  <a:lnTo>
                    <a:pt x="19" y="174"/>
                  </a:lnTo>
                  <a:lnTo>
                    <a:pt x="17" y="173"/>
                  </a:lnTo>
                  <a:lnTo>
                    <a:pt x="11" y="165"/>
                  </a:lnTo>
                  <a:lnTo>
                    <a:pt x="5" y="154"/>
                  </a:lnTo>
                  <a:lnTo>
                    <a:pt x="1" y="139"/>
                  </a:lnTo>
                  <a:lnTo>
                    <a:pt x="0" y="132"/>
                  </a:lnTo>
                  <a:lnTo>
                    <a:pt x="0" y="124"/>
                  </a:lnTo>
                  <a:lnTo>
                    <a:pt x="1" y="115"/>
                  </a:lnTo>
                  <a:lnTo>
                    <a:pt x="2" y="107"/>
                  </a:lnTo>
                  <a:lnTo>
                    <a:pt x="5" y="98"/>
                  </a:lnTo>
                  <a:lnTo>
                    <a:pt x="8" y="90"/>
                  </a:lnTo>
                  <a:lnTo>
                    <a:pt x="14" y="82"/>
                  </a:lnTo>
                  <a:lnTo>
                    <a:pt x="20" y="74"/>
                  </a:lnTo>
                  <a:lnTo>
                    <a:pt x="20" y="74"/>
                  </a:lnTo>
                  <a:lnTo>
                    <a:pt x="36" y="59"/>
                  </a:lnTo>
                  <a:lnTo>
                    <a:pt x="52" y="47"/>
                  </a:lnTo>
                  <a:lnTo>
                    <a:pt x="67" y="38"/>
                  </a:lnTo>
                  <a:lnTo>
                    <a:pt x="81" y="29"/>
                  </a:lnTo>
                  <a:lnTo>
                    <a:pt x="104" y="18"/>
                  </a:lnTo>
                  <a:lnTo>
                    <a:pt x="112" y="15"/>
                  </a:lnTo>
                  <a:lnTo>
                    <a:pt x="112" y="15"/>
                  </a:lnTo>
                  <a:lnTo>
                    <a:pt x="109" y="22"/>
                  </a:lnTo>
                  <a:lnTo>
                    <a:pt x="106" y="30"/>
                  </a:lnTo>
                  <a:lnTo>
                    <a:pt x="103" y="41"/>
                  </a:lnTo>
                  <a:lnTo>
                    <a:pt x="100" y="53"/>
                  </a:lnTo>
                  <a:lnTo>
                    <a:pt x="100" y="66"/>
                  </a:lnTo>
                  <a:lnTo>
                    <a:pt x="101" y="79"/>
                  </a:lnTo>
                  <a:lnTo>
                    <a:pt x="103" y="85"/>
                  </a:lnTo>
                  <a:lnTo>
                    <a:pt x="105" y="92"/>
                  </a:lnTo>
                  <a:lnTo>
                    <a:pt x="105" y="92"/>
                  </a:lnTo>
                  <a:lnTo>
                    <a:pt x="110" y="104"/>
                  </a:lnTo>
                  <a:lnTo>
                    <a:pt x="115" y="116"/>
                  </a:lnTo>
                  <a:lnTo>
                    <a:pt x="119" y="136"/>
                  </a:lnTo>
                  <a:lnTo>
                    <a:pt x="123" y="142"/>
                  </a:lnTo>
                  <a:lnTo>
                    <a:pt x="124" y="143"/>
                  </a:lnTo>
                  <a:lnTo>
                    <a:pt x="127" y="144"/>
                  </a:lnTo>
                  <a:lnTo>
                    <a:pt x="129" y="144"/>
                  </a:lnTo>
                  <a:lnTo>
                    <a:pt x="132" y="143"/>
                  </a:lnTo>
                  <a:lnTo>
                    <a:pt x="138" y="136"/>
                  </a:lnTo>
                  <a:lnTo>
                    <a:pt x="138" y="136"/>
                  </a:lnTo>
                  <a:lnTo>
                    <a:pt x="140" y="130"/>
                  </a:lnTo>
                  <a:lnTo>
                    <a:pt x="141" y="125"/>
                  </a:lnTo>
                  <a:lnTo>
                    <a:pt x="142" y="118"/>
                  </a:lnTo>
                  <a:lnTo>
                    <a:pt x="142" y="110"/>
                  </a:lnTo>
                  <a:lnTo>
                    <a:pt x="139" y="96"/>
                  </a:lnTo>
                  <a:lnTo>
                    <a:pt x="135" y="79"/>
                  </a:lnTo>
                  <a:lnTo>
                    <a:pt x="132" y="63"/>
                  </a:lnTo>
                  <a:lnTo>
                    <a:pt x="130" y="56"/>
                  </a:lnTo>
                  <a:lnTo>
                    <a:pt x="130" y="49"/>
                  </a:lnTo>
                  <a:lnTo>
                    <a:pt x="130" y="41"/>
                  </a:lnTo>
                  <a:lnTo>
                    <a:pt x="133" y="34"/>
                  </a:lnTo>
                  <a:lnTo>
                    <a:pt x="135" y="28"/>
                  </a:lnTo>
                  <a:lnTo>
                    <a:pt x="140" y="23"/>
                  </a:lnTo>
                  <a:lnTo>
                    <a:pt x="140" y="23"/>
                  </a:lnTo>
                  <a:lnTo>
                    <a:pt x="151" y="15"/>
                  </a:lnTo>
                  <a:lnTo>
                    <a:pt x="163" y="7"/>
                  </a:lnTo>
                  <a:lnTo>
                    <a:pt x="175" y="4"/>
                  </a:lnTo>
                  <a:lnTo>
                    <a:pt x="187" y="1"/>
                  </a:lnTo>
                  <a:lnTo>
                    <a:pt x="199" y="0"/>
                  </a:lnTo>
                  <a:lnTo>
                    <a:pt x="211" y="1"/>
                  </a:lnTo>
                  <a:lnTo>
                    <a:pt x="223" y="3"/>
                  </a:lnTo>
                  <a:lnTo>
                    <a:pt x="236" y="5"/>
                  </a:lnTo>
                  <a:lnTo>
                    <a:pt x="236" y="5"/>
                  </a:lnTo>
                  <a:lnTo>
                    <a:pt x="243" y="7"/>
                  </a:lnTo>
                  <a:lnTo>
                    <a:pt x="244" y="9"/>
                  </a:lnTo>
                  <a:lnTo>
                    <a:pt x="243" y="11"/>
                  </a:lnTo>
                  <a:lnTo>
                    <a:pt x="239" y="15"/>
                  </a:lnTo>
                  <a:lnTo>
                    <a:pt x="232" y="18"/>
                  </a:lnTo>
                  <a:lnTo>
                    <a:pt x="223" y="26"/>
                  </a:lnTo>
                  <a:lnTo>
                    <a:pt x="215" y="34"/>
                  </a:lnTo>
                  <a:lnTo>
                    <a:pt x="211" y="39"/>
                  </a:lnTo>
                  <a:lnTo>
                    <a:pt x="209" y="45"/>
                  </a:lnTo>
                  <a:lnTo>
                    <a:pt x="208" y="52"/>
                  </a:lnTo>
                  <a:lnTo>
                    <a:pt x="207" y="59"/>
                  </a:lnTo>
                  <a:lnTo>
                    <a:pt x="207" y="59"/>
                  </a:lnTo>
                  <a:lnTo>
                    <a:pt x="207" y="76"/>
                  </a:lnTo>
                  <a:lnTo>
                    <a:pt x="205" y="91"/>
                  </a:lnTo>
                  <a:lnTo>
                    <a:pt x="203" y="114"/>
                  </a:lnTo>
                  <a:lnTo>
                    <a:pt x="204" y="122"/>
                  </a:lnTo>
                  <a:lnTo>
                    <a:pt x="205" y="125"/>
                  </a:lnTo>
                  <a:lnTo>
                    <a:pt x="207" y="126"/>
                  </a:lnTo>
                  <a:lnTo>
                    <a:pt x="209" y="126"/>
                  </a:lnTo>
                  <a:lnTo>
                    <a:pt x="211" y="126"/>
                  </a:lnTo>
                  <a:lnTo>
                    <a:pt x="220" y="121"/>
                  </a:lnTo>
                  <a:lnTo>
                    <a:pt x="220" y="121"/>
                  </a:lnTo>
                  <a:lnTo>
                    <a:pt x="228" y="113"/>
                  </a:lnTo>
                  <a:lnTo>
                    <a:pt x="234" y="104"/>
                  </a:lnTo>
                  <a:lnTo>
                    <a:pt x="240" y="93"/>
                  </a:lnTo>
                  <a:lnTo>
                    <a:pt x="244" y="84"/>
                  </a:lnTo>
                  <a:lnTo>
                    <a:pt x="248" y="74"/>
                  </a:lnTo>
                  <a:lnTo>
                    <a:pt x="252" y="64"/>
                  </a:lnTo>
                  <a:lnTo>
                    <a:pt x="257" y="56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72" y="45"/>
                  </a:lnTo>
                  <a:lnTo>
                    <a:pt x="279" y="40"/>
                  </a:lnTo>
                  <a:lnTo>
                    <a:pt x="292" y="35"/>
                  </a:lnTo>
                  <a:lnTo>
                    <a:pt x="301" y="32"/>
                  </a:lnTo>
                  <a:lnTo>
                    <a:pt x="304" y="32"/>
                  </a:lnTo>
                  <a:lnTo>
                    <a:pt x="304" y="32"/>
                  </a:lnTo>
                  <a:lnTo>
                    <a:pt x="318" y="38"/>
                  </a:lnTo>
                  <a:lnTo>
                    <a:pt x="329" y="43"/>
                  </a:lnTo>
                  <a:lnTo>
                    <a:pt x="335" y="46"/>
                  </a:lnTo>
                  <a:lnTo>
                    <a:pt x="335" y="46"/>
                  </a:lnTo>
                  <a:lnTo>
                    <a:pt x="336" y="47"/>
                  </a:lnTo>
                  <a:lnTo>
                    <a:pt x="335" y="49"/>
                  </a:lnTo>
                  <a:lnTo>
                    <a:pt x="331" y="53"/>
                  </a:lnTo>
                  <a:lnTo>
                    <a:pt x="318" y="63"/>
                  </a:lnTo>
                  <a:lnTo>
                    <a:pt x="311" y="70"/>
                  </a:lnTo>
                  <a:lnTo>
                    <a:pt x="303" y="76"/>
                  </a:lnTo>
                  <a:lnTo>
                    <a:pt x="297" y="84"/>
                  </a:lnTo>
                  <a:lnTo>
                    <a:pt x="296" y="87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7"/>
                  </a:lnTo>
                  <a:lnTo>
                    <a:pt x="295" y="103"/>
                  </a:lnTo>
                  <a:lnTo>
                    <a:pt x="296" y="108"/>
                  </a:lnTo>
                  <a:lnTo>
                    <a:pt x="297" y="113"/>
                  </a:lnTo>
                  <a:lnTo>
                    <a:pt x="301" y="115"/>
                  </a:lnTo>
                  <a:lnTo>
                    <a:pt x="304" y="115"/>
                  </a:lnTo>
                  <a:lnTo>
                    <a:pt x="311" y="111"/>
                  </a:lnTo>
                  <a:lnTo>
                    <a:pt x="317" y="105"/>
                  </a:lnTo>
                  <a:lnTo>
                    <a:pt x="317" y="105"/>
                  </a:lnTo>
                  <a:lnTo>
                    <a:pt x="325" y="97"/>
                  </a:lnTo>
                  <a:lnTo>
                    <a:pt x="335" y="90"/>
                  </a:lnTo>
                  <a:lnTo>
                    <a:pt x="344" y="84"/>
                  </a:lnTo>
                  <a:lnTo>
                    <a:pt x="354" y="78"/>
                  </a:lnTo>
                  <a:lnTo>
                    <a:pt x="371" y="69"/>
                  </a:lnTo>
                  <a:lnTo>
                    <a:pt x="383" y="66"/>
                  </a:lnTo>
                  <a:lnTo>
                    <a:pt x="383" y="66"/>
                  </a:lnTo>
                  <a:lnTo>
                    <a:pt x="388" y="66"/>
                  </a:lnTo>
                  <a:lnTo>
                    <a:pt x="394" y="68"/>
                  </a:lnTo>
                  <a:lnTo>
                    <a:pt x="411" y="75"/>
                  </a:lnTo>
                  <a:lnTo>
                    <a:pt x="441" y="93"/>
                  </a:lnTo>
                  <a:lnTo>
                    <a:pt x="441" y="93"/>
                  </a:lnTo>
                  <a:lnTo>
                    <a:pt x="451" y="98"/>
                  </a:lnTo>
                  <a:lnTo>
                    <a:pt x="456" y="102"/>
                  </a:lnTo>
                  <a:lnTo>
                    <a:pt x="456" y="103"/>
                  </a:lnTo>
                  <a:lnTo>
                    <a:pt x="454" y="104"/>
                  </a:lnTo>
                  <a:lnTo>
                    <a:pt x="447" y="107"/>
                  </a:lnTo>
                  <a:lnTo>
                    <a:pt x="447" y="107"/>
                  </a:lnTo>
                  <a:lnTo>
                    <a:pt x="441" y="109"/>
                  </a:lnTo>
                  <a:lnTo>
                    <a:pt x="435" y="111"/>
                  </a:lnTo>
                  <a:lnTo>
                    <a:pt x="428" y="116"/>
                  </a:lnTo>
                  <a:lnTo>
                    <a:pt x="422" y="120"/>
                  </a:lnTo>
                  <a:lnTo>
                    <a:pt x="416" y="126"/>
                  </a:lnTo>
                  <a:lnTo>
                    <a:pt x="411" y="132"/>
                  </a:lnTo>
                  <a:lnTo>
                    <a:pt x="406" y="138"/>
                  </a:lnTo>
                  <a:lnTo>
                    <a:pt x="404" y="145"/>
                  </a:lnTo>
                  <a:lnTo>
                    <a:pt x="404" y="145"/>
                  </a:lnTo>
                  <a:lnTo>
                    <a:pt x="396" y="160"/>
                  </a:lnTo>
                  <a:lnTo>
                    <a:pt x="388" y="176"/>
                  </a:lnTo>
                  <a:lnTo>
                    <a:pt x="378" y="191"/>
                  </a:lnTo>
                  <a:lnTo>
                    <a:pt x="378" y="191"/>
                  </a:lnTo>
                  <a:lnTo>
                    <a:pt x="354" y="189"/>
                  </a:lnTo>
                  <a:lnTo>
                    <a:pt x="334" y="185"/>
                  </a:lnTo>
                  <a:lnTo>
                    <a:pt x="319" y="183"/>
                  </a:lnTo>
                  <a:lnTo>
                    <a:pt x="319" y="183"/>
                  </a:lnTo>
                  <a:lnTo>
                    <a:pt x="302" y="178"/>
                  </a:lnTo>
                  <a:lnTo>
                    <a:pt x="292" y="174"/>
                  </a:lnTo>
                  <a:lnTo>
                    <a:pt x="280" y="172"/>
                  </a:lnTo>
                  <a:lnTo>
                    <a:pt x="269" y="171"/>
                  </a:lnTo>
                  <a:lnTo>
                    <a:pt x="260" y="172"/>
                  </a:lnTo>
                  <a:lnTo>
                    <a:pt x="255" y="172"/>
                  </a:lnTo>
                  <a:lnTo>
                    <a:pt x="251" y="174"/>
                  </a:lnTo>
                  <a:lnTo>
                    <a:pt x="249" y="177"/>
                  </a:lnTo>
                  <a:lnTo>
                    <a:pt x="246" y="180"/>
                  </a:lnTo>
                  <a:lnTo>
                    <a:pt x="246" y="180"/>
                  </a:lnTo>
                  <a:lnTo>
                    <a:pt x="245" y="184"/>
                  </a:lnTo>
                  <a:lnTo>
                    <a:pt x="244" y="188"/>
                  </a:lnTo>
                  <a:lnTo>
                    <a:pt x="245" y="191"/>
                  </a:lnTo>
                  <a:lnTo>
                    <a:pt x="246" y="194"/>
                  </a:lnTo>
                  <a:lnTo>
                    <a:pt x="250" y="199"/>
                  </a:lnTo>
                  <a:lnTo>
                    <a:pt x="257" y="202"/>
                  </a:lnTo>
                  <a:lnTo>
                    <a:pt x="266" y="206"/>
                  </a:lnTo>
                  <a:lnTo>
                    <a:pt x="275" y="208"/>
                  </a:lnTo>
                  <a:lnTo>
                    <a:pt x="296" y="211"/>
                  </a:lnTo>
                  <a:lnTo>
                    <a:pt x="296" y="211"/>
                  </a:lnTo>
                  <a:lnTo>
                    <a:pt x="307" y="211"/>
                  </a:lnTo>
                  <a:lnTo>
                    <a:pt x="317" y="213"/>
                  </a:lnTo>
                  <a:lnTo>
                    <a:pt x="337" y="218"/>
                  </a:lnTo>
                  <a:lnTo>
                    <a:pt x="356" y="224"/>
                  </a:lnTo>
                  <a:lnTo>
                    <a:pt x="356" y="224"/>
                  </a:lnTo>
                  <a:lnTo>
                    <a:pt x="344" y="234"/>
                  </a:lnTo>
                  <a:lnTo>
                    <a:pt x="334" y="243"/>
                  </a:lnTo>
                  <a:lnTo>
                    <a:pt x="323" y="253"/>
                  </a:lnTo>
                  <a:lnTo>
                    <a:pt x="323" y="253"/>
                  </a:lnTo>
                  <a:lnTo>
                    <a:pt x="303" y="276"/>
                  </a:lnTo>
                  <a:lnTo>
                    <a:pt x="294" y="288"/>
                  </a:lnTo>
                  <a:lnTo>
                    <a:pt x="294" y="288"/>
                  </a:lnTo>
                  <a:lnTo>
                    <a:pt x="279" y="278"/>
                  </a:lnTo>
                  <a:lnTo>
                    <a:pt x="246" y="259"/>
                  </a:lnTo>
                  <a:lnTo>
                    <a:pt x="246" y="259"/>
                  </a:lnTo>
                  <a:lnTo>
                    <a:pt x="230" y="248"/>
                  </a:lnTo>
                  <a:lnTo>
                    <a:pt x="215" y="242"/>
                  </a:lnTo>
                  <a:lnTo>
                    <a:pt x="208" y="240"/>
                  </a:lnTo>
                  <a:lnTo>
                    <a:pt x="202" y="238"/>
                  </a:lnTo>
                  <a:lnTo>
                    <a:pt x="197" y="240"/>
                  </a:lnTo>
                  <a:lnTo>
                    <a:pt x="192" y="242"/>
                  </a:lnTo>
                  <a:lnTo>
                    <a:pt x="192" y="242"/>
                  </a:lnTo>
                  <a:lnTo>
                    <a:pt x="190" y="245"/>
                  </a:lnTo>
                  <a:lnTo>
                    <a:pt x="188" y="248"/>
                  </a:lnTo>
                  <a:lnTo>
                    <a:pt x="190" y="253"/>
                  </a:lnTo>
                  <a:lnTo>
                    <a:pt x="192" y="257"/>
                  </a:lnTo>
                  <a:lnTo>
                    <a:pt x="196" y="261"/>
                  </a:lnTo>
                  <a:lnTo>
                    <a:pt x="202" y="266"/>
                  </a:lnTo>
                  <a:lnTo>
                    <a:pt x="210" y="270"/>
                  </a:lnTo>
                  <a:lnTo>
                    <a:pt x="220" y="275"/>
                  </a:lnTo>
                  <a:lnTo>
                    <a:pt x="220" y="275"/>
                  </a:lnTo>
                  <a:lnTo>
                    <a:pt x="232" y="278"/>
                  </a:lnTo>
                  <a:lnTo>
                    <a:pt x="242" y="283"/>
                  </a:lnTo>
                  <a:lnTo>
                    <a:pt x="257" y="294"/>
                  </a:lnTo>
                  <a:lnTo>
                    <a:pt x="267" y="301"/>
                  </a:lnTo>
                  <a:lnTo>
                    <a:pt x="271" y="305"/>
                  </a:lnTo>
                  <a:lnTo>
                    <a:pt x="271" y="305"/>
                  </a:lnTo>
                  <a:lnTo>
                    <a:pt x="251" y="319"/>
                  </a:lnTo>
                  <a:lnTo>
                    <a:pt x="234" y="330"/>
                  </a:lnTo>
                  <a:lnTo>
                    <a:pt x="227" y="334"/>
                  </a:lnTo>
                  <a:lnTo>
                    <a:pt x="220" y="336"/>
                  </a:lnTo>
                  <a:lnTo>
                    <a:pt x="220" y="336"/>
                  </a:lnTo>
                  <a:lnTo>
                    <a:pt x="182" y="345"/>
                  </a:lnTo>
                  <a:lnTo>
                    <a:pt x="182" y="345"/>
                  </a:lnTo>
                  <a:lnTo>
                    <a:pt x="179" y="342"/>
                  </a:lnTo>
                  <a:lnTo>
                    <a:pt x="170" y="335"/>
                  </a:lnTo>
                  <a:lnTo>
                    <a:pt x="164" y="329"/>
                  </a:lnTo>
                  <a:lnTo>
                    <a:pt x="158" y="321"/>
                  </a:lnTo>
                  <a:lnTo>
                    <a:pt x="152" y="311"/>
                  </a:lnTo>
                  <a:lnTo>
                    <a:pt x="147" y="299"/>
                  </a:lnTo>
                  <a:lnTo>
                    <a:pt x="147" y="299"/>
                  </a:lnTo>
                  <a:lnTo>
                    <a:pt x="130" y="259"/>
                  </a:lnTo>
                  <a:lnTo>
                    <a:pt x="126" y="246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1" y="229"/>
                  </a:lnTo>
                  <a:lnTo>
                    <a:pt x="118" y="224"/>
                  </a:lnTo>
                  <a:lnTo>
                    <a:pt x="116" y="220"/>
                  </a:lnTo>
                  <a:lnTo>
                    <a:pt x="112" y="219"/>
                  </a:lnTo>
                  <a:lnTo>
                    <a:pt x="109" y="218"/>
                  </a:lnTo>
                  <a:lnTo>
                    <a:pt x="106" y="219"/>
                  </a:lnTo>
                  <a:lnTo>
                    <a:pt x="103" y="220"/>
                  </a:lnTo>
                  <a:lnTo>
                    <a:pt x="99" y="225"/>
                  </a:lnTo>
                  <a:lnTo>
                    <a:pt x="99" y="225"/>
                  </a:lnTo>
                  <a:lnTo>
                    <a:pt x="96" y="230"/>
                  </a:lnTo>
                  <a:lnTo>
                    <a:pt x="95" y="237"/>
                  </a:lnTo>
                  <a:lnTo>
                    <a:pt x="95" y="245"/>
                  </a:lnTo>
                  <a:lnTo>
                    <a:pt x="96" y="253"/>
                  </a:lnTo>
                  <a:lnTo>
                    <a:pt x="103" y="269"/>
                  </a:lnTo>
                  <a:lnTo>
                    <a:pt x="109" y="284"/>
                  </a:lnTo>
                  <a:lnTo>
                    <a:pt x="109" y="284"/>
                  </a:lnTo>
                  <a:lnTo>
                    <a:pt x="128" y="321"/>
                  </a:lnTo>
                  <a:lnTo>
                    <a:pt x="141" y="345"/>
                  </a:lnTo>
                  <a:lnTo>
                    <a:pt x="141" y="345"/>
                  </a:lnTo>
                  <a:lnTo>
                    <a:pt x="127" y="346"/>
                  </a:lnTo>
                  <a:lnTo>
                    <a:pt x="111" y="346"/>
                  </a:lnTo>
                  <a:lnTo>
                    <a:pt x="93" y="345"/>
                  </a:lnTo>
                  <a:lnTo>
                    <a:pt x="83" y="342"/>
                  </a:lnTo>
                  <a:lnTo>
                    <a:pt x="72" y="340"/>
                  </a:lnTo>
                  <a:lnTo>
                    <a:pt x="64" y="338"/>
                  </a:lnTo>
                  <a:lnTo>
                    <a:pt x="54" y="333"/>
                  </a:lnTo>
                  <a:lnTo>
                    <a:pt x="47" y="327"/>
                  </a:lnTo>
                  <a:lnTo>
                    <a:pt x="40" y="321"/>
                  </a:lnTo>
                  <a:lnTo>
                    <a:pt x="34" y="312"/>
                  </a:lnTo>
                  <a:lnTo>
                    <a:pt x="29" y="303"/>
                  </a:lnTo>
                  <a:lnTo>
                    <a:pt x="29" y="303"/>
                  </a:lnTo>
                  <a:lnTo>
                    <a:pt x="25" y="292"/>
                  </a:lnTo>
                  <a:lnTo>
                    <a:pt x="24" y="282"/>
                  </a:lnTo>
                  <a:lnTo>
                    <a:pt x="23" y="274"/>
                  </a:lnTo>
                  <a:lnTo>
                    <a:pt x="22" y="265"/>
                  </a:lnTo>
                  <a:lnTo>
                    <a:pt x="23" y="258"/>
                  </a:lnTo>
                  <a:lnTo>
                    <a:pt x="24" y="252"/>
                  </a:lnTo>
                  <a:lnTo>
                    <a:pt x="28" y="240"/>
                  </a:lnTo>
                  <a:lnTo>
                    <a:pt x="34" y="229"/>
                  </a:lnTo>
                  <a:lnTo>
                    <a:pt x="41" y="220"/>
                  </a:lnTo>
                  <a:lnTo>
                    <a:pt x="48" y="213"/>
                  </a:lnTo>
                  <a:lnTo>
                    <a:pt x="55" y="207"/>
                  </a:lnTo>
                  <a:lnTo>
                    <a:pt x="55" y="207"/>
                  </a:lnTo>
                  <a:lnTo>
                    <a:pt x="61" y="202"/>
                  </a:lnTo>
                  <a:lnTo>
                    <a:pt x="64" y="197"/>
                  </a:lnTo>
                  <a:lnTo>
                    <a:pt x="66" y="194"/>
                  </a:lnTo>
                  <a:lnTo>
                    <a:pt x="65" y="191"/>
                  </a:lnTo>
                  <a:lnTo>
                    <a:pt x="64" y="190"/>
                  </a:lnTo>
                  <a:lnTo>
                    <a:pt x="63" y="188"/>
                  </a:lnTo>
                  <a:lnTo>
                    <a:pt x="59" y="184"/>
                  </a:lnTo>
                  <a:lnTo>
                    <a:pt x="59" y="184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583">
              <a:extLst>
                <a:ext uri="{FF2B5EF4-FFF2-40B4-BE49-F238E27FC236}">
                  <a16:creationId xmlns:a16="http://schemas.microsoft.com/office/drawing/2014/main" id="{610DC89E-0709-6344-8C32-0C3DEC771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813" y="4713288"/>
              <a:ext cx="185738" cy="361950"/>
            </a:xfrm>
            <a:custGeom>
              <a:avLst/>
              <a:gdLst>
                <a:gd name="T0" fmla="*/ 233 w 233"/>
                <a:gd name="T1" fmla="*/ 456 h 456"/>
                <a:gd name="T2" fmla="*/ 214 w 233"/>
                <a:gd name="T3" fmla="*/ 456 h 456"/>
                <a:gd name="T4" fmla="*/ 214 w 233"/>
                <a:gd name="T5" fmla="*/ 305 h 456"/>
                <a:gd name="T6" fmla="*/ 214 w 233"/>
                <a:gd name="T7" fmla="*/ 305 h 456"/>
                <a:gd name="T8" fmla="*/ 212 w 233"/>
                <a:gd name="T9" fmla="*/ 277 h 456"/>
                <a:gd name="T10" fmla="*/ 209 w 233"/>
                <a:gd name="T11" fmla="*/ 253 h 456"/>
                <a:gd name="T12" fmla="*/ 209 w 233"/>
                <a:gd name="T13" fmla="*/ 253 h 456"/>
                <a:gd name="T14" fmla="*/ 206 w 233"/>
                <a:gd name="T15" fmla="*/ 237 h 456"/>
                <a:gd name="T16" fmla="*/ 201 w 233"/>
                <a:gd name="T17" fmla="*/ 223 h 456"/>
                <a:gd name="T18" fmla="*/ 197 w 233"/>
                <a:gd name="T19" fmla="*/ 210 h 456"/>
                <a:gd name="T20" fmla="*/ 191 w 233"/>
                <a:gd name="T21" fmla="*/ 195 h 456"/>
                <a:gd name="T22" fmla="*/ 185 w 233"/>
                <a:gd name="T23" fmla="*/ 183 h 456"/>
                <a:gd name="T24" fmla="*/ 179 w 233"/>
                <a:gd name="T25" fmla="*/ 170 h 456"/>
                <a:gd name="T26" fmla="*/ 163 w 233"/>
                <a:gd name="T27" fmla="*/ 147 h 456"/>
                <a:gd name="T28" fmla="*/ 147 w 233"/>
                <a:gd name="T29" fmla="*/ 126 h 456"/>
                <a:gd name="T30" fmla="*/ 129 w 233"/>
                <a:gd name="T31" fmla="*/ 107 h 456"/>
                <a:gd name="T32" fmla="*/ 111 w 233"/>
                <a:gd name="T33" fmla="*/ 89 h 456"/>
                <a:gd name="T34" fmla="*/ 93 w 233"/>
                <a:gd name="T35" fmla="*/ 74 h 456"/>
                <a:gd name="T36" fmla="*/ 76 w 233"/>
                <a:gd name="T37" fmla="*/ 61 h 456"/>
                <a:gd name="T38" fmla="*/ 59 w 233"/>
                <a:gd name="T39" fmla="*/ 49 h 456"/>
                <a:gd name="T40" fmla="*/ 43 w 233"/>
                <a:gd name="T41" fmla="*/ 39 h 456"/>
                <a:gd name="T42" fmla="*/ 29 w 233"/>
                <a:gd name="T43" fmla="*/ 32 h 456"/>
                <a:gd name="T44" fmla="*/ 8 w 233"/>
                <a:gd name="T45" fmla="*/ 21 h 456"/>
                <a:gd name="T46" fmla="*/ 0 w 233"/>
                <a:gd name="T47" fmla="*/ 17 h 456"/>
                <a:gd name="T48" fmla="*/ 7 w 233"/>
                <a:gd name="T49" fmla="*/ 0 h 456"/>
                <a:gd name="T50" fmla="*/ 7 w 233"/>
                <a:gd name="T51" fmla="*/ 0 h 456"/>
                <a:gd name="T52" fmla="*/ 18 w 233"/>
                <a:gd name="T53" fmla="*/ 4 h 456"/>
                <a:gd name="T54" fmla="*/ 39 w 233"/>
                <a:gd name="T55" fmla="*/ 16 h 456"/>
                <a:gd name="T56" fmla="*/ 55 w 233"/>
                <a:gd name="T57" fmla="*/ 25 h 456"/>
                <a:gd name="T58" fmla="*/ 71 w 233"/>
                <a:gd name="T59" fmla="*/ 34 h 456"/>
                <a:gd name="T60" fmla="*/ 89 w 233"/>
                <a:gd name="T61" fmla="*/ 46 h 456"/>
                <a:gd name="T62" fmla="*/ 107 w 233"/>
                <a:gd name="T63" fmla="*/ 61 h 456"/>
                <a:gd name="T64" fmla="*/ 126 w 233"/>
                <a:gd name="T65" fmla="*/ 77 h 456"/>
                <a:gd name="T66" fmla="*/ 145 w 233"/>
                <a:gd name="T67" fmla="*/ 95 h 456"/>
                <a:gd name="T68" fmla="*/ 163 w 233"/>
                <a:gd name="T69" fmla="*/ 115 h 456"/>
                <a:gd name="T70" fmla="*/ 180 w 233"/>
                <a:gd name="T71" fmla="*/ 137 h 456"/>
                <a:gd name="T72" fmla="*/ 195 w 233"/>
                <a:gd name="T73" fmla="*/ 161 h 456"/>
                <a:gd name="T74" fmla="*/ 203 w 233"/>
                <a:gd name="T75" fmla="*/ 174 h 456"/>
                <a:gd name="T76" fmla="*/ 209 w 233"/>
                <a:gd name="T77" fmla="*/ 189 h 456"/>
                <a:gd name="T78" fmla="*/ 215 w 233"/>
                <a:gd name="T79" fmla="*/ 202 h 456"/>
                <a:gd name="T80" fmla="*/ 220 w 233"/>
                <a:gd name="T81" fmla="*/ 218 h 456"/>
                <a:gd name="T82" fmla="*/ 224 w 233"/>
                <a:gd name="T83" fmla="*/ 234 h 456"/>
                <a:gd name="T84" fmla="*/ 228 w 233"/>
                <a:gd name="T85" fmla="*/ 249 h 456"/>
                <a:gd name="T86" fmla="*/ 228 w 233"/>
                <a:gd name="T87" fmla="*/ 249 h 456"/>
                <a:gd name="T88" fmla="*/ 232 w 233"/>
                <a:gd name="T89" fmla="*/ 276 h 456"/>
                <a:gd name="T90" fmla="*/ 233 w 233"/>
                <a:gd name="T91" fmla="*/ 305 h 456"/>
                <a:gd name="T92" fmla="*/ 233 w 233"/>
                <a:gd name="T9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3" h="456">
                  <a:moveTo>
                    <a:pt x="233" y="456"/>
                  </a:moveTo>
                  <a:lnTo>
                    <a:pt x="214" y="456"/>
                  </a:lnTo>
                  <a:lnTo>
                    <a:pt x="214" y="305"/>
                  </a:lnTo>
                  <a:lnTo>
                    <a:pt x="214" y="305"/>
                  </a:lnTo>
                  <a:lnTo>
                    <a:pt x="212" y="277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06" y="237"/>
                  </a:lnTo>
                  <a:lnTo>
                    <a:pt x="201" y="223"/>
                  </a:lnTo>
                  <a:lnTo>
                    <a:pt x="197" y="210"/>
                  </a:lnTo>
                  <a:lnTo>
                    <a:pt x="191" y="195"/>
                  </a:lnTo>
                  <a:lnTo>
                    <a:pt x="185" y="183"/>
                  </a:lnTo>
                  <a:lnTo>
                    <a:pt x="179" y="170"/>
                  </a:lnTo>
                  <a:lnTo>
                    <a:pt x="163" y="147"/>
                  </a:lnTo>
                  <a:lnTo>
                    <a:pt x="147" y="126"/>
                  </a:lnTo>
                  <a:lnTo>
                    <a:pt x="129" y="107"/>
                  </a:lnTo>
                  <a:lnTo>
                    <a:pt x="111" y="89"/>
                  </a:lnTo>
                  <a:lnTo>
                    <a:pt x="93" y="74"/>
                  </a:lnTo>
                  <a:lnTo>
                    <a:pt x="76" y="61"/>
                  </a:lnTo>
                  <a:lnTo>
                    <a:pt x="59" y="49"/>
                  </a:lnTo>
                  <a:lnTo>
                    <a:pt x="43" y="39"/>
                  </a:lnTo>
                  <a:lnTo>
                    <a:pt x="29" y="32"/>
                  </a:lnTo>
                  <a:lnTo>
                    <a:pt x="8" y="21"/>
                  </a:lnTo>
                  <a:lnTo>
                    <a:pt x="0" y="17"/>
                  </a:lnTo>
                  <a:lnTo>
                    <a:pt x="7" y="0"/>
                  </a:lnTo>
                  <a:lnTo>
                    <a:pt x="7" y="0"/>
                  </a:lnTo>
                  <a:lnTo>
                    <a:pt x="18" y="4"/>
                  </a:lnTo>
                  <a:lnTo>
                    <a:pt x="39" y="16"/>
                  </a:lnTo>
                  <a:lnTo>
                    <a:pt x="55" y="25"/>
                  </a:lnTo>
                  <a:lnTo>
                    <a:pt x="71" y="34"/>
                  </a:lnTo>
                  <a:lnTo>
                    <a:pt x="89" y="46"/>
                  </a:lnTo>
                  <a:lnTo>
                    <a:pt x="107" y="61"/>
                  </a:lnTo>
                  <a:lnTo>
                    <a:pt x="126" y="77"/>
                  </a:lnTo>
                  <a:lnTo>
                    <a:pt x="145" y="95"/>
                  </a:lnTo>
                  <a:lnTo>
                    <a:pt x="163" y="115"/>
                  </a:lnTo>
                  <a:lnTo>
                    <a:pt x="180" y="137"/>
                  </a:lnTo>
                  <a:lnTo>
                    <a:pt x="195" y="161"/>
                  </a:lnTo>
                  <a:lnTo>
                    <a:pt x="203" y="174"/>
                  </a:lnTo>
                  <a:lnTo>
                    <a:pt x="209" y="189"/>
                  </a:lnTo>
                  <a:lnTo>
                    <a:pt x="215" y="202"/>
                  </a:lnTo>
                  <a:lnTo>
                    <a:pt x="220" y="218"/>
                  </a:lnTo>
                  <a:lnTo>
                    <a:pt x="224" y="234"/>
                  </a:lnTo>
                  <a:lnTo>
                    <a:pt x="228" y="249"/>
                  </a:lnTo>
                  <a:lnTo>
                    <a:pt x="228" y="249"/>
                  </a:lnTo>
                  <a:lnTo>
                    <a:pt x="232" y="276"/>
                  </a:lnTo>
                  <a:lnTo>
                    <a:pt x="233" y="305"/>
                  </a:lnTo>
                  <a:lnTo>
                    <a:pt x="233" y="456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584">
              <a:extLst>
                <a:ext uri="{FF2B5EF4-FFF2-40B4-BE49-F238E27FC236}">
                  <a16:creationId xmlns:a16="http://schemas.microsoft.com/office/drawing/2014/main" id="{F88FAED3-60DB-1B4B-9A3D-364B7D1F1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438" y="4856163"/>
              <a:ext cx="106363" cy="215900"/>
            </a:xfrm>
            <a:custGeom>
              <a:avLst/>
              <a:gdLst>
                <a:gd name="T0" fmla="*/ 0 w 135"/>
                <a:gd name="T1" fmla="*/ 272 h 272"/>
                <a:gd name="T2" fmla="*/ 0 w 135"/>
                <a:gd name="T3" fmla="*/ 272 h 272"/>
                <a:gd name="T4" fmla="*/ 0 w 135"/>
                <a:gd name="T5" fmla="*/ 262 h 272"/>
                <a:gd name="T6" fmla="*/ 2 w 135"/>
                <a:gd name="T7" fmla="*/ 238 h 272"/>
                <a:gd name="T8" fmla="*/ 3 w 135"/>
                <a:gd name="T9" fmla="*/ 221 h 272"/>
                <a:gd name="T10" fmla="*/ 5 w 135"/>
                <a:gd name="T11" fmla="*/ 201 h 272"/>
                <a:gd name="T12" fmla="*/ 9 w 135"/>
                <a:gd name="T13" fmla="*/ 181 h 272"/>
                <a:gd name="T14" fmla="*/ 14 w 135"/>
                <a:gd name="T15" fmla="*/ 159 h 272"/>
                <a:gd name="T16" fmla="*/ 20 w 135"/>
                <a:gd name="T17" fmla="*/ 136 h 272"/>
                <a:gd name="T18" fmla="*/ 28 w 135"/>
                <a:gd name="T19" fmla="*/ 113 h 272"/>
                <a:gd name="T20" fmla="*/ 39 w 135"/>
                <a:gd name="T21" fmla="*/ 90 h 272"/>
                <a:gd name="T22" fmla="*/ 51 w 135"/>
                <a:gd name="T23" fmla="*/ 68 h 272"/>
                <a:gd name="T24" fmla="*/ 58 w 135"/>
                <a:gd name="T25" fmla="*/ 59 h 272"/>
                <a:gd name="T26" fmla="*/ 67 w 135"/>
                <a:gd name="T27" fmla="*/ 48 h 272"/>
                <a:gd name="T28" fmla="*/ 75 w 135"/>
                <a:gd name="T29" fmla="*/ 38 h 272"/>
                <a:gd name="T30" fmla="*/ 85 w 135"/>
                <a:gd name="T31" fmla="*/ 30 h 272"/>
                <a:gd name="T32" fmla="*/ 95 w 135"/>
                <a:gd name="T33" fmla="*/ 21 h 272"/>
                <a:gd name="T34" fmla="*/ 106 w 135"/>
                <a:gd name="T35" fmla="*/ 13 h 272"/>
                <a:gd name="T36" fmla="*/ 118 w 135"/>
                <a:gd name="T37" fmla="*/ 6 h 272"/>
                <a:gd name="T38" fmla="*/ 131 w 135"/>
                <a:gd name="T39" fmla="*/ 0 h 272"/>
                <a:gd name="T40" fmla="*/ 135 w 135"/>
                <a:gd name="T41" fmla="*/ 8 h 272"/>
                <a:gd name="T42" fmla="*/ 135 w 135"/>
                <a:gd name="T43" fmla="*/ 8 h 272"/>
                <a:gd name="T44" fmla="*/ 123 w 135"/>
                <a:gd name="T45" fmla="*/ 14 h 272"/>
                <a:gd name="T46" fmla="*/ 112 w 135"/>
                <a:gd name="T47" fmla="*/ 21 h 272"/>
                <a:gd name="T48" fmla="*/ 101 w 135"/>
                <a:gd name="T49" fmla="*/ 29 h 272"/>
                <a:gd name="T50" fmla="*/ 91 w 135"/>
                <a:gd name="T51" fmla="*/ 37 h 272"/>
                <a:gd name="T52" fmla="*/ 81 w 135"/>
                <a:gd name="T53" fmla="*/ 45 h 272"/>
                <a:gd name="T54" fmla="*/ 73 w 135"/>
                <a:gd name="T55" fmla="*/ 55 h 272"/>
                <a:gd name="T56" fmla="*/ 66 w 135"/>
                <a:gd name="T57" fmla="*/ 65 h 272"/>
                <a:gd name="T58" fmla="*/ 58 w 135"/>
                <a:gd name="T59" fmla="*/ 75 h 272"/>
                <a:gd name="T60" fmla="*/ 46 w 135"/>
                <a:gd name="T61" fmla="*/ 96 h 272"/>
                <a:gd name="T62" fmla="*/ 37 w 135"/>
                <a:gd name="T63" fmla="*/ 118 h 272"/>
                <a:gd name="T64" fmla="*/ 28 w 135"/>
                <a:gd name="T65" fmla="*/ 140 h 272"/>
                <a:gd name="T66" fmla="*/ 22 w 135"/>
                <a:gd name="T67" fmla="*/ 162 h 272"/>
                <a:gd name="T68" fmla="*/ 17 w 135"/>
                <a:gd name="T69" fmla="*/ 183 h 272"/>
                <a:gd name="T70" fmla="*/ 14 w 135"/>
                <a:gd name="T71" fmla="*/ 204 h 272"/>
                <a:gd name="T72" fmla="*/ 13 w 135"/>
                <a:gd name="T73" fmla="*/ 222 h 272"/>
                <a:gd name="T74" fmla="*/ 10 w 135"/>
                <a:gd name="T75" fmla="*/ 238 h 272"/>
                <a:gd name="T76" fmla="*/ 10 w 135"/>
                <a:gd name="T77" fmla="*/ 262 h 272"/>
                <a:gd name="T78" fmla="*/ 10 w 135"/>
                <a:gd name="T79" fmla="*/ 272 h 272"/>
                <a:gd name="T80" fmla="*/ 0 w 135"/>
                <a:gd name="T81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5" h="272">
                  <a:moveTo>
                    <a:pt x="0" y="272"/>
                  </a:moveTo>
                  <a:lnTo>
                    <a:pt x="0" y="272"/>
                  </a:lnTo>
                  <a:lnTo>
                    <a:pt x="0" y="262"/>
                  </a:lnTo>
                  <a:lnTo>
                    <a:pt x="2" y="238"/>
                  </a:lnTo>
                  <a:lnTo>
                    <a:pt x="3" y="221"/>
                  </a:lnTo>
                  <a:lnTo>
                    <a:pt x="5" y="201"/>
                  </a:lnTo>
                  <a:lnTo>
                    <a:pt x="9" y="181"/>
                  </a:lnTo>
                  <a:lnTo>
                    <a:pt x="14" y="159"/>
                  </a:lnTo>
                  <a:lnTo>
                    <a:pt x="20" y="136"/>
                  </a:lnTo>
                  <a:lnTo>
                    <a:pt x="28" y="113"/>
                  </a:lnTo>
                  <a:lnTo>
                    <a:pt x="39" y="90"/>
                  </a:lnTo>
                  <a:lnTo>
                    <a:pt x="51" y="68"/>
                  </a:lnTo>
                  <a:lnTo>
                    <a:pt x="58" y="59"/>
                  </a:lnTo>
                  <a:lnTo>
                    <a:pt x="67" y="48"/>
                  </a:lnTo>
                  <a:lnTo>
                    <a:pt x="75" y="38"/>
                  </a:lnTo>
                  <a:lnTo>
                    <a:pt x="85" y="30"/>
                  </a:lnTo>
                  <a:lnTo>
                    <a:pt x="95" y="21"/>
                  </a:lnTo>
                  <a:lnTo>
                    <a:pt x="106" y="13"/>
                  </a:lnTo>
                  <a:lnTo>
                    <a:pt x="118" y="6"/>
                  </a:lnTo>
                  <a:lnTo>
                    <a:pt x="131" y="0"/>
                  </a:lnTo>
                  <a:lnTo>
                    <a:pt x="135" y="8"/>
                  </a:lnTo>
                  <a:lnTo>
                    <a:pt x="135" y="8"/>
                  </a:lnTo>
                  <a:lnTo>
                    <a:pt x="123" y="14"/>
                  </a:lnTo>
                  <a:lnTo>
                    <a:pt x="112" y="21"/>
                  </a:lnTo>
                  <a:lnTo>
                    <a:pt x="101" y="29"/>
                  </a:lnTo>
                  <a:lnTo>
                    <a:pt x="91" y="37"/>
                  </a:lnTo>
                  <a:lnTo>
                    <a:pt x="81" y="45"/>
                  </a:lnTo>
                  <a:lnTo>
                    <a:pt x="73" y="55"/>
                  </a:lnTo>
                  <a:lnTo>
                    <a:pt x="66" y="65"/>
                  </a:lnTo>
                  <a:lnTo>
                    <a:pt x="58" y="75"/>
                  </a:lnTo>
                  <a:lnTo>
                    <a:pt x="46" y="96"/>
                  </a:lnTo>
                  <a:lnTo>
                    <a:pt x="37" y="118"/>
                  </a:lnTo>
                  <a:lnTo>
                    <a:pt x="28" y="140"/>
                  </a:lnTo>
                  <a:lnTo>
                    <a:pt x="22" y="162"/>
                  </a:lnTo>
                  <a:lnTo>
                    <a:pt x="17" y="183"/>
                  </a:lnTo>
                  <a:lnTo>
                    <a:pt x="14" y="204"/>
                  </a:lnTo>
                  <a:lnTo>
                    <a:pt x="13" y="222"/>
                  </a:lnTo>
                  <a:lnTo>
                    <a:pt x="10" y="238"/>
                  </a:lnTo>
                  <a:lnTo>
                    <a:pt x="10" y="262"/>
                  </a:lnTo>
                  <a:lnTo>
                    <a:pt x="10" y="272"/>
                  </a:lnTo>
                  <a:lnTo>
                    <a:pt x="0" y="272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58" name="Freeform 157">
            <a:extLst>
              <a:ext uri="{FF2B5EF4-FFF2-40B4-BE49-F238E27FC236}">
                <a16:creationId xmlns:a16="http://schemas.microsoft.com/office/drawing/2014/main" id="{2A8C89AE-B017-0143-AF58-AB8C7EC70491}"/>
              </a:ext>
            </a:extLst>
          </p:cNvPr>
          <p:cNvSpPr>
            <a:spLocks/>
          </p:cNvSpPr>
          <p:nvPr/>
        </p:nvSpPr>
        <p:spPr bwMode="auto">
          <a:xfrm>
            <a:off x="10794263" y="3603179"/>
            <a:ext cx="506812" cy="122441"/>
          </a:xfrm>
          <a:custGeom>
            <a:avLst/>
            <a:gdLst>
              <a:gd name="T0" fmla="*/ 305 w 347"/>
              <a:gd name="T1" fmla="*/ 84 h 84"/>
              <a:gd name="T2" fmla="*/ 42 w 347"/>
              <a:gd name="T3" fmla="*/ 84 h 84"/>
              <a:gd name="T4" fmla="*/ 0 w 347"/>
              <a:gd name="T5" fmla="*/ 42 h 84"/>
              <a:gd name="T6" fmla="*/ 42 w 347"/>
              <a:gd name="T7" fmla="*/ 0 h 84"/>
              <a:gd name="T8" fmla="*/ 305 w 347"/>
              <a:gd name="T9" fmla="*/ 0 h 84"/>
              <a:gd name="T10" fmla="*/ 347 w 347"/>
              <a:gd name="T11" fmla="*/ 42 h 84"/>
              <a:gd name="T12" fmla="*/ 305 w 347"/>
              <a:gd name="T1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7" h="84">
                <a:moveTo>
                  <a:pt x="305" y="84"/>
                </a:moveTo>
                <a:cubicBezTo>
                  <a:pt x="42" y="84"/>
                  <a:pt x="42" y="84"/>
                  <a:pt x="42" y="84"/>
                </a:cubicBezTo>
                <a:cubicBezTo>
                  <a:pt x="18" y="84"/>
                  <a:pt x="0" y="65"/>
                  <a:pt x="0" y="42"/>
                </a:cubicBezTo>
                <a:cubicBezTo>
                  <a:pt x="0" y="19"/>
                  <a:pt x="18" y="0"/>
                  <a:pt x="42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7" y="19"/>
                  <a:pt x="347" y="42"/>
                </a:cubicBezTo>
                <a:cubicBezTo>
                  <a:pt x="347" y="65"/>
                  <a:pt x="328" y="84"/>
                  <a:pt x="305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159" name="Freeform 158">
            <a:extLst>
              <a:ext uri="{FF2B5EF4-FFF2-40B4-BE49-F238E27FC236}">
                <a16:creationId xmlns:a16="http://schemas.microsoft.com/office/drawing/2014/main" id="{80BC9252-FD44-3E44-82F8-FE8B49659860}"/>
              </a:ext>
            </a:extLst>
          </p:cNvPr>
          <p:cNvSpPr>
            <a:spLocks/>
          </p:cNvSpPr>
          <p:nvPr/>
        </p:nvSpPr>
        <p:spPr bwMode="auto">
          <a:xfrm>
            <a:off x="8865001" y="4200029"/>
            <a:ext cx="831146" cy="200797"/>
          </a:xfrm>
          <a:custGeom>
            <a:avLst/>
            <a:gdLst>
              <a:gd name="T0" fmla="*/ 305 w 347"/>
              <a:gd name="T1" fmla="*/ 84 h 84"/>
              <a:gd name="T2" fmla="*/ 42 w 347"/>
              <a:gd name="T3" fmla="*/ 84 h 84"/>
              <a:gd name="T4" fmla="*/ 0 w 347"/>
              <a:gd name="T5" fmla="*/ 42 h 84"/>
              <a:gd name="T6" fmla="*/ 42 w 347"/>
              <a:gd name="T7" fmla="*/ 0 h 84"/>
              <a:gd name="T8" fmla="*/ 305 w 347"/>
              <a:gd name="T9" fmla="*/ 0 h 84"/>
              <a:gd name="T10" fmla="*/ 347 w 347"/>
              <a:gd name="T11" fmla="*/ 42 h 84"/>
              <a:gd name="T12" fmla="*/ 305 w 347"/>
              <a:gd name="T1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7" h="84">
                <a:moveTo>
                  <a:pt x="305" y="84"/>
                </a:moveTo>
                <a:cubicBezTo>
                  <a:pt x="42" y="84"/>
                  <a:pt x="42" y="84"/>
                  <a:pt x="42" y="84"/>
                </a:cubicBezTo>
                <a:cubicBezTo>
                  <a:pt x="18" y="84"/>
                  <a:pt x="0" y="65"/>
                  <a:pt x="0" y="42"/>
                </a:cubicBezTo>
                <a:cubicBezTo>
                  <a:pt x="0" y="19"/>
                  <a:pt x="18" y="0"/>
                  <a:pt x="42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7" y="19"/>
                  <a:pt x="347" y="42"/>
                </a:cubicBezTo>
                <a:cubicBezTo>
                  <a:pt x="347" y="65"/>
                  <a:pt x="328" y="84"/>
                  <a:pt x="305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160" name="Freeform 319">
            <a:extLst>
              <a:ext uri="{FF2B5EF4-FFF2-40B4-BE49-F238E27FC236}">
                <a16:creationId xmlns:a16="http://schemas.microsoft.com/office/drawing/2014/main" id="{EAA8ED0E-10FF-0C4F-8D64-8A1DC7C31253}"/>
              </a:ext>
            </a:extLst>
          </p:cNvPr>
          <p:cNvSpPr>
            <a:spLocks/>
          </p:cNvSpPr>
          <p:nvPr/>
        </p:nvSpPr>
        <p:spPr bwMode="auto">
          <a:xfrm>
            <a:off x="11442544" y="3530357"/>
            <a:ext cx="195263" cy="195263"/>
          </a:xfrm>
          <a:custGeom>
            <a:avLst/>
            <a:gdLst>
              <a:gd name="T0" fmla="*/ 245 w 245"/>
              <a:gd name="T1" fmla="*/ 123 h 245"/>
              <a:gd name="T2" fmla="*/ 243 w 245"/>
              <a:gd name="T3" fmla="*/ 147 h 245"/>
              <a:gd name="T4" fmla="*/ 235 w 245"/>
              <a:gd name="T5" fmla="*/ 170 h 245"/>
              <a:gd name="T6" fmla="*/ 225 w 245"/>
              <a:gd name="T7" fmla="*/ 191 h 245"/>
              <a:gd name="T8" fmla="*/ 209 w 245"/>
              <a:gd name="T9" fmla="*/ 209 h 245"/>
              <a:gd name="T10" fmla="*/ 191 w 245"/>
              <a:gd name="T11" fmla="*/ 225 h 245"/>
              <a:gd name="T12" fmla="*/ 170 w 245"/>
              <a:gd name="T13" fmla="*/ 236 h 245"/>
              <a:gd name="T14" fmla="*/ 147 w 245"/>
              <a:gd name="T15" fmla="*/ 243 h 245"/>
              <a:gd name="T16" fmla="*/ 123 w 245"/>
              <a:gd name="T17" fmla="*/ 245 h 245"/>
              <a:gd name="T18" fmla="*/ 110 w 245"/>
              <a:gd name="T19" fmla="*/ 245 h 245"/>
              <a:gd name="T20" fmla="*/ 86 w 245"/>
              <a:gd name="T21" fmla="*/ 240 h 245"/>
              <a:gd name="T22" fmla="*/ 64 w 245"/>
              <a:gd name="T23" fmla="*/ 231 h 245"/>
              <a:gd name="T24" fmla="*/ 44 w 245"/>
              <a:gd name="T25" fmla="*/ 217 h 245"/>
              <a:gd name="T26" fmla="*/ 27 w 245"/>
              <a:gd name="T27" fmla="*/ 200 h 245"/>
              <a:gd name="T28" fmla="*/ 14 w 245"/>
              <a:gd name="T29" fmla="*/ 181 h 245"/>
              <a:gd name="T30" fmla="*/ 6 w 245"/>
              <a:gd name="T31" fmla="*/ 159 h 245"/>
              <a:gd name="T32" fmla="*/ 1 w 245"/>
              <a:gd name="T33" fmla="*/ 135 h 245"/>
              <a:gd name="T34" fmla="*/ 0 w 245"/>
              <a:gd name="T35" fmla="*/ 123 h 245"/>
              <a:gd name="T36" fmla="*/ 2 w 245"/>
              <a:gd name="T37" fmla="*/ 98 h 245"/>
              <a:gd name="T38" fmla="*/ 9 w 245"/>
              <a:gd name="T39" fmla="*/ 75 h 245"/>
              <a:gd name="T40" fmla="*/ 21 w 245"/>
              <a:gd name="T41" fmla="*/ 54 h 245"/>
              <a:gd name="T42" fmla="*/ 36 w 245"/>
              <a:gd name="T43" fmla="*/ 36 h 245"/>
              <a:gd name="T44" fmla="*/ 54 w 245"/>
              <a:gd name="T45" fmla="*/ 22 h 245"/>
              <a:gd name="T46" fmla="*/ 75 w 245"/>
              <a:gd name="T47" fmla="*/ 9 h 245"/>
              <a:gd name="T48" fmla="*/ 98 w 245"/>
              <a:gd name="T49" fmla="*/ 2 h 245"/>
              <a:gd name="T50" fmla="*/ 123 w 245"/>
              <a:gd name="T51" fmla="*/ 0 h 245"/>
              <a:gd name="T52" fmla="*/ 135 w 245"/>
              <a:gd name="T53" fmla="*/ 1 h 245"/>
              <a:gd name="T54" fmla="*/ 159 w 245"/>
              <a:gd name="T55" fmla="*/ 6 h 245"/>
              <a:gd name="T56" fmla="*/ 181 w 245"/>
              <a:gd name="T57" fmla="*/ 14 h 245"/>
              <a:gd name="T58" fmla="*/ 200 w 245"/>
              <a:gd name="T59" fmla="*/ 28 h 245"/>
              <a:gd name="T60" fmla="*/ 217 w 245"/>
              <a:gd name="T61" fmla="*/ 44 h 245"/>
              <a:gd name="T62" fmla="*/ 231 w 245"/>
              <a:gd name="T63" fmla="*/ 64 h 245"/>
              <a:gd name="T64" fmla="*/ 240 w 245"/>
              <a:gd name="T65" fmla="*/ 87 h 245"/>
              <a:gd name="T66" fmla="*/ 245 w 245"/>
              <a:gd name="T67" fmla="*/ 110 h 245"/>
              <a:gd name="T68" fmla="*/ 245 w 245"/>
              <a:gd name="T69" fmla="*/ 12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45" h="245">
                <a:moveTo>
                  <a:pt x="245" y="123"/>
                </a:moveTo>
                <a:lnTo>
                  <a:pt x="245" y="123"/>
                </a:lnTo>
                <a:lnTo>
                  <a:pt x="245" y="135"/>
                </a:lnTo>
                <a:lnTo>
                  <a:pt x="243" y="147"/>
                </a:lnTo>
                <a:lnTo>
                  <a:pt x="240" y="159"/>
                </a:lnTo>
                <a:lnTo>
                  <a:pt x="235" y="170"/>
                </a:lnTo>
                <a:lnTo>
                  <a:pt x="231" y="181"/>
                </a:lnTo>
                <a:lnTo>
                  <a:pt x="225" y="191"/>
                </a:lnTo>
                <a:lnTo>
                  <a:pt x="217" y="200"/>
                </a:lnTo>
                <a:lnTo>
                  <a:pt x="209" y="209"/>
                </a:lnTo>
                <a:lnTo>
                  <a:pt x="200" y="217"/>
                </a:lnTo>
                <a:lnTo>
                  <a:pt x="191" y="225"/>
                </a:lnTo>
                <a:lnTo>
                  <a:pt x="181" y="231"/>
                </a:lnTo>
                <a:lnTo>
                  <a:pt x="170" y="236"/>
                </a:lnTo>
                <a:lnTo>
                  <a:pt x="159" y="240"/>
                </a:lnTo>
                <a:lnTo>
                  <a:pt x="147" y="243"/>
                </a:lnTo>
                <a:lnTo>
                  <a:pt x="135" y="245"/>
                </a:lnTo>
                <a:lnTo>
                  <a:pt x="123" y="245"/>
                </a:lnTo>
                <a:lnTo>
                  <a:pt x="123" y="245"/>
                </a:lnTo>
                <a:lnTo>
                  <a:pt x="110" y="245"/>
                </a:lnTo>
                <a:lnTo>
                  <a:pt x="98" y="243"/>
                </a:lnTo>
                <a:lnTo>
                  <a:pt x="86" y="240"/>
                </a:lnTo>
                <a:lnTo>
                  <a:pt x="75" y="236"/>
                </a:lnTo>
                <a:lnTo>
                  <a:pt x="64" y="231"/>
                </a:lnTo>
                <a:lnTo>
                  <a:pt x="54" y="225"/>
                </a:lnTo>
                <a:lnTo>
                  <a:pt x="44" y="217"/>
                </a:lnTo>
                <a:lnTo>
                  <a:pt x="36" y="209"/>
                </a:lnTo>
                <a:lnTo>
                  <a:pt x="27" y="200"/>
                </a:lnTo>
                <a:lnTo>
                  <a:pt x="21" y="191"/>
                </a:lnTo>
                <a:lnTo>
                  <a:pt x="14" y="181"/>
                </a:lnTo>
                <a:lnTo>
                  <a:pt x="9" y="170"/>
                </a:lnTo>
                <a:lnTo>
                  <a:pt x="6" y="159"/>
                </a:lnTo>
                <a:lnTo>
                  <a:pt x="2" y="147"/>
                </a:lnTo>
                <a:lnTo>
                  <a:pt x="1" y="135"/>
                </a:lnTo>
                <a:lnTo>
                  <a:pt x="0" y="123"/>
                </a:lnTo>
                <a:lnTo>
                  <a:pt x="0" y="123"/>
                </a:lnTo>
                <a:lnTo>
                  <a:pt x="1" y="110"/>
                </a:lnTo>
                <a:lnTo>
                  <a:pt x="2" y="98"/>
                </a:lnTo>
                <a:lnTo>
                  <a:pt x="6" y="87"/>
                </a:lnTo>
                <a:lnTo>
                  <a:pt x="9" y="75"/>
                </a:lnTo>
                <a:lnTo>
                  <a:pt x="14" y="64"/>
                </a:lnTo>
                <a:lnTo>
                  <a:pt x="21" y="54"/>
                </a:lnTo>
                <a:lnTo>
                  <a:pt x="27" y="44"/>
                </a:lnTo>
                <a:lnTo>
                  <a:pt x="36" y="36"/>
                </a:lnTo>
                <a:lnTo>
                  <a:pt x="44" y="28"/>
                </a:lnTo>
                <a:lnTo>
                  <a:pt x="54" y="22"/>
                </a:lnTo>
                <a:lnTo>
                  <a:pt x="64" y="14"/>
                </a:lnTo>
                <a:lnTo>
                  <a:pt x="75" y="9"/>
                </a:lnTo>
                <a:lnTo>
                  <a:pt x="86" y="6"/>
                </a:lnTo>
                <a:lnTo>
                  <a:pt x="98" y="2"/>
                </a:lnTo>
                <a:lnTo>
                  <a:pt x="110" y="1"/>
                </a:lnTo>
                <a:lnTo>
                  <a:pt x="123" y="0"/>
                </a:lnTo>
                <a:lnTo>
                  <a:pt x="123" y="0"/>
                </a:lnTo>
                <a:lnTo>
                  <a:pt x="135" y="1"/>
                </a:lnTo>
                <a:lnTo>
                  <a:pt x="147" y="2"/>
                </a:lnTo>
                <a:lnTo>
                  <a:pt x="159" y="6"/>
                </a:lnTo>
                <a:lnTo>
                  <a:pt x="170" y="9"/>
                </a:lnTo>
                <a:lnTo>
                  <a:pt x="181" y="14"/>
                </a:lnTo>
                <a:lnTo>
                  <a:pt x="191" y="22"/>
                </a:lnTo>
                <a:lnTo>
                  <a:pt x="200" y="28"/>
                </a:lnTo>
                <a:lnTo>
                  <a:pt x="209" y="36"/>
                </a:lnTo>
                <a:lnTo>
                  <a:pt x="217" y="44"/>
                </a:lnTo>
                <a:lnTo>
                  <a:pt x="225" y="54"/>
                </a:lnTo>
                <a:lnTo>
                  <a:pt x="231" y="64"/>
                </a:lnTo>
                <a:lnTo>
                  <a:pt x="235" y="75"/>
                </a:lnTo>
                <a:lnTo>
                  <a:pt x="240" y="87"/>
                </a:lnTo>
                <a:lnTo>
                  <a:pt x="243" y="98"/>
                </a:lnTo>
                <a:lnTo>
                  <a:pt x="245" y="110"/>
                </a:lnTo>
                <a:lnTo>
                  <a:pt x="245" y="123"/>
                </a:lnTo>
                <a:lnTo>
                  <a:pt x="245" y="123"/>
                </a:lnTo>
                <a:close/>
              </a:path>
            </a:pathLst>
          </a:custGeom>
          <a:solidFill>
            <a:schemeClr val="bg1"/>
          </a:solidFill>
          <a:ln w="3810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Rectangle: Rounded Corners 124">
            <a:extLst>
              <a:ext uri="{FF2B5EF4-FFF2-40B4-BE49-F238E27FC236}">
                <a16:creationId xmlns:a16="http://schemas.microsoft.com/office/drawing/2014/main" id="{71CB4344-8C8B-DD4B-A03C-945B517F45B4}"/>
              </a:ext>
            </a:extLst>
          </p:cNvPr>
          <p:cNvSpPr/>
          <p:nvPr/>
        </p:nvSpPr>
        <p:spPr>
          <a:xfrm>
            <a:off x="9525428" y="4060229"/>
            <a:ext cx="2176452" cy="468672"/>
          </a:xfrm>
          <a:prstGeom prst="roundRect">
            <a:avLst>
              <a:gd name="adj" fmla="val 50000"/>
            </a:avLst>
          </a:prstGeom>
          <a:solidFill>
            <a:schemeClr val="accent5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>
              <a:defRPr/>
            </a:pPr>
            <a:r>
              <a:rPr lang="id-ID" sz="1600" b="1" dirty="0" err="1">
                <a:solidFill>
                  <a:prstClr val="white"/>
                </a:solidFill>
                <a:latin typeface="Segoe UI"/>
              </a:rPr>
              <a:t>Week</a:t>
            </a:r>
            <a:r>
              <a:rPr lang="id-ID" sz="1600" b="1" dirty="0">
                <a:solidFill>
                  <a:prstClr val="white"/>
                </a:solidFill>
                <a:latin typeface="Segoe UI"/>
              </a:rPr>
              <a:t> 4</a:t>
            </a:r>
          </a:p>
        </p:txBody>
      </p: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050C7FBA-1D5F-F04E-ACE3-CD97B19FD2EA}"/>
              </a:ext>
            </a:extLst>
          </p:cNvPr>
          <p:cNvGrpSpPr/>
          <p:nvPr/>
        </p:nvGrpSpPr>
        <p:grpSpPr>
          <a:xfrm>
            <a:off x="1421608" y="2321133"/>
            <a:ext cx="1185862" cy="1185862"/>
            <a:chOff x="1421608" y="2321133"/>
            <a:chExt cx="1185862" cy="1185862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75055259-BB5B-E041-B6C3-D68E8CA17A31}"/>
                </a:ext>
              </a:extLst>
            </p:cNvPr>
            <p:cNvSpPr/>
            <p:nvPr/>
          </p:nvSpPr>
          <p:spPr>
            <a:xfrm>
              <a:off x="1421608" y="2321133"/>
              <a:ext cx="1185862" cy="118586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0" rIns="0" bIns="0" rtlCol="0" anchor="ctr"/>
            <a:lstStyle/>
            <a:p>
              <a:endParaRPr lang="en-US" sz="2400" b="1">
                <a:solidFill>
                  <a:prstClr val="white"/>
                </a:solidFill>
                <a:latin typeface="Segoe UI"/>
              </a:endParaRPr>
            </a:p>
          </p:txBody>
        </p:sp>
        <p:sp>
          <p:nvSpPr>
            <p:cNvPr id="259" name="Chord 258">
              <a:extLst>
                <a:ext uri="{FF2B5EF4-FFF2-40B4-BE49-F238E27FC236}">
                  <a16:creationId xmlns:a16="http://schemas.microsoft.com/office/drawing/2014/main" id="{C2C93907-B176-C04C-AF8C-0D23F1D2422D}"/>
                </a:ext>
              </a:extLst>
            </p:cNvPr>
            <p:cNvSpPr/>
            <p:nvPr/>
          </p:nvSpPr>
          <p:spPr>
            <a:xfrm>
              <a:off x="1421608" y="2321133"/>
              <a:ext cx="1185862" cy="1185862"/>
            </a:xfrm>
            <a:prstGeom prst="chord">
              <a:avLst>
                <a:gd name="adj1" fmla="val 2700000"/>
                <a:gd name="adj2" fmla="val 13372730"/>
              </a:avLst>
            </a:prstGeom>
            <a:solidFill>
              <a:schemeClr val="tx1">
                <a:alpha val="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579B911E-89E3-DF47-ACBD-9E558D72B201}"/>
              </a:ext>
            </a:extLst>
          </p:cNvPr>
          <p:cNvGrpSpPr/>
          <p:nvPr/>
        </p:nvGrpSpPr>
        <p:grpSpPr>
          <a:xfrm>
            <a:off x="4287980" y="2570528"/>
            <a:ext cx="1185862" cy="1185862"/>
            <a:chOff x="4287980" y="2570528"/>
            <a:chExt cx="1185862" cy="1185862"/>
          </a:xfrm>
        </p:grpSpPr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B27A13C7-26DC-2447-A64A-FB592D45E229}"/>
                </a:ext>
              </a:extLst>
            </p:cNvPr>
            <p:cNvSpPr/>
            <p:nvPr/>
          </p:nvSpPr>
          <p:spPr>
            <a:xfrm>
              <a:off x="4287980" y="2570528"/>
              <a:ext cx="1185862" cy="118586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0" rIns="0" bIns="0" rtlCol="0" anchor="ctr"/>
            <a:lstStyle/>
            <a:p>
              <a:endParaRPr lang="en-US" sz="2400" b="1">
                <a:solidFill>
                  <a:prstClr val="white"/>
                </a:solidFill>
                <a:latin typeface="Segoe UI"/>
              </a:endParaRPr>
            </a:p>
          </p:txBody>
        </p:sp>
        <p:sp>
          <p:nvSpPr>
            <p:cNvPr id="260" name="Chord 259">
              <a:extLst>
                <a:ext uri="{FF2B5EF4-FFF2-40B4-BE49-F238E27FC236}">
                  <a16:creationId xmlns:a16="http://schemas.microsoft.com/office/drawing/2014/main" id="{757E6A8E-17F9-6844-9AC8-838D6BF289F9}"/>
                </a:ext>
              </a:extLst>
            </p:cNvPr>
            <p:cNvSpPr/>
            <p:nvPr/>
          </p:nvSpPr>
          <p:spPr>
            <a:xfrm>
              <a:off x="4287980" y="2570528"/>
              <a:ext cx="1185862" cy="1185862"/>
            </a:xfrm>
            <a:prstGeom prst="chord">
              <a:avLst>
                <a:gd name="adj1" fmla="val 2700000"/>
                <a:gd name="adj2" fmla="val 13372730"/>
              </a:avLst>
            </a:prstGeom>
            <a:solidFill>
              <a:schemeClr val="tx1">
                <a:alpha val="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7174060F-4222-584A-AA99-869CC44A5AC6}"/>
              </a:ext>
            </a:extLst>
          </p:cNvPr>
          <p:cNvGrpSpPr/>
          <p:nvPr/>
        </p:nvGrpSpPr>
        <p:grpSpPr>
          <a:xfrm>
            <a:off x="7154352" y="3044035"/>
            <a:ext cx="1185862" cy="1185862"/>
            <a:chOff x="7154352" y="3044035"/>
            <a:chExt cx="1185862" cy="1185862"/>
          </a:xfrm>
        </p:grpSpPr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AC69E40A-834E-4944-A5FB-64ECF26AA084}"/>
                </a:ext>
              </a:extLst>
            </p:cNvPr>
            <p:cNvSpPr/>
            <p:nvPr/>
          </p:nvSpPr>
          <p:spPr>
            <a:xfrm>
              <a:off x="7154352" y="3044035"/>
              <a:ext cx="1185862" cy="118586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0" rIns="0" bIns="0" rtlCol="0" anchor="ctr"/>
            <a:lstStyle/>
            <a:p>
              <a:endParaRPr lang="en-US" sz="2400" b="1">
                <a:solidFill>
                  <a:prstClr val="white"/>
                </a:solidFill>
                <a:latin typeface="Segoe UI"/>
              </a:endParaRPr>
            </a:p>
          </p:txBody>
        </p:sp>
        <p:sp>
          <p:nvSpPr>
            <p:cNvPr id="261" name="Chord 260">
              <a:extLst>
                <a:ext uri="{FF2B5EF4-FFF2-40B4-BE49-F238E27FC236}">
                  <a16:creationId xmlns:a16="http://schemas.microsoft.com/office/drawing/2014/main" id="{789E247E-9FF7-8D4E-80DA-1409ACA10590}"/>
                </a:ext>
              </a:extLst>
            </p:cNvPr>
            <p:cNvSpPr/>
            <p:nvPr/>
          </p:nvSpPr>
          <p:spPr>
            <a:xfrm>
              <a:off x="7154352" y="3044035"/>
              <a:ext cx="1185862" cy="1185862"/>
            </a:xfrm>
            <a:prstGeom prst="chord">
              <a:avLst>
                <a:gd name="adj1" fmla="val 2700000"/>
                <a:gd name="adj2" fmla="val 13372730"/>
              </a:avLst>
            </a:prstGeom>
            <a:solidFill>
              <a:schemeClr val="tx1">
                <a:alpha val="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74600751-43EE-8C48-8DE9-53302A3FE920}"/>
              </a:ext>
            </a:extLst>
          </p:cNvPr>
          <p:cNvGrpSpPr/>
          <p:nvPr/>
        </p:nvGrpSpPr>
        <p:grpSpPr>
          <a:xfrm>
            <a:off x="10020723" y="2688629"/>
            <a:ext cx="1185862" cy="1185862"/>
            <a:chOff x="10020723" y="2688629"/>
            <a:chExt cx="1185862" cy="1185862"/>
          </a:xfrm>
        </p:grpSpPr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537C1324-9B2A-8840-BF10-8BF4D47745B5}"/>
                </a:ext>
              </a:extLst>
            </p:cNvPr>
            <p:cNvSpPr/>
            <p:nvPr/>
          </p:nvSpPr>
          <p:spPr>
            <a:xfrm>
              <a:off x="10020723" y="2688629"/>
              <a:ext cx="1185862" cy="1185862"/>
            </a:xfrm>
            <a:prstGeom prst="ellipse">
              <a:avLst/>
            </a:prstGeom>
            <a:solidFill>
              <a:schemeClr val="accent5">
                <a:lumMod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0" rIns="0" bIns="0" rtlCol="0" anchor="ctr"/>
            <a:lstStyle/>
            <a:p>
              <a:endParaRPr lang="en-US" sz="2400" b="1">
                <a:solidFill>
                  <a:prstClr val="white"/>
                </a:solidFill>
                <a:latin typeface="Segoe UI"/>
              </a:endParaRPr>
            </a:p>
          </p:txBody>
        </p:sp>
        <p:sp>
          <p:nvSpPr>
            <p:cNvPr id="262" name="Chord 261">
              <a:extLst>
                <a:ext uri="{FF2B5EF4-FFF2-40B4-BE49-F238E27FC236}">
                  <a16:creationId xmlns:a16="http://schemas.microsoft.com/office/drawing/2014/main" id="{17ACCC95-21FD-5C41-8D3B-CF1D20B0D840}"/>
                </a:ext>
              </a:extLst>
            </p:cNvPr>
            <p:cNvSpPr/>
            <p:nvPr/>
          </p:nvSpPr>
          <p:spPr>
            <a:xfrm>
              <a:off x="10020723" y="2688629"/>
              <a:ext cx="1185862" cy="1185862"/>
            </a:xfrm>
            <a:prstGeom prst="chord">
              <a:avLst>
                <a:gd name="adj1" fmla="val 2700000"/>
                <a:gd name="adj2" fmla="val 13372730"/>
              </a:avLst>
            </a:prstGeom>
            <a:solidFill>
              <a:schemeClr val="tx1">
                <a:alpha val="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263" name="Picture 262">
            <a:extLst>
              <a:ext uri="{FF2B5EF4-FFF2-40B4-BE49-F238E27FC236}">
                <a16:creationId xmlns:a16="http://schemas.microsoft.com/office/drawing/2014/main" id="{4D099F4D-9FF8-B441-99AE-8A361CAC2FE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grayscl/>
            <a:alphaModFix/>
            <a:extLst>
              <a:ext uri="{BEBA8EAE-BF5A-486C-A8C5-ECC9F3942E4B}">
                <a14:imgProps xmlns:a14="http://schemas.microsoft.com/office/drawing/2010/main">
                  <a14:imgLayer>
                    <a14:imgEffect>
                      <a14:brightnessContrast bright="100000" contrast="100000"/>
                    </a14:imgEffect>
                  </a14:imgLayer>
                </a14:imgProps>
              </a:ext>
            </a:extLst>
          </a:blip>
          <a:srcRect t="30610" b="34958"/>
          <a:stretch/>
        </p:blipFill>
        <p:spPr>
          <a:xfrm>
            <a:off x="9968779" y="390809"/>
            <a:ext cx="1048920" cy="361165"/>
          </a:xfrm>
          <a:prstGeom prst="rect">
            <a:avLst/>
          </a:prstGeom>
        </p:spPr>
      </p:pic>
      <p:grpSp>
        <p:nvGrpSpPr>
          <p:cNvPr id="265" name="Group 264">
            <a:extLst>
              <a:ext uri="{FF2B5EF4-FFF2-40B4-BE49-F238E27FC236}">
                <a16:creationId xmlns:a16="http://schemas.microsoft.com/office/drawing/2014/main" id="{7620271C-F3C6-4843-92F5-44EA396D1B62}"/>
              </a:ext>
            </a:extLst>
          </p:cNvPr>
          <p:cNvGrpSpPr/>
          <p:nvPr/>
        </p:nvGrpSpPr>
        <p:grpSpPr>
          <a:xfrm>
            <a:off x="1720070" y="2656114"/>
            <a:ext cx="573022" cy="509937"/>
            <a:chOff x="5554663" y="1458913"/>
            <a:chExt cx="346075" cy="307975"/>
          </a:xfrm>
          <a:solidFill>
            <a:schemeClr val="bg1"/>
          </a:solidFill>
        </p:grpSpPr>
        <p:sp>
          <p:nvSpPr>
            <p:cNvPr id="266" name="Freeform 148">
              <a:extLst>
                <a:ext uri="{FF2B5EF4-FFF2-40B4-BE49-F238E27FC236}">
                  <a16:creationId xmlns:a16="http://schemas.microsoft.com/office/drawing/2014/main" id="{37D3EE18-6DF9-644A-9A08-3A181A1F09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54663" y="1458913"/>
              <a:ext cx="165100" cy="307975"/>
            </a:xfrm>
            <a:custGeom>
              <a:avLst/>
              <a:gdLst>
                <a:gd name="T0" fmla="*/ 0 w 44"/>
                <a:gd name="T1" fmla="*/ 2 h 82"/>
                <a:gd name="T2" fmla="*/ 0 w 44"/>
                <a:gd name="T3" fmla="*/ 68 h 82"/>
                <a:gd name="T4" fmla="*/ 2 w 44"/>
                <a:gd name="T5" fmla="*/ 70 h 82"/>
                <a:gd name="T6" fmla="*/ 44 w 44"/>
                <a:gd name="T7" fmla="*/ 82 h 82"/>
                <a:gd name="T8" fmla="*/ 44 w 44"/>
                <a:gd name="T9" fmla="*/ 9 h 82"/>
                <a:gd name="T10" fmla="*/ 2 w 44"/>
                <a:gd name="T11" fmla="*/ 0 h 82"/>
                <a:gd name="T12" fmla="*/ 0 w 44"/>
                <a:gd name="T13" fmla="*/ 2 h 82"/>
                <a:gd name="T14" fmla="*/ 10 w 44"/>
                <a:gd name="T15" fmla="*/ 18 h 82"/>
                <a:gd name="T16" fmla="*/ 37 w 44"/>
                <a:gd name="T17" fmla="*/ 23 h 82"/>
                <a:gd name="T18" fmla="*/ 38 w 44"/>
                <a:gd name="T19" fmla="*/ 26 h 82"/>
                <a:gd name="T20" fmla="*/ 36 w 44"/>
                <a:gd name="T21" fmla="*/ 27 h 82"/>
                <a:gd name="T22" fmla="*/ 35 w 44"/>
                <a:gd name="T23" fmla="*/ 27 h 82"/>
                <a:gd name="T24" fmla="*/ 10 w 44"/>
                <a:gd name="T25" fmla="*/ 22 h 82"/>
                <a:gd name="T26" fmla="*/ 8 w 44"/>
                <a:gd name="T27" fmla="*/ 20 h 82"/>
                <a:gd name="T28" fmla="*/ 10 w 44"/>
                <a:gd name="T29" fmla="*/ 18 h 82"/>
                <a:gd name="T30" fmla="*/ 10 w 44"/>
                <a:gd name="T31" fmla="*/ 30 h 82"/>
                <a:gd name="T32" fmla="*/ 37 w 44"/>
                <a:gd name="T33" fmla="*/ 35 h 82"/>
                <a:gd name="T34" fmla="*/ 38 w 44"/>
                <a:gd name="T35" fmla="*/ 38 h 82"/>
                <a:gd name="T36" fmla="*/ 36 w 44"/>
                <a:gd name="T37" fmla="*/ 39 h 82"/>
                <a:gd name="T38" fmla="*/ 35 w 44"/>
                <a:gd name="T39" fmla="*/ 39 h 82"/>
                <a:gd name="T40" fmla="*/ 10 w 44"/>
                <a:gd name="T41" fmla="*/ 34 h 82"/>
                <a:gd name="T42" fmla="*/ 8 w 44"/>
                <a:gd name="T43" fmla="*/ 32 h 82"/>
                <a:gd name="T44" fmla="*/ 10 w 44"/>
                <a:gd name="T45" fmla="*/ 30 h 82"/>
                <a:gd name="T46" fmla="*/ 10 w 44"/>
                <a:gd name="T47" fmla="*/ 42 h 82"/>
                <a:gd name="T48" fmla="*/ 37 w 44"/>
                <a:gd name="T49" fmla="*/ 47 h 82"/>
                <a:gd name="T50" fmla="*/ 38 w 44"/>
                <a:gd name="T51" fmla="*/ 50 h 82"/>
                <a:gd name="T52" fmla="*/ 36 w 44"/>
                <a:gd name="T53" fmla="*/ 51 h 82"/>
                <a:gd name="T54" fmla="*/ 35 w 44"/>
                <a:gd name="T55" fmla="*/ 51 h 82"/>
                <a:gd name="T56" fmla="*/ 10 w 44"/>
                <a:gd name="T57" fmla="*/ 46 h 82"/>
                <a:gd name="T58" fmla="*/ 8 w 44"/>
                <a:gd name="T59" fmla="*/ 44 h 82"/>
                <a:gd name="T60" fmla="*/ 10 w 44"/>
                <a:gd name="T61" fmla="*/ 42 h 82"/>
                <a:gd name="T62" fmla="*/ 10 w 44"/>
                <a:gd name="T63" fmla="*/ 54 h 82"/>
                <a:gd name="T64" fmla="*/ 37 w 44"/>
                <a:gd name="T65" fmla="*/ 59 h 82"/>
                <a:gd name="T66" fmla="*/ 38 w 44"/>
                <a:gd name="T67" fmla="*/ 62 h 82"/>
                <a:gd name="T68" fmla="*/ 36 w 44"/>
                <a:gd name="T69" fmla="*/ 63 h 82"/>
                <a:gd name="T70" fmla="*/ 35 w 44"/>
                <a:gd name="T71" fmla="*/ 63 h 82"/>
                <a:gd name="T72" fmla="*/ 10 w 44"/>
                <a:gd name="T73" fmla="*/ 58 h 82"/>
                <a:gd name="T74" fmla="*/ 8 w 44"/>
                <a:gd name="T75" fmla="*/ 56 h 82"/>
                <a:gd name="T76" fmla="*/ 10 w 44"/>
                <a:gd name="T77" fmla="*/ 54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" h="82">
                  <a:moveTo>
                    <a:pt x="0" y="2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9"/>
                    <a:pt x="1" y="70"/>
                    <a:pt x="2" y="70"/>
                  </a:cubicBezTo>
                  <a:cubicBezTo>
                    <a:pt x="26" y="70"/>
                    <a:pt x="44" y="76"/>
                    <a:pt x="44" y="82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36" y="3"/>
                    <a:pt x="19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10" y="18"/>
                  </a:moveTo>
                  <a:cubicBezTo>
                    <a:pt x="21" y="19"/>
                    <a:pt x="30" y="21"/>
                    <a:pt x="37" y="23"/>
                  </a:cubicBezTo>
                  <a:cubicBezTo>
                    <a:pt x="38" y="23"/>
                    <a:pt x="38" y="25"/>
                    <a:pt x="38" y="26"/>
                  </a:cubicBezTo>
                  <a:cubicBezTo>
                    <a:pt x="38" y="26"/>
                    <a:pt x="37" y="27"/>
                    <a:pt x="36" y="27"/>
                  </a:cubicBezTo>
                  <a:cubicBezTo>
                    <a:pt x="36" y="27"/>
                    <a:pt x="36" y="27"/>
                    <a:pt x="35" y="27"/>
                  </a:cubicBezTo>
                  <a:cubicBezTo>
                    <a:pt x="29" y="24"/>
                    <a:pt x="20" y="23"/>
                    <a:pt x="10" y="22"/>
                  </a:cubicBezTo>
                  <a:cubicBezTo>
                    <a:pt x="9" y="22"/>
                    <a:pt x="8" y="21"/>
                    <a:pt x="8" y="20"/>
                  </a:cubicBezTo>
                  <a:cubicBezTo>
                    <a:pt x="8" y="19"/>
                    <a:pt x="9" y="18"/>
                    <a:pt x="10" y="18"/>
                  </a:cubicBezTo>
                  <a:close/>
                  <a:moveTo>
                    <a:pt x="10" y="30"/>
                  </a:moveTo>
                  <a:cubicBezTo>
                    <a:pt x="21" y="31"/>
                    <a:pt x="30" y="33"/>
                    <a:pt x="37" y="35"/>
                  </a:cubicBezTo>
                  <a:cubicBezTo>
                    <a:pt x="38" y="35"/>
                    <a:pt x="38" y="37"/>
                    <a:pt x="38" y="38"/>
                  </a:cubicBezTo>
                  <a:cubicBezTo>
                    <a:pt x="38" y="38"/>
                    <a:pt x="37" y="39"/>
                    <a:pt x="36" y="39"/>
                  </a:cubicBezTo>
                  <a:cubicBezTo>
                    <a:pt x="36" y="39"/>
                    <a:pt x="36" y="39"/>
                    <a:pt x="35" y="39"/>
                  </a:cubicBezTo>
                  <a:cubicBezTo>
                    <a:pt x="29" y="36"/>
                    <a:pt x="20" y="35"/>
                    <a:pt x="10" y="34"/>
                  </a:cubicBezTo>
                  <a:cubicBezTo>
                    <a:pt x="9" y="34"/>
                    <a:pt x="8" y="33"/>
                    <a:pt x="8" y="32"/>
                  </a:cubicBezTo>
                  <a:cubicBezTo>
                    <a:pt x="8" y="31"/>
                    <a:pt x="9" y="30"/>
                    <a:pt x="10" y="30"/>
                  </a:cubicBezTo>
                  <a:close/>
                  <a:moveTo>
                    <a:pt x="10" y="42"/>
                  </a:moveTo>
                  <a:cubicBezTo>
                    <a:pt x="21" y="43"/>
                    <a:pt x="30" y="45"/>
                    <a:pt x="37" y="47"/>
                  </a:cubicBezTo>
                  <a:cubicBezTo>
                    <a:pt x="38" y="47"/>
                    <a:pt x="38" y="49"/>
                    <a:pt x="38" y="50"/>
                  </a:cubicBezTo>
                  <a:cubicBezTo>
                    <a:pt x="38" y="50"/>
                    <a:pt x="37" y="51"/>
                    <a:pt x="36" y="51"/>
                  </a:cubicBezTo>
                  <a:cubicBezTo>
                    <a:pt x="36" y="51"/>
                    <a:pt x="36" y="51"/>
                    <a:pt x="35" y="51"/>
                  </a:cubicBezTo>
                  <a:cubicBezTo>
                    <a:pt x="29" y="48"/>
                    <a:pt x="20" y="47"/>
                    <a:pt x="10" y="46"/>
                  </a:cubicBezTo>
                  <a:cubicBezTo>
                    <a:pt x="9" y="46"/>
                    <a:pt x="8" y="45"/>
                    <a:pt x="8" y="44"/>
                  </a:cubicBezTo>
                  <a:cubicBezTo>
                    <a:pt x="8" y="43"/>
                    <a:pt x="9" y="42"/>
                    <a:pt x="10" y="42"/>
                  </a:cubicBezTo>
                  <a:close/>
                  <a:moveTo>
                    <a:pt x="10" y="54"/>
                  </a:moveTo>
                  <a:cubicBezTo>
                    <a:pt x="21" y="55"/>
                    <a:pt x="30" y="57"/>
                    <a:pt x="37" y="59"/>
                  </a:cubicBezTo>
                  <a:cubicBezTo>
                    <a:pt x="38" y="59"/>
                    <a:pt x="38" y="61"/>
                    <a:pt x="38" y="62"/>
                  </a:cubicBezTo>
                  <a:cubicBezTo>
                    <a:pt x="38" y="62"/>
                    <a:pt x="37" y="63"/>
                    <a:pt x="36" y="63"/>
                  </a:cubicBezTo>
                  <a:cubicBezTo>
                    <a:pt x="36" y="63"/>
                    <a:pt x="36" y="63"/>
                    <a:pt x="35" y="63"/>
                  </a:cubicBezTo>
                  <a:cubicBezTo>
                    <a:pt x="29" y="60"/>
                    <a:pt x="20" y="59"/>
                    <a:pt x="10" y="58"/>
                  </a:cubicBezTo>
                  <a:cubicBezTo>
                    <a:pt x="9" y="58"/>
                    <a:pt x="8" y="57"/>
                    <a:pt x="8" y="56"/>
                  </a:cubicBezTo>
                  <a:cubicBezTo>
                    <a:pt x="8" y="55"/>
                    <a:pt x="9" y="54"/>
                    <a:pt x="10" y="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67" name="Freeform 149">
              <a:extLst>
                <a:ext uri="{FF2B5EF4-FFF2-40B4-BE49-F238E27FC236}">
                  <a16:creationId xmlns:a16="http://schemas.microsoft.com/office/drawing/2014/main" id="{CFD3F5E5-6623-8E44-A4CD-B96B3B3359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35638" y="1458913"/>
              <a:ext cx="165100" cy="307975"/>
            </a:xfrm>
            <a:custGeom>
              <a:avLst/>
              <a:gdLst>
                <a:gd name="T0" fmla="*/ 42 w 44"/>
                <a:gd name="T1" fmla="*/ 0 h 82"/>
                <a:gd name="T2" fmla="*/ 0 w 44"/>
                <a:gd name="T3" fmla="*/ 9 h 82"/>
                <a:gd name="T4" fmla="*/ 0 w 44"/>
                <a:gd name="T5" fmla="*/ 82 h 82"/>
                <a:gd name="T6" fmla="*/ 42 w 44"/>
                <a:gd name="T7" fmla="*/ 70 h 82"/>
                <a:gd name="T8" fmla="*/ 44 w 44"/>
                <a:gd name="T9" fmla="*/ 68 h 82"/>
                <a:gd name="T10" fmla="*/ 44 w 44"/>
                <a:gd name="T11" fmla="*/ 2 h 82"/>
                <a:gd name="T12" fmla="*/ 42 w 44"/>
                <a:gd name="T13" fmla="*/ 0 h 82"/>
                <a:gd name="T14" fmla="*/ 20 w 44"/>
                <a:gd name="T15" fmla="*/ 6 h 82"/>
                <a:gd name="T16" fmla="*/ 32 w 44"/>
                <a:gd name="T17" fmla="*/ 4 h 82"/>
                <a:gd name="T18" fmla="*/ 32 w 44"/>
                <a:gd name="T19" fmla="*/ 32 h 82"/>
                <a:gd name="T20" fmla="*/ 28 w 44"/>
                <a:gd name="T21" fmla="*/ 27 h 82"/>
                <a:gd name="T22" fmla="*/ 26 w 44"/>
                <a:gd name="T23" fmla="*/ 26 h 82"/>
                <a:gd name="T24" fmla="*/ 26 w 44"/>
                <a:gd name="T25" fmla="*/ 26 h 82"/>
                <a:gd name="T26" fmla="*/ 25 w 44"/>
                <a:gd name="T27" fmla="*/ 27 h 82"/>
                <a:gd name="T28" fmla="*/ 20 w 44"/>
                <a:gd name="T29" fmla="*/ 31 h 82"/>
                <a:gd name="T30" fmla="*/ 20 w 44"/>
                <a:gd name="T31" fmla="*/ 6 h 82"/>
                <a:gd name="T32" fmla="*/ 34 w 44"/>
                <a:gd name="T33" fmla="*/ 58 h 82"/>
                <a:gd name="T34" fmla="*/ 9 w 44"/>
                <a:gd name="T35" fmla="*/ 63 h 82"/>
                <a:gd name="T36" fmla="*/ 8 w 44"/>
                <a:gd name="T37" fmla="*/ 63 h 82"/>
                <a:gd name="T38" fmla="*/ 6 w 44"/>
                <a:gd name="T39" fmla="*/ 62 h 82"/>
                <a:gd name="T40" fmla="*/ 7 w 44"/>
                <a:gd name="T41" fmla="*/ 59 h 82"/>
                <a:gd name="T42" fmla="*/ 34 w 44"/>
                <a:gd name="T43" fmla="*/ 54 h 82"/>
                <a:gd name="T44" fmla="*/ 36 w 44"/>
                <a:gd name="T45" fmla="*/ 56 h 82"/>
                <a:gd name="T46" fmla="*/ 34 w 44"/>
                <a:gd name="T47" fmla="*/ 58 h 82"/>
                <a:gd name="T48" fmla="*/ 34 w 44"/>
                <a:gd name="T49" fmla="*/ 46 h 82"/>
                <a:gd name="T50" fmla="*/ 9 w 44"/>
                <a:gd name="T51" fmla="*/ 51 h 82"/>
                <a:gd name="T52" fmla="*/ 8 w 44"/>
                <a:gd name="T53" fmla="*/ 51 h 82"/>
                <a:gd name="T54" fmla="*/ 6 w 44"/>
                <a:gd name="T55" fmla="*/ 50 h 82"/>
                <a:gd name="T56" fmla="*/ 7 w 44"/>
                <a:gd name="T57" fmla="*/ 47 h 82"/>
                <a:gd name="T58" fmla="*/ 34 w 44"/>
                <a:gd name="T59" fmla="*/ 42 h 82"/>
                <a:gd name="T60" fmla="*/ 36 w 44"/>
                <a:gd name="T61" fmla="*/ 44 h 82"/>
                <a:gd name="T62" fmla="*/ 34 w 44"/>
                <a:gd name="T63" fmla="*/ 4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" h="82">
                  <a:moveTo>
                    <a:pt x="42" y="0"/>
                  </a:moveTo>
                  <a:cubicBezTo>
                    <a:pt x="29" y="0"/>
                    <a:pt x="9" y="2"/>
                    <a:pt x="0" y="9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76"/>
                    <a:pt x="18" y="70"/>
                    <a:pt x="42" y="70"/>
                  </a:cubicBezTo>
                  <a:cubicBezTo>
                    <a:pt x="43" y="70"/>
                    <a:pt x="44" y="69"/>
                    <a:pt x="44" y="68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1"/>
                    <a:pt x="43" y="0"/>
                    <a:pt x="42" y="0"/>
                  </a:cubicBezTo>
                  <a:close/>
                  <a:moveTo>
                    <a:pt x="20" y="6"/>
                  </a:moveTo>
                  <a:cubicBezTo>
                    <a:pt x="23" y="6"/>
                    <a:pt x="28" y="5"/>
                    <a:pt x="32" y="4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7" y="26"/>
                    <a:pt x="27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5" y="26"/>
                    <a:pt x="25" y="26"/>
                    <a:pt x="25" y="27"/>
                  </a:cubicBezTo>
                  <a:cubicBezTo>
                    <a:pt x="20" y="31"/>
                    <a:pt x="20" y="31"/>
                    <a:pt x="20" y="31"/>
                  </a:cubicBezTo>
                  <a:lnTo>
                    <a:pt x="20" y="6"/>
                  </a:lnTo>
                  <a:close/>
                  <a:moveTo>
                    <a:pt x="34" y="58"/>
                  </a:moveTo>
                  <a:cubicBezTo>
                    <a:pt x="24" y="59"/>
                    <a:pt x="15" y="60"/>
                    <a:pt x="9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7" y="63"/>
                    <a:pt x="6" y="62"/>
                    <a:pt x="6" y="62"/>
                  </a:cubicBezTo>
                  <a:cubicBezTo>
                    <a:pt x="6" y="61"/>
                    <a:pt x="6" y="59"/>
                    <a:pt x="7" y="59"/>
                  </a:cubicBezTo>
                  <a:cubicBezTo>
                    <a:pt x="14" y="57"/>
                    <a:pt x="23" y="55"/>
                    <a:pt x="34" y="54"/>
                  </a:cubicBezTo>
                  <a:cubicBezTo>
                    <a:pt x="35" y="54"/>
                    <a:pt x="36" y="55"/>
                    <a:pt x="36" y="56"/>
                  </a:cubicBezTo>
                  <a:cubicBezTo>
                    <a:pt x="36" y="57"/>
                    <a:pt x="35" y="58"/>
                    <a:pt x="34" y="58"/>
                  </a:cubicBezTo>
                  <a:close/>
                  <a:moveTo>
                    <a:pt x="34" y="46"/>
                  </a:moveTo>
                  <a:cubicBezTo>
                    <a:pt x="24" y="47"/>
                    <a:pt x="15" y="48"/>
                    <a:pt x="9" y="51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7" y="51"/>
                    <a:pt x="6" y="50"/>
                    <a:pt x="6" y="50"/>
                  </a:cubicBezTo>
                  <a:cubicBezTo>
                    <a:pt x="6" y="49"/>
                    <a:pt x="6" y="47"/>
                    <a:pt x="7" y="47"/>
                  </a:cubicBezTo>
                  <a:cubicBezTo>
                    <a:pt x="14" y="45"/>
                    <a:pt x="23" y="43"/>
                    <a:pt x="34" y="42"/>
                  </a:cubicBezTo>
                  <a:cubicBezTo>
                    <a:pt x="35" y="42"/>
                    <a:pt x="36" y="43"/>
                    <a:pt x="36" y="44"/>
                  </a:cubicBezTo>
                  <a:cubicBezTo>
                    <a:pt x="36" y="45"/>
                    <a:pt x="35" y="46"/>
                    <a:pt x="34" y="4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316A5E51-07A6-B047-B51B-DCE9D9945146}"/>
              </a:ext>
            </a:extLst>
          </p:cNvPr>
          <p:cNvGrpSpPr/>
          <p:nvPr/>
        </p:nvGrpSpPr>
        <p:grpSpPr>
          <a:xfrm>
            <a:off x="4579178" y="2899507"/>
            <a:ext cx="579332" cy="603250"/>
            <a:chOff x="3397251" y="6116638"/>
            <a:chExt cx="346075" cy="360363"/>
          </a:xfrm>
          <a:solidFill>
            <a:schemeClr val="bg1"/>
          </a:solidFill>
        </p:grpSpPr>
        <p:sp>
          <p:nvSpPr>
            <p:cNvPr id="269" name="Freeform 212">
              <a:extLst>
                <a:ext uri="{FF2B5EF4-FFF2-40B4-BE49-F238E27FC236}">
                  <a16:creationId xmlns:a16="http://schemas.microsoft.com/office/drawing/2014/main" id="{69F223F9-F503-D740-AD5B-1D9EBFC45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251" y="6116638"/>
              <a:ext cx="346075" cy="44450"/>
            </a:xfrm>
            <a:custGeom>
              <a:avLst/>
              <a:gdLst>
                <a:gd name="T0" fmla="*/ 92 w 92"/>
                <a:gd name="T1" fmla="*/ 12 h 12"/>
                <a:gd name="T2" fmla="*/ 92 w 92"/>
                <a:gd name="T3" fmla="*/ 2 h 12"/>
                <a:gd name="T4" fmla="*/ 90 w 92"/>
                <a:gd name="T5" fmla="*/ 0 h 12"/>
                <a:gd name="T6" fmla="*/ 2 w 92"/>
                <a:gd name="T7" fmla="*/ 0 h 12"/>
                <a:gd name="T8" fmla="*/ 0 w 92"/>
                <a:gd name="T9" fmla="*/ 2 h 12"/>
                <a:gd name="T10" fmla="*/ 0 w 92"/>
                <a:gd name="T11" fmla="*/ 12 h 12"/>
                <a:gd name="T12" fmla="*/ 92 w 92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2" h="12">
                  <a:moveTo>
                    <a:pt x="92" y="12"/>
                  </a:moveTo>
                  <a:cubicBezTo>
                    <a:pt x="92" y="2"/>
                    <a:pt x="92" y="2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92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70" name="Freeform 213">
              <a:extLst>
                <a:ext uri="{FF2B5EF4-FFF2-40B4-BE49-F238E27FC236}">
                  <a16:creationId xmlns:a16="http://schemas.microsoft.com/office/drawing/2014/main" id="{35D94514-F93A-8C4F-9E08-658E520A6A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7251" y="6176963"/>
              <a:ext cx="346075" cy="300038"/>
            </a:xfrm>
            <a:custGeom>
              <a:avLst/>
              <a:gdLst>
                <a:gd name="T0" fmla="*/ 90 w 92"/>
                <a:gd name="T1" fmla="*/ 52 h 80"/>
                <a:gd name="T2" fmla="*/ 84 w 92"/>
                <a:gd name="T3" fmla="*/ 52 h 80"/>
                <a:gd name="T4" fmla="*/ 84 w 92"/>
                <a:gd name="T5" fmla="*/ 0 h 80"/>
                <a:gd name="T6" fmla="*/ 8 w 92"/>
                <a:gd name="T7" fmla="*/ 0 h 80"/>
                <a:gd name="T8" fmla="*/ 8 w 92"/>
                <a:gd name="T9" fmla="*/ 52 h 80"/>
                <a:gd name="T10" fmla="*/ 2 w 92"/>
                <a:gd name="T11" fmla="*/ 52 h 80"/>
                <a:gd name="T12" fmla="*/ 0 w 92"/>
                <a:gd name="T13" fmla="*/ 54 h 80"/>
                <a:gd name="T14" fmla="*/ 2 w 92"/>
                <a:gd name="T15" fmla="*/ 56 h 80"/>
                <a:gd name="T16" fmla="*/ 44 w 92"/>
                <a:gd name="T17" fmla="*/ 56 h 80"/>
                <a:gd name="T18" fmla="*/ 44 w 92"/>
                <a:gd name="T19" fmla="*/ 64 h 80"/>
                <a:gd name="T20" fmla="*/ 38 w 92"/>
                <a:gd name="T21" fmla="*/ 72 h 80"/>
                <a:gd name="T22" fmla="*/ 46 w 92"/>
                <a:gd name="T23" fmla="*/ 80 h 80"/>
                <a:gd name="T24" fmla="*/ 54 w 92"/>
                <a:gd name="T25" fmla="*/ 72 h 80"/>
                <a:gd name="T26" fmla="*/ 48 w 92"/>
                <a:gd name="T27" fmla="*/ 64 h 80"/>
                <a:gd name="T28" fmla="*/ 48 w 92"/>
                <a:gd name="T29" fmla="*/ 56 h 80"/>
                <a:gd name="T30" fmla="*/ 90 w 92"/>
                <a:gd name="T31" fmla="*/ 56 h 80"/>
                <a:gd name="T32" fmla="*/ 92 w 92"/>
                <a:gd name="T33" fmla="*/ 54 h 80"/>
                <a:gd name="T34" fmla="*/ 90 w 92"/>
                <a:gd name="T35" fmla="*/ 52 h 80"/>
                <a:gd name="T36" fmla="*/ 50 w 92"/>
                <a:gd name="T37" fmla="*/ 72 h 80"/>
                <a:gd name="T38" fmla="*/ 46 w 92"/>
                <a:gd name="T39" fmla="*/ 76 h 80"/>
                <a:gd name="T40" fmla="*/ 42 w 92"/>
                <a:gd name="T41" fmla="*/ 72 h 80"/>
                <a:gd name="T42" fmla="*/ 46 w 92"/>
                <a:gd name="T43" fmla="*/ 68 h 80"/>
                <a:gd name="T44" fmla="*/ 50 w 92"/>
                <a:gd name="T45" fmla="*/ 72 h 80"/>
                <a:gd name="T46" fmla="*/ 46 w 92"/>
                <a:gd name="T47" fmla="*/ 40 h 80"/>
                <a:gd name="T48" fmla="*/ 39 w 92"/>
                <a:gd name="T49" fmla="*/ 39 h 80"/>
                <a:gd name="T50" fmla="*/ 27 w 92"/>
                <a:gd name="T51" fmla="*/ 44 h 80"/>
                <a:gd name="T52" fmla="*/ 32 w 92"/>
                <a:gd name="T53" fmla="*/ 35 h 80"/>
                <a:gd name="T54" fmla="*/ 26 w 92"/>
                <a:gd name="T55" fmla="*/ 24 h 80"/>
                <a:gd name="T56" fmla="*/ 46 w 92"/>
                <a:gd name="T57" fmla="*/ 8 h 80"/>
                <a:gd name="T58" fmla="*/ 66 w 92"/>
                <a:gd name="T59" fmla="*/ 24 h 80"/>
                <a:gd name="T60" fmla="*/ 46 w 92"/>
                <a:gd name="T61" fmla="*/ 4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" h="80">
                  <a:moveTo>
                    <a:pt x="90" y="52"/>
                  </a:moveTo>
                  <a:cubicBezTo>
                    <a:pt x="84" y="52"/>
                    <a:pt x="84" y="52"/>
                    <a:pt x="84" y="52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1" y="52"/>
                    <a:pt x="0" y="53"/>
                    <a:pt x="0" y="54"/>
                  </a:cubicBezTo>
                  <a:cubicBezTo>
                    <a:pt x="0" y="55"/>
                    <a:pt x="1" y="56"/>
                    <a:pt x="2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41" y="65"/>
                    <a:pt x="38" y="68"/>
                    <a:pt x="38" y="72"/>
                  </a:cubicBezTo>
                  <a:cubicBezTo>
                    <a:pt x="38" y="76"/>
                    <a:pt x="42" y="80"/>
                    <a:pt x="46" y="80"/>
                  </a:cubicBezTo>
                  <a:cubicBezTo>
                    <a:pt x="50" y="80"/>
                    <a:pt x="54" y="76"/>
                    <a:pt x="54" y="72"/>
                  </a:cubicBezTo>
                  <a:cubicBezTo>
                    <a:pt x="54" y="68"/>
                    <a:pt x="51" y="65"/>
                    <a:pt x="48" y="64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90" y="56"/>
                    <a:pt x="90" y="56"/>
                    <a:pt x="90" y="56"/>
                  </a:cubicBezTo>
                  <a:cubicBezTo>
                    <a:pt x="91" y="56"/>
                    <a:pt x="92" y="55"/>
                    <a:pt x="92" y="54"/>
                  </a:cubicBezTo>
                  <a:cubicBezTo>
                    <a:pt x="92" y="53"/>
                    <a:pt x="91" y="52"/>
                    <a:pt x="90" y="52"/>
                  </a:cubicBezTo>
                  <a:close/>
                  <a:moveTo>
                    <a:pt x="50" y="72"/>
                  </a:moveTo>
                  <a:cubicBezTo>
                    <a:pt x="50" y="74"/>
                    <a:pt x="48" y="76"/>
                    <a:pt x="46" y="76"/>
                  </a:cubicBezTo>
                  <a:cubicBezTo>
                    <a:pt x="44" y="76"/>
                    <a:pt x="42" y="74"/>
                    <a:pt x="42" y="72"/>
                  </a:cubicBezTo>
                  <a:cubicBezTo>
                    <a:pt x="42" y="70"/>
                    <a:pt x="44" y="68"/>
                    <a:pt x="46" y="68"/>
                  </a:cubicBezTo>
                  <a:cubicBezTo>
                    <a:pt x="48" y="68"/>
                    <a:pt x="50" y="70"/>
                    <a:pt x="50" y="72"/>
                  </a:cubicBezTo>
                  <a:close/>
                  <a:moveTo>
                    <a:pt x="46" y="40"/>
                  </a:moveTo>
                  <a:cubicBezTo>
                    <a:pt x="44" y="40"/>
                    <a:pt x="41" y="40"/>
                    <a:pt x="39" y="39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8" y="33"/>
                    <a:pt x="26" y="28"/>
                    <a:pt x="26" y="24"/>
                  </a:cubicBezTo>
                  <a:cubicBezTo>
                    <a:pt x="26" y="15"/>
                    <a:pt x="35" y="8"/>
                    <a:pt x="46" y="8"/>
                  </a:cubicBezTo>
                  <a:cubicBezTo>
                    <a:pt x="57" y="8"/>
                    <a:pt x="66" y="15"/>
                    <a:pt x="66" y="24"/>
                  </a:cubicBezTo>
                  <a:cubicBezTo>
                    <a:pt x="66" y="33"/>
                    <a:pt x="57" y="40"/>
                    <a:pt x="46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F2A31720-702C-6C45-93D7-F35C05515F30}"/>
              </a:ext>
            </a:extLst>
          </p:cNvPr>
          <p:cNvGrpSpPr/>
          <p:nvPr/>
        </p:nvGrpSpPr>
        <p:grpSpPr>
          <a:xfrm>
            <a:off x="7538735" y="3383038"/>
            <a:ext cx="516464" cy="507363"/>
            <a:chOff x="9161463" y="4692650"/>
            <a:chExt cx="360363" cy="354013"/>
          </a:xfrm>
          <a:solidFill>
            <a:schemeClr val="bg1"/>
          </a:solidFill>
        </p:grpSpPr>
        <p:sp>
          <p:nvSpPr>
            <p:cNvPr id="272" name="Freeform 156">
              <a:extLst>
                <a:ext uri="{FF2B5EF4-FFF2-40B4-BE49-F238E27FC236}">
                  <a16:creationId xmlns:a16="http://schemas.microsoft.com/office/drawing/2014/main" id="{E6605711-219F-DB47-B1C4-6D30A6A19B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61463" y="4692650"/>
              <a:ext cx="255588" cy="330200"/>
            </a:xfrm>
            <a:custGeom>
              <a:avLst/>
              <a:gdLst>
                <a:gd name="T0" fmla="*/ 48 w 68"/>
                <a:gd name="T1" fmla="*/ 76 h 88"/>
                <a:gd name="T2" fmla="*/ 48 w 68"/>
                <a:gd name="T3" fmla="*/ 76 h 88"/>
                <a:gd name="T4" fmla="*/ 49 w 68"/>
                <a:gd name="T5" fmla="*/ 76 h 88"/>
                <a:gd name="T6" fmla="*/ 50 w 68"/>
                <a:gd name="T7" fmla="*/ 74 h 88"/>
                <a:gd name="T8" fmla="*/ 68 w 68"/>
                <a:gd name="T9" fmla="*/ 56 h 88"/>
                <a:gd name="T10" fmla="*/ 68 w 68"/>
                <a:gd name="T11" fmla="*/ 22 h 88"/>
                <a:gd name="T12" fmla="*/ 67 w 68"/>
                <a:gd name="T13" fmla="*/ 21 h 88"/>
                <a:gd name="T14" fmla="*/ 47 w 68"/>
                <a:gd name="T15" fmla="*/ 1 h 88"/>
                <a:gd name="T16" fmla="*/ 46 w 68"/>
                <a:gd name="T17" fmla="*/ 0 h 88"/>
                <a:gd name="T18" fmla="*/ 2 w 68"/>
                <a:gd name="T19" fmla="*/ 0 h 88"/>
                <a:gd name="T20" fmla="*/ 0 w 68"/>
                <a:gd name="T21" fmla="*/ 2 h 88"/>
                <a:gd name="T22" fmla="*/ 0 w 68"/>
                <a:gd name="T23" fmla="*/ 86 h 88"/>
                <a:gd name="T24" fmla="*/ 2 w 68"/>
                <a:gd name="T25" fmla="*/ 88 h 88"/>
                <a:gd name="T26" fmla="*/ 45 w 68"/>
                <a:gd name="T27" fmla="*/ 88 h 88"/>
                <a:gd name="T28" fmla="*/ 48 w 68"/>
                <a:gd name="T29" fmla="*/ 76 h 88"/>
                <a:gd name="T30" fmla="*/ 46 w 68"/>
                <a:gd name="T31" fmla="*/ 2 h 88"/>
                <a:gd name="T32" fmla="*/ 66 w 68"/>
                <a:gd name="T33" fmla="*/ 22 h 88"/>
                <a:gd name="T34" fmla="*/ 46 w 68"/>
                <a:gd name="T35" fmla="*/ 22 h 88"/>
                <a:gd name="T36" fmla="*/ 46 w 68"/>
                <a:gd name="T37" fmla="*/ 2 h 88"/>
                <a:gd name="T38" fmla="*/ 14 w 68"/>
                <a:gd name="T39" fmla="*/ 24 h 88"/>
                <a:gd name="T40" fmla="*/ 32 w 68"/>
                <a:gd name="T41" fmla="*/ 24 h 88"/>
                <a:gd name="T42" fmla="*/ 34 w 68"/>
                <a:gd name="T43" fmla="*/ 26 h 88"/>
                <a:gd name="T44" fmla="*/ 32 w 68"/>
                <a:gd name="T45" fmla="*/ 28 h 88"/>
                <a:gd name="T46" fmla="*/ 14 w 68"/>
                <a:gd name="T47" fmla="*/ 28 h 88"/>
                <a:gd name="T48" fmla="*/ 12 w 68"/>
                <a:gd name="T49" fmla="*/ 26 h 88"/>
                <a:gd name="T50" fmla="*/ 14 w 68"/>
                <a:gd name="T51" fmla="*/ 24 h 88"/>
                <a:gd name="T52" fmla="*/ 14 w 68"/>
                <a:gd name="T53" fmla="*/ 36 h 88"/>
                <a:gd name="T54" fmla="*/ 46 w 68"/>
                <a:gd name="T55" fmla="*/ 36 h 88"/>
                <a:gd name="T56" fmla="*/ 48 w 68"/>
                <a:gd name="T57" fmla="*/ 38 h 88"/>
                <a:gd name="T58" fmla="*/ 46 w 68"/>
                <a:gd name="T59" fmla="*/ 40 h 88"/>
                <a:gd name="T60" fmla="*/ 14 w 68"/>
                <a:gd name="T61" fmla="*/ 40 h 88"/>
                <a:gd name="T62" fmla="*/ 12 w 68"/>
                <a:gd name="T63" fmla="*/ 38 h 88"/>
                <a:gd name="T64" fmla="*/ 14 w 68"/>
                <a:gd name="T65" fmla="*/ 36 h 88"/>
                <a:gd name="T66" fmla="*/ 34 w 68"/>
                <a:gd name="T67" fmla="*/ 64 h 88"/>
                <a:gd name="T68" fmla="*/ 14 w 68"/>
                <a:gd name="T69" fmla="*/ 64 h 88"/>
                <a:gd name="T70" fmla="*/ 12 w 68"/>
                <a:gd name="T71" fmla="*/ 62 h 88"/>
                <a:gd name="T72" fmla="*/ 14 w 68"/>
                <a:gd name="T73" fmla="*/ 60 h 88"/>
                <a:gd name="T74" fmla="*/ 34 w 68"/>
                <a:gd name="T75" fmla="*/ 60 h 88"/>
                <a:gd name="T76" fmla="*/ 36 w 68"/>
                <a:gd name="T77" fmla="*/ 62 h 88"/>
                <a:gd name="T78" fmla="*/ 34 w 68"/>
                <a:gd name="T79" fmla="*/ 64 h 88"/>
                <a:gd name="T80" fmla="*/ 38 w 68"/>
                <a:gd name="T81" fmla="*/ 52 h 88"/>
                <a:gd name="T82" fmla="*/ 14 w 68"/>
                <a:gd name="T83" fmla="*/ 52 h 88"/>
                <a:gd name="T84" fmla="*/ 12 w 68"/>
                <a:gd name="T85" fmla="*/ 50 h 88"/>
                <a:gd name="T86" fmla="*/ 14 w 68"/>
                <a:gd name="T87" fmla="*/ 48 h 88"/>
                <a:gd name="T88" fmla="*/ 38 w 68"/>
                <a:gd name="T89" fmla="*/ 48 h 88"/>
                <a:gd name="T90" fmla="*/ 40 w 68"/>
                <a:gd name="T91" fmla="*/ 50 h 88"/>
                <a:gd name="T92" fmla="*/ 38 w 68"/>
                <a:gd name="T93" fmla="*/ 5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8" h="88">
                  <a:moveTo>
                    <a:pt x="48" y="76"/>
                  </a:moveTo>
                  <a:cubicBezTo>
                    <a:pt x="48" y="76"/>
                    <a:pt x="48" y="76"/>
                    <a:pt x="48" y="76"/>
                  </a:cubicBezTo>
                  <a:cubicBezTo>
                    <a:pt x="48" y="76"/>
                    <a:pt x="49" y="76"/>
                    <a:pt x="49" y="76"/>
                  </a:cubicBezTo>
                  <a:cubicBezTo>
                    <a:pt x="49" y="75"/>
                    <a:pt x="49" y="74"/>
                    <a:pt x="50" y="74"/>
                  </a:cubicBezTo>
                  <a:cubicBezTo>
                    <a:pt x="68" y="56"/>
                    <a:pt x="68" y="56"/>
                    <a:pt x="68" y="56"/>
                  </a:cubicBezTo>
                  <a:cubicBezTo>
                    <a:pt x="68" y="22"/>
                    <a:pt x="68" y="22"/>
                    <a:pt x="68" y="22"/>
                  </a:cubicBezTo>
                  <a:cubicBezTo>
                    <a:pt x="68" y="21"/>
                    <a:pt x="68" y="21"/>
                    <a:pt x="67" y="21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0"/>
                    <a:pt x="47" y="0"/>
                    <a:pt x="4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87"/>
                    <a:pt x="1" y="88"/>
                    <a:pt x="2" y="88"/>
                  </a:cubicBezTo>
                  <a:cubicBezTo>
                    <a:pt x="45" y="88"/>
                    <a:pt x="45" y="88"/>
                    <a:pt x="45" y="88"/>
                  </a:cubicBezTo>
                  <a:lnTo>
                    <a:pt x="48" y="76"/>
                  </a:lnTo>
                  <a:close/>
                  <a:moveTo>
                    <a:pt x="46" y="2"/>
                  </a:moveTo>
                  <a:cubicBezTo>
                    <a:pt x="66" y="22"/>
                    <a:pt x="66" y="22"/>
                    <a:pt x="66" y="22"/>
                  </a:cubicBezTo>
                  <a:cubicBezTo>
                    <a:pt x="46" y="22"/>
                    <a:pt x="46" y="22"/>
                    <a:pt x="46" y="22"/>
                  </a:cubicBezTo>
                  <a:lnTo>
                    <a:pt x="46" y="2"/>
                  </a:lnTo>
                  <a:close/>
                  <a:moveTo>
                    <a:pt x="14" y="24"/>
                  </a:moveTo>
                  <a:cubicBezTo>
                    <a:pt x="32" y="24"/>
                    <a:pt x="32" y="24"/>
                    <a:pt x="32" y="24"/>
                  </a:cubicBezTo>
                  <a:cubicBezTo>
                    <a:pt x="33" y="24"/>
                    <a:pt x="34" y="25"/>
                    <a:pt x="34" y="26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3" y="28"/>
                    <a:pt x="12" y="27"/>
                    <a:pt x="12" y="26"/>
                  </a:cubicBezTo>
                  <a:cubicBezTo>
                    <a:pt x="12" y="25"/>
                    <a:pt x="13" y="24"/>
                    <a:pt x="14" y="24"/>
                  </a:cubicBezTo>
                  <a:close/>
                  <a:moveTo>
                    <a:pt x="14" y="36"/>
                  </a:moveTo>
                  <a:cubicBezTo>
                    <a:pt x="46" y="36"/>
                    <a:pt x="46" y="36"/>
                    <a:pt x="46" y="36"/>
                  </a:cubicBezTo>
                  <a:cubicBezTo>
                    <a:pt x="47" y="36"/>
                    <a:pt x="48" y="37"/>
                    <a:pt x="48" y="38"/>
                  </a:cubicBezTo>
                  <a:cubicBezTo>
                    <a:pt x="48" y="39"/>
                    <a:pt x="47" y="40"/>
                    <a:pt x="46" y="40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3" y="40"/>
                    <a:pt x="12" y="39"/>
                    <a:pt x="12" y="38"/>
                  </a:cubicBezTo>
                  <a:cubicBezTo>
                    <a:pt x="12" y="37"/>
                    <a:pt x="13" y="36"/>
                    <a:pt x="14" y="36"/>
                  </a:cubicBezTo>
                  <a:close/>
                  <a:moveTo>
                    <a:pt x="34" y="64"/>
                  </a:moveTo>
                  <a:cubicBezTo>
                    <a:pt x="14" y="64"/>
                    <a:pt x="14" y="64"/>
                    <a:pt x="14" y="64"/>
                  </a:cubicBezTo>
                  <a:cubicBezTo>
                    <a:pt x="13" y="64"/>
                    <a:pt x="12" y="63"/>
                    <a:pt x="12" y="62"/>
                  </a:cubicBezTo>
                  <a:cubicBezTo>
                    <a:pt x="12" y="61"/>
                    <a:pt x="13" y="60"/>
                    <a:pt x="14" y="60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5" y="60"/>
                    <a:pt x="36" y="61"/>
                    <a:pt x="36" y="62"/>
                  </a:cubicBezTo>
                  <a:cubicBezTo>
                    <a:pt x="36" y="63"/>
                    <a:pt x="35" y="64"/>
                    <a:pt x="34" y="64"/>
                  </a:cubicBezTo>
                  <a:close/>
                  <a:moveTo>
                    <a:pt x="38" y="52"/>
                  </a:moveTo>
                  <a:cubicBezTo>
                    <a:pt x="14" y="52"/>
                    <a:pt x="14" y="52"/>
                    <a:pt x="14" y="52"/>
                  </a:cubicBezTo>
                  <a:cubicBezTo>
                    <a:pt x="13" y="52"/>
                    <a:pt x="12" y="51"/>
                    <a:pt x="12" y="50"/>
                  </a:cubicBezTo>
                  <a:cubicBezTo>
                    <a:pt x="12" y="49"/>
                    <a:pt x="13" y="48"/>
                    <a:pt x="14" y="48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39" y="48"/>
                    <a:pt x="40" y="49"/>
                    <a:pt x="40" y="50"/>
                  </a:cubicBezTo>
                  <a:cubicBezTo>
                    <a:pt x="40" y="51"/>
                    <a:pt x="39" y="52"/>
                    <a:pt x="38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73" name="Freeform 157">
              <a:extLst>
                <a:ext uri="{FF2B5EF4-FFF2-40B4-BE49-F238E27FC236}">
                  <a16:creationId xmlns:a16="http://schemas.microsoft.com/office/drawing/2014/main" id="{6597461E-F38C-7D44-9B7F-7722C296B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4663" y="4903788"/>
              <a:ext cx="119063" cy="119063"/>
            </a:xfrm>
            <a:custGeom>
              <a:avLst/>
              <a:gdLst>
                <a:gd name="T0" fmla="*/ 45 w 75"/>
                <a:gd name="T1" fmla="*/ 0 h 75"/>
                <a:gd name="T2" fmla="*/ 0 w 75"/>
                <a:gd name="T3" fmla="*/ 45 h 75"/>
                <a:gd name="T4" fmla="*/ 30 w 75"/>
                <a:gd name="T5" fmla="*/ 75 h 75"/>
                <a:gd name="T6" fmla="*/ 75 w 75"/>
                <a:gd name="T7" fmla="*/ 30 h 75"/>
                <a:gd name="T8" fmla="*/ 45 w 75"/>
                <a:gd name="T9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75">
                  <a:moveTo>
                    <a:pt x="45" y="0"/>
                  </a:moveTo>
                  <a:lnTo>
                    <a:pt x="0" y="45"/>
                  </a:lnTo>
                  <a:lnTo>
                    <a:pt x="30" y="75"/>
                  </a:lnTo>
                  <a:lnTo>
                    <a:pt x="75" y="30"/>
                  </a:lnTo>
                  <a:lnTo>
                    <a:pt x="4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74" name="Freeform 158">
              <a:extLst>
                <a:ext uri="{FF2B5EF4-FFF2-40B4-BE49-F238E27FC236}">
                  <a16:creationId xmlns:a16="http://schemas.microsoft.com/office/drawing/2014/main" id="{E8D7D024-85BF-4C4C-B6C5-B200BD66C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0850" y="4989513"/>
              <a:ext cx="57150" cy="57150"/>
            </a:xfrm>
            <a:custGeom>
              <a:avLst/>
              <a:gdLst>
                <a:gd name="T0" fmla="*/ 4 w 15"/>
                <a:gd name="T1" fmla="*/ 0 h 15"/>
                <a:gd name="T2" fmla="*/ 0 w 15"/>
                <a:gd name="T3" fmla="*/ 12 h 15"/>
                <a:gd name="T4" fmla="*/ 1 w 15"/>
                <a:gd name="T5" fmla="*/ 14 h 15"/>
                <a:gd name="T6" fmla="*/ 2 w 15"/>
                <a:gd name="T7" fmla="*/ 15 h 15"/>
                <a:gd name="T8" fmla="*/ 3 w 15"/>
                <a:gd name="T9" fmla="*/ 15 h 15"/>
                <a:gd name="T10" fmla="*/ 15 w 15"/>
                <a:gd name="T11" fmla="*/ 11 h 15"/>
                <a:gd name="T12" fmla="*/ 4 w 15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5">
                  <a:moveTo>
                    <a:pt x="4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0" y="14"/>
                    <a:pt x="1" y="14"/>
                  </a:cubicBezTo>
                  <a:cubicBezTo>
                    <a:pt x="1" y="15"/>
                    <a:pt x="1" y="15"/>
                    <a:pt x="2" y="15"/>
                  </a:cubicBezTo>
                  <a:cubicBezTo>
                    <a:pt x="2" y="15"/>
                    <a:pt x="2" y="15"/>
                    <a:pt x="3" y="15"/>
                  </a:cubicBezTo>
                  <a:cubicBezTo>
                    <a:pt x="15" y="11"/>
                    <a:pt x="15" y="11"/>
                    <a:pt x="15" y="11"/>
                  </a:cubicBez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75" name="Freeform 159">
              <a:extLst>
                <a:ext uri="{FF2B5EF4-FFF2-40B4-BE49-F238E27FC236}">
                  <a16:creationId xmlns:a16="http://schemas.microsoft.com/office/drawing/2014/main" id="{8885FD5F-FB0E-0840-A08F-79CEE3FC7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4865688"/>
              <a:ext cx="74613" cy="74613"/>
            </a:xfrm>
            <a:custGeom>
              <a:avLst/>
              <a:gdLst>
                <a:gd name="T0" fmla="*/ 19 w 20"/>
                <a:gd name="T1" fmla="*/ 11 h 20"/>
                <a:gd name="T2" fmla="*/ 9 w 20"/>
                <a:gd name="T3" fmla="*/ 1 h 20"/>
                <a:gd name="T4" fmla="*/ 7 w 20"/>
                <a:gd name="T5" fmla="*/ 1 h 20"/>
                <a:gd name="T6" fmla="*/ 0 w 20"/>
                <a:gd name="T7" fmla="*/ 7 h 20"/>
                <a:gd name="T8" fmla="*/ 13 w 20"/>
                <a:gd name="T9" fmla="*/ 20 h 20"/>
                <a:gd name="T10" fmla="*/ 19 w 20"/>
                <a:gd name="T11" fmla="*/ 13 h 20"/>
                <a:gd name="T12" fmla="*/ 19 w 20"/>
                <a:gd name="T13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0">
                  <a:moveTo>
                    <a:pt x="19" y="1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9" y="0"/>
                    <a:pt x="7" y="0"/>
                    <a:pt x="7" y="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0" y="13"/>
                    <a:pt x="20" y="11"/>
                    <a:pt x="19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2FE565E9-7E86-0F4D-A4CD-8569846BB0C4}"/>
              </a:ext>
            </a:extLst>
          </p:cNvPr>
          <p:cNvGrpSpPr/>
          <p:nvPr/>
        </p:nvGrpSpPr>
        <p:grpSpPr>
          <a:xfrm>
            <a:off x="10353041" y="3028057"/>
            <a:ext cx="480656" cy="487067"/>
            <a:chOff x="5554663" y="723900"/>
            <a:chExt cx="357187" cy="361951"/>
          </a:xfrm>
          <a:solidFill>
            <a:schemeClr val="bg1"/>
          </a:solidFill>
        </p:grpSpPr>
        <p:sp>
          <p:nvSpPr>
            <p:cNvPr id="277" name="Freeform 68">
              <a:extLst>
                <a:ext uri="{FF2B5EF4-FFF2-40B4-BE49-F238E27FC236}">
                  <a16:creationId xmlns:a16="http://schemas.microsoft.com/office/drawing/2014/main" id="{F8930827-E7D4-1441-99B4-F0789CBAE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4663" y="949325"/>
              <a:ext cx="131763" cy="136525"/>
            </a:xfrm>
            <a:custGeom>
              <a:avLst/>
              <a:gdLst>
                <a:gd name="T0" fmla="*/ 12 w 35"/>
                <a:gd name="T1" fmla="*/ 0 h 36"/>
                <a:gd name="T2" fmla="*/ 0 w 35"/>
                <a:gd name="T3" fmla="*/ 21 h 36"/>
                <a:gd name="T4" fmla="*/ 0 w 35"/>
                <a:gd name="T5" fmla="*/ 23 h 36"/>
                <a:gd name="T6" fmla="*/ 2 w 35"/>
                <a:gd name="T7" fmla="*/ 24 h 36"/>
                <a:gd name="T8" fmla="*/ 16 w 35"/>
                <a:gd name="T9" fmla="*/ 22 h 36"/>
                <a:gd name="T10" fmla="*/ 21 w 35"/>
                <a:gd name="T11" fmla="*/ 35 h 36"/>
                <a:gd name="T12" fmla="*/ 23 w 35"/>
                <a:gd name="T13" fmla="*/ 36 h 36"/>
                <a:gd name="T14" fmla="*/ 23 w 35"/>
                <a:gd name="T15" fmla="*/ 36 h 36"/>
                <a:gd name="T16" fmla="*/ 24 w 35"/>
                <a:gd name="T17" fmla="*/ 35 h 36"/>
                <a:gd name="T18" fmla="*/ 35 w 35"/>
                <a:gd name="T19" fmla="*/ 18 h 36"/>
                <a:gd name="T20" fmla="*/ 12 w 35"/>
                <a:gd name="T2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36">
                  <a:moveTo>
                    <a:pt x="12" y="0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0" y="22"/>
                    <a:pt x="0" y="23"/>
                  </a:cubicBezTo>
                  <a:cubicBezTo>
                    <a:pt x="1" y="24"/>
                    <a:pt x="2" y="24"/>
                    <a:pt x="2" y="24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2" y="36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4" y="36"/>
                    <a:pt x="24" y="35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25" y="15"/>
                    <a:pt x="17" y="8"/>
                    <a:pt x="1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78" name="Freeform 69">
              <a:extLst>
                <a:ext uri="{FF2B5EF4-FFF2-40B4-BE49-F238E27FC236}">
                  <a16:creationId xmlns:a16="http://schemas.microsoft.com/office/drawing/2014/main" id="{4A710723-724B-4F4E-B5D3-8D74FAD71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4850" y="954088"/>
              <a:ext cx="127000" cy="131763"/>
            </a:xfrm>
            <a:custGeom>
              <a:avLst/>
              <a:gdLst>
                <a:gd name="T0" fmla="*/ 34 w 34"/>
                <a:gd name="T1" fmla="*/ 20 h 35"/>
                <a:gd name="T2" fmla="*/ 22 w 34"/>
                <a:gd name="T3" fmla="*/ 0 h 35"/>
                <a:gd name="T4" fmla="*/ 0 w 34"/>
                <a:gd name="T5" fmla="*/ 17 h 35"/>
                <a:gd name="T6" fmla="*/ 10 w 34"/>
                <a:gd name="T7" fmla="*/ 34 h 35"/>
                <a:gd name="T8" fmla="*/ 12 w 34"/>
                <a:gd name="T9" fmla="*/ 35 h 35"/>
                <a:gd name="T10" fmla="*/ 12 w 34"/>
                <a:gd name="T11" fmla="*/ 35 h 35"/>
                <a:gd name="T12" fmla="*/ 13 w 34"/>
                <a:gd name="T13" fmla="*/ 34 h 35"/>
                <a:gd name="T14" fmla="*/ 18 w 34"/>
                <a:gd name="T15" fmla="*/ 21 h 35"/>
                <a:gd name="T16" fmla="*/ 32 w 34"/>
                <a:gd name="T17" fmla="*/ 23 h 35"/>
                <a:gd name="T18" fmla="*/ 34 w 34"/>
                <a:gd name="T19" fmla="*/ 22 h 35"/>
                <a:gd name="T20" fmla="*/ 34 w 34"/>
                <a:gd name="T21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" h="35">
                  <a:moveTo>
                    <a:pt x="34" y="2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8"/>
                    <a:pt x="9" y="14"/>
                    <a:pt x="0" y="17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5"/>
                    <a:pt x="11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3" y="35"/>
                    <a:pt x="13" y="34"/>
                    <a:pt x="13" y="34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23"/>
                    <a:pt x="34" y="23"/>
                    <a:pt x="34" y="22"/>
                  </a:cubicBezTo>
                  <a:cubicBezTo>
                    <a:pt x="34" y="21"/>
                    <a:pt x="34" y="21"/>
                    <a:pt x="34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79" name="Freeform 70">
              <a:extLst>
                <a:ext uri="{FF2B5EF4-FFF2-40B4-BE49-F238E27FC236}">
                  <a16:creationId xmlns:a16="http://schemas.microsoft.com/office/drawing/2014/main" id="{835D7E86-76AA-1347-B36E-15689DBA0B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2763" y="723900"/>
              <a:ext cx="285750" cy="285750"/>
            </a:xfrm>
            <a:custGeom>
              <a:avLst/>
              <a:gdLst>
                <a:gd name="T0" fmla="*/ 76 w 76"/>
                <a:gd name="T1" fmla="*/ 38 h 76"/>
                <a:gd name="T2" fmla="*/ 38 w 76"/>
                <a:gd name="T3" fmla="*/ 0 h 76"/>
                <a:gd name="T4" fmla="*/ 0 w 76"/>
                <a:gd name="T5" fmla="*/ 38 h 76"/>
                <a:gd name="T6" fmla="*/ 38 w 76"/>
                <a:gd name="T7" fmla="*/ 76 h 76"/>
                <a:gd name="T8" fmla="*/ 76 w 76"/>
                <a:gd name="T9" fmla="*/ 38 h 76"/>
                <a:gd name="T10" fmla="*/ 57 w 76"/>
                <a:gd name="T11" fmla="*/ 34 h 76"/>
                <a:gd name="T12" fmla="*/ 48 w 76"/>
                <a:gd name="T13" fmla="*/ 41 h 76"/>
                <a:gd name="T14" fmla="*/ 52 w 76"/>
                <a:gd name="T15" fmla="*/ 53 h 76"/>
                <a:gd name="T16" fmla="*/ 51 w 76"/>
                <a:gd name="T17" fmla="*/ 56 h 76"/>
                <a:gd name="T18" fmla="*/ 50 w 76"/>
                <a:gd name="T19" fmla="*/ 56 h 76"/>
                <a:gd name="T20" fmla="*/ 49 w 76"/>
                <a:gd name="T21" fmla="*/ 56 h 76"/>
                <a:gd name="T22" fmla="*/ 38 w 76"/>
                <a:gd name="T23" fmla="*/ 49 h 76"/>
                <a:gd name="T24" fmla="*/ 27 w 76"/>
                <a:gd name="T25" fmla="*/ 56 h 76"/>
                <a:gd name="T26" fmla="*/ 25 w 76"/>
                <a:gd name="T27" fmla="*/ 56 h 76"/>
                <a:gd name="T28" fmla="*/ 24 w 76"/>
                <a:gd name="T29" fmla="*/ 53 h 76"/>
                <a:gd name="T30" fmla="*/ 28 w 76"/>
                <a:gd name="T31" fmla="*/ 41 h 76"/>
                <a:gd name="T32" fmla="*/ 19 w 76"/>
                <a:gd name="T33" fmla="*/ 34 h 76"/>
                <a:gd name="T34" fmla="*/ 18 w 76"/>
                <a:gd name="T35" fmla="*/ 31 h 76"/>
                <a:gd name="T36" fmla="*/ 20 w 76"/>
                <a:gd name="T37" fmla="*/ 30 h 76"/>
                <a:gd name="T38" fmla="*/ 31 w 76"/>
                <a:gd name="T39" fmla="*/ 30 h 76"/>
                <a:gd name="T40" fmla="*/ 36 w 76"/>
                <a:gd name="T41" fmla="*/ 19 h 76"/>
                <a:gd name="T42" fmla="*/ 40 w 76"/>
                <a:gd name="T43" fmla="*/ 19 h 76"/>
                <a:gd name="T44" fmla="*/ 45 w 76"/>
                <a:gd name="T45" fmla="*/ 30 h 76"/>
                <a:gd name="T46" fmla="*/ 56 w 76"/>
                <a:gd name="T47" fmla="*/ 30 h 76"/>
                <a:gd name="T48" fmla="*/ 58 w 76"/>
                <a:gd name="T49" fmla="*/ 31 h 76"/>
                <a:gd name="T50" fmla="*/ 57 w 76"/>
                <a:gd name="T51" fmla="*/ 3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6" h="76">
                  <a:moveTo>
                    <a:pt x="76" y="38"/>
                  </a:moveTo>
                  <a:cubicBezTo>
                    <a:pt x="76" y="17"/>
                    <a:pt x="59" y="0"/>
                    <a:pt x="38" y="0"/>
                  </a:cubicBezTo>
                  <a:cubicBezTo>
                    <a:pt x="17" y="0"/>
                    <a:pt x="0" y="17"/>
                    <a:pt x="0" y="38"/>
                  </a:cubicBezTo>
                  <a:cubicBezTo>
                    <a:pt x="0" y="59"/>
                    <a:pt x="17" y="76"/>
                    <a:pt x="38" y="76"/>
                  </a:cubicBezTo>
                  <a:cubicBezTo>
                    <a:pt x="59" y="76"/>
                    <a:pt x="76" y="59"/>
                    <a:pt x="76" y="38"/>
                  </a:cubicBezTo>
                  <a:close/>
                  <a:moveTo>
                    <a:pt x="57" y="34"/>
                  </a:moveTo>
                  <a:cubicBezTo>
                    <a:pt x="48" y="41"/>
                    <a:pt x="48" y="41"/>
                    <a:pt x="48" y="41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2" y="54"/>
                    <a:pt x="52" y="55"/>
                    <a:pt x="51" y="56"/>
                  </a:cubicBezTo>
                  <a:cubicBezTo>
                    <a:pt x="51" y="56"/>
                    <a:pt x="50" y="56"/>
                    <a:pt x="50" y="56"/>
                  </a:cubicBezTo>
                  <a:cubicBezTo>
                    <a:pt x="50" y="56"/>
                    <a:pt x="49" y="56"/>
                    <a:pt x="49" y="56"/>
                  </a:cubicBezTo>
                  <a:cubicBezTo>
                    <a:pt x="38" y="49"/>
                    <a:pt x="38" y="49"/>
                    <a:pt x="38" y="49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6" y="56"/>
                    <a:pt x="25" y="56"/>
                    <a:pt x="25" y="56"/>
                  </a:cubicBezTo>
                  <a:cubicBezTo>
                    <a:pt x="24" y="55"/>
                    <a:pt x="24" y="54"/>
                    <a:pt x="24" y="53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8" y="33"/>
                    <a:pt x="18" y="32"/>
                    <a:pt x="18" y="31"/>
                  </a:cubicBezTo>
                  <a:cubicBezTo>
                    <a:pt x="18" y="31"/>
                    <a:pt x="19" y="30"/>
                    <a:pt x="20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7" y="18"/>
                    <a:pt x="39" y="18"/>
                    <a:pt x="40" y="19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56" y="30"/>
                    <a:pt x="56" y="30"/>
                    <a:pt x="56" y="30"/>
                  </a:cubicBezTo>
                  <a:cubicBezTo>
                    <a:pt x="57" y="30"/>
                    <a:pt x="58" y="31"/>
                    <a:pt x="58" y="31"/>
                  </a:cubicBezTo>
                  <a:cubicBezTo>
                    <a:pt x="58" y="32"/>
                    <a:pt x="58" y="33"/>
                    <a:pt x="57" y="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</p:spTree>
    <p:extLst>
      <p:ext uri="{BB962C8B-B14F-4D97-AF65-F5344CB8AC3E}">
        <p14:creationId xmlns:p14="http://schemas.microsoft.com/office/powerpoint/2010/main" val="189313647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" name="Freeform 433">
            <a:extLst>
              <a:ext uri="{FF2B5EF4-FFF2-40B4-BE49-F238E27FC236}">
                <a16:creationId xmlns:a16="http://schemas.microsoft.com/office/drawing/2014/main" id="{4C6DB622-1347-EC44-9887-D4CA8E87224A}"/>
              </a:ext>
            </a:extLst>
          </p:cNvPr>
          <p:cNvSpPr>
            <a:spLocks/>
          </p:cNvSpPr>
          <p:nvPr/>
        </p:nvSpPr>
        <p:spPr bwMode="auto">
          <a:xfrm>
            <a:off x="3175784" y="290690"/>
            <a:ext cx="1874519" cy="1062934"/>
          </a:xfrm>
          <a:custGeom>
            <a:avLst/>
            <a:gdLst>
              <a:gd name="T0" fmla="*/ 1029 w 1238"/>
              <a:gd name="T1" fmla="*/ 701 h 701"/>
              <a:gd name="T2" fmla="*/ 1072 w 1238"/>
              <a:gd name="T3" fmla="*/ 694 h 701"/>
              <a:gd name="T4" fmla="*/ 1110 w 1238"/>
              <a:gd name="T5" fmla="*/ 681 h 701"/>
              <a:gd name="T6" fmla="*/ 1147 w 1238"/>
              <a:gd name="T7" fmla="*/ 659 h 701"/>
              <a:gd name="T8" fmla="*/ 1177 w 1238"/>
              <a:gd name="T9" fmla="*/ 632 h 701"/>
              <a:gd name="T10" fmla="*/ 1202 w 1238"/>
              <a:gd name="T11" fmla="*/ 601 h 701"/>
              <a:gd name="T12" fmla="*/ 1222 w 1238"/>
              <a:gd name="T13" fmla="*/ 563 h 701"/>
              <a:gd name="T14" fmla="*/ 1234 w 1238"/>
              <a:gd name="T15" fmla="*/ 523 h 701"/>
              <a:gd name="T16" fmla="*/ 1238 w 1238"/>
              <a:gd name="T17" fmla="*/ 480 h 701"/>
              <a:gd name="T18" fmla="*/ 1237 w 1238"/>
              <a:gd name="T19" fmla="*/ 458 h 701"/>
              <a:gd name="T20" fmla="*/ 1229 w 1238"/>
              <a:gd name="T21" fmla="*/ 414 h 701"/>
              <a:gd name="T22" fmla="*/ 1212 w 1238"/>
              <a:gd name="T23" fmla="*/ 375 h 701"/>
              <a:gd name="T24" fmla="*/ 1188 w 1238"/>
              <a:gd name="T25" fmla="*/ 340 h 701"/>
              <a:gd name="T26" fmla="*/ 1157 w 1238"/>
              <a:gd name="T27" fmla="*/ 309 h 701"/>
              <a:gd name="T28" fmla="*/ 1122 w 1238"/>
              <a:gd name="T29" fmla="*/ 286 h 701"/>
              <a:gd name="T30" fmla="*/ 1082 w 1238"/>
              <a:gd name="T31" fmla="*/ 269 h 701"/>
              <a:gd name="T32" fmla="*/ 1040 w 1238"/>
              <a:gd name="T33" fmla="*/ 260 h 701"/>
              <a:gd name="T34" fmla="*/ 1017 w 1238"/>
              <a:gd name="T35" fmla="*/ 259 h 701"/>
              <a:gd name="T36" fmla="*/ 984 w 1238"/>
              <a:gd name="T37" fmla="*/ 261 h 701"/>
              <a:gd name="T38" fmla="*/ 953 w 1238"/>
              <a:gd name="T39" fmla="*/ 268 h 701"/>
              <a:gd name="T40" fmla="*/ 945 w 1238"/>
              <a:gd name="T41" fmla="*/ 240 h 701"/>
              <a:gd name="T42" fmla="*/ 922 w 1238"/>
              <a:gd name="T43" fmla="*/ 186 h 701"/>
              <a:gd name="T44" fmla="*/ 890 w 1238"/>
              <a:gd name="T45" fmla="*/ 138 h 701"/>
              <a:gd name="T46" fmla="*/ 851 w 1238"/>
              <a:gd name="T47" fmla="*/ 95 h 701"/>
              <a:gd name="T48" fmla="*/ 807 w 1238"/>
              <a:gd name="T49" fmla="*/ 59 h 701"/>
              <a:gd name="T50" fmla="*/ 756 w 1238"/>
              <a:gd name="T51" fmla="*/ 31 h 701"/>
              <a:gd name="T52" fmla="*/ 700 w 1238"/>
              <a:gd name="T53" fmla="*/ 11 h 701"/>
              <a:gd name="T54" fmla="*/ 641 w 1238"/>
              <a:gd name="T55" fmla="*/ 1 h 701"/>
              <a:gd name="T56" fmla="*/ 611 w 1238"/>
              <a:gd name="T57" fmla="*/ 0 h 701"/>
              <a:gd name="T58" fmla="*/ 550 w 1238"/>
              <a:gd name="T59" fmla="*/ 5 h 701"/>
              <a:gd name="T60" fmla="*/ 493 w 1238"/>
              <a:gd name="T61" fmla="*/ 19 h 701"/>
              <a:gd name="T62" fmla="*/ 440 w 1238"/>
              <a:gd name="T63" fmla="*/ 43 h 701"/>
              <a:gd name="T64" fmla="*/ 393 w 1238"/>
              <a:gd name="T65" fmla="*/ 75 h 701"/>
              <a:gd name="T66" fmla="*/ 351 w 1238"/>
              <a:gd name="T67" fmla="*/ 113 h 701"/>
              <a:gd name="T68" fmla="*/ 316 w 1238"/>
              <a:gd name="T69" fmla="*/ 159 h 701"/>
              <a:gd name="T70" fmla="*/ 289 w 1238"/>
              <a:gd name="T71" fmla="*/ 209 h 701"/>
              <a:gd name="T72" fmla="*/ 270 w 1238"/>
              <a:gd name="T73" fmla="*/ 265 h 701"/>
              <a:gd name="T74" fmla="*/ 246 w 1238"/>
              <a:gd name="T75" fmla="*/ 261 h 701"/>
              <a:gd name="T76" fmla="*/ 221 w 1238"/>
              <a:gd name="T77" fmla="*/ 259 h 701"/>
              <a:gd name="T78" fmla="*/ 198 w 1238"/>
              <a:gd name="T79" fmla="*/ 260 h 701"/>
              <a:gd name="T80" fmla="*/ 155 w 1238"/>
              <a:gd name="T81" fmla="*/ 269 h 701"/>
              <a:gd name="T82" fmla="*/ 116 w 1238"/>
              <a:gd name="T83" fmla="*/ 286 h 701"/>
              <a:gd name="T84" fmla="*/ 80 w 1238"/>
              <a:gd name="T85" fmla="*/ 309 h 701"/>
              <a:gd name="T86" fmla="*/ 51 w 1238"/>
              <a:gd name="T87" fmla="*/ 340 h 701"/>
              <a:gd name="T88" fmla="*/ 27 w 1238"/>
              <a:gd name="T89" fmla="*/ 375 h 701"/>
              <a:gd name="T90" fmla="*/ 10 w 1238"/>
              <a:gd name="T91" fmla="*/ 414 h 701"/>
              <a:gd name="T92" fmla="*/ 1 w 1238"/>
              <a:gd name="T93" fmla="*/ 458 h 701"/>
              <a:gd name="T94" fmla="*/ 0 w 1238"/>
              <a:gd name="T95" fmla="*/ 480 h 701"/>
              <a:gd name="T96" fmla="*/ 4 w 1238"/>
              <a:gd name="T97" fmla="*/ 522 h 701"/>
              <a:gd name="T98" fmla="*/ 16 w 1238"/>
              <a:gd name="T99" fmla="*/ 562 h 701"/>
              <a:gd name="T100" fmla="*/ 34 w 1238"/>
              <a:gd name="T101" fmla="*/ 598 h 701"/>
              <a:gd name="T102" fmla="*/ 59 w 1238"/>
              <a:gd name="T103" fmla="*/ 631 h 701"/>
              <a:gd name="T104" fmla="*/ 90 w 1238"/>
              <a:gd name="T105" fmla="*/ 658 h 701"/>
              <a:gd name="T106" fmla="*/ 123 w 1238"/>
              <a:gd name="T107" fmla="*/ 678 h 701"/>
              <a:gd name="T108" fmla="*/ 162 w 1238"/>
              <a:gd name="T109" fmla="*/ 693 h 701"/>
              <a:gd name="T110" fmla="*/ 203 w 1238"/>
              <a:gd name="T111" fmla="*/ 70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38" h="701">
                <a:moveTo>
                  <a:pt x="1029" y="701"/>
                </a:moveTo>
                <a:lnTo>
                  <a:pt x="1029" y="701"/>
                </a:lnTo>
                <a:lnTo>
                  <a:pt x="1051" y="699"/>
                </a:lnTo>
                <a:lnTo>
                  <a:pt x="1072" y="694"/>
                </a:lnTo>
                <a:lnTo>
                  <a:pt x="1091" y="688"/>
                </a:lnTo>
                <a:lnTo>
                  <a:pt x="1110" y="681"/>
                </a:lnTo>
                <a:lnTo>
                  <a:pt x="1130" y="671"/>
                </a:lnTo>
                <a:lnTo>
                  <a:pt x="1147" y="659"/>
                </a:lnTo>
                <a:lnTo>
                  <a:pt x="1162" y="647"/>
                </a:lnTo>
                <a:lnTo>
                  <a:pt x="1177" y="632"/>
                </a:lnTo>
                <a:lnTo>
                  <a:pt x="1191" y="616"/>
                </a:lnTo>
                <a:lnTo>
                  <a:pt x="1202" y="601"/>
                </a:lnTo>
                <a:lnTo>
                  <a:pt x="1213" y="583"/>
                </a:lnTo>
                <a:lnTo>
                  <a:pt x="1222" y="563"/>
                </a:lnTo>
                <a:lnTo>
                  <a:pt x="1229" y="544"/>
                </a:lnTo>
                <a:lnTo>
                  <a:pt x="1234" y="523"/>
                </a:lnTo>
                <a:lnTo>
                  <a:pt x="1237" y="502"/>
                </a:lnTo>
                <a:lnTo>
                  <a:pt x="1238" y="480"/>
                </a:lnTo>
                <a:lnTo>
                  <a:pt x="1238" y="480"/>
                </a:lnTo>
                <a:lnTo>
                  <a:pt x="1237" y="458"/>
                </a:lnTo>
                <a:lnTo>
                  <a:pt x="1234" y="435"/>
                </a:lnTo>
                <a:lnTo>
                  <a:pt x="1229" y="414"/>
                </a:lnTo>
                <a:lnTo>
                  <a:pt x="1220" y="394"/>
                </a:lnTo>
                <a:lnTo>
                  <a:pt x="1212" y="375"/>
                </a:lnTo>
                <a:lnTo>
                  <a:pt x="1201" y="356"/>
                </a:lnTo>
                <a:lnTo>
                  <a:pt x="1188" y="340"/>
                </a:lnTo>
                <a:lnTo>
                  <a:pt x="1173" y="324"/>
                </a:lnTo>
                <a:lnTo>
                  <a:pt x="1157" y="309"/>
                </a:lnTo>
                <a:lnTo>
                  <a:pt x="1140" y="297"/>
                </a:lnTo>
                <a:lnTo>
                  <a:pt x="1122" y="286"/>
                </a:lnTo>
                <a:lnTo>
                  <a:pt x="1103" y="277"/>
                </a:lnTo>
                <a:lnTo>
                  <a:pt x="1082" y="269"/>
                </a:lnTo>
                <a:lnTo>
                  <a:pt x="1062" y="263"/>
                </a:lnTo>
                <a:lnTo>
                  <a:pt x="1040" y="260"/>
                </a:lnTo>
                <a:lnTo>
                  <a:pt x="1017" y="259"/>
                </a:lnTo>
                <a:lnTo>
                  <a:pt x="1017" y="259"/>
                </a:lnTo>
                <a:lnTo>
                  <a:pt x="1000" y="260"/>
                </a:lnTo>
                <a:lnTo>
                  <a:pt x="984" y="261"/>
                </a:lnTo>
                <a:lnTo>
                  <a:pt x="969" y="265"/>
                </a:lnTo>
                <a:lnTo>
                  <a:pt x="953" y="268"/>
                </a:lnTo>
                <a:lnTo>
                  <a:pt x="953" y="268"/>
                </a:lnTo>
                <a:lnTo>
                  <a:pt x="945" y="240"/>
                </a:lnTo>
                <a:lnTo>
                  <a:pt x="935" y="213"/>
                </a:lnTo>
                <a:lnTo>
                  <a:pt x="922" y="186"/>
                </a:lnTo>
                <a:lnTo>
                  <a:pt x="907" y="162"/>
                </a:lnTo>
                <a:lnTo>
                  <a:pt x="890" y="138"/>
                </a:lnTo>
                <a:lnTo>
                  <a:pt x="872" y="116"/>
                </a:lnTo>
                <a:lnTo>
                  <a:pt x="851" y="95"/>
                </a:lnTo>
                <a:lnTo>
                  <a:pt x="830" y="76"/>
                </a:lnTo>
                <a:lnTo>
                  <a:pt x="807" y="59"/>
                </a:lnTo>
                <a:lnTo>
                  <a:pt x="783" y="43"/>
                </a:lnTo>
                <a:lnTo>
                  <a:pt x="756" y="31"/>
                </a:lnTo>
                <a:lnTo>
                  <a:pt x="729" y="20"/>
                </a:lnTo>
                <a:lnTo>
                  <a:pt x="700" y="11"/>
                </a:lnTo>
                <a:lnTo>
                  <a:pt x="671" y="5"/>
                </a:lnTo>
                <a:lnTo>
                  <a:pt x="641" y="1"/>
                </a:lnTo>
                <a:lnTo>
                  <a:pt x="611" y="0"/>
                </a:lnTo>
                <a:lnTo>
                  <a:pt x="611" y="0"/>
                </a:lnTo>
                <a:lnTo>
                  <a:pt x="581" y="1"/>
                </a:lnTo>
                <a:lnTo>
                  <a:pt x="550" y="5"/>
                </a:lnTo>
                <a:lnTo>
                  <a:pt x="521" y="11"/>
                </a:lnTo>
                <a:lnTo>
                  <a:pt x="493" y="19"/>
                </a:lnTo>
                <a:lnTo>
                  <a:pt x="467" y="30"/>
                </a:lnTo>
                <a:lnTo>
                  <a:pt x="440" y="43"/>
                </a:lnTo>
                <a:lnTo>
                  <a:pt x="416" y="58"/>
                </a:lnTo>
                <a:lnTo>
                  <a:pt x="393" y="75"/>
                </a:lnTo>
                <a:lnTo>
                  <a:pt x="371" y="93"/>
                </a:lnTo>
                <a:lnTo>
                  <a:pt x="351" y="113"/>
                </a:lnTo>
                <a:lnTo>
                  <a:pt x="333" y="135"/>
                </a:lnTo>
                <a:lnTo>
                  <a:pt x="316" y="159"/>
                </a:lnTo>
                <a:lnTo>
                  <a:pt x="301" y="184"/>
                </a:lnTo>
                <a:lnTo>
                  <a:pt x="289" y="209"/>
                </a:lnTo>
                <a:lnTo>
                  <a:pt x="278" y="237"/>
                </a:lnTo>
                <a:lnTo>
                  <a:pt x="270" y="265"/>
                </a:lnTo>
                <a:lnTo>
                  <a:pt x="270" y="265"/>
                </a:lnTo>
                <a:lnTo>
                  <a:pt x="246" y="261"/>
                </a:lnTo>
                <a:lnTo>
                  <a:pt x="233" y="260"/>
                </a:lnTo>
                <a:lnTo>
                  <a:pt x="221" y="259"/>
                </a:lnTo>
                <a:lnTo>
                  <a:pt x="221" y="259"/>
                </a:lnTo>
                <a:lnTo>
                  <a:pt x="198" y="260"/>
                </a:lnTo>
                <a:lnTo>
                  <a:pt x="177" y="263"/>
                </a:lnTo>
                <a:lnTo>
                  <a:pt x="155" y="269"/>
                </a:lnTo>
                <a:lnTo>
                  <a:pt x="136" y="277"/>
                </a:lnTo>
                <a:lnTo>
                  <a:pt x="116" y="286"/>
                </a:lnTo>
                <a:lnTo>
                  <a:pt x="97" y="297"/>
                </a:lnTo>
                <a:lnTo>
                  <a:pt x="80" y="309"/>
                </a:lnTo>
                <a:lnTo>
                  <a:pt x="64" y="324"/>
                </a:lnTo>
                <a:lnTo>
                  <a:pt x="51" y="340"/>
                </a:lnTo>
                <a:lnTo>
                  <a:pt x="38" y="356"/>
                </a:lnTo>
                <a:lnTo>
                  <a:pt x="27" y="375"/>
                </a:lnTo>
                <a:lnTo>
                  <a:pt x="17" y="394"/>
                </a:lnTo>
                <a:lnTo>
                  <a:pt x="10" y="414"/>
                </a:lnTo>
                <a:lnTo>
                  <a:pt x="5" y="435"/>
                </a:lnTo>
                <a:lnTo>
                  <a:pt x="1" y="458"/>
                </a:lnTo>
                <a:lnTo>
                  <a:pt x="0" y="480"/>
                </a:lnTo>
                <a:lnTo>
                  <a:pt x="0" y="480"/>
                </a:lnTo>
                <a:lnTo>
                  <a:pt x="1" y="502"/>
                </a:lnTo>
                <a:lnTo>
                  <a:pt x="4" y="522"/>
                </a:lnTo>
                <a:lnTo>
                  <a:pt x="9" y="543"/>
                </a:lnTo>
                <a:lnTo>
                  <a:pt x="16" y="562"/>
                </a:lnTo>
                <a:lnTo>
                  <a:pt x="24" y="581"/>
                </a:lnTo>
                <a:lnTo>
                  <a:pt x="34" y="598"/>
                </a:lnTo>
                <a:lnTo>
                  <a:pt x="46" y="615"/>
                </a:lnTo>
                <a:lnTo>
                  <a:pt x="59" y="631"/>
                </a:lnTo>
                <a:lnTo>
                  <a:pt x="74" y="644"/>
                </a:lnTo>
                <a:lnTo>
                  <a:pt x="90" y="658"/>
                </a:lnTo>
                <a:lnTo>
                  <a:pt x="105" y="668"/>
                </a:lnTo>
                <a:lnTo>
                  <a:pt x="123" y="678"/>
                </a:lnTo>
                <a:lnTo>
                  <a:pt x="143" y="687"/>
                </a:lnTo>
                <a:lnTo>
                  <a:pt x="162" y="693"/>
                </a:lnTo>
                <a:lnTo>
                  <a:pt x="183" y="697"/>
                </a:lnTo>
                <a:lnTo>
                  <a:pt x="203" y="700"/>
                </a:lnTo>
                <a:lnTo>
                  <a:pt x="1029" y="701"/>
                </a:lnTo>
                <a:close/>
              </a:path>
            </a:pathLst>
          </a:custGeom>
          <a:gradFill>
            <a:gsLst>
              <a:gs pos="17000">
                <a:schemeClr val="accent5"/>
              </a:gs>
              <a:gs pos="90000">
                <a:schemeClr val="bg1"/>
              </a:gs>
            </a:gsLst>
            <a:path path="circle">
              <a:fillToRect r="100000" b="10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8" name="Freeform 433">
            <a:extLst>
              <a:ext uri="{FF2B5EF4-FFF2-40B4-BE49-F238E27FC236}">
                <a16:creationId xmlns:a16="http://schemas.microsoft.com/office/drawing/2014/main" id="{4C06530E-9F6B-F64D-8F7E-17715D1686E5}"/>
              </a:ext>
            </a:extLst>
          </p:cNvPr>
          <p:cNvSpPr>
            <a:spLocks/>
          </p:cNvSpPr>
          <p:nvPr/>
        </p:nvSpPr>
        <p:spPr bwMode="auto">
          <a:xfrm>
            <a:off x="1260630" y="1133600"/>
            <a:ext cx="1874519" cy="1062934"/>
          </a:xfrm>
          <a:custGeom>
            <a:avLst/>
            <a:gdLst>
              <a:gd name="T0" fmla="*/ 1029 w 1238"/>
              <a:gd name="T1" fmla="*/ 701 h 701"/>
              <a:gd name="T2" fmla="*/ 1072 w 1238"/>
              <a:gd name="T3" fmla="*/ 694 h 701"/>
              <a:gd name="T4" fmla="*/ 1110 w 1238"/>
              <a:gd name="T5" fmla="*/ 681 h 701"/>
              <a:gd name="T6" fmla="*/ 1147 w 1238"/>
              <a:gd name="T7" fmla="*/ 659 h 701"/>
              <a:gd name="T8" fmla="*/ 1177 w 1238"/>
              <a:gd name="T9" fmla="*/ 632 h 701"/>
              <a:gd name="T10" fmla="*/ 1202 w 1238"/>
              <a:gd name="T11" fmla="*/ 601 h 701"/>
              <a:gd name="T12" fmla="*/ 1222 w 1238"/>
              <a:gd name="T13" fmla="*/ 563 h 701"/>
              <a:gd name="T14" fmla="*/ 1234 w 1238"/>
              <a:gd name="T15" fmla="*/ 523 h 701"/>
              <a:gd name="T16" fmla="*/ 1238 w 1238"/>
              <a:gd name="T17" fmla="*/ 480 h 701"/>
              <a:gd name="T18" fmla="*/ 1237 w 1238"/>
              <a:gd name="T19" fmla="*/ 458 h 701"/>
              <a:gd name="T20" fmla="*/ 1229 w 1238"/>
              <a:gd name="T21" fmla="*/ 414 h 701"/>
              <a:gd name="T22" fmla="*/ 1212 w 1238"/>
              <a:gd name="T23" fmla="*/ 375 h 701"/>
              <a:gd name="T24" fmla="*/ 1188 w 1238"/>
              <a:gd name="T25" fmla="*/ 340 h 701"/>
              <a:gd name="T26" fmla="*/ 1157 w 1238"/>
              <a:gd name="T27" fmla="*/ 309 h 701"/>
              <a:gd name="T28" fmla="*/ 1122 w 1238"/>
              <a:gd name="T29" fmla="*/ 286 h 701"/>
              <a:gd name="T30" fmla="*/ 1082 w 1238"/>
              <a:gd name="T31" fmla="*/ 269 h 701"/>
              <a:gd name="T32" fmla="*/ 1040 w 1238"/>
              <a:gd name="T33" fmla="*/ 260 h 701"/>
              <a:gd name="T34" fmla="*/ 1017 w 1238"/>
              <a:gd name="T35" fmla="*/ 259 h 701"/>
              <a:gd name="T36" fmla="*/ 984 w 1238"/>
              <a:gd name="T37" fmla="*/ 261 h 701"/>
              <a:gd name="T38" fmla="*/ 953 w 1238"/>
              <a:gd name="T39" fmla="*/ 268 h 701"/>
              <a:gd name="T40" fmla="*/ 945 w 1238"/>
              <a:gd name="T41" fmla="*/ 240 h 701"/>
              <a:gd name="T42" fmla="*/ 922 w 1238"/>
              <a:gd name="T43" fmla="*/ 186 h 701"/>
              <a:gd name="T44" fmla="*/ 890 w 1238"/>
              <a:gd name="T45" fmla="*/ 138 h 701"/>
              <a:gd name="T46" fmla="*/ 851 w 1238"/>
              <a:gd name="T47" fmla="*/ 95 h 701"/>
              <a:gd name="T48" fmla="*/ 807 w 1238"/>
              <a:gd name="T49" fmla="*/ 59 h 701"/>
              <a:gd name="T50" fmla="*/ 756 w 1238"/>
              <a:gd name="T51" fmla="*/ 31 h 701"/>
              <a:gd name="T52" fmla="*/ 700 w 1238"/>
              <a:gd name="T53" fmla="*/ 11 h 701"/>
              <a:gd name="T54" fmla="*/ 641 w 1238"/>
              <a:gd name="T55" fmla="*/ 1 h 701"/>
              <a:gd name="T56" fmla="*/ 611 w 1238"/>
              <a:gd name="T57" fmla="*/ 0 h 701"/>
              <a:gd name="T58" fmla="*/ 550 w 1238"/>
              <a:gd name="T59" fmla="*/ 5 h 701"/>
              <a:gd name="T60" fmla="*/ 493 w 1238"/>
              <a:gd name="T61" fmla="*/ 19 h 701"/>
              <a:gd name="T62" fmla="*/ 440 w 1238"/>
              <a:gd name="T63" fmla="*/ 43 h 701"/>
              <a:gd name="T64" fmla="*/ 393 w 1238"/>
              <a:gd name="T65" fmla="*/ 75 h 701"/>
              <a:gd name="T66" fmla="*/ 351 w 1238"/>
              <a:gd name="T67" fmla="*/ 113 h 701"/>
              <a:gd name="T68" fmla="*/ 316 w 1238"/>
              <a:gd name="T69" fmla="*/ 159 h 701"/>
              <a:gd name="T70" fmla="*/ 289 w 1238"/>
              <a:gd name="T71" fmla="*/ 209 h 701"/>
              <a:gd name="T72" fmla="*/ 270 w 1238"/>
              <a:gd name="T73" fmla="*/ 265 h 701"/>
              <a:gd name="T74" fmla="*/ 246 w 1238"/>
              <a:gd name="T75" fmla="*/ 261 h 701"/>
              <a:gd name="T76" fmla="*/ 221 w 1238"/>
              <a:gd name="T77" fmla="*/ 259 h 701"/>
              <a:gd name="T78" fmla="*/ 198 w 1238"/>
              <a:gd name="T79" fmla="*/ 260 h 701"/>
              <a:gd name="T80" fmla="*/ 155 w 1238"/>
              <a:gd name="T81" fmla="*/ 269 h 701"/>
              <a:gd name="T82" fmla="*/ 116 w 1238"/>
              <a:gd name="T83" fmla="*/ 286 h 701"/>
              <a:gd name="T84" fmla="*/ 80 w 1238"/>
              <a:gd name="T85" fmla="*/ 309 h 701"/>
              <a:gd name="T86" fmla="*/ 51 w 1238"/>
              <a:gd name="T87" fmla="*/ 340 h 701"/>
              <a:gd name="T88" fmla="*/ 27 w 1238"/>
              <a:gd name="T89" fmla="*/ 375 h 701"/>
              <a:gd name="T90" fmla="*/ 10 w 1238"/>
              <a:gd name="T91" fmla="*/ 414 h 701"/>
              <a:gd name="T92" fmla="*/ 1 w 1238"/>
              <a:gd name="T93" fmla="*/ 458 h 701"/>
              <a:gd name="T94" fmla="*/ 0 w 1238"/>
              <a:gd name="T95" fmla="*/ 480 h 701"/>
              <a:gd name="T96" fmla="*/ 4 w 1238"/>
              <a:gd name="T97" fmla="*/ 522 h 701"/>
              <a:gd name="T98" fmla="*/ 16 w 1238"/>
              <a:gd name="T99" fmla="*/ 562 h 701"/>
              <a:gd name="T100" fmla="*/ 34 w 1238"/>
              <a:gd name="T101" fmla="*/ 598 h 701"/>
              <a:gd name="T102" fmla="*/ 59 w 1238"/>
              <a:gd name="T103" fmla="*/ 631 h 701"/>
              <a:gd name="T104" fmla="*/ 90 w 1238"/>
              <a:gd name="T105" fmla="*/ 658 h 701"/>
              <a:gd name="T106" fmla="*/ 123 w 1238"/>
              <a:gd name="T107" fmla="*/ 678 h 701"/>
              <a:gd name="T108" fmla="*/ 162 w 1238"/>
              <a:gd name="T109" fmla="*/ 693 h 701"/>
              <a:gd name="T110" fmla="*/ 203 w 1238"/>
              <a:gd name="T111" fmla="*/ 70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38" h="701">
                <a:moveTo>
                  <a:pt x="1029" y="701"/>
                </a:moveTo>
                <a:lnTo>
                  <a:pt x="1029" y="701"/>
                </a:lnTo>
                <a:lnTo>
                  <a:pt x="1051" y="699"/>
                </a:lnTo>
                <a:lnTo>
                  <a:pt x="1072" y="694"/>
                </a:lnTo>
                <a:lnTo>
                  <a:pt x="1091" y="688"/>
                </a:lnTo>
                <a:lnTo>
                  <a:pt x="1110" y="681"/>
                </a:lnTo>
                <a:lnTo>
                  <a:pt x="1130" y="671"/>
                </a:lnTo>
                <a:lnTo>
                  <a:pt x="1147" y="659"/>
                </a:lnTo>
                <a:lnTo>
                  <a:pt x="1162" y="647"/>
                </a:lnTo>
                <a:lnTo>
                  <a:pt x="1177" y="632"/>
                </a:lnTo>
                <a:lnTo>
                  <a:pt x="1191" y="616"/>
                </a:lnTo>
                <a:lnTo>
                  <a:pt x="1202" y="601"/>
                </a:lnTo>
                <a:lnTo>
                  <a:pt x="1213" y="583"/>
                </a:lnTo>
                <a:lnTo>
                  <a:pt x="1222" y="563"/>
                </a:lnTo>
                <a:lnTo>
                  <a:pt x="1229" y="544"/>
                </a:lnTo>
                <a:lnTo>
                  <a:pt x="1234" y="523"/>
                </a:lnTo>
                <a:lnTo>
                  <a:pt x="1237" y="502"/>
                </a:lnTo>
                <a:lnTo>
                  <a:pt x="1238" y="480"/>
                </a:lnTo>
                <a:lnTo>
                  <a:pt x="1238" y="480"/>
                </a:lnTo>
                <a:lnTo>
                  <a:pt x="1237" y="458"/>
                </a:lnTo>
                <a:lnTo>
                  <a:pt x="1234" y="435"/>
                </a:lnTo>
                <a:lnTo>
                  <a:pt x="1229" y="414"/>
                </a:lnTo>
                <a:lnTo>
                  <a:pt x="1220" y="394"/>
                </a:lnTo>
                <a:lnTo>
                  <a:pt x="1212" y="375"/>
                </a:lnTo>
                <a:lnTo>
                  <a:pt x="1201" y="356"/>
                </a:lnTo>
                <a:lnTo>
                  <a:pt x="1188" y="340"/>
                </a:lnTo>
                <a:lnTo>
                  <a:pt x="1173" y="324"/>
                </a:lnTo>
                <a:lnTo>
                  <a:pt x="1157" y="309"/>
                </a:lnTo>
                <a:lnTo>
                  <a:pt x="1140" y="297"/>
                </a:lnTo>
                <a:lnTo>
                  <a:pt x="1122" y="286"/>
                </a:lnTo>
                <a:lnTo>
                  <a:pt x="1103" y="277"/>
                </a:lnTo>
                <a:lnTo>
                  <a:pt x="1082" y="269"/>
                </a:lnTo>
                <a:lnTo>
                  <a:pt x="1062" y="263"/>
                </a:lnTo>
                <a:lnTo>
                  <a:pt x="1040" y="260"/>
                </a:lnTo>
                <a:lnTo>
                  <a:pt x="1017" y="259"/>
                </a:lnTo>
                <a:lnTo>
                  <a:pt x="1017" y="259"/>
                </a:lnTo>
                <a:lnTo>
                  <a:pt x="1000" y="260"/>
                </a:lnTo>
                <a:lnTo>
                  <a:pt x="984" y="261"/>
                </a:lnTo>
                <a:lnTo>
                  <a:pt x="969" y="265"/>
                </a:lnTo>
                <a:lnTo>
                  <a:pt x="953" y="268"/>
                </a:lnTo>
                <a:lnTo>
                  <a:pt x="953" y="268"/>
                </a:lnTo>
                <a:lnTo>
                  <a:pt x="945" y="240"/>
                </a:lnTo>
                <a:lnTo>
                  <a:pt x="935" y="213"/>
                </a:lnTo>
                <a:lnTo>
                  <a:pt x="922" y="186"/>
                </a:lnTo>
                <a:lnTo>
                  <a:pt x="907" y="162"/>
                </a:lnTo>
                <a:lnTo>
                  <a:pt x="890" y="138"/>
                </a:lnTo>
                <a:lnTo>
                  <a:pt x="872" y="116"/>
                </a:lnTo>
                <a:lnTo>
                  <a:pt x="851" y="95"/>
                </a:lnTo>
                <a:lnTo>
                  <a:pt x="830" y="76"/>
                </a:lnTo>
                <a:lnTo>
                  <a:pt x="807" y="59"/>
                </a:lnTo>
                <a:lnTo>
                  <a:pt x="783" y="43"/>
                </a:lnTo>
                <a:lnTo>
                  <a:pt x="756" y="31"/>
                </a:lnTo>
                <a:lnTo>
                  <a:pt x="729" y="20"/>
                </a:lnTo>
                <a:lnTo>
                  <a:pt x="700" y="11"/>
                </a:lnTo>
                <a:lnTo>
                  <a:pt x="671" y="5"/>
                </a:lnTo>
                <a:lnTo>
                  <a:pt x="641" y="1"/>
                </a:lnTo>
                <a:lnTo>
                  <a:pt x="611" y="0"/>
                </a:lnTo>
                <a:lnTo>
                  <a:pt x="611" y="0"/>
                </a:lnTo>
                <a:lnTo>
                  <a:pt x="581" y="1"/>
                </a:lnTo>
                <a:lnTo>
                  <a:pt x="550" y="5"/>
                </a:lnTo>
                <a:lnTo>
                  <a:pt x="521" y="11"/>
                </a:lnTo>
                <a:lnTo>
                  <a:pt x="493" y="19"/>
                </a:lnTo>
                <a:lnTo>
                  <a:pt x="467" y="30"/>
                </a:lnTo>
                <a:lnTo>
                  <a:pt x="440" y="43"/>
                </a:lnTo>
                <a:lnTo>
                  <a:pt x="416" y="58"/>
                </a:lnTo>
                <a:lnTo>
                  <a:pt x="393" y="75"/>
                </a:lnTo>
                <a:lnTo>
                  <a:pt x="371" y="93"/>
                </a:lnTo>
                <a:lnTo>
                  <a:pt x="351" y="113"/>
                </a:lnTo>
                <a:lnTo>
                  <a:pt x="333" y="135"/>
                </a:lnTo>
                <a:lnTo>
                  <a:pt x="316" y="159"/>
                </a:lnTo>
                <a:lnTo>
                  <a:pt x="301" y="184"/>
                </a:lnTo>
                <a:lnTo>
                  <a:pt x="289" y="209"/>
                </a:lnTo>
                <a:lnTo>
                  <a:pt x="278" y="237"/>
                </a:lnTo>
                <a:lnTo>
                  <a:pt x="270" y="265"/>
                </a:lnTo>
                <a:lnTo>
                  <a:pt x="270" y="265"/>
                </a:lnTo>
                <a:lnTo>
                  <a:pt x="246" y="261"/>
                </a:lnTo>
                <a:lnTo>
                  <a:pt x="233" y="260"/>
                </a:lnTo>
                <a:lnTo>
                  <a:pt x="221" y="259"/>
                </a:lnTo>
                <a:lnTo>
                  <a:pt x="221" y="259"/>
                </a:lnTo>
                <a:lnTo>
                  <a:pt x="198" y="260"/>
                </a:lnTo>
                <a:lnTo>
                  <a:pt x="177" y="263"/>
                </a:lnTo>
                <a:lnTo>
                  <a:pt x="155" y="269"/>
                </a:lnTo>
                <a:lnTo>
                  <a:pt x="136" y="277"/>
                </a:lnTo>
                <a:lnTo>
                  <a:pt x="116" y="286"/>
                </a:lnTo>
                <a:lnTo>
                  <a:pt x="97" y="297"/>
                </a:lnTo>
                <a:lnTo>
                  <a:pt x="80" y="309"/>
                </a:lnTo>
                <a:lnTo>
                  <a:pt x="64" y="324"/>
                </a:lnTo>
                <a:lnTo>
                  <a:pt x="51" y="340"/>
                </a:lnTo>
                <a:lnTo>
                  <a:pt x="38" y="356"/>
                </a:lnTo>
                <a:lnTo>
                  <a:pt x="27" y="375"/>
                </a:lnTo>
                <a:lnTo>
                  <a:pt x="17" y="394"/>
                </a:lnTo>
                <a:lnTo>
                  <a:pt x="10" y="414"/>
                </a:lnTo>
                <a:lnTo>
                  <a:pt x="5" y="435"/>
                </a:lnTo>
                <a:lnTo>
                  <a:pt x="1" y="458"/>
                </a:lnTo>
                <a:lnTo>
                  <a:pt x="0" y="480"/>
                </a:lnTo>
                <a:lnTo>
                  <a:pt x="0" y="480"/>
                </a:lnTo>
                <a:lnTo>
                  <a:pt x="1" y="502"/>
                </a:lnTo>
                <a:lnTo>
                  <a:pt x="4" y="522"/>
                </a:lnTo>
                <a:lnTo>
                  <a:pt x="9" y="543"/>
                </a:lnTo>
                <a:lnTo>
                  <a:pt x="16" y="562"/>
                </a:lnTo>
                <a:lnTo>
                  <a:pt x="24" y="581"/>
                </a:lnTo>
                <a:lnTo>
                  <a:pt x="34" y="598"/>
                </a:lnTo>
                <a:lnTo>
                  <a:pt x="46" y="615"/>
                </a:lnTo>
                <a:lnTo>
                  <a:pt x="59" y="631"/>
                </a:lnTo>
                <a:lnTo>
                  <a:pt x="74" y="644"/>
                </a:lnTo>
                <a:lnTo>
                  <a:pt x="90" y="658"/>
                </a:lnTo>
                <a:lnTo>
                  <a:pt x="105" y="668"/>
                </a:lnTo>
                <a:lnTo>
                  <a:pt x="123" y="678"/>
                </a:lnTo>
                <a:lnTo>
                  <a:pt x="143" y="687"/>
                </a:lnTo>
                <a:lnTo>
                  <a:pt x="162" y="693"/>
                </a:lnTo>
                <a:lnTo>
                  <a:pt x="183" y="697"/>
                </a:lnTo>
                <a:lnTo>
                  <a:pt x="203" y="700"/>
                </a:lnTo>
                <a:lnTo>
                  <a:pt x="1029" y="701"/>
                </a:lnTo>
                <a:close/>
              </a:path>
            </a:pathLst>
          </a:custGeom>
          <a:gradFill>
            <a:gsLst>
              <a:gs pos="17000">
                <a:schemeClr val="accent5"/>
              </a:gs>
              <a:gs pos="90000">
                <a:schemeClr val="bg1"/>
              </a:gs>
            </a:gsLst>
            <a:path path="circle">
              <a:fillToRect r="100000" b="10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5D78F017-1AAB-CE48-8B89-11FFAF088D1D}"/>
              </a:ext>
            </a:extLst>
          </p:cNvPr>
          <p:cNvGrpSpPr/>
          <p:nvPr/>
        </p:nvGrpSpPr>
        <p:grpSpPr>
          <a:xfrm>
            <a:off x="5253644" y="5111092"/>
            <a:ext cx="2171684" cy="1306719"/>
            <a:chOff x="9915526" y="1892300"/>
            <a:chExt cx="1116012" cy="671513"/>
          </a:xfrm>
          <a:solidFill>
            <a:schemeClr val="bg2">
              <a:lumMod val="90000"/>
            </a:schemeClr>
          </a:solidFill>
        </p:grpSpPr>
        <p:sp>
          <p:nvSpPr>
            <p:cNvPr id="157" name="Freeform 80">
              <a:extLst>
                <a:ext uri="{FF2B5EF4-FFF2-40B4-BE49-F238E27FC236}">
                  <a16:creationId xmlns:a16="http://schemas.microsoft.com/office/drawing/2014/main" id="{E78DA3FF-D709-5748-8C6D-965FD6907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81">
              <a:extLst>
                <a:ext uri="{FF2B5EF4-FFF2-40B4-BE49-F238E27FC236}">
                  <a16:creationId xmlns:a16="http://schemas.microsoft.com/office/drawing/2014/main" id="{BE4EC66D-E33C-5247-A9CE-CBB35BB8D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82">
              <a:extLst>
                <a:ext uri="{FF2B5EF4-FFF2-40B4-BE49-F238E27FC236}">
                  <a16:creationId xmlns:a16="http://schemas.microsoft.com/office/drawing/2014/main" id="{F0F9C47B-D476-7D41-988F-C8D87AFEB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83">
              <a:extLst>
                <a:ext uri="{FF2B5EF4-FFF2-40B4-BE49-F238E27FC236}">
                  <a16:creationId xmlns:a16="http://schemas.microsoft.com/office/drawing/2014/main" id="{197B532F-E924-B14C-9F91-9404F4FD3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84">
              <a:extLst>
                <a:ext uri="{FF2B5EF4-FFF2-40B4-BE49-F238E27FC236}">
                  <a16:creationId xmlns:a16="http://schemas.microsoft.com/office/drawing/2014/main" id="{54C9FE49-0D2F-5847-ABF0-54A1813AB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85">
              <a:extLst>
                <a:ext uri="{FF2B5EF4-FFF2-40B4-BE49-F238E27FC236}">
                  <a16:creationId xmlns:a16="http://schemas.microsoft.com/office/drawing/2014/main" id="{ECFE20F1-B22A-5343-AA91-2D94A3614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86">
              <a:extLst>
                <a:ext uri="{FF2B5EF4-FFF2-40B4-BE49-F238E27FC236}">
                  <a16:creationId xmlns:a16="http://schemas.microsoft.com/office/drawing/2014/main" id="{027BAEA1-A8DA-E342-B1C9-68AA1562A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87">
              <a:extLst>
                <a:ext uri="{FF2B5EF4-FFF2-40B4-BE49-F238E27FC236}">
                  <a16:creationId xmlns:a16="http://schemas.microsoft.com/office/drawing/2014/main" id="{C4048579-15AC-2448-9EC4-2537A8F4E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88">
              <a:extLst>
                <a:ext uri="{FF2B5EF4-FFF2-40B4-BE49-F238E27FC236}">
                  <a16:creationId xmlns:a16="http://schemas.microsoft.com/office/drawing/2014/main" id="{A5F51FDD-9E1D-A247-AC46-1034E6ABF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89">
              <a:extLst>
                <a:ext uri="{FF2B5EF4-FFF2-40B4-BE49-F238E27FC236}">
                  <a16:creationId xmlns:a16="http://schemas.microsoft.com/office/drawing/2014/main" id="{07E2E93F-5701-CC4C-9B4C-F61992881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90">
              <a:extLst>
                <a:ext uri="{FF2B5EF4-FFF2-40B4-BE49-F238E27FC236}">
                  <a16:creationId xmlns:a16="http://schemas.microsoft.com/office/drawing/2014/main" id="{18AD25AD-D9E9-634D-8916-45EBCD09A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91">
              <a:extLst>
                <a:ext uri="{FF2B5EF4-FFF2-40B4-BE49-F238E27FC236}">
                  <a16:creationId xmlns:a16="http://schemas.microsoft.com/office/drawing/2014/main" id="{B148E340-8175-EB49-B9BA-B9ADCB7AB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92">
              <a:extLst>
                <a:ext uri="{FF2B5EF4-FFF2-40B4-BE49-F238E27FC236}">
                  <a16:creationId xmlns:a16="http://schemas.microsoft.com/office/drawing/2014/main" id="{2E03EB0F-AE39-2F4F-9317-870A3E6E5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93">
              <a:extLst>
                <a:ext uri="{FF2B5EF4-FFF2-40B4-BE49-F238E27FC236}">
                  <a16:creationId xmlns:a16="http://schemas.microsoft.com/office/drawing/2014/main" id="{5DCFC2FC-D51C-0A4C-9AD5-8710283E5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94">
              <a:extLst>
                <a:ext uri="{FF2B5EF4-FFF2-40B4-BE49-F238E27FC236}">
                  <a16:creationId xmlns:a16="http://schemas.microsoft.com/office/drawing/2014/main" id="{C3B4D5BC-7871-5A49-A0B6-65432B365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95">
              <a:extLst>
                <a:ext uri="{FF2B5EF4-FFF2-40B4-BE49-F238E27FC236}">
                  <a16:creationId xmlns:a16="http://schemas.microsoft.com/office/drawing/2014/main" id="{3ABA25C9-FC24-9341-82E2-9DD2A9CD2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96">
              <a:extLst>
                <a:ext uri="{FF2B5EF4-FFF2-40B4-BE49-F238E27FC236}">
                  <a16:creationId xmlns:a16="http://schemas.microsoft.com/office/drawing/2014/main" id="{48639EF9-4DE8-D84F-9D11-5DABC8F67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97">
              <a:extLst>
                <a:ext uri="{FF2B5EF4-FFF2-40B4-BE49-F238E27FC236}">
                  <a16:creationId xmlns:a16="http://schemas.microsoft.com/office/drawing/2014/main" id="{636DEBBA-372E-5C45-A33A-B3762CB09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98">
              <a:extLst>
                <a:ext uri="{FF2B5EF4-FFF2-40B4-BE49-F238E27FC236}">
                  <a16:creationId xmlns:a16="http://schemas.microsoft.com/office/drawing/2014/main" id="{D2848A45-6C70-AF40-AD3D-EB2A6DDA2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99">
              <a:extLst>
                <a:ext uri="{FF2B5EF4-FFF2-40B4-BE49-F238E27FC236}">
                  <a16:creationId xmlns:a16="http://schemas.microsoft.com/office/drawing/2014/main" id="{A812887C-6881-9E4B-94F2-42C674CB2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100">
              <a:extLst>
                <a:ext uri="{FF2B5EF4-FFF2-40B4-BE49-F238E27FC236}">
                  <a16:creationId xmlns:a16="http://schemas.microsoft.com/office/drawing/2014/main" id="{B894C1C8-522E-3A46-9F40-AD0A19306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101">
              <a:extLst>
                <a:ext uri="{FF2B5EF4-FFF2-40B4-BE49-F238E27FC236}">
                  <a16:creationId xmlns:a16="http://schemas.microsoft.com/office/drawing/2014/main" id="{F8DBF772-54BC-664E-8D1D-FB5CAD847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102">
              <a:extLst>
                <a:ext uri="{FF2B5EF4-FFF2-40B4-BE49-F238E27FC236}">
                  <a16:creationId xmlns:a16="http://schemas.microsoft.com/office/drawing/2014/main" id="{6D073E73-3DAA-1D41-B241-609A0C209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103">
              <a:extLst>
                <a:ext uri="{FF2B5EF4-FFF2-40B4-BE49-F238E27FC236}">
                  <a16:creationId xmlns:a16="http://schemas.microsoft.com/office/drawing/2014/main" id="{7546D935-15E4-144E-B799-96B520BDF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104">
              <a:extLst>
                <a:ext uri="{FF2B5EF4-FFF2-40B4-BE49-F238E27FC236}">
                  <a16:creationId xmlns:a16="http://schemas.microsoft.com/office/drawing/2014/main" id="{C1ECE0C1-FCDD-E04A-8F18-3B260E0EE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105">
              <a:extLst>
                <a:ext uri="{FF2B5EF4-FFF2-40B4-BE49-F238E27FC236}">
                  <a16:creationId xmlns:a16="http://schemas.microsoft.com/office/drawing/2014/main" id="{A194A4B7-344E-7547-9CD0-387463DE3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106">
              <a:extLst>
                <a:ext uri="{FF2B5EF4-FFF2-40B4-BE49-F238E27FC236}">
                  <a16:creationId xmlns:a16="http://schemas.microsoft.com/office/drawing/2014/main" id="{A5E3F8F7-A18C-BB48-8585-BAF31D879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107">
              <a:extLst>
                <a:ext uri="{FF2B5EF4-FFF2-40B4-BE49-F238E27FC236}">
                  <a16:creationId xmlns:a16="http://schemas.microsoft.com/office/drawing/2014/main" id="{53A202A1-DDEC-D84C-B7E6-3959F370D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108">
              <a:extLst>
                <a:ext uri="{FF2B5EF4-FFF2-40B4-BE49-F238E27FC236}">
                  <a16:creationId xmlns:a16="http://schemas.microsoft.com/office/drawing/2014/main" id="{9A26E124-AE71-EC46-BEA5-482C1EC39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109">
              <a:extLst>
                <a:ext uri="{FF2B5EF4-FFF2-40B4-BE49-F238E27FC236}">
                  <a16:creationId xmlns:a16="http://schemas.microsoft.com/office/drawing/2014/main" id="{9851DEF0-6C71-F244-9ED5-90C280E12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110">
              <a:extLst>
                <a:ext uri="{FF2B5EF4-FFF2-40B4-BE49-F238E27FC236}">
                  <a16:creationId xmlns:a16="http://schemas.microsoft.com/office/drawing/2014/main" id="{BA165738-BD48-844C-BB20-0B578C55E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111">
              <a:extLst>
                <a:ext uri="{FF2B5EF4-FFF2-40B4-BE49-F238E27FC236}">
                  <a16:creationId xmlns:a16="http://schemas.microsoft.com/office/drawing/2014/main" id="{CAB5D428-0A0E-1943-AA07-370430D24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112">
              <a:extLst>
                <a:ext uri="{FF2B5EF4-FFF2-40B4-BE49-F238E27FC236}">
                  <a16:creationId xmlns:a16="http://schemas.microsoft.com/office/drawing/2014/main" id="{03CF6E7E-3C30-7043-A8B1-E8DA5DA1C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113">
              <a:extLst>
                <a:ext uri="{FF2B5EF4-FFF2-40B4-BE49-F238E27FC236}">
                  <a16:creationId xmlns:a16="http://schemas.microsoft.com/office/drawing/2014/main" id="{4AEF325A-6D47-2048-96E0-675FCA274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114">
              <a:extLst>
                <a:ext uri="{FF2B5EF4-FFF2-40B4-BE49-F238E27FC236}">
                  <a16:creationId xmlns:a16="http://schemas.microsoft.com/office/drawing/2014/main" id="{F177B3F6-DF85-EF47-B5F0-193A6977F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115">
              <a:extLst>
                <a:ext uri="{FF2B5EF4-FFF2-40B4-BE49-F238E27FC236}">
                  <a16:creationId xmlns:a16="http://schemas.microsoft.com/office/drawing/2014/main" id="{4F02374B-809B-C147-9E3A-5AEE551FD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116">
              <a:extLst>
                <a:ext uri="{FF2B5EF4-FFF2-40B4-BE49-F238E27FC236}">
                  <a16:creationId xmlns:a16="http://schemas.microsoft.com/office/drawing/2014/main" id="{A237BE18-1D13-934E-A394-8FF47AFF5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117">
              <a:extLst>
                <a:ext uri="{FF2B5EF4-FFF2-40B4-BE49-F238E27FC236}">
                  <a16:creationId xmlns:a16="http://schemas.microsoft.com/office/drawing/2014/main" id="{0DE716FA-C85A-F24D-A97D-D7195B8C0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118">
              <a:extLst>
                <a:ext uri="{FF2B5EF4-FFF2-40B4-BE49-F238E27FC236}">
                  <a16:creationId xmlns:a16="http://schemas.microsoft.com/office/drawing/2014/main" id="{7C36D382-B888-7143-ACA7-25B142EE5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119">
              <a:extLst>
                <a:ext uri="{FF2B5EF4-FFF2-40B4-BE49-F238E27FC236}">
                  <a16:creationId xmlns:a16="http://schemas.microsoft.com/office/drawing/2014/main" id="{16EC5A46-1853-6046-9F1E-F2C1BD352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120">
              <a:extLst>
                <a:ext uri="{FF2B5EF4-FFF2-40B4-BE49-F238E27FC236}">
                  <a16:creationId xmlns:a16="http://schemas.microsoft.com/office/drawing/2014/main" id="{6270162D-CFC4-8B4D-8E49-1BD50F21D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121">
              <a:extLst>
                <a:ext uri="{FF2B5EF4-FFF2-40B4-BE49-F238E27FC236}">
                  <a16:creationId xmlns:a16="http://schemas.microsoft.com/office/drawing/2014/main" id="{E6E4E897-A158-B344-A17E-53C3B8F9A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122">
              <a:extLst>
                <a:ext uri="{FF2B5EF4-FFF2-40B4-BE49-F238E27FC236}">
                  <a16:creationId xmlns:a16="http://schemas.microsoft.com/office/drawing/2014/main" id="{C4A1E796-BC0D-2840-9FBE-A777FAAF9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123">
              <a:extLst>
                <a:ext uri="{FF2B5EF4-FFF2-40B4-BE49-F238E27FC236}">
                  <a16:creationId xmlns:a16="http://schemas.microsoft.com/office/drawing/2014/main" id="{4CE28EED-1B22-6D40-A823-3419729D4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124">
              <a:extLst>
                <a:ext uri="{FF2B5EF4-FFF2-40B4-BE49-F238E27FC236}">
                  <a16:creationId xmlns:a16="http://schemas.microsoft.com/office/drawing/2014/main" id="{1E96396D-4BA0-9F47-BAD3-187F9077A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125">
              <a:extLst>
                <a:ext uri="{FF2B5EF4-FFF2-40B4-BE49-F238E27FC236}">
                  <a16:creationId xmlns:a16="http://schemas.microsoft.com/office/drawing/2014/main" id="{D47D4359-C992-2A4E-A30F-71F3F13B8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126">
              <a:extLst>
                <a:ext uri="{FF2B5EF4-FFF2-40B4-BE49-F238E27FC236}">
                  <a16:creationId xmlns:a16="http://schemas.microsoft.com/office/drawing/2014/main" id="{F91728AA-AA3F-A540-BBC0-C24C99A8F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127">
              <a:extLst>
                <a:ext uri="{FF2B5EF4-FFF2-40B4-BE49-F238E27FC236}">
                  <a16:creationId xmlns:a16="http://schemas.microsoft.com/office/drawing/2014/main" id="{EC97AABD-38B9-EF4E-B471-DEE2FEAD4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128">
              <a:extLst>
                <a:ext uri="{FF2B5EF4-FFF2-40B4-BE49-F238E27FC236}">
                  <a16:creationId xmlns:a16="http://schemas.microsoft.com/office/drawing/2014/main" id="{8AFFBB01-42FD-8B4A-BE90-1AB34638A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129">
              <a:extLst>
                <a:ext uri="{FF2B5EF4-FFF2-40B4-BE49-F238E27FC236}">
                  <a16:creationId xmlns:a16="http://schemas.microsoft.com/office/drawing/2014/main" id="{F25297EC-B2F2-6046-AFEA-463F5E9E1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130">
              <a:extLst>
                <a:ext uri="{FF2B5EF4-FFF2-40B4-BE49-F238E27FC236}">
                  <a16:creationId xmlns:a16="http://schemas.microsoft.com/office/drawing/2014/main" id="{3D5B0834-C8AD-404E-AC77-BE92BC075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131">
              <a:extLst>
                <a:ext uri="{FF2B5EF4-FFF2-40B4-BE49-F238E27FC236}">
                  <a16:creationId xmlns:a16="http://schemas.microsoft.com/office/drawing/2014/main" id="{4AB00711-6897-F746-B23D-A7C960070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132">
              <a:extLst>
                <a:ext uri="{FF2B5EF4-FFF2-40B4-BE49-F238E27FC236}">
                  <a16:creationId xmlns:a16="http://schemas.microsoft.com/office/drawing/2014/main" id="{81693785-FFC4-0745-B6A2-8253CDBFD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133">
              <a:extLst>
                <a:ext uri="{FF2B5EF4-FFF2-40B4-BE49-F238E27FC236}">
                  <a16:creationId xmlns:a16="http://schemas.microsoft.com/office/drawing/2014/main" id="{41564A44-2B24-A04F-BE0E-C046FFAC5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134">
              <a:extLst>
                <a:ext uri="{FF2B5EF4-FFF2-40B4-BE49-F238E27FC236}">
                  <a16:creationId xmlns:a16="http://schemas.microsoft.com/office/drawing/2014/main" id="{48B1EEBE-5AC6-6B45-AE81-D541E41F6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135">
              <a:extLst>
                <a:ext uri="{FF2B5EF4-FFF2-40B4-BE49-F238E27FC236}">
                  <a16:creationId xmlns:a16="http://schemas.microsoft.com/office/drawing/2014/main" id="{31A7CAC9-E949-CF40-A0DF-EC0394D97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136">
              <a:extLst>
                <a:ext uri="{FF2B5EF4-FFF2-40B4-BE49-F238E27FC236}">
                  <a16:creationId xmlns:a16="http://schemas.microsoft.com/office/drawing/2014/main" id="{83BEE95A-E8D0-0E4B-9762-35C626FEC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137">
              <a:extLst>
                <a:ext uri="{FF2B5EF4-FFF2-40B4-BE49-F238E27FC236}">
                  <a16:creationId xmlns:a16="http://schemas.microsoft.com/office/drawing/2014/main" id="{FDEC5EFC-AB7A-5F49-9435-22C889376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138">
              <a:extLst>
                <a:ext uri="{FF2B5EF4-FFF2-40B4-BE49-F238E27FC236}">
                  <a16:creationId xmlns:a16="http://schemas.microsoft.com/office/drawing/2014/main" id="{033245B2-5447-504E-81FF-0B8D18684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139">
              <a:extLst>
                <a:ext uri="{FF2B5EF4-FFF2-40B4-BE49-F238E27FC236}">
                  <a16:creationId xmlns:a16="http://schemas.microsoft.com/office/drawing/2014/main" id="{0A6C7ED1-7328-0441-943A-47FC12E65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140">
              <a:extLst>
                <a:ext uri="{FF2B5EF4-FFF2-40B4-BE49-F238E27FC236}">
                  <a16:creationId xmlns:a16="http://schemas.microsoft.com/office/drawing/2014/main" id="{BD70A415-994D-184B-AC91-82C6414E0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141">
              <a:extLst>
                <a:ext uri="{FF2B5EF4-FFF2-40B4-BE49-F238E27FC236}">
                  <a16:creationId xmlns:a16="http://schemas.microsoft.com/office/drawing/2014/main" id="{1CA5FE7E-3B8A-6548-A4FA-A814A3026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142">
              <a:extLst>
                <a:ext uri="{FF2B5EF4-FFF2-40B4-BE49-F238E27FC236}">
                  <a16:creationId xmlns:a16="http://schemas.microsoft.com/office/drawing/2014/main" id="{1A9BB87D-5052-6743-AB40-492FF57C0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143">
              <a:extLst>
                <a:ext uri="{FF2B5EF4-FFF2-40B4-BE49-F238E27FC236}">
                  <a16:creationId xmlns:a16="http://schemas.microsoft.com/office/drawing/2014/main" id="{89E2A721-F469-094C-81A4-F8596611C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144">
              <a:extLst>
                <a:ext uri="{FF2B5EF4-FFF2-40B4-BE49-F238E27FC236}">
                  <a16:creationId xmlns:a16="http://schemas.microsoft.com/office/drawing/2014/main" id="{B1C1F380-7C47-874B-91B3-5F6954D63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145">
              <a:extLst>
                <a:ext uri="{FF2B5EF4-FFF2-40B4-BE49-F238E27FC236}">
                  <a16:creationId xmlns:a16="http://schemas.microsoft.com/office/drawing/2014/main" id="{C5258A37-EEE7-2A4A-A374-C2A5D257C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146">
              <a:extLst>
                <a:ext uri="{FF2B5EF4-FFF2-40B4-BE49-F238E27FC236}">
                  <a16:creationId xmlns:a16="http://schemas.microsoft.com/office/drawing/2014/main" id="{E5FC8EF7-52EB-4A4F-A688-BF50904CC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147">
              <a:extLst>
                <a:ext uri="{FF2B5EF4-FFF2-40B4-BE49-F238E27FC236}">
                  <a16:creationId xmlns:a16="http://schemas.microsoft.com/office/drawing/2014/main" id="{6396575B-C327-3C42-90C9-93E1C77EC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148">
              <a:extLst>
                <a:ext uri="{FF2B5EF4-FFF2-40B4-BE49-F238E27FC236}">
                  <a16:creationId xmlns:a16="http://schemas.microsoft.com/office/drawing/2014/main" id="{D7C872E3-EFD3-1843-ADC0-865B5E93C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149">
              <a:extLst>
                <a:ext uri="{FF2B5EF4-FFF2-40B4-BE49-F238E27FC236}">
                  <a16:creationId xmlns:a16="http://schemas.microsoft.com/office/drawing/2014/main" id="{B15CECE3-5539-1A45-A223-F8DE00878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150">
              <a:extLst>
                <a:ext uri="{FF2B5EF4-FFF2-40B4-BE49-F238E27FC236}">
                  <a16:creationId xmlns:a16="http://schemas.microsoft.com/office/drawing/2014/main" id="{2888F1FF-90C7-8841-BCFC-E8387042B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151">
              <a:extLst>
                <a:ext uri="{FF2B5EF4-FFF2-40B4-BE49-F238E27FC236}">
                  <a16:creationId xmlns:a16="http://schemas.microsoft.com/office/drawing/2014/main" id="{06D82A49-8A50-4D4E-9EBC-7BF6EF8F4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152">
              <a:extLst>
                <a:ext uri="{FF2B5EF4-FFF2-40B4-BE49-F238E27FC236}">
                  <a16:creationId xmlns:a16="http://schemas.microsoft.com/office/drawing/2014/main" id="{E84FEE16-F9F7-1547-AA70-39B147114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153">
              <a:extLst>
                <a:ext uri="{FF2B5EF4-FFF2-40B4-BE49-F238E27FC236}">
                  <a16:creationId xmlns:a16="http://schemas.microsoft.com/office/drawing/2014/main" id="{48DF1C44-9862-614B-82AA-4B9C24FCD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154">
              <a:extLst>
                <a:ext uri="{FF2B5EF4-FFF2-40B4-BE49-F238E27FC236}">
                  <a16:creationId xmlns:a16="http://schemas.microsoft.com/office/drawing/2014/main" id="{65A80457-9B69-6D42-B032-3253ACE91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155">
              <a:extLst>
                <a:ext uri="{FF2B5EF4-FFF2-40B4-BE49-F238E27FC236}">
                  <a16:creationId xmlns:a16="http://schemas.microsoft.com/office/drawing/2014/main" id="{9840CA66-11A3-944D-BF72-C576A726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156">
              <a:extLst>
                <a:ext uri="{FF2B5EF4-FFF2-40B4-BE49-F238E27FC236}">
                  <a16:creationId xmlns:a16="http://schemas.microsoft.com/office/drawing/2014/main" id="{542082FF-0315-EC44-A131-4591ECFE0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157">
              <a:extLst>
                <a:ext uri="{FF2B5EF4-FFF2-40B4-BE49-F238E27FC236}">
                  <a16:creationId xmlns:a16="http://schemas.microsoft.com/office/drawing/2014/main" id="{EA57E02A-561A-B840-BFFF-548C8856D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158">
              <a:extLst>
                <a:ext uri="{FF2B5EF4-FFF2-40B4-BE49-F238E27FC236}">
                  <a16:creationId xmlns:a16="http://schemas.microsoft.com/office/drawing/2014/main" id="{97BF45B7-23E1-0A4C-9F63-4D27292BD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159">
              <a:extLst>
                <a:ext uri="{FF2B5EF4-FFF2-40B4-BE49-F238E27FC236}">
                  <a16:creationId xmlns:a16="http://schemas.microsoft.com/office/drawing/2014/main" id="{FF7F15E7-AB1B-AD47-90C3-5A660424F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160">
              <a:extLst>
                <a:ext uri="{FF2B5EF4-FFF2-40B4-BE49-F238E27FC236}">
                  <a16:creationId xmlns:a16="http://schemas.microsoft.com/office/drawing/2014/main" id="{0A14B8CF-756B-A34C-80AD-A0F8DAD9D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161">
              <a:extLst>
                <a:ext uri="{FF2B5EF4-FFF2-40B4-BE49-F238E27FC236}">
                  <a16:creationId xmlns:a16="http://schemas.microsoft.com/office/drawing/2014/main" id="{A67ABDED-C007-3341-97C2-79F686288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162">
              <a:extLst>
                <a:ext uri="{FF2B5EF4-FFF2-40B4-BE49-F238E27FC236}">
                  <a16:creationId xmlns:a16="http://schemas.microsoft.com/office/drawing/2014/main" id="{B8E564EE-AA09-7349-B9CE-A4B6ECA3A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163">
              <a:extLst>
                <a:ext uri="{FF2B5EF4-FFF2-40B4-BE49-F238E27FC236}">
                  <a16:creationId xmlns:a16="http://schemas.microsoft.com/office/drawing/2014/main" id="{E23C5B0E-8659-E44F-B076-E3BD72DBD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235">
              <a:extLst>
                <a:ext uri="{FF2B5EF4-FFF2-40B4-BE49-F238E27FC236}">
                  <a16:creationId xmlns:a16="http://schemas.microsoft.com/office/drawing/2014/main" id="{911CBF39-521D-B241-8AE7-3051384A8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242">
              <a:extLst>
                <a:ext uri="{FF2B5EF4-FFF2-40B4-BE49-F238E27FC236}">
                  <a16:creationId xmlns:a16="http://schemas.microsoft.com/office/drawing/2014/main" id="{61D4C261-51F9-F441-843E-3017F98FC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249">
              <a:extLst>
                <a:ext uri="{FF2B5EF4-FFF2-40B4-BE49-F238E27FC236}">
                  <a16:creationId xmlns:a16="http://schemas.microsoft.com/office/drawing/2014/main" id="{F8EE8D97-0B12-A64C-94F6-6EAD2517C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256">
              <a:extLst>
                <a:ext uri="{FF2B5EF4-FFF2-40B4-BE49-F238E27FC236}">
                  <a16:creationId xmlns:a16="http://schemas.microsoft.com/office/drawing/2014/main" id="{2ABF639C-829C-C147-94FA-666C1B4AA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263">
              <a:extLst>
                <a:ext uri="{FF2B5EF4-FFF2-40B4-BE49-F238E27FC236}">
                  <a16:creationId xmlns:a16="http://schemas.microsoft.com/office/drawing/2014/main" id="{02092EF1-34EF-5241-A5F5-04FE4B320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270">
              <a:extLst>
                <a:ext uri="{FF2B5EF4-FFF2-40B4-BE49-F238E27FC236}">
                  <a16:creationId xmlns:a16="http://schemas.microsoft.com/office/drawing/2014/main" id="{DC5004C3-677A-3C4D-8730-656CD56BA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277">
              <a:extLst>
                <a:ext uri="{FF2B5EF4-FFF2-40B4-BE49-F238E27FC236}">
                  <a16:creationId xmlns:a16="http://schemas.microsoft.com/office/drawing/2014/main" id="{0DB9444D-55F4-E143-B68C-0C90FCC65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284">
              <a:extLst>
                <a:ext uri="{FF2B5EF4-FFF2-40B4-BE49-F238E27FC236}">
                  <a16:creationId xmlns:a16="http://schemas.microsoft.com/office/drawing/2014/main" id="{486F419F-FEDF-C442-BE5C-C56FF78B4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291">
              <a:extLst>
                <a:ext uri="{FF2B5EF4-FFF2-40B4-BE49-F238E27FC236}">
                  <a16:creationId xmlns:a16="http://schemas.microsoft.com/office/drawing/2014/main" id="{6F9709E8-C2C7-F749-BB25-393BDE7D5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298">
              <a:extLst>
                <a:ext uri="{FF2B5EF4-FFF2-40B4-BE49-F238E27FC236}">
                  <a16:creationId xmlns:a16="http://schemas.microsoft.com/office/drawing/2014/main" id="{326FE29C-6C03-6D43-97F1-E08AF7978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305">
              <a:extLst>
                <a:ext uri="{FF2B5EF4-FFF2-40B4-BE49-F238E27FC236}">
                  <a16:creationId xmlns:a16="http://schemas.microsoft.com/office/drawing/2014/main" id="{D521D358-F54F-2145-B678-9722FF82C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312">
              <a:extLst>
                <a:ext uri="{FF2B5EF4-FFF2-40B4-BE49-F238E27FC236}">
                  <a16:creationId xmlns:a16="http://schemas.microsoft.com/office/drawing/2014/main" id="{336E228D-E153-1A42-BE9B-1E75A2839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7B659E86-D0F8-DD44-A097-058FC98D7D7F}"/>
              </a:ext>
            </a:extLst>
          </p:cNvPr>
          <p:cNvGrpSpPr/>
          <p:nvPr/>
        </p:nvGrpSpPr>
        <p:grpSpPr>
          <a:xfrm>
            <a:off x="7600604" y="5111092"/>
            <a:ext cx="2171684" cy="1306719"/>
            <a:chOff x="9915526" y="1892300"/>
            <a:chExt cx="1116012" cy="671513"/>
          </a:xfrm>
          <a:solidFill>
            <a:schemeClr val="bg2">
              <a:lumMod val="90000"/>
            </a:schemeClr>
          </a:solidFill>
        </p:grpSpPr>
        <p:sp>
          <p:nvSpPr>
            <p:cNvPr id="254" name="Freeform 80">
              <a:extLst>
                <a:ext uri="{FF2B5EF4-FFF2-40B4-BE49-F238E27FC236}">
                  <a16:creationId xmlns:a16="http://schemas.microsoft.com/office/drawing/2014/main" id="{97E74F54-AEDF-D94E-8339-40077B933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81">
              <a:extLst>
                <a:ext uri="{FF2B5EF4-FFF2-40B4-BE49-F238E27FC236}">
                  <a16:creationId xmlns:a16="http://schemas.microsoft.com/office/drawing/2014/main" id="{725E75E2-6B8B-F844-8FC6-16789A92C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82">
              <a:extLst>
                <a:ext uri="{FF2B5EF4-FFF2-40B4-BE49-F238E27FC236}">
                  <a16:creationId xmlns:a16="http://schemas.microsoft.com/office/drawing/2014/main" id="{B6F92463-5B23-4D44-851B-9CFCD8BE3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83">
              <a:extLst>
                <a:ext uri="{FF2B5EF4-FFF2-40B4-BE49-F238E27FC236}">
                  <a16:creationId xmlns:a16="http://schemas.microsoft.com/office/drawing/2014/main" id="{A32F9A9E-0287-594F-9B66-4EA5F60E7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84">
              <a:extLst>
                <a:ext uri="{FF2B5EF4-FFF2-40B4-BE49-F238E27FC236}">
                  <a16:creationId xmlns:a16="http://schemas.microsoft.com/office/drawing/2014/main" id="{B31FF6F8-9C34-0F4D-955F-273BD27EC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85">
              <a:extLst>
                <a:ext uri="{FF2B5EF4-FFF2-40B4-BE49-F238E27FC236}">
                  <a16:creationId xmlns:a16="http://schemas.microsoft.com/office/drawing/2014/main" id="{6CEDC959-826E-784F-AEDB-2093F1B80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86">
              <a:extLst>
                <a:ext uri="{FF2B5EF4-FFF2-40B4-BE49-F238E27FC236}">
                  <a16:creationId xmlns:a16="http://schemas.microsoft.com/office/drawing/2014/main" id="{4BE2D5F1-A644-DC40-86AD-562B2B922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87">
              <a:extLst>
                <a:ext uri="{FF2B5EF4-FFF2-40B4-BE49-F238E27FC236}">
                  <a16:creationId xmlns:a16="http://schemas.microsoft.com/office/drawing/2014/main" id="{6CC4EC82-2D0B-BA40-8544-E899D7D3F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88">
              <a:extLst>
                <a:ext uri="{FF2B5EF4-FFF2-40B4-BE49-F238E27FC236}">
                  <a16:creationId xmlns:a16="http://schemas.microsoft.com/office/drawing/2014/main" id="{BF04200B-0A71-3F48-8366-6C5E86B5D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89">
              <a:extLst>
                <a:ext uri="{FF2B5EF4-FFF2-40B4-BE49-F238E27FC236}">
                  <a16:creationId xmlns:a16="http://schemas.microsoft.com/office/drawing/2014/main" id="{24469982-668E-8345-9DB7-44246B7F8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90">
              <a:extLst>
                <a:ext uri="{FF2B5EF4-FFF2-40B4-BE49-F238E27FC236}">
                  <a16:creationId xmlns:a16="http://schemas.microsoft.com/office/drawing/2014/main" id="{F7D47BF5-A448-FE41-BA85-DD81FF85E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91">
              <a:extLst>
                <a:ext uri="{FF2B5EF4-FFF2-40B4-BE49-F238E27FC236}">
                  <a16:creationId xmlns:a16="http://schemas.microsoft.com/office/drawing/2014/main" id="{C7F518DC-19DB-F643-ABD0-995C96633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92">
              <a:extLst>
                <a:ext uri="{FF2B5EF4-FFF2-40B4-BE49-F238E27FC236}">
                  <a16:creationId xmlns:a16="http://schemas.microsoft.com/office/drawing/2014/main" id="{2362FF89-1345-DA4F-AFB1-C08908412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93">
              <a:extLst>
                <a:ext uri="{FF2B5EF4-FFF2-40B4-BE49-F238E27FC236}">
                  <a16:creationId xmlns:a16="http://schemas.microsoft.com/office/drawing/2014/main" id="{B80BFFDF-38E3-144C-9246-C58009E17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94">
              <a:extLst>
                <a:ext uri="{FF2B5EF4-FFF2-40B4-BE49-F238E27FC236}">
                  <a16:creationId xmlns:a16="http://schemas.microsoft.com/office/drawing/2014/main" id="{5DF2ADA6-1C70-7347-BF7F-106D2B89F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95">
              <a:extLst>
                <a:ext uri="{FF2B5EF4-FFF2-40B4-BE49-F238E27FC236}">
                  <a16:creationId xmlns:a16="http://schemas.microsoft.com/office/drawing/2014/main" id="{FE03BBAE-EA55-9E46-A857-7D8A8B796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96">
              <a:extLst>
                <a:ext uri="{FF2B5EF4-FFF2-40B4-BE49-F238E27FC236}">
                  <a16:creationId xmlns:a16="http://schemas.microsoft.com/office/drawing/2014/main" id="{FBFFDB03-82D7-7A45-BAE8-8E6A335FC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97">
              <a:extLst>
                <a:ext uri="{FF2B5EF4-FFF2-40B4-BE49-F238E27FC236}">
                  <a16:creationId xmlns:a16="http://schemas.microsoft.com/office/drawing/2014/main" id="{F8FF19BE-BFDB-9647-AE1A-A89C4B834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98">
              <a:extLst>
                <a:ext uri="{FF2B5EF4-FFF2-40B4-BE49-F238E27FC236}">
                  <a16:creationId xmlns:a16="http://schemas.microsoft.com/office/drawing/2014/main" id="{BA44D615-0E7A-FD4C-942C-E294C9519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99">
              <a:extLst>
                <a:ext uri="{FF2B5EF4-FFF2-40B4-BE49-F238E27FC236}">
                  <a16:creationId xmlns:a16="http://schemas.microsoft.com/office/drawing/2014/main" id="{70926152-396B-124A-A036-25064C117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100">
              <a:extLst>
                <a:ext uri="{FF2B5EF4-FFF2-40B4-BE49-F238E27FC236}">
                  <a16:creationId xmlns:a16="http://schemas.microsoft.com/office/drawing/2014/main" id="{16112153-A101-D641-9DDD-EC6F60465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101">
              <a:extLst>
                <a:ext uri="{FF2B5EF4-FFF2-40B4-BE49-F238E27FC236}">
                  <a16:creationId xmlns:a16="http://schemas.microsoft.com/office/drawing/2014/main" id="{9CC36F7E-BB51-6A48-84B4-EC3166BC2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102">
              <a:extLst>
                <a:ext uri="{FF2B5EF4-FFF2-40B4-BE49-F238E27FC236}">
                  <a16:creationId xmlns:a16="http://schemas.microsoft.com/office/drawing/2014/main" id="{3AD152A3-56BE-814D-AFFC-A74AFF015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103">
              <a:extLst>
                <a:ext uri="{FF2B5EF4-FFF2-40B4-BE49-F238E27FC236}">
                  <a16:creationId xmlns:a16="http://schemas.microsoft.com/office/drawing/2014/main" id="{A80AE2E5-93C7-2442-A73E-1126984B4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104">
              <a:extLst>
                <a:ext uri="{FF2B5EF4-FFF2-40B4-BE49-F238E27FC236}">
                  <a16:creationId xmlns:a16="http://schemas.microsoft.com/office/drawing/2014/main" id="{BEF65CE7-B8E6-CD4D-9106-86D9B79CD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105">
              <a:extLst>
                <a:ext uri="{FF2B5EF4-FFF2-40B4-BE49-F238E27FC236}">
                  <a16:creationId xmlns:a16="http://schemas.microsoft.com/office/drawing/2014/main" id="{B466BB66-A5DD-F24D-A830-6DFC54D56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106">
              <a:extLst>
                <a:ext uri="{FF2B5EF4-FFF2-40B4-BE49-F238E27FC236}">
                  <a16:creationId xmlns:a16="http://schemas.microsoft.com/office/drawing/2014/main" id="{D542128F-ACB1-5443-A450-D7621B057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107">
              <a:extLst>
                <a:ext uri="{FF2B5EF4-FFF2-40B4-BE49-F238E27FC236}">
                  <a16:creationId xmlns:a16="http://schemas.microsoft.com/office/drawing/2014/main" id="{05EC329C-8569-FF46-A9EA-7258196A9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108">
              <a:extLst>
                <a:ext uri="{FF2B5EF4-FFF2-40B4-BE49-F238E27FC236}">
                  <a16:creationId xmlns:a16="http://schemas.microsoft.com/office/drawing/2014/main" id="{FF06018A-71FE-FF40-95A0-8E296AB0F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109">
              <a:extLst>
                <a:ext uri="{FF2B5EF4-FFF2-40B4-BE49-F238E27FC236}">
                  <a16:creationId xmlns:a16="http://schemas.microsoft.com/office/drawing/2014/main" id="{B45887CB-3540-DC4B-B168-C6D7FBDB3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110">
              <a:extLst>
                <a:ext uri="{FF2B5EF4-FFF2-40B4-BE49-F238E27FC236}">
                  <a16:creationId xmlns:a16="http://schemas.microsoft.com/office/drawing/2014/main" id="{D31627FE-06A8-004C-B137-6EC6795B6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111">
              <a:extLst>
                <a:ext uri="{FF2B5EF4-FFF2-40B4-BE49-F238E27FC236}">
                  <a16:creationId xmlns:a16="http://schemas.microsoft.com/office/drawing/2014/main" id="{C990379E-A338-A841-8F01-FB581F6D5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112">
              <a:extLst>
                <a:ext uri="{FF2B5EF4-FFF2-40B4-BE49-F238E27FC236}">
                  <a16:creationId xmlns:a16="http://schemas.microsoft.com/office/drawing/2014/main" id="{E9DCD0A9-6F4C-D84D-B12B-7738AA230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113">
              <a:extLst>
                <a:ext uri="{FF2B5EF4-FFF2-40B4-BE49-F238E27FC236}">
                  <a16:creationId xmlns:a16="http://schemas.microsoft.com/office/drawing/2014/main" id="{1725F666-5923-814F-A75D-BF7C4620E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114">
              <a:extLst>
                <a:ext uri="{FF2B5EF4-FFF2-40B4-BE49-F238E27FC236}">
                  <a16:creationId xmlns:a16="http://schemas.microsoft.com/office/drawing/2014/main" id="{CFF26D13-800F-C84D-905D-417A27EB8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115">
              <a:extLst>
                <a:ext uri="{FF2B5EF4-FFF2-40B4-BE49-F238E27FC236}">
                  <a16:creationId xmlns:a16="http://schemas.microsoft.com/office/drawing/2014/main" id="{1C7F14E7-2A7F-814D-9271-7CD195C3C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116">
              <a:extLst>
                <a:ext uri="{FF2B5EF4-FFF2-40B4-BE49-F238E27FC236}">
                  <a16:creationId xmlns:a16="http://schemas.microsoft.com/office/drawing/2014/main" id="{255D84B9-24CB-D14E-9909-DB05698B9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117">
              <a:extLst>
                <a:ext uri="{FF2B5EF4-FFF2-40B4-BE49-F238E27FC236}">
                  <a16:creationId xmlns:a16="http://schemas.microsoft.com/office/drawing/2014/main" id="{28D0FD90-EF67-F548-AC28-1877CF7C7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118">
              <a:extLst>
                <a:ext uri="{FF2B5EF4-FFF2-40B4-BE49-F238E27FC236}">
                  <a16:creationId xmlns:a16="http://schemas.microsoft.com/office/drawing/2014/main" id="{724E5432-47C0-7E4F-9BC9-F4B39499E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119">
              <a:extLst>
                <a:ext uri="{FF2B5EF4-FFF2-40B4-BE49-F238E27FC236}">
                  <a16:creationId xmlns:a16="http://schemas.microsoft.com/office/drawing/2014/main" id="{90B68513-AC4E-1C40-A580-A424FB4F1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120">
              <a:extLst>
                <a:ext uri="{FF2B5EF4-FFF2-40B4-BE49-F238E27FC236}">
                  <a16:creationId xmlns:a16="http://schemas.microsoft.com/office/drawing/2014/main" id="{302B8415-36A1-204E-A7BA-A2708E5A2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121">
              <a:extLst>
                <a:ext uri="{FF2B5EF4-FFF2-40B4-BE49-F238E27FC236}">
                  <a16:creationId xmlns:a16="http://schemas.microsoft.com/office/drawing/2014/main" id="{F02B948E-8C17-374D-A601-DEA3746B2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122">
              <a:extLst>
                <a:ext uri="{FF2B5EF4-FFF2-40B4-BE49-F238E27FC236}">
                  <a16:creationId xmlns:a16="http://schemas.microsoft.com/office/drawing/2014/main" id="{9F979512-0505-AB42-82F3-FFBC1D621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123">
              <a:extLst>
                <a:ext uri="{FF2B5EF4-FFF2-40B4-BE49-F238E27FC236}">
                  <a16:creationId xmlns:a16="http://schemas.microsoft.com/office/drawing/2014/main" id="{40BE01EF-A2DE-6D4C-83FC-A7BFB8539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124">
              <a:extLst>
                <a:ext uri="{FF2B5EF4-FFF2-40B4-BE49-F238E27FC236}">
                  <a16:creationId xmlns:a16="http://schemas.microsoft.com/office/drawing/2014/main" id="{03CAE399-A2A9-3C4F-AF20-33E9750F7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125">
              <a:extLst>
                <a:ext uri="{FF2B5EF4-FFF2-40B4-BE49-F238E27FC236}">
                  <a16:creationId xmlns:a16="http://schemas.microsoft.com/office/drawing/2014/main" id="{5071C6DB-BF7F-5244-8790-BF5F40F99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126">
              <a:extLst>
                <a:ext uri="{FF2B5EF4-FFF2-40B4-BE49-F238E27FC236}">
                  <a16:creationId xmlns:a16="http://schemas.microsoft.com/office/drawing/2014/main" id="{7F633123-3404-BC4C-8E11-F073AEB03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127">
              <a:extLst>
                <a:ext uri="{FF2B5EF4-FFF2-40B4-BE49-F238E27FC236}">
                  <a16:creationId xmlns:a16="http://schemas.microsoft.com/office/drawing/2014/main" id="{5786EBE7-6C3F-7C41-A5AD-B7F4E9FB5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128">
              <a:extLst>
                <a:ext uri="{FF2B5EF4-FFF2-40B4-BE49-F238E27FC236}">
                  <a16:creationId xmlns:a16="http://schemas.microsoft.com/office/drawing/2014/main" id="{D84691BF-DCE0-F84E-BA4D-EEDC61A1F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129">
              <a:extLst>
                <a:ext uri="{FF2B5EF4-FFF2-40B4-BE49-F238E27FC236}">
                  <a16:creationId xmlns:a16="http://schemas.microsoft.com/office/drawing/2014/main" id="{1F386CC9-9144-8342-8BDF-1F2FEED96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130">
              <a:extLst>
                <a:ext uri="{FF2B5EF4-FFF2-40B4-BE49-F238E27FC236}">
                  <a16:creationId xmlns:a16="http://schemas.microsoft.com/office/drawing/2014/main" id="{5FA4454E-5292-CE41-8C1C-846CC3B00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131">
              <a:extLst>
                <a:ext uri="{FF2B5EF4-FFF2-40B4-BE49-F238E27FC236}">
                  <a16:creationId xmlns:a16="http://schemas.microsoft.com/office/drawing/2014/main" id="{F3A91623-C6A3-A847-9B55-A4628DCE9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132">
              <a:extLst>
                <a:ext uri="{FF2B5EF4-FFF2-40B4-BE49-F238E27FC236}">
                  <a16:creationId xmlns:a16="http://schemas.microsoft.com/office/drawing/2014/main" id="{496D797E-B7F4-D341-B96F-E3E42DA72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133">
              <a:extLst>
                <a:ext uri="{FF2B5EF4-FFF2-40B4-BE49-F238E27FC236}">
                  <a16:creationId xmlns:a16="http://schemas.microsoft.com/office/drawing/2014/main" id="{FE37E726-E38C-6D44-AFE6-B8AFD94AD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134">
              <a:extLst>
                <a:ext uri="{FF2B5EF4-FFF2-40B4-BE49-F238E27FC236}">
                  <a16:creationId xmlns:a16="http://schemas.microsoft.com/office/drawing/2014/main" id="{B6599546-ACF8-0348-BF2F-E711DD46C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135">
              <a:extLst>
                <a:ext uri="{FF2B5EF4-FFF2-40B4-BE49-F238E27FC236}">
                  <a16:creationId xmlns:a16="http://schemas.microsoft.com/office/drawing/2014/main" id="{B8D08B20-2D40-5C42-A253-2F5E72CBD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136">
              <a:extLst>
                <a:ext uri="{FF2B5EF4-FFF2-40B4-BE49-F238E27FC236}">
                  <a16:creationId xmlns:a16="http://schemas.microsoft.com/office/drawing/2014/main" id="{D2F44F79-8166-F94A-AFB9-92A12A753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137">
              <a:extLst>
                <a:ext uri="{FF2B5EF4-FFF2-40B4-BE49-F238E27FC236}">
                  <a16:creationId xmlns:a16="http://schemas.microsoft.com/office/drawing/2014/main" id="{748C7744-AD71-2848-9CCC-99E45F563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138">
              <a:extLst>
                <a:ext uri="{FF2B5EF4-FFF2-40B4-BE49-F238E27FC236}">
                  <a16:creationId xmlns:a16="http://schemas.microsoft.com/office/drawing/2014/main" id="{ABC97512-B28D-3D4A-BE8B-741FC0A87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139">
              <a:extLst>
                <a:ext uri="{FF2B5EF4-FFF2-40B4-BE49-F238E27FC236}">
                  <a16:creationId xmlns:a16="http://schemas.microsoft.com/office/drawing/2014/main" id="{17980A82-C7D3-D744-8A14-997062EEA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140">
              <a:extLst>
                <a:ext uri="{FF2B5EF4-FFF2-40B4-BE49-F238E27FC236}">
                  <a16:creationId xmlns:a16="http://schemas.microsoft.com/office/drawing/2014/main" id="{3B49F415-D6F5-7647-B8AF-E06AF73CD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141">
              <a:extLst>
                <a:ext uri="{FF2B5EF4-FFF2-40B4-BE49-F238E27FC236}">
                  <a16:creationId xmlns:a16="http://schemas.microsoft.com/office/drawing/2014/main" id="{460B183B-53C6-AA44-B5E9-77D1D1E50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142">
              <a:extLst>
                <a:ext uri="{FF2B5EF4-FFF2-40B4-BE49-F238E27FC236}">
                  <a16:creationId xmlns:a16="http://schemas.microsoft.com/office/drawing/2014/main" id="{54A9D2B5-A85F-104A-9F97-240B0A76F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143">
              <a:extLst>
                <a:ext uri="{FF2B5EF4-FFF2-40B4-BE49-F238E27FC236}">
                  <a16:creationId xmlns:a16="http://schemas.microsoft.com/office/drawing/2014/main" id="{8CCDF89E-DC9A-B74A-B554-9B8C47177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144">
              <a:extLst>
                <a:ext uri="{FF2B5EF4-FFF2-40B4-BE49-F238E27FC236}">
                  <a16:creationId xmlns:a16="http://schemas.microsoft.com/office/drawing/2014/main" id="{91752185-18B0-AF4D-A736-7897CC1C4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145">
              <a:extLst>
                <a:ext uri="{FF2B5EF4-FFF2-40B4-BE49-F238E27FC236}">
                  <a16:creationId xmlns:a16="http://schemas.microsoft.com/office/drawing/2014/main" id="{339A9703-4686-3A4B-9F6D-896E7D321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146">
              <a:extLst>
                <a:ext uri="{FF2B5EF4-FFF2-40B4-BE49-F238E27FC236}">
                  <a16:creationId xmlns:a16="http://schemas.microsoft.com/office/drawing/2014/main" id="{6D19D6F3-4F57-0A48-A264-08DDBF922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147">
              <a:extLst>
                <a:ext uri="{FF2B5EF4-FFF2-40B4-BE49-F238E27FC236}">
                  <a16:creationId xmlns:a16="http://schemas.microsoft.com/office/drawing/2014/main" id="{401E1534-DE6F-684C-BDB2-33C6BEF2C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148">
              <a:extLst>
                <a:ext uri="{FF2B5EF4-FFF2-40B4-BE49-F238E27FC236}">
                  <a16:creationId xmlns:a16="http://schemas.microsoft.com/office/drawing/2014/main" id="{A1D05122-E854-F444-9627-B90A9487F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149">
              <a:extLst>
                <a:ext uri="{FF2B5EF4-FFF2-40B4-BE49-F238E27FC236}">
                  <a16:creationId xmlns:a16="http://schemas.microsoft.com/office/drawing/2014/main" id="{425E3D11-7DA9-6A4B-ADE0-1951182C3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150">
              <a:extLst>
                <a:ext uri="{FF2B5EF4-FFF2-40B4-BE49-F238E27FC236}">
                  <a16:creationId xmlns:a16="http://schemas.microsoft.com/office/drawing/2014/main" id="{ACD44172-263D-DE4F-B9C3-3A1D4210D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151">
              <a:extLst>
                <a:ext uri="{FF2B5EF4-FFF2-40B4-BE49-F238E27FC236}">
                  <a16:creationId xmlns:a16="http://schemas.microsoft.com/office/drawing/2014/main" id="{CD7F6FE0-A03F-B842-A743-094B15849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152">
              <a:extLst>
                <a:ext uri="{FF2B5EF4-FFF2-40B4-BE49-F238E27FC236}">
                  <a16:creationId xmlns:a16="http://schemas.microsoft.com/office/drawing/2014/main" id="{164732F8-873B-0848-8CF1-CD0C4B5BA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153">
              <a:extLst>
                <a:ext uri="{FF2B5EF4-FFF2-40B4-BE49-F238E27FC236}">
                  <a16:creationId xmlns:a16="http://schemas.microsoft.com/office/drawing/2014/main" id="{6FA5662D-C351-4548-B360-46C0DE72F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154">
              <a:extLst>
                <a:ext uri="{FF2B5EF4-FFF2-40B4-BE49-F238E27FC236}">
                  <a16:creationId xmlns:a16="http://schemas.microsoft.com/office/drawing/2014/main" id="{C741F7D9-1CA5-564A-B4F2-891DDA703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155">
              <a:extLst>
                <a:ext uri="{FF2B5EF4-FFF2-40B4-BE49-F238E27FC236}">
                  <a16:creationId xmlns:a16="http://schemas.microsoft.com/office/drawing/2014/main" id="{7E6BA192-A5E5-6E47-B378-9E8406C26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156">
              <a:extLst>
                <a:ext uri="{FF2B5EF4-FFF2-40B4-BE49-F238E27FC236}">
                  <a16:creationId xmlns:a16="http://schemas.microsoft.com/office/drawing/2014/main" id="{A01C283E-7459-934E-A6C7-307784448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157">
              <a:extLst>
                <a:ext uri="{FF2B5EF4-FFF2-40B4-BE49-F238E27FC236}">
                  <a16:creationId xmlns:a16="http://schemas.microsoft.com/office/drawing/2014/main" id="{BCA1724E-CEA6-6D48-9055-EF0BA5DCF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158">
              <a:extLst>
                <a:ext uri="{FF2B5EF4-FFF2-40B4-BE49-F238E27FC236}">
                  <a16:creationId xmlns:a16="http://schemas.microsoft.com/office/drawing/2014/main" id="{ECA7AB10-532B-614F-8457-51F39F55C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159">
              <a:extLst>
                <a:ext uri="{FF2B5EF4-FFF2-40B4-BE49-F238E27FC236}">
                  <a16:creationId xmlns:a16="http://schemas.microsoft.com/office/drawing/2014/main" id="{E88B939F-3702-5346-A775-42CFBB061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160">
              <a:extLst>
                <a:ext uri="{FF2B5EF4-FFF2-40B4-BE49-F238E27FC236}">
                  <a16:creationId xmlns:a16="http://schemas.microsoft.com/office/drawing/2014/main" id="{1AFF4C9C-EB96-544B-BFE7-663FB8C7C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161">
              <a:extLst>
                <a:ext uri="{FF2B5EF4-FFF2-40B4-BE49-F238E27FC236}">
                  <a16:creationId xmlns:a16="http://schemas.microsoft.com/office/drawing/2014/main" id="{9180147F-3C8D-5F46-AF46-E65357548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162">
              <a:extLst>
                <a:ext uri="{FF2B5EF4-FFF2-40B4-BE49-F238E27FC236}">
                  <a16:creationId xmlns:a16="http://schemas.microsoft.com/office/drawing/2014/main" id="{C8B5AC15-F25B-A846-8EA1-FC50E35FD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163">
              <a:extLst>
                <a:ext uri="{FF2B5EF4-FFF2-40B4-BE49-F238E27FC236}">
                  <a16:creationId xmlns:a16="http://schemas.microsoft.com/office/drawing/2014/main" id="{06940480-451E-7A49-9CE6-EE05B6622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235">
              <a:extLst>
                <a:ext uri="{FF2B5EF4-FFF2-40B4-BE49-F238E27FC236}">
                  <a16:creationId xmlns:a16="http://schemas.microsoft.com/office/drawing/2014/main" id="{34D403DC-2CD3-DF46-8958-E6F8336CC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Freeform 242">
              <a:extLst>
                <a:ext uri="{FF2B5EF4-FFF2-40B4-BE49-F238E27FC236}">
                  <a16:creationId xmlns:a16="http://schemas.microsoft.com/office/drawing/2014/main" id="{8D8D4E41-B0F5-0740-A2AC-DD3C00460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249">
              <a:extLst>
                <a:ext uri="{FF2B5EF4-FFF2-40B4-BE49-F238E27FC236}">
                  <a16:creationId xmlns:a16="http://schemas.microsoft.com/office/drawing/2014/main" id="{58C48854-B07A-E94F-B03C-856931EED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256">
              <a:extLst>
                <a:ext uri="{FF2B5EF4-FFF2-40B4-BE49-F238E27FC236}">
                  <a16:creationId xmlns:a16="http://schemas.microsoft.com/office/drawing/2014/main" id="{FE892311-197B-B146-A720-821E26121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263">
              <a:extLst>
                <a:ext uri="{FF2B5EF4-FFF2-40B4-BE49-F238E27FC236}">
                  <a16:creationId xmlns:a16="http://schemas.microsoft.com/office/drawing/2014/main" id="{52DC476E-8436-644C-B5A8-23336008D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270">
              <a:extLst>
                <a:ext uri="{FF2B5EF4-FFF2-40B4-BE49-F238E27FC236}">
                  <a16:creationId xmlns:a16="http://schemas.microsoft.com/office/drawing/2014/main" id="{D61BDF2E-0873-1045-93C3-67F73AC23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277">
              <a:extLst>
                <a:ext uri="{FF2B5EF4-FFF2-40B4-BE49-F238E27FC236}">
                  <a16:creationId xmlns:a16="http://schemas.microsoft.com/office/drawing/2014/main" id="{C746DB72-393C-B646-9A2A-D5F8DE158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284">
              <a:extLst>
                <a:ext uri="{FF2B5EF4-FFF2-40B4-BE49-F238E27FC236}">
                  <a16:creationId xmlns:a16="http://schemas.microsoft.com/office/drawing/2014/main" id="{70019661-C453-0C4C-B9D4-4D3577C9C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291">
              <a:extLst>
                <a:ext uri="{FF2B5EF4-FFF2-40B4-BE49-F238E27FC236}">
                  <a16:creationId xmlns:a16="http://schemas.microsoft.com/office/drawing/2014/main" id="{1F5E1227-C8D2-E648-92D6-61211E33C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298">
              <a:extLst>
                <a:ext uri="{FF2B5EF4-FFF2-40B4-BE49-F238E27FC236}">
                  <a16:creationId xmlns:a16="http://schemas.microsoft.com/office/drawing/2014/main" id="{72FAA45C-E427-FD4A-8B81-0E15E3F6D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305">
              <a:extLst>
                <a:ext uri="{FF2B5EF4-FFF2-40B4-BE49-F238E27FC236}">
                  <a16:creationId xmlns:a16="http://schemas.microsoft.com/office/drawing/2014/main" id="{81E4B53F-B77F-154B-8551-B0978166F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312">
              <a:extLst>
                <a:ext uri="{FF2B5EF4-FFF2-40B4-BE49-F238E27FC236}">
                  <a16:creationId xmlns:a16="http://schemas.microsoft.com/office/drawing/2014/main" id="{4AA13618-A6D7-9D47-A749-407CD1506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D45B1C6E-489C-884A-830F-1F5C1FAB032C}"/>
              </a:ext>
            </a:extLst>
          </p:cNvPr>
          <p:cNvGrpSpPr/>
          <p:nvPr/>
        </p:nvGrpSpPr>
        <p:grpSpPr>
          <a:xfrm>
            <a:off x="9917084" y="5111092"/>
            <a:ext cx="2171684" cy="1306719"/>
            <a:chOff x="9915526" y="1892300"/>
            <a:chExt cx="1116012" cy="671513"/>
          </a:xfrm>
          <a:solidFill>
            <a:schemeClr val="bg2">
              <a:lumMod val="90000"/>
            </a:schemeClr>
          </a:solidFill>
        </p:grpSpPr>
        <p:sp>
          <p:nvSpPr>
            <p:cNvPr id="351" name="Freeform 80">
              <a:extLst>
                <a:ext uri="{FF2B5EF4-FFF2-40B4-BE49-F238E27FC236}">
                  <a16:creationId xmlns:a16="http://schemas.microsoft.com/office/drawing/2014/main" id="{0EF11E1F-26EA-104C-A0B1-A407447FB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81">
              <a:extLst>
                <a:ext uri="{FF2B5EF4-FFF2-40B4-BE49-F238E27FC236}">
                  <a16:creationId xmlns:a16="http://schemas.microsoft.com/office/drawing/2014/main" id="{95FC3EC9-35B9-8742-9374-8170B8255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82">
              <a:extLst>
                <a:ext uri="{FF2B5EF4-FFF2-40B4-BE49-F238E27FC236}">
                  <a16:creationId xmlns:a16="http://schemas.microsoft.com/office/drawing/2014/main" id="{7B6D7263-E51D-5E4E-BE50-7FB6386AC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83">
              <a:extLst>
                <a:ext uri="{FF2B5EF4-FFF2-40B4-BE49-F238E27FC236}">
                  <a16:creationId xmlns:a16="http://schemas.microsoft.com/office/drawing/2014/main" id="{1A3C994A-0189-C14D-BF17-503AB14EA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84">
              <a:extLst>
                <a:ext uri="{FF2B5EF4-FFF2-40B4-BE49-F238E27FC236}">
                  <a16:creationId xmlns:a16="http://schemas.microsoft.com/office/drawing/2014/main" id="{DA3BE29D-ABEE-A144-BC59-E8AC3EC98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85">
              <a:extLst>
                <a:ext uri="{FF2B5EF4-FFF2-40B4-BE49-F238E27FC236}">
                  <a16:creationId xmlns:a16="http://schemas.microsoft.com/office/drawing/2014/main" id="{5AB7FFFA-8571-EE46-BDEC-C8C5512F8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86">
              <a:extLst>
                <a:ext uri="{FF2B5EF4-FFF2-40B4-BE49-F238E27FC236}">
                  <a16:creationId xmlns:a16="http://schemas.microsoft.com/office/drawing/2014/main" id="{E4980947-AACF-7A41-91D3-D5A4BA7BF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87">
              <a:extLst>
                <a:ext uri="{FF2B5EF4-FFF2-40B4-BE49-F238E27FC236}">
                  <a16:creationId xmlns:a16="http://schemas.microsoft.com/office/drawing/2014/main" id="{A0AC204D-915D-CF4F-A4D7-B591486D3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88">
              <a:extLst>
                <a:ext uri="{FF2B5EF4-FFF2-40B4-BE49-F238E27FC236}">
                  <a16:creationId xmlns:a16="http://schemas.microsoft.com/office/drawing/2014/main" id="{84E0A0C6-0155-E046-8681-1024EE1FB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89">
              <a:extLst>
                <a:ext uri="{FF2B5EF4-FFF2-40B4-BE49-F238E27FC236}">
                  <a16:creationId xmlns:a16="http://schemas.microsoft.com/office/drawing/2014/main" id="{6C55EEC5-5F07-8A4E-843F-440F3F0F1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90">
              <a:extLst>
                <a:ext uri="{FF2B5EF4-FFF2-40B4-BE49-F238E27FC236}">
                  <a16:creationId xmlns:a16="http://schemas.microsoft.com/office/drawing/2014/main" id="{389856E1-6E9B-8444-B2F9-BD73DF66E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91">
              <a:extLst>
                <a:ext uri="{FF2B5EF4-FFF2-40B4-BE49-F238E27FC236}">
                  <a16:creationId xmlns:a16="http://schemas.microsoft.com/office/drawing/2014/main" id="{89CC3085-265E-F543-905B-96BAB6D34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92">
              <a:extLst>
                <a:ext uri="{FF2B5EF4-FFF2-40B4-BE49-F238E27FC236}">
                  <a16:creationId xmlns:a16="http://schemas.microsoft.com/office/drawing/2014/main" id="{F4C5F92B-2594-2D49-B266-D77E8AF52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93">
              <a:extLst>
                <a:ext uri="{FF2B5EF4-FFF2-40B4-BE49-F238E27FC236}">
                  <a16:creationId xmlns:a16="http://schemas.microsoft.com/office/drawing/2014/main" id="{33B04776-0495-F94F-AD7E-87435DB55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94">
              <a:extLst>
                <a:ext uri="{FF2B5EF4-FFF2-40B4-BE49-F238E27FC236}">
                  <a16:creationId xmlns:a16="http://schemas.microsoft.com/office/drawing/2014/main" id="{490D1CB1-7FD9-7F43-BA1F-DD50CF19F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95">
              <a:extLst>
                <a:ext uri="{FF2B5EF4-FFF2-40B4-BE49-F238E27FC236}">
                  <a16:creationId xmlns:a16="http://schemas.microsoft.com/office/drawing/2014/main" id="{D7CF5329-AC5D-8145-8FA6-7DA6FAA67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96">
              <a:extLst>
                <a:ext uri="{FF2B5EF4-FFF2-40B4-BE49-F238E27FC236}">
                  <a16:creationId xmlns:a16="http://schemas.microsoft.com/office/drawing/2014/main" id="{C77538CD-B28B-3E41-AE47-CB4910920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97">
              <a:extLst>
                <a:ext uri="{FF2B5EF4-FFF2-40B4-BE49-F238E27FC236}">
                  <a16:creationId xmlns:a16="http://schemas.microsoft.com/office/drawing/2014/main" id="{21B95B14-F087-6F4A-BA4D-89986A702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98">
              <a:extLst>
                <a:ext uri="{FF2B5EF4-FFF2-40B4-BE49-F238E27FC236}">
                  <a16:creationId xmlns:a16="http://schemas.microsoft.com/office/drawing/2014/main" id="{26D67C17-1B25-914F-B563-9AA316ABE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99">
              <a:extLst>
                <a:ext uri="{FF2B5EF4-FFF2-40B4-BE49-F238E27FC236}">
                  <a16:creationId xmlns:a16="http://schemas.microsoft.com/office/drawing/2014/main" id="{25301F9F-D89F-584E-9E46-B9C412F90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100">
              <a:extLst>
                <a:ext uri="{FF2B5EF4-FFF2-40B4-BE49-F238E27FC236}">
                  <a16:creationId xmlns:a16="http://schemas.microsoft.com/office/drawing/2014/main" id="{F4D57EC9-56A6-6E4F-9B2F-A2743FF6B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101">
              <a:extLst>
                <a:ext uri="{FF2B5EF4-FFF2-40B4-BE49-F238E27FC236}">
                  <a16:creationId xmlns:a16="http://schemas.microsoft.com/office/drawing/2014/main" id="{B7DDFDBC-7CA0-9B46-BBBD-B01F530A7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102">
              <a:extLst>
                <a:ext uri="{FF2B5EF4-FFF2-40B4-BE49-F238E27FC236}">
                  <a16:creationId xmlns:a16="http://schemas.microsoft.com/office/drawing/2014/main" id="{0E69A29B-4EA5-1142-AA15-DE11E07E2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103">
              <a:extLst>
                <a:ext uri="{FF2B5EF4-FFF2-40B4-BE49-F238E27FC236}">
                  <a16:creationId xmlns:a16="http://schemas.microsoft.com/office/drawing/2014/main" id="{17414C04-E683-AD41-8DC5-542248C0C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104">
              <a:extLst>
                <a:ext uri="{FF2B5EF4-FFF2-40B4-BE49-F238E27FC236}">
                  <a16:creationId xmlns:a16="http://schemas.microsoft.com/office/drawing/2014/main" id="{BB7241A8-B066-324B-915E-CDC2CAA26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105">
              <a:extLst>
                <a:ext uri="{FF2B5EF4-FFF2-40B4-BE49-F238E27FC236}">
                  <a16:creationId xmlns:a16="http://schemas.microsoft.com/office/drawing/2014/main" id="{9714354D-CAFC-034F-B73A-3B8F30054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106">
              <a:extLst>
                <a:ext uri="{FF2B5EF4-FFF2-40B4-BE49-F238E27FC236}">
                  <a16:creationId xmlns:a16="http://schemas.microsoft.com/office/drawing/2014/main" id="{C02DA91A-C5E5-314C-84E2-69CC666EA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107">
              <a:extLst>
                <a:ext uri="{FF2B5EF4-FFF2-40B4-BE49-F238E27FC236}">
                  <a16:creationId xmlns:a16="http://schemas.microsoft.com/office/drawing/2014/main" id="{26A8F814-412D-0543-9CE0-CE7791CEA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108">
              <a:extLst>
                <a:ext uri="{FF2B5EF4-FFF2-40B4-BE49-F238E27FC236}">
                  <a16:creationId xmlns:a16="http://schemas.microsoft.com/office/drawing/2014/main" id="{7C30FA1C-C82C-4644-9D99-FE1B6E490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109">
              <a:extLst>
                <a:ext uri="{FF2B5EF4-FFF2-40B4-BE49-F238E27FC236}">
                  <a16:creationId xmlns:a16="http://schemas.microsoft.com/office/drawing/2014/main" id="{06F49C7B-D443-7B40-AF5F-EDB0843B5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110">
              <a:extLst>
                <a:ext uri="{FF2B5EF4-FFF2-40B4-BE49-F238E27FC236}">
                  <a16:creationId xmlns:a16="http://schemas.microsoft.com/office/drawing/2014/main" id="{127B70E7-5CA9-BC46-93AF-A7DAF93B5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111">
              <a:extLst>
                <a:ext uri="{FF2B5EF4-FFF2-40B4-BE49-F238E27FC236}">
                  <a16:creationId xmlns:a16="http://schemas.microsoft.com/office/drawing/2014/main" id="{7A354230-502E-FC4A-B378-909AC5976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112">
              <a:extLst>
                <a:ext uri="{FF2B5EF4-FFF2-40B4-BE49-F238E27FC236}">
                  <a16:creationId xmlns:a16="http://schemas.microsoft.com/office/drawing/2014/main" id="{2FB31C05-2709-7648-A165-2239F5212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113">
              <a:extLst>
                <a:ext uri="{FF2B5EF4-FFF2-40B4-BE49-F238E27FC236}">
                  <a16:creationId xmlns:a16="http://schemas.microsoft.com/office/drawing/2014/main" id="{6297C0FD-90A7-4541-A59D-018224872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114">
              <a:extLst>
                <a:ext uri="{FF2B5EF4-FFF2-40B4-BE49-F238E27FC236}">
                  <a16:creationId xmlns:a16="http://schemas.microsoft.com/office/drawing/2014/main" id="{78C0D009-9983-FB46-89D8-704F5A409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115">
              <a:extLst>
                <a:ext uri="{FF2B5EF4-FFF2-40B4-BE49-F238E27FC236}">
                  <a16:creationId xmlns:a16="http://schemas.microsoft.com/office/drawing/2014/main" id="{D6B59BF3-6614-BB4E-B890-BC027C1B9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116">
              <a:extLst>
                <a:ext uri="{FF2B5EF4-FFF2-40B4-BE49-F238E27FC236}">
                  <a16:creationId xmlns:a16="http://schemas.microsoft.com/office/drawing/2014/main" id="{FB1E533E-A72F-5147-99A8-23C04F272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117">
              <a:extLst>
                <a:ext uri="{FF2B5EF4-FFF2-40B4-BE49-F238E27FC236}">
                  <a16:creationId xmlns:a16="http://schemas.microsoft.com/office/drawing/2014/main" id="{20F4DE57-D931-564B-A666-E22F913D0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118">
              <a:extLst>
                <a:ext uri="{FF2B5EF4-FFF2-40B4-BE49-F238E27FC236}">
                  <a16:creationId xmlns:a16="http://schemas.microsoft.com/office/drawing/2014/main" id="{AC184AEC-6E5C-7346-A61E-B04958DCC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119">
              <a:extLst>
                <a:ext uri="{FF2B5EF4-FFF2-40B4-BE49-F238E27FC236}">
                  <a16:creationId xmlns:a16="http://schemas.microsoft.com/office/drawing/2014/main" id="{8E05FFD8-747F-A349-B3FF-CA44BA5EB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120">
              <a:extLst>
                <a:ext uri="{FF2B5EF4-FFF2-40B4-BE49-F238E27FC236}">
                  <a16:creationId xmlns:a16="http://schemas.microsoft.com/office/drawing/2014/main" id="{7CAEFAB0-09EA-C74D-BA79-991B3048A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121">
              <a:extLst>
                <a:ext uri="{FF2B5EF4-FFF2-40B4-BE49-F238E27FC236}">
                  <a16:creationId xmlns:a16="http://schemas.microsoft.com/office/drawing/2014/main" id="{000774A1-63C3-284D-BFCE-32A8E2500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122">
              <a:extLst>
                <a:ext uri="{FF2B5EF4-FFF2-40B4-BE49-F238E27FC236}">
                  <a16:creationId xmlns:a16="http://schemas.microsoft.com/office/drawing/2014/main" id="{7E438ABA-1111-9E48-8098-F8A661F16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123">
              <a:extLst>
                <a:ext uri="{FF2B5EF4-FFF2-40B4-BE49-F238E27FC236}">
                  <a16:creationId xmlns:a16="http://schemas.microsoft.com/office/drawing/2014/main" id="{3225131B-59DF-364E-94B7-944EBC1B6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124">
              <a:extLst>
                <a:ext uri="{FF2B5EF4-FFF2-40B4-BE49-F238E27FC236}">
                  <a16:creationId xmlns:a16="http://schemas.microsoft.com/office/drawing/2014/main" id="{0C6FD6B1-A26A-B945-B1A6-6EE73A31D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125">
              <a:extLst>
                <a:ext uri="{FF2B5EF4-FFF2-40B4-BE49-F238E27FC236}">
                  <a16:creationId xmlns:a16="http://schemas.microsoft.com/office/drawing/2014/main" id="{D4E881E3-3582-F445-A29F-A80C4E90D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126">
              <a:extLst>
                <a:ext uri="{FF2B5EF4-FFF2-40B4-BE49-F238E27FC236}">
                  <a16:creationId xmlns:a16="http://schemas.microsoft.com/office/drawing/2014/main" id="{16D53342-4728-D440-A294-346BFD7D0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127">
              <a:extLst>
                <a:ext uri="{FF2B5EF4-FFF2-40B4-BE49-F238E27FC236}">
                  <a16:creationId xmlns:a16="http://schemas.microsoft.com/office/drawing/2014/main" id="{AD224B9E-3425-F947-9D49-88A7F728D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128">
              <a:extLst>
                <a:ext uri="{FF2B5EF4-FFF2-40B4-BE49-F238E27FC236}">
                  <a16:creationId xmlns:a16="http://schemas.microsoft.com/office/drawing/2014/main" id="{759225D3-18D9-AA4D-95FF-B5060108C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129">
              <a:extLst>
                <a:ext uri="{FF2B5EF4-FFF2-40B4-BE49-F238E27FC236}">
                  <a16:creationId xmlns:a16="http://schemas.microsoft.com/office/drawing/2014/main" id="{13E45D57-F819-B846-A3F3-3B755F08D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130">
              <a:extLst>
                <a:ext uri="{FF2B5EF4-FFF2-40B4-BE49-F238E27FC236}">
                  <a16:creationId xmlns:a16="http://schemas.microsoft.com/office/drawing/2014/main" id="{D6CB975F-00AF-A74D-9BDE-55B20E73A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131">
              <a:extLst>
                <a:ext uri="{FF2B5EF4-FFF2-40B4-BE49-F238E27FC236}">
                  <a16:creationId xmlns:a16="http://schemas.microsoft.com/office/drawing/2014/main" id="{78ACFE13-AFCB-E54E-9101-FACE2C665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132">
              <a:extLst>
                <a:ext uri="{FF2B5EF4-FFF2-40B4-BE49-F238E27FC236}">
                  <a16:creationId xmlns:a16="http://schemas.microsoft.com/office/drawing/2014/main" id="{D5094114-1817-E648-A726-71F480D0D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133">
              <a:extLst>
                <a:ext uri="{FF2B5EF4-FFF2-40B4-BE49-F238E27FC236}">
                  <a16:creationId xmlns:a16="http://schemas.microsoft.com/office/drawing/2014/main" id="{15E61D85-6932-8542-A056-B3F5DAE62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134">
              <a:extLst>
                <a:ext uri="{FF2B5EF4-FFF2-40B4-BE49-F238E27FC236}">
                  <a16:creationId xmlns:a16="http://schemas.microsoft.com/office/drawing/2014/main" id="{AC106AB5-2181-5D49-8ADC-04776772E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135">
              <a:extLst>
                <a:ext uri="{FF2B5EF4-FFF2-40B4-BE49-F238E27FC236}">
                  <a16:creationId xmlns:a16="http://schemas.microsoft.com/office/drawing/2014/main" id="{70896188-F11D-7348-9F64-F0ABBDFB9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136">
              <a:extLst>
                <a:ext uri="{FF2B5EF4-FFF2-40B4-BE49-F238E27FC236}">
                  <a16:creationId xmlns:a16="http://schemas.microsoft.com/office/drawing/2014/main" id="{6B431F0F-0245-204B-961B-F90B149E9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137">
              <a:extLst>
                <a:ext uri="{FF2B5EF4-FFF2-40B4-BE49-F238E27FC236}">
                  <a16:creationId xmlns:a16="http://schemas.microsoft.com/office/drawing/2014/main" id="{D2F29AB1-B532-8045-B9AC-48A007486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138">
              <a:extLst>
                <a:ext uri="{FF2B5EF4-FFF2-40B4-BE49-F238E27FC236}">
                  <a16:creationId xmlns:a16="http://schemas.microsoft.com/office/drawing/2014/main" id="{B1C54140-455C-D64D-B1D5-1B55442F3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139">
              <a:extLst>
                <a:ext uri="{FF2B5EF4-FFF2-40B4-BE49-F238E27FC236}">
                  <a16:creationId xmlns:a16="http://schemas.microsoft.com/office/drawing/2014/main" id="{7F29E169-53BF-E345-810C-7A533481E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140">
              <a:extLst>
                <a:ext uri="{FF2B5EF4-FFF2-40B4-BE49-F238E27FC236}">
                  <a16:creationId xmlns:a16="http://schemas.microsoft.com/office/drawing/2014/main" id="{D4B32178-0717-7648-BD67-835DE70CA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141">
              <a:extLst>
                <a:ext uri="{FF2B5EF4-FFF2-40B4-BE49-F238E27FC236}">
                  <a16:creationId xmlns:a16="http://schemas.microsoft.com/office/drawing/2014/main" id="{D3A12F08-14E6-0446-AB66-F148C541D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142">
              <a:extLst>
                <a:ext uri="{FF2B5EF4-FFF2-40B4-BE49-F238E27FC236}">
                  <a16:creationId xmlns:a16="http://schemas.microsoft.com/office/drawing/2014/main" id="{2BADA4E1-F29E-3D4E-9850-A998EC868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143">
              <a:extLst>
                <a:ext uri="{FF2B5EF4-FFF2-40B4-BE49-F238E27FC236}">
                  <a16:creationId xmlns:a16="http://schemas.microsoft.com/office/drawing/2014/main" id="{770F1758-A69C-9043-9FAA-91340EB6A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144">
              <a:extLst>
                <a:ext uri="{FF2B5EF4-FFF2-40B4-BE49-F238E27FC236}">
                  <a16:creationId xmlns:a16="http://schemas.microsoft.com/office/drawing/2014/main" id="{5D21A0F2-8843-0246-B6BD-963570DFC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145">
              <a:extLst>
                <a:ext uri="{FF2B5EF4-FFF2-40B4-BE49-F238E27FC236}">
                  <a16:creationId xmlns:a16="http://schemas.microsoft.com/office/drawing/2014/main" id="{E8F473AF-0745-9446-8D9B-F8DD73177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146">
              <a:extLst>
                <a:ext uri="{FF2B5EF4-FFF2-40B4-BE49-F238E27FC236}">
                  <a16:creationId xmlns:a16="http://schemas.microsoft.com/office/drawing/2014/main" id="{790208A3-CAC5-6046-905B-10D1B7F24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147">
              <a:extLst>
                <a:ext uri="{FF2B5EF4-FFF2-40B4-BE49-F238E27FC236}">
                  <a16:creationId xmlns:a16="http://schemas.microsoft.com/office/drawing/2014/main" id="{A6A6062E-BFC3-E545-B9BF-2E03CE530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148">
              <a:extLst>
                <a:ext uri="{FF2B5EF4-FFF2-40B4-BE49-F238E27FC236}">
                  <a16:creationId xmlns:a16="http://schemas.microsoft.com/office/drawing/2014/main" id="{85851CCC-E6E0-7F4D-B5C3-031DA8390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149">
              <a:extLst>
                <a:ext uri="{FF2B5EF4-FFF2-40B4-BE49-F238E27FC236}">
                  <a16:creationId xmlns:a16="http://schemas.microsoft.com/office/drawing/2014/main" id="{8269F36C-8850-1741-997A-C5A078FB6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150">
              <a:extLst>
                <a:ext uri="{FF2B5EF4-FFF2-40B4-BE49-F238E27FC236}">
                  <a16:creationId xmlns:a16="http://schemas.microsoft.com/office/drawing/2014/main" id="{AB53BB13-229E-B44F-B8CD-C433BC812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151">
              <a:extLst>
                <a:ext uri="{FF2B5EF4-FFF2-40B4-BE49-F238E27FC236}">
                  <a16:creationId xmlns:a16="http://schemas.microsoft.com/office/drawing/2014/main" id="{CC6B21FA-2DCE-3E4F-8785-D3A881A66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152">
              <a:extLst>
                <a:ext uri="{FF2B5EF4-FFF2-40B4-BE49-F238E27FC236}">
                  <a16:creationId xmlns:a16="http://schemas.microsoft.com/office/drawing/2014/main" id="{0A1295F2-588C-4B44-93DB-088944600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153">
              <a:extLst>
                <a:ext uri="{FF2B5EF4-FFF2-40B4-BE49-F238E27FC236}">
                  <a16:creationId xmlns:a16="http://schemas.microsoft.com/office/drawing/2014/main" id="{BF641662-3A45-274E-8911-D324AAF7B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154">
              <a:extLst>
                <a:ext uri="{FF2B5EF4-FFF2-40B4-BE49-F238E27FC236}">
                  <a16:creationId xmlns:a16="http://schemas.microsoft.com/office/drawing/2014/main" id="{1FACBBBC-FDC4-874A-8EA1-88B2DA488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155">
              <a:extLst>
                <a:ext uri="{FF2B5EF4-FFF2-40B4-BE49-F238E27FC236}">
                  <a16:creationId xmlns:a16="http://schemas.microsoft.com/office/drawing/2014/main" id="{9DA14707-0E53-2844-AFE8-7EEA0477C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156">
              <a:extLst>
                <a:ext uri="{FF2B5EF4-FFF2-40B4-BE49-F238E27FC236}">
                  <a16:creationId xmlns:a16="http://schemas.microsoft.com/office/drawing/2014/main" id="{AA827BBA-97A0-F446-8062-323641347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157">
              <a:extLst>
                <a:ext uri="{FF2B5EF4-FFF2-40B4-BE49-F238E27FC236}">
                  <a16:creationId xmlns:a16="http://schemas.microsoft.com/office/drawing/2014/main" id="{A7BE6D88-B7B2-4E48-8884-4F6C46EF7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158">
              <a:extLst>
                <a:ext uri="{FF2B5EF4-FFF2-40B4-BE49-F238E27FC236}">
                  <a16:creationId xmlns:a16="http://schemas.microsoft.com/office/drawing/2014/main" id="{317FB221-E3E3-C64B-A026-DF053C963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159">
              <a:extLst>
                <a:ext uri="{FF2B5EF4-FFF2-40B4-BE49-F238E27FC236}">
                  <a16:creationId xmlns:a16="http://schemas.microsoft.com/office/drawing/2014/main" id="{47F048A2-5135-A942-B19A-49B5C08D4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160">
              <a:extLst>
                <a:ext uri="{FF2B5EF4-FFF2-40B4-BE49-F238E27FC236}">
                  <a16:creationId xmlns:a16="http://schemas.microsoft.com/office/drawing/2014/main" id="{F6A22F35-3DE0-8A4A-BA3B-507559548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161">
              <a:extLst>
                <a:ext uri="{FF2B5EF4-FFF2-40B4-BE49-F238E27FC236}">
                  <a16:creationId xmlns:a16="http://schemas.microsoft.com/office/drawing/2014/main" id="{31BEDFF5-446D-8540-80E3-DB4DEE298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162">
              <a:extLst>
                <a:ext uri="{FF2B5EF4-FFF2-40B4-BE49-F238E27FC236}">
                  <a16:creationId xmlns:a16="http://schemas.microsoft.com/office/drawing/2014/main" id="{23F33EB7-5D6B-8348-94F2-291449FDF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163">
              <a:extLst>
                <a:ext uri="{FF2B5EF4-FFF2-40B4-BE49-F238E27FC236}">
                  <a16:creationId xmlns:a16="http://schemas.microsoft.com/office/drawing/2014/main" id="{8FCD295B-66EF-8545-A5E5-D90208B6D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235">
              <a:extLst>
                <a:ext uri="{FF2B5EF4-FFF2-40B4-BE49-F238E27FC236}">
                  <a16:creationId xmlns:a16="http://schemas.microsoft.com/office/drawing/2014/main" id="{545ADD08-B583-8C41-8099-4965A5407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242">
              <a:extLst>
                <a:ext uri="{FF2B5EF4-FFF2-40B4-BE49-F238E27FC236}">
                  <a16:creationId xmlns:a16="http://schemas.microsoft.com/office/drawing/2014/main" id="{966FC520-8731-AF43-B709-D9E6D6572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249">
              <a:extLst>
                <a:ext uri="{FF2B5EF4-FFF2-40B4-BE49-F238E27FC236}">
                  <a16:creationId xmlns:a16="http://schemas.microsoft.com/office/drawing/2014/main" id="{DB7F297F-C09C-DA47-A713-8B3515ED2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256">
              <a:extLst>
                <a:ext uri="{FF2B5EF4-FFF2-40B4-BE49-F238E27FC236}">
                  <a16:creationId xmlns:a16="http://schemas.microsoft.com/office/drawing/2014/main" id="{773BFDC0-DC55-EC42-883E-DE8E11DBF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263">
              <a:extLst>
                <a:ext uri="{FF2B5EF4-FFF2-40B4-BE49-F238E27FC236}">
                  <a16:creationId xmlns:a16="http://schemas.microsoft.com/office/drawing/2014/main" id="{9BF6BA77-6FAB-4847-A703-D524F8806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270">
              <a:extLst>
                <a:ext uri="{FF2B5EF4-FFF2-40B4-BE49-F238E27FC236}">
                  <a16:creationId xmlns:a16="http://schemas.microsoft.com/office/drawing/2014/main" id="{C3F42E7C-DB1C-F042-96B6-88837A12B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277">
              <a:extLst>
                <a:ext uri="{FF2B5EF4-FFF2-40B4-BE49-F238E27FC236}">
                  <a16:creationId xmlns:a16="http://schemas.microsoft.com/office/drawing/2014/main" id="{558FFCE9-1FA4-2742-BFCF-FA4544CCB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284">
              <a:extLst>
                <a:ext uri="{FF2B5EF4-FFF2-40B4-BE49-F238E27FC236}">
                  <a16:creationId xmlns:a16="http://schemas.microsoft.com/office/drawing/2014/main" id="{247C1342-648D-7B41-A003-704AEAD3B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291">
              <a:extLst>
                <a:ext uri="{FF2B5EF4-FFF2-40B4-BE49-F238E27FC236}">
                  <a16:creationId xmlns:a16="http://schemas.microsoft.com/office/drawing/2014/main" id="{E7FCB585-8C55-284E-80C8-5DAA3B68E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298">
              <a:extLst>
                <a:ext uri="{FF2B5EF4-FFF2-40B4-BE49-F238E27FC236}">
                  <a16:creationId xmlns:a16="http://schemas.microsoft.com/office/drawing/2014/main" id="{7AEF3EFE-6A86-3A4C-92F2-10125E32C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305">
              <a:extLst>
                <a:ext uri="{FF2B5EF4-FFF2-40B4-BE49-F238E27FC236}">
                  <a16:creationId xmlns:a16="http://schemas.microsoft.com/office/drawing/2014/main" id="{D5C3C96D-B01B-414A-A91D-C3EE94101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312">
              <a:extLst>
                <a:ext uri="{FF2B5EF4-FFF2-40B4-BE49-F238E27FC236}">
                  <a16:creationId xmlns:a16="http://schemas.microsoft.com/office/drawing/2014/main" id="{4A964AA6-C85C-EF47-9D64-CFEAEA938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0" name="Freeform 579">
            <a:extLst>
              <a:ext uri="{FF2B5EF4-FFF2-40B4-BE49-F238E27FC236}">
                <a16:creationId xmlns:a16="http://schemas.microsoft.com/office/drawing/2014/main" id="{55CB3586-B147-6F49-95CC-4C4AAD8E530B}"/>
              </a:ext>
            </a:extLst>
          </p:cNvPr>
          <p:cNvSpPr>
            <a:spLocks/>
          </p:cNvSpPr>
          <p:nvPr/>
        </p:nvSpPr>
        <p:spPr bwMode="auto">
          <a:xfrm flipH="1">
            <a:off x="-1" y="3716486"/>
            <a:ext cx="4458967" cy="3141514"/>
          </a:xfrm>
          <a:custGeom>
            <a:avLst/>
            <a:gdLst>
              <a:gd name="T0" fmla="*/ 3290 w 3332"/>
              <a:gd name="T1" fmla="*/ 2991 h 2992"/>
              <a:gd name="T2" fmla="*/ 3316 w 3332"/>
              <a:gd name="T3" fmla="*/ 2976 h 2992"/>
              <a:gd name="T4" fmla="*/ 3331 w 3332"/>
              <a:gd name="T5" fmla="*/ 2950 h 2992"/>
              <a:gd name="T6" fmla="*/ 3332 w 3332"/>
              <a:gd name="T7" fmla="*/ 0 h 2992"/>
              <a:gd name="T8" fmla="*/ 3313 w 3332"/>
              <a:gd name="T9" fmla="*/ 97 h 2992"/>
              <a:gd name="T10" fmla="*/ 3288 w 3332"/>
              <a:gd name="T11" fmla="*/ 183 h 2992"/>
              <a:gd name="T12" fmla="*/ 3259 w 3332"/>
              <a:gd name="T13" fmla="*/ 258 h 2992"/>
              <a:gd name="T14" fmla="*/ 3226 w 3332"/>
              <a:gd name="T15" fmla="*/ 323 h 2992"/>
              <a:gd name="T16" fmla="*/ 3188 w 3332"/>
              <a:gd name="T17" fmla="*/ 379 h 2992"/>
              <a:gd name="T18" fmla="*/ 3148 w 3332"/>
              <a:gd name="T19" fmla="*/ 427 h 2992"/>
              <a:gd name="T20" fmla="*/ 3103 w 3332"/>
              <a:gd name="T21" fmla="*/ 468 h 2992"/>
              <a:gd name="T22" fmla="*/ 3056 w 3332"/>
              <a:gd name="T23" fmla="*/ 504 h 2992"/>
              <a:gd name="T24" fmla="*/ 2953 w 3332"/>
              <a:gd name="T25" fmla="*/ 556 h 2992"/>
              <a:gd name="T26" fmla="*/ 2843 w 3332"/>
              <a:gd name="T27" fmla="*/ 591 h 2992"/>
              <a:gd name="T28" fmla="*/ 2686 w 3332"/>
              <a:gd name="T29" fmla="*/ 623 h 2992"/>
              <a:gd name="T30" fmla="*/ 2485 w 3332"/>
              <a:gd name="T31" fmla="*/ 661 h 2992"/>
              <a:gd name="T32" fmla="*/ 2367 w 3332"/>
              <a:gd name="T33" fmla="*/ 693 h 2992"/>
              <a:gd name="T34" fmla="*/ 2290 w 3332"/>
              <a:gd name="T35" fmla="*/ 722 h 2992"/>
              <a:gd name="T36" fmla="*/ 2182 w 3332"/>
              <a:gd name="T37" fmla="*/ 776 h 2992"/>
              <a:gd name="T38" fmla="*/ 2081 w 3332"/>
              <a:gd name="T39" fmla="*/ 836 h 2992"/>
              <a:gd name="T40" fmla="*/ 1990 w 3332"/>
              <a:gd name="T41" fmla="*/ 907 h 2992"/>
              <a:gd name="T42" fmla="*/ 1904 w 3332"/>
              <a:gd name="T43" fmla="*/ 988 h 2992"/>
              <a:gd name="T44" fmla="*/ 1821 w 3332"/>
              <a:gd name="T45" fmla="*/ 1083 h 2992"/>
              <a:gd name="T46" fmla="*/ 1743 w 3332"/>
              <a:gd name="T47" fmla="*/ 1192 h 2992"/>
              <a:gd name="T48" fmla="*/ 1667 w 3332"/>
              <a:gd name="T49" fmla="*/ 1316 h 2992"/>
              <a:gd name="T50" fmla="*/ 1589 w 3332"/>
              <a:gd name="T51" fmla="*/ 1459 h 2992"/>
              <a:gd name="T52" fmla="*/ 1483 w 3332"/>
              <a:gd name="T53" fmla="*/ 1679 h 2992"/>
              <a:gd name="T54" fmla="*/ 1370 w 3332"/>
              <a:gd name="T55" fmla="*/ 1936 h 2992"/>
              <a:gd name="T56" fmla="*/ 1327 w 3332"/>
              <a:gd name="T57" fmla="*/ 2024 h 2992"/>
              <a:gd name="T58" fmla="*/ 1293 w 3332"/>
              <a:gd name="T59" fmla="*/ 2076 h 2992"/>
              <a:gd name="T60" fmla="*/ 1258 w 3332"/>
              <a:gd name="T61" fmla="*/ 2119 h 2992"/>
              <a:gd name="T62" fmla="*/ 1220 w 3332"/>
              <a:gd name="T63" fmla="*/ 2154 h 2992"/>
              <a:gd name="T64" fmla="*/ 1183 w 3332"/>
              <a:gd name="T65" fmla="*/ 2181 h 2992"/>
              <a:gd name="T66" fmla="*/ 1130 w 3332"/>
              <a:gd name="T67" fmla="*/ 2205 h 2992"/>
              <a:gd name="T68" fmla="*/ 1046 w 3332"/>
              <a:gd name="T69" fmla="*/ 2224 h 2992"/>
              <a:gd name="T70" fmla="*/ 959 w 3332"/>
              <a:gd name="T71" fmla="*/ 2225 h 2992"/>
              <a:gd name="T72" fmla="*/ 839 w 3332"/>
              <a:gd name="T73" fmla="*/ 2213 h 2992"/>
              <a:gd name="T74" fmla="*/ 716 w 3332"/>
              <a:gd name="T75" fmla="*/ 2201 h 2992"/>
              <a:gd name="T76" fmla="*/ 624 w 3332"/>
              <a:gd name="T77" fmla="*/ 2201 h 2992"/>
              <a:gd name="T78" fmla="*/ 531 w 3332"/>
              <a:gd name="T79" fmla="*/ 2218 h 2992"/>
              <a:gd name="T80" fmla="*/ 471 w 3332"/>
              <a:gd name="T81" fmla="*/ 2240 h 2992"/>
              <a:gd name="T82" fmla="*/ 373 w 3332"/>
              <a:gd name="T83" fmla="*/ 2294 h 2992"/>
              <a:gd name="T84" fmla="*/ 289 w 3332"/>
              <a:gd name="T85" fmla="*/ 2355 h 2992"/>
              <a:gd name="T86" fmla="*/ 218 w 3332"/>
              <a:gd name="T87" fmla="*/ 2421 h 2992"/>
              <a:gd name="T88" fmla="*/ 160 w 3332"/>
              <a:gd name="T89" fmla="*/ 2491 h 2992"/>
              <a:gd name="T90" fmla="*/ 111 w 3332"/>
              <a:gd name="T91" fmla="*/ 2566 h 2992"/>
              <a:gd name="T92" fmla="*/ 74 w 3332"/>
              <a:gd name="T93" fmla="*/ 2643 h 2992"/>
              <a:gd name="T94" fmla="*/ 46 w 3332"/>
              <a:gd name="T95" fmla="*/ 2720 h 2992"/>
              <a:gd name="T96" fmla="*/ 24 w 3332"/>
              <a:gd name="T97" fmla="*/ 2797 h 2992"/>
              <a:gd name="T98" fmla="*/ 4 w 3332"/>
              <a:gd name="T99" fmla="*/ 2945 h 29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332" h="2992">
                <a:moveTo>
                  <a:pt x="3279" y="2992"/>
                </a:moveTo>
                <a:lnTo>
                  <a:pt x="3279" y="2992"/>
                </a:lnTo>
                <a:lnTo>
                  <a:pt x="3290" y="2991"/>
                </a:lnTo>
                <a:lnTo>
                  <a:pt x="3299" y="2987"/>
                </a:lnTo>
                <a:lnTo>
                  <a:pt x="3309" y="2982"/>
                </a:lnTo>
                <a:lnTo>
                  <a:pt x="3316" y="2976"/>
                </a:lnTo>
                <a:lnTo>
                  <a:pt x="3324" y="2969"/>
                </a:lnTo>
                <a:lnTo>
                  <a:pt x="3328" y="2959"/>
                </a:lnTo>
                <a:lnTo>
                  <a:pt x="3331" y="2950"/>
                </a:lnTo>
                <a:lnTo>
                  <a:pt x="3332" y="2939"/>
                </a:lnTo>
                <a:lnTo>
                  <a:pt x="3332" y="0"/>
                </a:lnTo>
                <a:lnTo>
                  <a:pt x="3332" y="0"/>
                </a:lnTo>
                <a:lnTo>
                  <a:pt x="3326" y="34"/>
                </a:lnTo>
                <a:lnTo>
                  <a:pt x="3320" y="66"/>
                </a:lnTo>
                <a:lnTo>
                  <a:pt x="3313" y="97"/>
                </a:lnTo>
                <a:lnTo>
                  <a:pt x="3305" y="126"/>
                </a:lnTo>
                <a:lnTo>
                  <a:pt x="3297" y="155"/>
                </a:lnTo>
                <a:lnTo>
                  <a:pt x="3288" y="183"/>
                </a:lnTo>
                <a:lnTo>
                  <a:pt x="3279" y="208"/>
                </a:lnTo>
                <a:lnTo>
                  <a:pt x="3269" y="234"/>
                </a:lnTo>
                <a:lnTo>
                  <a:pt x="3259" y="258"/>
                </a:lnTo>
                <a:lnTo>
                  <a:pt x="3249" y="281"/>
                </a:lnTo>
                <a:lnTo>
                  <a:pt x="3238" y="303"/>
                </a:lnTo>
                <a:lnTo>
                  <a:pt x="3226" y="323"/>
                </a:lnTo>
                <a:lnTo>
                  <a:pt x="3213" y="343"/>
                </a:lnTo>
                <a:lnTo>
                  <a:pt x="3201" y="362"/>
                </a:lnTo>
                <a:lnTo>
                  <a:pt x="3188" y="379"/>
                </a:lnTo>
                <a:lnTo>
                  <a:pt x="3176" y="396"/>
                </a:lnTo>
                <a:lnTo>
                  <a:pt x="3161" y="413"/>
                </a:lnTo>
                <a:lnTo>
                  <a:pt x="3148" y="427"/>
                </a:lnTo>
                <a:lnTo>
                  <a:pt x="3134" y="442"/>
                </a:lnTo>
                <a:lnTo>
                  <a:pt x="3118" y="456"/>
                </a:lnTo>
                <a:lnTo>
                  <a:pt x="3103" y="468"/>
                </a:lnTo>
                <a:lnTo>
                  <a:pt x="3088" y="481"/>
                </a:lnTo>
                <a:lnTo>
                  <a:pt x="3072" y="493"/>
                </a:lnTo>
                <a:lnTo>
                  <a:pt x="3056" y="504"/>
                </a:lnTo>
                <a:lnTo>
                  <a:pt x="3024" y="523"/>
                </a:lnTo>
                <a:lnTo>
                  <a:pt x="2989" y="540"/>
                </a:lnTo>
                <a:lnTo>
                  <a:pt x="2953" y="556"/>
                </a:lnTo>
                <a:lnTo>
                  <a:pt x="2917" y="569"/>
                </a:lnTo>
                <a:lnTo>
                  <a:pt x="2881" y="581"/>
                </a:lnTo>
                <a:lnTo>
                  <a:pt x="2843" y="591"/>
                </a:lnTo>
                <a:lnTo>
                  <a:pt x="2805" y="600"/>
                </a:lnTo>
                <a:lnTo>
                  <a:pt x="2766" y="609"/>
                </a:lnTo>
                <a:lnTo>
                  <a:pt x="2686" y="623"/>
                </a:lnTo>
                <a:lnTo>
                  <a:pt x="2606" y="638"/>
                </a:lnTo>
                <a:lnTo>
                  <a:pt x="2525" y="652"/>
                </a:lnTo>
                <a:lnTo>
                  <a:pt x="2485" y="661"/>
                </a:lnTo>
                <a:lnTo>
                  <a:pt x="2446" y="670"/>
                </a:lnTo>
                <a:lnTo>
                  <a:pt x="2406" y="681"/>
                </a:lnTo>
                <a:lnTo>
                  <a:pt x="2367" y="693"/>
                </a:lnTo>
                <a:lnTo>
                  <a:pt x="2328" y="707"/>
                </a:lnTo>
                <a:lnTo>
                  <a:pt x="2290" y="722"/>
                </a:lnTo>
                <a:lnTo>
                  <a:pt x="2290" y="722"/>
                </a:lnTo>
                <a:lnTo>
                  <a:pt x="2253" y="739"/>
                </a:lnTo>
                <a:lnTo>
                  <a:pt x="2217" y="756"/>
                </a:lnTo>
                <a:lnTo>
                  <a:pt x="2182" y="776"/>
                </a:lnTo>
                <a:lnTo>
                  <a:pt x="2147" y="795"/>
                </a:lnTo>
                <a:lnTo>
                  <a:pt x="2114" y="815"/>
                </a:lnTo>
                <a:lnTo>
                  <a:pt x="2081" y="836"/>
                </a:lnTo>
                <a:lnTo>
                  <a:pt x="2050" y="859"/>
                </a:lnTo>
                <a:lnTo>
                  <a:pt x="2020" y="882"/>
                </a:lnTo>
                <a:lnTo>
                  <a:pt x="1990" y="907"/>
                </a:lnTo>
                <a:lnTo>
                  <a:pt x="1961" y="933"/>
                </a:lnTo>
                <a:lnTo>
                  <a:pt x="1932" y="961"/>
                </a:lnTo>
                <a:lnTo>
                  <a:pt x="1904" y="988"/>
                </a:lnTo>
                <a:lnTo>
                  <a:pt x="1876" y="1019"/>
                </a:lnTo>
                <a:lnTo>
                  <a:pt x="1849" y="1050"/>
                </a:lnTo>
                <a:lnTo>
                  <a:pt x="1821" y="1083"/>
                </a:lnTo>
                <a:lnTo>
                  <a:pt x="1796" y="1118"/>
                </a:lnTo>
                <a:lnTo>
                  <a:pt x="1769" y="1154"/>
                </a:lnTo>
                <a:lnTo>
                  <a:pt x="1743" y="1192"/>
                </a:lnTo>
                <a:lnTo>
                  <a:pt x="1717" y="1231"/>
                </a:lnTo>
                <a:lnTo>
                  <a:pt x="1692" y="1273"/>
                </a:lnTo>
                <a:lnTo>
                  <a:pt x="1667" y="1316"/>
                </a:lnTo>
                <a:lnTo>
                  <a:pt x="1640" y="1362"/>
                </a:lnTo>
                <a:lnTo>
                  <a:pt x="1615" y="1409"/>
                </a:lnTo>
                <a:lnTo>
                  <a:pt x="1589" y="1459"/>
                </a:lnTo>
                <a:lnTo>
                  <a:pt x="1563" y="1511"/>
                </a:lnTo>
                <a:lnTo>
                  <a:pt x="1536" y="1564"/>
                </a:lnTo>
                <a:lnTo>
                  <a:pt x="1483" y="1679"/>
                </a:lnTo>
                <a:lnTo>
                  <a:pt x="1427" y="1802"/>
                </a:lnTo>
                <a:lnTo>
                  <a:pt x="1370" y="1936"/>
                </a:lnTo>
                <a:lnTo>
                  <a:pt x="1370" y="1936"/>
                </a:lnTo>
                <a:lnTo>
                  <a:pt x="1349" y="1982"/>
                </a:lnTo>
                <a:lnTo>
                  <a:pt x="1338" y="2003"/>
                </a:lnTo>
                <a:lnTo>
                  <a:pt x="1327" y="2024"/>
                </a:lnTo>
                <a:lnTo>
                  <a:pt x="1316" y="2042"/>
                </a:lnTo>
                <a:lnTo>
                  <a:pt x="1305" y="2060"/>
                </a:lnTo>
                <a:lnTo>
                  <a:pt x="1293" y="2076"/>
                </a:lnTo>
                <a:lnTo>
                  <a:pt x="1282" y="2091"/>
                </a:lnTo>
                <a:lnTo>
                  <a:pt x="1270" y="2106"/>
                </a:lnTo>
                <a:lnTo>
                  <a:pt x="1258" y="2119"/>
                </a:lnTo>
                <a:lnTo>
                  <a:pt x="1246" y="2132"/>
                </a:lnTo>
                <a:lnTo>
                  <a:pt x="1234" y="2143"/>
                </a:lnTo>
                <a:lnTo>
                  <a:pt x="1220" y="2154"/>
                </a:lnTo>
                <a:lnTo>
                  <a:pt x="1208" y="2164"/>
                </a:lnTo>
                <a:lnTo>
                  <a:pt x="1195" y="2172"/>
                </a:lnTo>
                <a:lnTo>
                  <a:pt x="1183" y="2181"/>
                </a:lnTo>
                <a:lnTo>
                  <a:pt x="1170" y="2188"/>
                </a:lnTo>
                <a:lnTo>
                  <a:pt x="1156" y="2194"/>
                </a:lnTo>
                <a:lnTo>
                  <a:pt x="1130" y="2205"/>
                </a:lnTo>
                <a:lnTo>
                  <a:pt x="1102" y="2213"/>
                </a:lnTo>
                <a:lnTo>
                  <a:pt x="1074" y="2219"/>
                </a:lnTo>
                <a:lnTo>
                  <a:pt x="1046" y="2224"/>
                </a:lnTo>
                <a:lnTo>
                  <a:pt x="1017" y="2225"/>
                </a:lnTo>
                <a:lnTo>
                  <a:pt x="988" y="2227"/>
                </a:lnTo>
                <a:lnTo>
                  <a:pt x="959" y="2225"/>
                </a:lnTo>
                <a:lnTo>
                  <a:pt x="930" y="2223"/>
                </a:lnTo>
                <a:lnTo>
                  <a:pt x="900" y="2221"/>
                </a:lnTo>
                <a:lnTo>
                  <a:pt x="839" y="2213"/>
                </a:lnTo>
                <a:lnTo>
                  <a:pt x="778" y="2207"/>
                </a:lnTo>
                <a:lnTo>
                  <a:pt x="748" y="2204"/>
                </a:lnTo>
                <a:lnTo>
                  <a:pt x="716" y="2201"/>
                </a:lnTo>
                <a:lnTo>
                  <a:pt x="686" y="2200"/>
                </a:lnTo>
                <a:lnTo>
                  <a:pt x="654" y="2200"/>
                </a:lnTo>
                <a:lnTo>
                  <a:pt x="624" y="2201"/>
                </a:lnTo>
                <a:lnTo>
                  <a:pt x="593" y="2205"/>
                </a:lnTo>
                <a:lnTo>
                  <a:pt x="563" y="2210"/>
                </a:lnTo>
                <a:lnTo>
                  <a:pt x="531" y="2218"/>
                </a:lnTo>
                <a:lnTo>
                  <a:pt x="501" y="2228"/>
                </a:lnTo>
                <a:lnTo>
                  <a:pt x="471" y="2240"/>
                </a:lnTo>
                <a:lnTo>
                  <a:pt x="471" y="2240"/>
                </a:lnTo>
                <a:lnTo>
                  <a:pt x="437" y="2257"/>
                </a:lnTo>
                <a:lnTo>
                  <a:pt x="404" y="2275"/>
                </a:lnTo>
                <a:lnTo>
                  <a:pt x="373" y="2294"/>
                </a:lnTo>
                <a:lnTo>
                  <a:pt x="344" y="2314"/>
                </a:lnTo>
                <a:lnTo>
                  <a:pt x="316" y="2333"/>
                </a:lnTo>
                <a:lnTo>
                  <a:pt x="289" y="2355"/>
                </a:lnTo>
                <a:lnTo>
                  <a:pt x="264" y="2377"/>
                </a:lnTo>
                <a:lnTo>
                  <a:pt x="241" y="2398"/>
                </a:lnTo>
                <a:lnTo>
                  <a:pt x="218" y="2421"/>
                </a:lnTo>
                <a:lnTo>
                  <a:pt x="197" y="2444"/>
                </a:lnTo>
                <a:lnTo>
                  <a:pt x="178" y="2467"/>
                </a:lnTo>
                <a:lnTo>
                  <a:pt x="160" y="2491"/>
                </a:lnTo>
                <a:lnTo>
                  <a:pt x="143" y="2517"/>
                </a:lnTo>
                <a:lnTo>
                  <a:pt x="126" y="2541"/>
                </a:lnTo>
                <a:lnTo>
                  <a:pt x="111" y="2566"/>
                </a:lnTo>
                <a:lnTo>
                  <a:pt x="98" y="2592"/>
                </a:lnTo>
                <a:lnTo>
                  <a:pt x="86" y="2617"/>
                </a:lnTo>
                <a:lnTo>
                  <a:pt x="74" y="2643"/>
                </a:lnTo>
                <a:lnTo>
                  <a:pt x="64" y="2668"/>
                </a:lnTo>
                <a:lnTo>
                  <a:pt x="55" y="2695"/>
                </a:lnTo>
                <a:lnTo>
                  <a:pt x="46" y="2720"/>
                </a:lnTo>
                <a:lnTo>
                  <a:pt x="38" y="2745"/>
                </a:lnTo>
                <a:lnTo>
                  <a:pt x="32" y="2772"/>
                </a:lnTo>
                <a:lnTo>
                  <a:pt x="24" y="2797"/>
                </a:lnTo>
                <a:lnTo>
                  <a:pt x="15" y="2848"/>
                </a:lnTo>
                <a:lnTo>
                  <a:pt x="7" y="2898"/>
                </a:lnTo>
                <a:lnTo>
                  <a:pt x="4" y="2945"/>
                </a:lnTo>
                <a:lnTo>
                  <a:pt x="0" y="2992"/>
                </a:lnTo>
                <a:lnTo>
                  <a:pt x="3279" y="29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E206C141-B8AF-B245-83BD-E3A3B2C21157}"/>
              </a:ext>
            </a:extLst>
          </p:cNvPr>
          <p:cNvGrpSpPr/>
          <p:nvPr/>
        </p:nvGrpSpPr>
        <p:grpSpPr>
          <a:xfrm rot="21090958">
            <a:off x="1490075" y="4386730"/>
            <a:ext cx="4080149" cy="2526143"/>
            <a:chOff x="3363913" y="4510088"/>
            <a:chExt cx="912813" cy="565150"/>
          </a:xfrm>
        </p:grpSpPr>
        <p:sp>
          <p:nvSpPr>
            <p:cNvPr id="152" name="Freeform 581">
              <a:extLst>
                <a:ext uri="{FF2B5EF4-FFF2-40B4-BE49-F238E27FC236}">
                  <a16:creationId xmlns:a16="http://schemas.microsoft.com/office/drawing/2014/main" id="{0FC708EB-A9BE-EB46-A991-FBB15673C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913" y="4510088"/>
              <a:ext cx="520700" cy="382588"/>
            </a:xfrm>
            <a:custGeom>
              <a:avLst/>
              <a:gdLst>
                <a:gd name="T0" fmla="*/ 627 w 656"/>
                <a:gd name="T1" fmla="*/ 161 h 483"/>
                <a:gd name="T2" fmla="*/ 566 w 656"/>
                <a:gd name="T3" fmla="*/ 138 h 483"/>
                <a:gd name="T4" fmla="*/ 528 w 656"/>
                <a:gd name="T5" fmla="*/ 224 h 483"/>
                <a:gd name="T6" fmla="*/ 497 w 656"/>
                <a:gd name="T7" fmla="*/ 242 h 483"/>
                <a:gd name="T8" fmla="*/ 486 w 656"/>
                <a:gd name="T9" fmla="*/ 215 h 483"/>
                <a:gd name="T10" fmla="*/ 530 w 656"/>
                <a:gd name="T11" fmla="*/ 114 h 483"/>
                <a:gd name="T12" fmla="*/ 497 w 656"/>
                <a:gd name="T13" fmla="*/ 38 h 483"/>
                <a:gd name="T14" fmla="*/ 429 w 656"/>
                <a:gd name="T15" fmla="*/ 6 h 483"/>
                <a:gd name="T16" fmla="*/ 406 w 656"/>
                <a:gd name="T17" fmla="*/ 14 h 483"/>
                <a:gd name="T18" fmla="*/ 431 w 656"/>
                <a:gd name="T19" fmla="*/ 78 h 483"/>
                <a:gd name="T20" fmla="*/ 406 w 656"/>
                <a:gd name="T21" fmla="*/ 90 h 483"/>
                <a:gd name="T22" fmla="*/ 383 w 656"/>
                <a:gd name="T23" fmla="*/ 53 h 483"/>
                <a:gd name="T24" fmla="*/ 310 w 656"/>
                <a:gd name="T25" fmla="*/ 9 h 483"/>
                <a:gd name="T26" fmla="*/ 244 w 656"/>
                <a:gd name="T27" fmla="*/ 20 h 483"/>
                <a:gd name="T28" fmla="*/ 303 w 656"/>
                <a:gd name="T29" fmla="*/ 81 h 483"/>
                <a:gd name="T30" fmla="*/ 281 w 656"/>
                <a:gd name="T31" fmla="*/ 95 h 483"/>
                <a:gd name="T32" fmla="*/ 247 w 656"/>
                <a:gd name="T33" fmla="*/ 88 h 483"/>
                <a:gd name="T34" fmla="*/ 215 w 656"/>
                <a:gd name="T35" fmla="*/ 45 h 483"/>
                <a:gd name="T36" fmla="*/ 123 w 656"/>
                <a:gd name="T37" fmla="*/ 23 h 483"/>
                <a:gd name="T38" fmla="*/ 79 w 656"/>
                <a:gd name="T39" fmla="*/ 34 h 483"/>
                <a:gd name="T40" fmla="*/ 14 w 656"/>
                <a:gd name="T41" fmla="*/ 6 h 483"/>
                <a:gd name="T42" fmla="*/ 1 w 656"/>
                <a:gd name="T43" fmla="*/ 14 h 483"/>
                <a:gd name="T44" fmla="*/ 29 w 656"/>
                <a:gd name="T45" fmla="*/ 102 h 483"/>
                <a:gd name="T46" fmla="*/ 67 w 656"/>
                <a:gd name="T47" fmla="*/ 130 h 483"/>
                <a:gd name="T48" fmla="*/ 150 w 656"/>
                <a:gd name="T49" fmla="*/ 143 h 483"/>
                <a:gd name="T50" fmla="*/ 177 w 656"/>
                <a:gd name="T51" fmla="*/ 153 h 483"/>
                <a:gd name="T52" fmla="*/ 157 w 656"/>
                <a:gd name="T53" fmla="*/ 182 h 483"/>
                <a:gd name="T54" fmla="*/ 81 w 656"/>
                <a:gd name="T55" fmla="*/ 184 h 483"/>
                <a:gd name="T56" fmla="*/ 78 w 656"/>
                <a:gd name="T57" fmla="*/ 213 h 483"/>
                <a:gd name="T58" fmla="*/ 123 w 656"/>
                <a:gd name="T59" fmla="*/ 251 h 483"/>
                <a:gd name="T60" fmla="*/ 176 w 656"/>
                <a:gd name="T61" fmla="*/ 253 h 483"/>
                <a:gd name="T62" fmla="*/ 251 w 656"/>
                <a:gd name="T63" fmla="*/ 226 h 483"/>
                <a:gd name="T64" fmla="*/ 286 w 656"/>
                <a:gd name="T65" fmla="*/ 232 h 483"/>
                <a:gd name="T66" fmla="*/ 268 w 656"/>
                <a:gd name="T67" fmla="*/ 261 h 483"/>
                <a:gd name="T68" fmla="*/ 202 w 656"/>
                <a:gd name="T69" fmla="*/ 318 h 483"/>
                <a:gd name="T70" fmla="*/ 137 w 656"/>
                <a:gd name="T71" fmla="*/ 319 h 483"/>
                <a:gd name="T72" fmla="*/ 133 w 656"/>
                <a:gd name="T73" fmla="*/ 334 h 483"/>
                <a:gd name="T74" fmla="*/ 195 w 656"/>
                <a:gd name="T75" fmla="*/ 398 h 483"/>
                <a:gd name="T76" fmla="*/ 252 w 656"/>
                <a:gd name="T77" fmla="*/ 413 h 483"/>
                <a:gd name="T78" fmla="*/ 296 w 656"/>
                <a:gd name="T79" fmla="*/ 388 h 483"/>
                <a:gd name="T80" fmla="*/ 348 w 656"/>
                <a:gd name="T81" fmla="*/ 311 h 483"/>
                <a:gd name="T82" fmla="*/ 385 w 656"/>
                <a:gd name="T83" fmla="*/ 295 h 483"/>
                <a:gd name="T84" fmla="*/ 384 w 656"/>
                <a:gd name="T85" fmla="*/ 327 h 483"/>
                <a:gd name="T86" fmla="*/ 351 w 656"/>
                <a:gd name="T87" fmla="*/ 393 h 483"/>
                <a:gd name="T88" fmla="*/ 285 w 656"/>
                <a:gd name="T89" fmla="*/ 446 h 483"/>
                <a:gd name="T90" fmla="*/ 344 w 656"/>
                <a:gd name="T91" fmla="*/ 473 h 483"/>
                <a:gd name="T92" fmla="*/ 447 w 656"/>
                <a:gd name="T93" fmla="*/ 481 h 483"/>
                <a:gd name="T94" fmla="*/ 512 w 656"/>
                <a:gd name="T95" fmla="*/ 443 h 483"/>
                <a:gd name="T96" fmla="*/ 538 w 656"/>
                <a:gd name="T97" fmla="*/ 388 h 483"/>
                <a:gd name="T98" fmla="*/ 516 w 656"/>
                <a:gd name="T99" fmla="*/ 344 h 483"/>
                <a:gd name="T100" fmla="*/ 509 w 656"/>
                <a:gd name="T101" fmla="*/ 309 h 483"/>
                <a:gd name="T102" fmla="*/ 570 w 656"/>
                <a:gd name="T103" fmla="*/ 304 h 483"/>
                <a:gd name="T104" fmla="*/ 621 w 656"/>
                <a:gd name="T105" fmla="*/ 282 h 483"/>
                <a:gd name="T106" fmla="*/ 653 w 656"/>
                <a:gd name="T107" fmla="*/ 242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56" h="483">
                  <a:moveTo>
                    <a:pt x="651" y="202"/>
                  </a:moveTo>
                  <a:lnTo>
                    <a:pt x="651" y="202"/>
                  </a:lnTo>
                  <a:lnTo>
                    <a:pt x="644" y="189"/>
                  </a:lnTo>
                  <a:lnTo>
                    <a:pt x="636" y="174"/>
                  </a:lnTo>
                  <a:lnTo>
                    <a:pt x="636" y="174"/>
                  </a:lnTo>
                  <a:lnTo>
                    <a:pt x="627" y="161"/>
                  </a:lnTo>
                  <a:lnTo>
                    <a:pt x="618" y="148"/>
                  </a:lnTo>
                  <a:lnTo>
                    <a:pt x="596" y="122"/>
                  </a:lnTo>
                  <a:lnTo>
                    <a:pt x="596" y="122"/>
                  </a:lnTo>
                  <a:lnTo>
                    <a:pt x="575" y="102"/>
                  </a:lnTo>
                  <a:lnTo>
                    <a:pt x="575" y="102"/>
                  </a:lnTo>
                  <a:lnTo>
                    <a:pt x="566" y="138"/>
                  </a:lnTo>
                  <a:lnTo>
                    <a:pt x="556" y="169"/>
                  </a:lnTo>
                  <a:lnTo>
                    <a:pt x="556" y="169"/>
                  </a:lnTo>
                  <a:lnTo>
                    <a:pt x="547" y="191"/>
                  </a:lnTo>
                  <a:lnTo>
                    <a:pt x="541" y="203"/>
                  </a:lnTo>
                  <a:lnTo>
                    <a:pt x="535" y="214"/>
                  </a:lnTo>
                  <a:lnTo>
                    <a:pt x="528" y="224"/>
                  </a:lnTo>
                  <a:lnTo>
                    <a:pt x="521" y="232"/>
                  </a:lnTo>
                  <a:lnTo>
                    <a:pt x="514" y="238"/>
                  </a:lnTo>
                  <a:lnTo>
                    <a:pt x="509" y="241"/>
                  </a:lnTo>
                  <a:lnTo>
                    <a:pt x="505" y="242"/>
                  </a:lnTo>
                  <a:lnTo>
                    <a:pt x="505" y="242"/>
                  </a:lnTo>
                  <a:lnTo>
                    <a:pt x="497" y="242"/>
                  </a:lnTo>
                  <a:lnTo>
                    <a:pt x="491" y="241"/>
                  </a:lnTo>
                  <a:lnTo>
                    <a:pt x="487" y="238"/>
                  </a:lnTo>
                  <a:lnTo>
                    <a:pt x="485" y="234"/>
                  </a:lnTo>
                  <a:lnTo>
                    <a:pt x="483" y="229"/>
                  </a:lnTo>
                  <a:lnTo>
                    <a:pt x="483" y="223"/>
                  </a:lnTo>
                  <a:lnTo>
                    <a:pt x="486" y="215"/>
                  </a:lnTo>
                  <a:lnTo>
                    <a:pt x="489" y="208"/>
                  </a:lnTo>
                  <a:lnTo>
                    <a:pt x="489" y="208"/>
                  </a:lnTo>
                  <a:lnTo>
                    <a:pt x="498" y="191"/>
                  </a:lnTo>
                  <a:lnTo>
                    <a:pt x="506" y="173"/>
                  </a:lnTo>
                  <a:lnTo>
                    <a:pt x="530" y="114"/>
                  </a:lnTo>
                  <a:lnTo>
                    <a:pt x="530" y="114"/>
                  </a:lnTo>
                  <a:lnTo>
                    <a:pt x="534" y="103"/>
                  </a:lnTo>
                  <a:lnTo>
                    <a:pt x="538" y="92"/>
                  </a:lnTo>
                  <a:lnTo>
                    <a:pt x="541" y="72"/>
                  </a:lnTo>
                  <a:lnTo>
                    <a:pt x="541" y="72"/>
                  </a:lnTo>
                  <a:lnTo>
                    <a:pt x="518" y="55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86" y="32"/>
                  </a:lnTo>
                  <a:lnTo>
                    <a:pt x="486" y="32"/>
                  </a:lnTo>
                  <a:lnTo>
                    <a:pt x="453" y="17"/>
                  </a:lnTo>
                  <a:lnTo>
                    <a:pt x="453" y="17"/>
                  </a:lnTo>
                  <a:lnTo>
                    <a:pt x="429" y="6"/>
                  </a:lnTo>
                  <a:lnTo>
                    <a:pt x="429" y="6"/>
                  </a:lnTo>
                  <a:lnTo>
                    <a:pt x="422" y="3"/>
                  </a:lnTo>
                  <a:lnTo>
                    <a:pt x="422" y="3"/>
                  </a:lnTo>
                  <a:lnTo>
                    <a:pt x="402" y="0"/>
                  </a:lnTo>
                  <a:lnTo>
                    <a:pt x="402" y="0"/>
                  </a:lnTo>
                  <a:lnTo>
                    <a:pt x="406" y="14"/>
                  </a:lnTo>
                  <a:lnTo>
                    <a:pt x="414" y="32"/>
                  </a:lnTo>
                  <a:lnTo>
                    <a:pt x="414" y="32"/>
                  </a:lnTo>
                  <a:lnTo>
                    <a:pt x="422" y="47"/>
                  </a:lnTo>
                  <a:lnTo>
                    <a:pt x="426" y="59"/>
                  </a:lnTo>
                  <a:lnTo>
                    <a:pt x="430" y="69"/>
                  </a:lnTo>
                  <a:lnTo>
                    <a:pt x="431" y="78"/>
                  </a:lnTo>
                  <a:lnTo>
                    <a:pt x="430" y="84"/>
                  </a:lnTo>
                  <a:lnTo>
                    <a:pt x="428" y="87"/>
                  </a:lnTo>
                  <a:lnTo>
                    <a:pt x="423" y="90"/>
                  </a:lnTo>
                  <a:lnTo>
                    <a:pt x="418" y="90"/>
                  </a:lnTo>
                  <a:lnTo>
                    <a:pt x="418" y="90"/>
                  </a:lnTo>
                  <a:lnTo>
                    <a:pt x="406" y="90"/>
                  </a:lnTo>
                  <a:lnTo>
                    <a:pt x="401" y="88"/>
                  </a:lnTo>
                  <a:lnTo>
                    <a:pt x="397" y="86"/>
                  </a:lnTo>
                  <a:lnTo>
                    <a:pt x="393" y="82"/>
                  </a:lnTo>
                  <a:lnTo>
                    <a:pt x="389" y="75"/>
                  </a:lnTo>
                  <a:lnTo>
                    <a:pt x="385" y="66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73" y="12"/>
                  </a:lnTo>
                  <a:lnTo>
                    <a:pt x="371" y="3"/>
                  </a:lnTo>
                  <a:lnTo>
                    <a:pt x="371" y="3"/>
                  </a:lnTo>
                  <a:lnTo>
                    <a:pt x="351" y="5"/>
                  </a:lnTo>
                  <a:lnTo>
                    <a:pt x="310" y="9"/>
                  </a:lnTo>
                  <a:lnTo>
                    <a:pt x="310" y="9"/>
                  </a:lnTo>
                  <a:lnTo>
                    <a:pt x="258" y="9"/>
                  </a:lnTo>
                  <a:lnTo>
                    <a:pt x="228" y="9"/>
                  </a:lnTo>
                  <a:lnTo>
                    <a:pt x="228" y="9"/>
                  </a:lnTo>
                  <a:lnTo>
                    <a:pt x="233" y="12"/>
                  </a:lnTo>
                  <a:lnTo>
                    <a:pt x="244" y="20"/>
                  </a:lnTo>
                  <a:lnTo>
                    <a:pt x="261" y="34"/>
                  </a:lnTo>
                  <a:lnTo>
                    <a:pt x="280" y="53"/>
                  </a:lnTo>
                  <a:lnTo>
                    <a:pt x="280" y="53"/>
                  </a:lnTo>
                  <a:lnTo>
                    <a:pt x="297" y="70"/>
                  </a:lnTo>
                  <a:lnTo>
                    <a:pt x="302" y="76"/>
                  </a:lnTo>
                  <a:lnTo>
                    <a:pt x="303" y="81"/>
                  </a:lnTo>
                  <a:lnTo>
                    <a:pt x="303" y="82"/>
                  </a:lnTo>
                  <a:lnTo>
                    <a:pt x="303" y="84"/>
                  </a:lnTo>
                  <a:lnTo>
                    <a:pt x="298" y="87"/>
                  </a:lnTo>
                  <a:lnTo>
                    <a:pt x="292" y="91"/>
                  </a:lnTo>
                  <a:lnTo>
                    <a:pt x="281" y="95"/>
                  </a:lnTo>
                  <a:lnTo>
                    <a:pt x="281" y="95"/>
                  </a:lnTo>
                  <a:lnTo>
                    <a:pt x="275" y="96"/>
                  </a:lnTo>
                  <a:lnTo>
                    <a:pt x="270" y="97"/>
                  </a:lnTo>
                  <a:lnTo>
                    <a:pt x="266" y="97"/>
                  </a:lnTo>
                  <a:lnTo>
                    <a:pt x="261" y="97"/>
                  </a:lnTo>
                  <a:lnTo>
                    <a:pt x="254" y="93"/>
                  </a:lnTo>
                  <a:lnTo>
                    <a:pt x="247" y="88"/>
                  </a:lnTo>
                  <a:lnTo>
                    <a:pt x="241" y="81"/>
                  </a:lnTo>
                  <a:lnTo>
                    <a:pt x="237" y="74"/>
                  </a:lnTo>
                  <a:lnTo>
                    <a:pt x="228" y="59"/>
                  </a:lnTo>
                  <a:lnTo>
                    <a:pt x="228" y="59"/>
                  </a:lnTo>
                  <a:lnTo>
                    <a:pt x="222" y="52"/>
                  </a:lnTo>
                  <a:lnTo>
                    <a:pt x="215" y="45"/>
                  </a:lnTo>
                  <a:lnTo>
                    <a:pt x="198" y="29"/>
                  </a:lnTo>
                  <a:lnTo>
                    <a:pt x="177" y="14"/>
                  </a:lnTo>
                  <a:lnTo>
                    <a:pt x="177" y="14"/>
                  </a:lnTo>
                  <a:lnTo>
                    <a:pt x="169" y="15"/>
                  </a:lnTo>
                  <a:lnTo>
                    <a:pt x="148" y="17"/>
                  </a:lnTo>
                  <a:lnTo>
                    <a:pt x="123" y="23"/>
                  </a:lnTo>
                  <a:lnTo>
                    <a:pt x="111" y="27"/>
                  </a:lnTo>
                  <a:lnTo>
                    <a:pt x="100" y="32"/>
                  </a:lnTo>
                  <a:lnTo>
                    <a:pt x="100" y="32"/>
                  </a:lnTo>
                  <a:lnTo>
                    <a:pt x="95" y="33"/>
                  </a:lnTo>
                  <a:lnTo>
                    <a:pt x="90" y="34"/>
                  </a:lnTo>
                  <a:lnTo>
                    <a:pt x="79" y="34"/>
                  </a:lnTo>
                  <a:lnTo>
                    <a:pt x="67" y="33"/>
                  </a:lnTo>
                  <a:lnTo>
                    <a:pt x="55" y="28"/>
                  </a:lnTo>
                  <a:lnTo>
                    <a:pt x="43" y="23"/>
                  </a:lnTo>
                  <a:lnTo>
                    <a:pt x="32" y="17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7" y="3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4"/>
                  </a:lnTo>
                  <a:lnTo>
                    <a:pt x="0" y="7"/>
                  </a:lnTo>
                  <a:lnTo>
                    <a:pt x="1" y="14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12" y="50"/>
                  </a:lnTo>
                  <a:lnTo>
                    <a:pt x="19" y="78"/>
                  </a:lnTo>
                  <a:lnTo>
                    <a:pt x="24" y="91"/>
                  </a:lnTo>
                  <a:lnTo>
                    <a:pt x="29" y="102"/>
                  </a:lnTo>
                  <a:lnTo>
                    <a:pt x="33" y="111"/>
                  </a:lnTo>
                  <a:lnTo>
                    <a:pt x="38" y="118"/>
                  </a:lnTo>
                  <a:lnTo>
                    <a:pt x="38" y="118"/>
                  </a:lnTo>
                  <a:lnTo>
                    <a:pt x="44" y="121"/>
                  </a:lnTo>
                  <a:lnTo>
                    <a:pt x="55" y="126"/>
                  </a:lnTo>
                  <a:lnTo>
                    <a:pt x="67" y="130"/>
                  </a:lnTo>
                  <a:lnTo>
                    <a:pt x="82" y="134"/>
                  </a:lnTo>
                  <a:lnTo>
                    <a:pt x="99" y="138"/>
                  </a:lnTo>
                  <a:lnTo>
                    <a:pt x="116" y="140"/>
                  </a:lnTo>
                  <a:lnTo>
                    <a:pt x="133" y="143"/>
                  </a:lnTo>
                  <a:lnTo>
                    <a:pt x="150" y="143"/>
                  </a:lnTo>
                  <a:lnTo>
                    <a:pt x="150" y="143"/>
                  </a:lnTo>
                  <a:lnTo>
                    <a:pt x="164" y="143"/>
                  </a:lnTo>
                  <a:lnTo>
                    <a:pt x="169" y="144"/>
                  </a:lnTo>
                  <a:lnTo>
                    <a:pt x="173" y="145"/>
                  </a:lnTo>
                  <a:lnTo>
                    <a:pt x="175" y="147"/>
                  </a:lnTo>
                  <a:lnTo>
                    <a:pt x="177" y="149"/>
                  </a:lnTo>
                  <a:lnTo>
                    <a:pt x="177" y="153"/>
                  </a:lnTo>
                  <a:lnTo>
                    <a:pt x="177" y="155"/>
                  </a:lnTo>
                  <a:lnTo>
                    <a:pt x="175" y="162"/>
                  </a:lnTo>
                  <a:lnTo>
                    <a:pt x="171" y="168"/>
                  </a:lnTo>
                  <a:lnTo>
                    <a:pt x="164" y="176"/>
                  </a:lnTo>
                  <a:lnTo>
                    <a:pt x="157" y="182"/>
                  </a:lnTo>
                  <a:lnTo>
                    <a:pt x="157" y="182"/>
                  </a:lnTo>
                  <a:lnTo>
                    <a:pt x="153" y="184"/>
                  </a:lnTo>
                  <a:lnTo>
                    <a:pt x="147" y="186"/>
                  </a:lnTo>
                  <a:lnTo>
                    <a:pt x="135" y="188"/>
                  </a:lnTo>
                  <a:lnTo>
                    <a:pt x="121" y="188"/>
                  </a:lnTo>
                  <a:lnTo>
                    <a:pt x="106" y="186"/>
                  </a:lnTo>
                  <a:lnTo>
                    <a:pt x="81" y="184"/>
                  </a:lnTo>
                  <a:lnTo>
                    <a:pt x="72" y="184"/>
                  </a:lnTo>
                  <a:lnTo>
                    <a:pt x="71" y="185"/>
                  </a:lnTo>
                  <a:lnTo>
                    <a:pt x="70" y="186"/>
                  </a:lnTo>
                  <a:lnTo>
                    <a:pt x="70" y="186"/>
                  </a:lnTo>
                  <a:lnTo>
                    <a:pt x="72" y="197"/>
                  </a:lnTo>
                  <a:lnTo>
                    <a:pt x="78" y="213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90" y="236"/>
                  </a:lnTo>
                  <a:lnTo>
                    <a:pt x="104" y="243"/>
                  </a:lnTo>
                  <a:lnTo>
                    <a:pt x="112" y="247"/>
                  </a:lnTo>
                  <a:lnTo>
                    <a:pt x="123" y="251"/>
                  </a:lnTo>
                  <a:lnTo>
                    <a:pt x="135" y="254"/>
                  </a:lnTo>
                  <a:lnTo>
                    <a:pt x="148" y="257"/>
                  </a:lnTo>
                  <a:lnTo>
                    <a:pt x="148" y="257"/>
                  </a:lnTo>
                  <a:lnTo>
                    <a:pt x="154" y="257"/>
                  </a:lnTo>
                  <a:lnTo>
                    <a:pt x="162" y="257"/>
                  </a:lnTo>
                  <a:lnTo>
                    <a:pt x="176" y="253"/>
                  </a:lnTo>
                  <a:lnTo>
                    <a:pt x="189" y="247"/>
                  </a:lnTo>
                  <a:lnTo>
                    <a:pt x="204" y="241"/>
                  </a:lnTo>
                  <a:lnTo>
                    <a:pt x="220" y="235"/>
                  </a:lnTo>
                  <a:lnTo>
                    <a:pt x="235" y="230"/>
                  </a:lnTo>
                  <a:lnTo>
                    <a:pt x="243" y="228"/>
                  </a:lnTo>
                  <a:lnTo>
                    <a:pt x="251" y="226"/>
                  </a:lnTo>
                  <a:lnTo>
                    <a:pt x="260" y="226"/>
                  </a:lnTo>
                  <a:lnTo>
                    <a:pt x="269" y="226"/>
                  </a:lnTo>
                  <a:lnTo>
                    <a:pt x="269" y="226"/>
                  </a:lnTo>
                  <a:lnTo>
                    <a:pt x="277" y="228"/>
                  </a:lnTo>
                  <a:lnTo>
                    <a:pt x="283" y="230"/>
                  </a:lnTo>
                  <a:lnTo>
                    <a:pt x="286" y="232"/>
                  </a:lnTo>
                  <a:lnTo>
                    <a:pt x="289" y="235"/>
                  </a:lnTo>
                  <a:lnTo>
                    <a:pt x="289" y="238"/>
                  </a:lnTo>
                  <a:lnTo>
                    <a:pt x="286" y="242"/>
                  </a:lnTo>
                  <a:lnTo>
                    <a:pt x="284" y="246"/>
                  </a:lnTo>
                  <a:lnTo>
                    <a:pt x="279" y="251"/>
                  </a:lnTo>
                  <a:lnTo>
                    <a:pt x="268" y="261"/>
                  </a:lnTo>
                  <a:lnTo>
                    <a:pt x="254" y="275"/>
                  </a:lnTo>
                  <a:lnTo>
                    <a:pt x="237" y="289"/>
                  </a:lnTo>
                  <a:lnTo>
                    <a:pt x="220" y="305"/>
                  </a:lnTo>
                  <a:lnTo>
                    <a:pt x="220" y="305"/>
                  </a:lnTo>
                  <a:lnTo>
                    <a:pt x="211" y="312"/>
                  </a:lnTo>
                  <a:lnTo>
                    <a:pt x="202" y="318"/>
                  </a:lnTo>
                  <a:lnTo>
                    <a:pt x="193" y="322"/>
                  </a:lnTo>
                  <a:lnTo>
                    <a:pt x="183" y="323"/>
                  </a:lnTo>
                  <a:lnTo>
                    <a:pt x="175" y="324"/>
                  </a:lnTo>
                  <a:lnTo>
                    <a:pt x="166" y="324"/>
                  </a:lnTo>
                  <a:lnTo>
                    <a:pt x="151" y="322"/>
                  </a:lnTo>
                  <a:lnTo>
                    <a:pt x="137" y="319"/>
                  </a:lnTo>
                  <a:lnTo>
                    <a:pt x="133" y="319"/>
                  </a:lnTo>
                  <a:lnTo>
                    <a:pt x="130" y="319"/>
                  </a:lnTo>
                  <a:lnTo>
                    <a:pt x="128" y="321"/>
                  </a:lnTo>
                  <a:lnTo>
                    <a:pt x="128" y="323"/>
                  </a:lnTo>
                  <a:lnTo>
                    <a:pt x="129" y="328"/>
                  </a:lnTo>
                  <a:lnTo>
                    <a:pt x="133" y="334"/>
                  </a:lnTo>
                  <a:lnTo>
                    <a:pt x="133" y="334"/>
                  </a:lnTo>
                  <a:lnTo>
                    <a:pt x="142" y="348"/>
                  </a:lnTo>
                  <a:lnTo>
                    <a:pt x="153" y="363"/>
                  </a:lnTo>
                  <a:lnTo>
                    <a:pt x="165" y="375"/>
                  </a:lnTo>
                  <a:lnTo>
                    <a:pt x="180" y="387"/>
                  </a:lnTo>
                  <a:lnTo>
                    <a:pt x="195" y="398"/>
                  </a:lnTo>
                  <a:lnTo>
                    <a:pt x="204" y="402"/>
                  </a:lnTo>
                  <a:lnTo>
                    <a:pt x="212" y="405"/>
                  </a:lnTo>
                  <a:lnTo>
                    <a:pt x="222" y="409"/>
                  </a:lnTo>
                  <a:lnTo>
                    <a:pt x="232" y="410"/>
                  </a:lnTo>
                  <a:lnTo>
                    <a:pt x="241" y="413"/>
                  </a:lnTo>
                  <a:lnTo>
                    <a:pt x="252" y="413"/>
                  </a:lnTo>
                  <a:lnTo>
                    <a:pt x="252" y="413"/>
                  </a:lnTo>
                  <a:lnTo>
                    <a:pt x="262" y="413"/>
                  </a:lnTo>
                  <a:lnTo>
                    <a:pt x="272" y="409"/>
                  </a:lnTo>
                  <a:lnTo>
                    <a:pt x="280" y="404"/>
                  </a:lnTo>
                  <a:lnTo>
                    <a:pt x="289" y="397"/>
                  </a:lnTo>
                  <a:lnTo>
                    <a:pt x="296" y="388"/>
                  </a:lnTo>
                  <a:lnTo>
                    <a:pt x="303" y="379"/>
                  </a:lnTo>
                  <a:lnTo>
                    <a:pt x="315" y="358"/>
                  </a:lnTo>
                  <a:lnTo>
                    <a:pt x="329" y="338"/>
                  </a:lnTo>
                  <a:lnTo>
                    <a:pt x="335" y="328"/>
                  </a:lnTo>
                  <a:lnTo>
                    <a:pt x="341" y="318"/>
                  </a:lnTo>
                  <a:lnTo>
                    <a:pt x="348" y="311"/>
                  </a:lnTo>
                  <a:lnTo>
                    <a:pt x="355" y="304"/>
                  </a:lnTo>
                  <a:lnTo>
                    <a:pt x="362" y="299"/>
                  </a:lnTo>
                  <a:lnTo>
                    <a:pt x="371" y="296"/>
                  </a:lnTo>
                  <a:lnTo>
                    <a:pt x="371" y="296"/>
                  </a:lnTo>
                  <a:lnTo>
                    <a:pt x="379" y="295"/>
                  </a:lnTo>
                  <a:lnTo>
                    <a:pt x="385" y="295"/>
                  </a:lnTo>
                  <a:lnTo>
                    <a:pt x="389" y="296"/>
                  </a:lnTo>
                  <a:lnTo>
                    <a:pt x="393" y="299"/>
                  </a:lnTo>
                  <a:lnTo>
                    <a:pt x="394" y="301"/>
                  </a:lnTo>
                  <a:lnTo>
                    <a:pt x="393" y="305"/>
                  </a:lnTo>
                  <a:lnTo>
                    <a:pt x="390" y="315"/>
                  </a:lnTo>
                  <a:lnTo>
                    <a:pt x="384" y="327"/>
                  </a:lnTo>
                  <a:lnTo>
                    <a:pt x="376" y="341"/>
                  </a:lnTo>
                  <a:lnTo>
                    <a:pt x="367" y="358"/>
                  </a:lnTo>
                  <a:lnTo>
                    <a:pt x="360" y="376"/>
                  </a:lnTo>
                  <a:lnTo>
                    <a:pt x="360" y="376"/>
                  </a:lnTo>
                  <a:lnTo>
                    <a:pt x="356" y="385"/>
                  </a:lnTo>
                  <a:lnTo>
                    <a:pt x="351" y="393"/>
                  </a:lnTo>
                  <a:lnTo>
                    <a:pt x="345" y="402"/>
                  </a:lnTo>
                  <a:lnTo>
                    <a:pt x="339" y="409"/>
                  </a:lnTo>
                  <a:lnTo>
                    <a:pt x="325" y="422"/>
                  </a:lnTo>
                  <a:lnTo>
                    <a:pt x="310" y="432"/>
                  </a:lnTo>
                  <a:lnTo>
                    <a:pt x="296" y="440"/>
                  </a:lnTo>
                  <a:lnTo>
                    <a:pt x="285" y="446"/>
                  </a:lnTo>
                  <a:lnTo>
                    <a:pt x="274" y="451"/>
                  </a:lnTo>
                  <a:lnTo>
                    <a:pt x="274" y="451"/>
                  </a:lnTo>
                  <a:lnTo>
                    <a:pt x="286" y="456"/>
                  </a:lnTo>
                  <a:lnTo>
                    <a:pt x="302" y="461"/>
                  </a:lnTo>
                  <a:lnTo>
                    <a:pt x="321" y="467"/>
                  </a:lnTo>
                  <a:lnTo>
                    <a:pt x="344" y="473"/>
                  </a:lnTo>
                  <a:lnTo>
                    <a:pt x="371" y="478"/>
                  </a:lnTo>
                  <a:lnTo>
                    <a:pt x="401" y="481"/>
                  </a:lnTo>
                  <a:lnTo>
                    <a:pt x="416" y="483"/>
                  </a:lnTo>
                  <a:lnTo>
                    <a:pt x="431" y="483"/>
                  </a:lnTo>
                  <a:lnTo>
                    <a:pt x="431" y="483"/>
                  </a:lnTo>
                  <a:lnTo>
                    <a:pt x="447" y="481"/>
                  </a:lnTo>
                  <a:lnTo>
                    <a:pt x="460" y="478"/>
                  </a:lnTo>
                  <a:lnTo>
                    <a:pt x="474" y="473"/>
                  </a:lnTo>
                  <a:lnTo>
                    <a:pt x="486" y="467"/>
                  </a:lnTo>
                  <a:lnTo>
                    <a:pt x="495" y="460"/>
                  </a:lnTo>
                  <a:lnTo>
                    <a:pt x="505" y="451"/>
                  </a:lnTo>
                  <a:lnTo>
                    <a:pt x="512" y="443"/>
                  </a:lnTo>
                  <a:lnTo>
                    <a:pt x="520" y="433"/>
                  </a:lnTo>
                  <a:lnTo>
                    <a:pt x="526" y="423"/>
                  </a:lnTo>
                  <a:lnTo>
                    <a:pt x="530" y="414"/>
                  </a:lnTo>
                  <a:lnTo>
                    <a:pt x="534" y="405"/>
                  </a:lnTo>
                  <a:lnTo>
                    <a:pt x="537" y="397"/>
                  </a:lnTo>
                  <a:lnTo>
                    <a:pt x="538" y="388"/>
                  </a:lnTo>
                  <a:lnTo>
                    <a:pt x="538" y="382"/>
                  </a:lnTo>
                  <a:lnTo>
                    <a:pt x="538" y="376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26" y="358"/>
                  </a:lnTo>
                  <a:lnTo>
                    <a:pt x="516" y="344"/>
                  </a:lnTo>
                  <a:lnTo>
                    <a:pt x="505" y="325"/>
                  </a:lnTo>
                  <a:lnTo>
                    <a:pt x="505" y="325"/>
                  </a:lnTo>
                  <a:lnTo>
                    <a:pt x="505" y="318"/>
                  </a:lnTo>
                  <a:lnTo>
                    <a:pt x="505" y="315"/>
                  </a:lnTo>
                  <a:lnTo>
                    <a:pt x="505" y="311"/>
                  </a:lnTo>
                  <a:lnTo>
                    <a:pt x="509" y="309"/>
                  </a:lnTo>
                  <a:lnTo>
                    <a:pt x="514" y="306"/>
                  </a:lnTo>
                  <a:lnTo>
                    <a:pt x="521" y="305"/>
                  </a:lnTo>
                  <a:lnTo>
                    <a:pt x="532" y="305"/>
                  </a:lnTo>
                  <a:lnTo>
                    <a:pt x="532" y="305"/>
                  </a:lnTo>
                  <a:lnTo>
                    <a:pt x="551" y="306"/>
                  </a:lnTo>
                  <a:lnTo>
                    <a:pt x="570" y="304"/>
                  </a:lnTo>
                  <a:lnTo>
                    <a:pt x="580" y="301"/>
                  </a:lnTo>
                  <a:lnTo>
                    <a:pt x="590" y="299"/>
                  </a:lnTo>
                  <a:lnTo>
                    <a:pt x="598" y="295"/>
                  </a:lnTo>
                  <a:lnTo>
                    <a:pt x="608" y="292"/>
                  </a:lnTo>
                  <a:lnTo>
                    <a:pt x="608" y="292"/>
                  </a:lnTo>
                  <a:lnTo>
                    <a:pt x="621" y="282"/>
                  </a:lnTo>
                  <a:lnTo>
                    <a:pt x="634" y="271"/>
                  </a:lnTo>
                  <a:lnTo>
                    <a:pt x="639" y="264"/>
                  </a:lnTo>
                  <a:lnTo>
                    <a:pt x="644" y="258"/>
                  </a:lnTo>
                  <a:lnTo>
                    <a:pt x="649" y="251"/>
                  </a:lnTo>
                  <a:lnTo>
                    <a:pt x="653" y="242"/>
                  </a:lnTo>
                  <a:lnTo>
                    <a:pt x="653" y="242"/>
                  </a:lnTo>
                  <a:lnTo>
                    <a:pt x="655" y="232"/>
                  </a:lnTo>
                  <a:lnTo>
                    <a:pt x="656" y="221"/>
                  </a:lnTo>
                  <a:lnTo>
                    <a:pt x="655" y="212"/>
                  </a:lnTo>
                  <a:lnTo>
                    <a:pt x="651" y="202"/>
                  </a:lnTo>
                  <a:lnTo>
                    <a:pt x="651" y="202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582">
              <a:extLst>
                <a:ext uri="{FF2B5EF4-FFF2-40B4-BE49-F238E27FC236}">
                  <a16:creationId xmlns:a16="http://schemas.microsoft.com/office/drawing/2014/main" id="{241F8341-6A83-5246-A05B-C436D0928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776" y="4721225"/>
              <a:ext cx="361950" cy="274638"/>
            </a:xfrm>
            <a:custGeom>
              <a:avLst/>
              <a:gdLst>
                <a:gd name="T0" fmla="*/ 23 w 456"/>
                <a:gd name="T1" fmla="*/ 176 h 346"/>
                <a:gd name="T2" fmla="*/ 1 w 456"/>
                <a:gd name="T3" fmla="*/ 139 h 346"/>
                <a:gd name="T4" fmla="*/ 5 w 456"/>
                <a:gd name="T5" fmla="*/ 98 h 346"/>
                <a:gd name="T6" fmla="*/ 36 w 456"/>
                <a:gd name="T7" fmla="*/ 59 h 346"/>
                <a:gd name="T8" fmla="*/ 112 w 456"/>
                <a:gd name="T9" fmla="*/ 15 h 346"/>
                <a:gd name="T10" fmla="*/ 100 w 456"/>
                <a:gd name="T11" fmla="*/ 53 h 346"/>
                <a:gd name="T12" fmla="*/ 105 w 456"/>
                <a:gd name="T13" fmla="*/ 92 h 346"/>
                <a:gd name="T14" fmla="*/ 124 w 456"/>
                <a:gd name="T15" fmla="*/ 143 h 346"/>
                <a:gd name="T16" fmla="*/ 138 w 456"/>
                <a:gd name="T17" fmla="*/ 136 h 346"/>
                <a:gd name="T18" fmla="*/ 139 w 456"/>
                <a:gd name="T19" fmla="*/ 96 h 346"/>
                <a:gd name="T20" fmla="*/ 130 w 456"/>
                <a:gd name="T21" fmla="*/ 41 h 346"/>
                <a:gd name="T22" fmla="*/ 151 w 456"/>
                <a:gd name="T23" fmla="*/ 15 h 346"/>
                <a:gd name="T24" fmla="*/ 211 w 456"/>
                <a:gd name="T25" fmla="*/ 1 h 346"/>
                <a:gd name="T26" fmla="*/ 244 w 456"/>
                <a:gd name="T27" fmla="*/ 9 h 346"/>
                <a:gd name="T28" fmla="*/ 215 w 456"/>
                <a:gd name="T29" fmla="*/ 34 h 346"/>
                <a:gd name="T30" fmla="*/ 207 w 456"/>
                <a:gd name="T31" fmla="*/ 59 h 346"/>
                <a:gd name="T32" fmla="*/ 205 w 456"/>
                <a:gd name="T33" fmla="*/ 125 h 346"/>
                <a:gd name="T34" fmla="*/ 220 w 456"/>
                <a:gd name="T35" fmla="*/ 121 h 346"/>
                <a:gd name="T36" fmla="*/ 248 w 456"/>
                <a:gd name="T37" fmla="*/ 74 h 346"/>
                <a:gd name="T38" fmla="*/ 272 w 456"/>
                <a:gd name="T39" fmla="*/ 45 h 346"/>
                <a:gd name="T40" fmla="*/ 304 w 456"/>
                <a:gd name="T41" fmla="*/ 32 h 346"/>
                <a:gd name="T42" fmla="*/ 336 w 456"/>
                <a:gd name="T43" fmla="*/ 47 h 346"/>
                <a:gd name="T44" fmla="*/ 303 w 456"/>
                <a:gd name="T45" fmla="*/ 76 h 346"/>
                <a:gd name="T46" fmla="*/ 295 w 456"/>
                <a:gd name="T47" fmla="*/ 97 h 346"/>
                <a:gd name="T48" fmla="*/ 304 w 456"/>
                <a:gd name="T49" fmla="*/ 115 h 346"/>
                <a:gd name="T50" fmla="*/ 335 w 456"/>
                <a:gd name="T51" fmla="*/ 90 h 346"/>
                <a:gd name="T52" fmla="*/ 383 w 456"/>
                <a:gd name="T53" fmla="*/ 66 h 346"/>
                <a:gd name="T54" fmla="*/ 441 w 456"/>
                <a:gd name="T55" fmla="*/ 93 h 346"/>
                <a:gd name="T56" fmla="*/ 447 w 456"/>
                <a:gd name="T57" fmla="*/ 107 h 346"/>
                <a:gd name="T58" fmla="*/ 422 w 456"/>
                <a:gd name="T59" fmla="*/ 120 h 346"/>
                <a:gd name="T60" fmla="*/ 404 w 456"/>
                <a:gd name="T61" fmla="*/ 145 h 346"/>
                <a:gd name="T62" fmla="*/ 354 w 456"/>
                <a:gd name="T63" fmla="*/ 189 h 346"/>
                <a:gd name="T64" fmla="*/ 292 w 456"/>
                <a:gd name="T65" fmla="*/ 174 h 346"/>
                <a:gd name="T66" fmla="*/ 251 w 456"/>
                <a:gd name="T67" fmla="*/ 174 h 346"/>
                <a:gd name="T68" fmla="*/ 244 w 456"/>
                <a:gd name="T69" fmla="*/ 188 h 346"/>
                <a:gd name="T70" fmla="*/ 266 w 456"/>
                <a:gd name="T71" fmla="*/ 206 h 346"/>
                <a:gd name="T72" fmla="*/ 317 w 456"/>
                <a:gd name="T73" fmla="*/ 213 h 346"/>
                <a:gd name="T74" fmla="*/ 334 w 456"/>
                <a:gd name="T75" fmla="*/ 243 h 346"/>
                <a:gd name="T76" fmla="*/ 294 w 456"/>
                <a:gd name="T77" fmla="*/ 288 h 346"/>
                <a:gd name="T78" fmla="*/ 215 w 456"/>
                <a:gd name="T79" fmla="*/ 242 h 346"/>
                <a:gd name="T80" fmla="*/ 192 w 456"/>
                <a:gd name="T81" fmla="*/ 242 h 346"/>
                <a:gd name="T82" fmla="*/ 196 w 456"/>
                <a:gd name="T83" fmla="*/ 261 h 346"/>
                <a:gd name="T84" fmla="*/ 232 w 456"/>
                <a:gd name="T85" fmla="*/ 278 h 346"/>
                <a:gd name="T86" fmla="*/ 271 w 456"/>
                <a:gd name="T87" fmla="*/ 305 h 346"/>
                <a:gd name="T88" fmla="*/ 220 w 456"/>
                <a:gd name="T89" fmla="*/ 336 h 346"/>
                <a:gd name="T90" fmla="*/ 164 w 456"/>
                <a:gd name="T91" fmla="*/ 329 h 346"/>
                <a:gd name="T92" fmla="*/ 130 w 456"/>
                <a:gd name="T93" fmla="*/ 259 h 346"/>
                <a:gd name="T94" fmla="*/ 118 w 456"/>
                <a:gd name="T95" fmla="*/ 224 h 346"/>
                <a:gd name="T96" fmla="*/ 103 w 456"/>
                <a:gd name="T97" fmla="*/ 220 h 346"/>
                <a:gd name="T98" fmla="*/ 95 w 456"/>
                <a:gd name="T99" fmla="*/ 245 h 346"/>
                <a:gd name="T100" fmla="*/ 128 w 456"/>
                <a:gd name="T101" fmla="*/ 321 h 346"/>
                <a:gd name="T102" fmla="*/ 93 w 456"/>
                <a:gd name="T103" fmla="*/ 345 h 346"/>
                <a:gd name="T104" fmla="*/ 47 w 456"/>
                <a:gd name="T105" fmla="*/ 327 h 346"/>
                <a:gd name="T106" fmla="*/ 25 w 456"/>
                <a:gd name="T107" fmla="*/ 292 h 346"/>
                <a:gd name="T108" fmla="*/ 24 w 456"/>
                <a:gd name="T109" fmla="*/ 252 h 346"/>
                <a:gd name="T110" fmla="*/ 55 w 456"/>
                <a:gd name="T111" fmla="*/ 207 h 346"/>
                <a:gd name="T112" fmla="*/ 65 w 456"/>
                <a:gd name="T113" fmla="*/ 191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56" h="346">
                  <a:moveTo>
                    <a:pt x="59" y="184"/>
                  </a:moveTo>
                  <a:lnTo>
                    <a:pt x="59" y="184"/>
                  </a:lnTo>
                  <a:lnTo>
                    <a:pt x="46" y="180"/>
                  </a:lnTo>
                  <a:lnTo>
                    <a:pt x="23" y="176"/>
                  </a:lnTo>
                  <a:lnTo>
                    <a:pt x="23" y="176"/>
                  </a:lnTo>
                  <a:lnTo>
                    <a:pt x="19" y="174"/>
                  </a:lnTo>
                  <a:lnTo>
                    <a:pt x="17" y="173"/>
                  </a:lnTo>
                  <a:lnTo>
                    <a:pt x="11" y="165"/>
                  </a:lnTo>
                  <a:lnTo>
                    <a:pt x="5" y="154"/>
                  </a:lnTo>
                  <a:lnTo>
                    <a:pt x="1" y="139"/>
                  </a:lnTo>
                  <a:lnTo>
                    <a:pt x="0" y="132"/>
                  </a:lnTo>
                  <a:lnTo>
                    <a:pt x="0" y="124"/>
                  </a:lnTo>
                  <a:lnTo>
                    <a:pt x="1" y="115"/>
                  </a:lnTo>
                  <a:lnTo>
                    <a:pt x="2" y="107"/>
                  </a:lnTo>
                  <a:lnTo>
                    <a:pt x="5" y="98"/>
                  </a:lnTo>
                  <a:lnTo>
                    <a:pt x="8" y="90"/>
                  </a:lnTo>
                  <a:lnTo>
                    <a:pt x="14" y="82"/>
                  </a:lnTo>
                  <a:lnTo>
                    <a:pt x="20" y="74"/>
                  </a:lnTo>
                  <a:lnTo>
                    <a:pt x="20" y="74"/>
                  </a:lnTo>
                  <a:lnTo>
                    <a:pt x="36" y="59"/>
                  </a:lnTo>
                  <a:lnTo>
                    <a:pt x="52" y="47"/>
                  </a:lnTo>
                  <a:lnTo>
                    <a:pt x="67" y="38"/>
                  </a:lnTo>
                  <a:lnTo>
                    <a:pt x="81" y="29"/>
                  </a:lnTo>
                  <a:lnTo>
                    <a:pt x="104" y="18"/>
                  </a:lnTo>
                  <a:lnTo>
                    <a:pt x="112" y="15"/>
                  </a:lnTo>
                  <a:lnTo>
                    <a:pt x="112" y="15"/>
                  </a:lnTo>
                  <a:lnTo>
                    <a:pt x="109" y="22"/>
                  </a:lnTo>
                  <a:lnTo>
                    <a:pt x="106" y="30"/>
                  </a:lnTo>
                  <a:lnTo>
                    <a:pt x="103" y="41"/>
                  </a:lnTo>
                  <a:lnTo>
                    <a:pt x="100" y="53"/>
                  </a:lnTo>
                  <a:lnTo>
                    <a:pt x="100" y="66"/>
                  </a:lnTo>
                  <a:lnTo>
                    <a:pt x="101" y="79"/>
                  </a:lnTo>
                  <a:lnTo>
                    <a:pt x="103" y="85"/>
                  </a:lnTo>
                  <a:lnTo>
                    <a:pt x="105" y="92"/>
                  </a:lnTo>
                  <a:lnTo>
                    <a:pt x="105" y="92"/>
                  </a:lnTo>
                  <a:lnTo>
                    <a:pt x="110" y="104"/>
                  </a:lnTo>
                  <a:lnTo>
                    <a:pt x="115" y="116"/>
                  </a:lnTo>
                  <a:lnTo>
                    <a:pt x="119" y="136"/>
                  </a:lnTo>
                  <a:lnTo>
                    <a:pt x="123" y="142"/>
                  </a:lnTo>
                  <a:lnTo>
                    <a:pt x="124" y="143"/>
                  </a:lnTo>
                  <a:lnTo>
                    <a:pt x="127" y="144"/>
                  </a:lnTo>
                  <a:lnTo>
                    <a:pt x="129" y="144"/>
                  </a:lnTo>
                  <a:lnTo>
                    <a:pt x="132" y="143"/>
                  </a:lnTo>
                  <a:lnTo>
                    <a:pt x="138" y="136"/>
                  </a:lnTo>
                  <a:lnTo>
                    <a:pt x="138" y="136"/>
                  </a:lnTo>
                  <a:lnTo>
                    <a:pt x="140" y="130"/>
                  </a:lnTo>
                  <a:lnTo>
                    <a:pt x="141" y="125"/>
                  </a:lnTo>
                  <a:lnTo>
                    <a:pt x="142" y="118"/>
                  </a:lnTo>
                  <a:lnTo>
                    <a:pt x="142" y="110"/>
                  </a:lnTo>
                  <a:lnTo>
                    <a:pt x="139" y="96"/>
                  </a:lnTo>
                  <a:lnTo>
                    <a:pt x="135" y="79"/>
                  </a:lnTo>
                  <a:lnTo>
                    <a:pt x="132" y="63"/>
                  </a:lnTo>
                  <a:lnTo>
                    <a:pt x="130" y="56"/>
                  </a:lnTo>
                  <a:lnTo>
                    <a:pt x="130" y="49"/>
                  </a:lnTo>
                  <a:lnTo>
                    <a:pt x="130" y="41"/>
                  </a:lnTo>
                  <a:lnTo>
                    <a:pt x="133" y="34"/>
                  </a:lnTo>
                  <a:lnTo>
                    <a:pt x="135" y="28"/>
                  </a:lnTo>
                  <a:lnTo>
                    <a:pt x="140" y="23"/>
                  </a:lnTo>
                  <a:lnTo>
                    <a:pt x="140" y="23"/>
                  </a:lnTo>
                  <a:lnTo>
                    <a:pt x="151" y="15"/>
                  </a:lnTo>
                  <a:lnTo>
                    <a:pt x="163" y="7"/>
                  </a:lnTo>
                  <a:lnTo>
                    <a:pt x="175" y="4"/>
                  </a:lnTo>
                  <a:lnTo>
                    <a:pt x="187" y="1"/>
                  </a:lnTo>
                  <a:lnTo>
                    <a:pt x="199" y="0"/>
                  </a:lnTo>
                  <a:lnTo>
                    <a:pt x="211" y="1"/>
                  </a:lnTo>
                  <a:lnTo>
                    <a:pt x="223" y="3"/>
                  </a:lnTo>
                  <a:lnTo>
                    <a:pt x="236" y="5"/>
                  </a:lnTo>
                  <a:lnTo>
                    <a:pt x="236" y="5"/>
                  </a:lnTo>
                  <a:lnTo>
                    <a:pt x="243" y="7"/>
                  </a:lnTo>
                  <a:lnTo>
                    <a:pt x="244" y="9"/>
                  </a:lnTo>
                  <a:lnTo>
                    <a:pt x="243" y="11"/>
                  </a:lnTo>
                  <a:lnTo>
                    <a:pt x="239" y="15"/>
                  </a:lnTo>
                  <a:lnTo>
                    <a:pt x="232" y="18"/>
                  </a:lnTo>
                  <a:lnTo>
                    <a:pt x="223" y="26"/>
                  </a:lnTo>
                  <a:lnTo>
                    <a:pt x="215" y="34"/>
                  </a:lnTo>
                  <a:lnTo>
                    <a:pt x="211" y="39"/>
                  </a:lnTo>
                  <a:lnTo>
                    <a:pt x="209" y="45"/>
                  </a:lnTo>
                  <a:lnTo>
                    <a:pt x="208" y="52"/>
                  </a:lnTo>
                  <a:lnTo>
                    <a:pt x="207" y="59"/>
                  </a:lnTo>
                  <a:lnTo>
                    <a:pt x="207" y="59"/>
                  </a:lnTo>
                  <a:lnTo>
                    <a:pt x="207" y="76"/>
                  </a:lnTo>
                  <a:lnTo>
                    <a:pt x="205" y="91"/>
                  </a:lnTo>
                  <a:lnTo>
                    <a:pt x="203" y="114"/>
                  </a:lnTo>
                  <a:lnTo>
                    <a:pt x="204" y="122"/>
                  </a:lnTo>
                  <a:lnTo>
                    <a:pt x="205" y="125"/>
                  </a:lnTo>
                  <a:lnTo>
                    <a:pt x="207" y="126"/>
                  </a:lnTo>
                  <a:lnTo>
                    <a:pt x="209" y="126"/>
                  </a:lnTo>
                  <a:lnTo>
                    <a:pt x="211" y="126"/>
                  </a:lnTo>
                  <a:lnTo>
                    <a:pt x="220" y="121"/>
                  </a:lnTo>
                  <a:lnTo>
                    <a:pt x="220" y="121"/>
                  </a:lnTo>
                  <a:lnTo>
                    <a:pt x="228" y="113"/>
                  </a:lnTo>
                  <a:lnTo>
                    <a:pt x="234" y="104"/>
                  </a:lnTo>
                  <a:lnTo>
                    <a:pt x="240" y="93"/>
                  </a:lnTo>
                  <a:lnTo>
                    <a:pt x="244" y="84"/>
                  </a:lnTo>
                  <a:lnTo>
                    <a:pt x="248" y="74"/>
                  </a:lnTo>
                  <a:lnTo>
                    <a:pt x="252" y="64"/>
                  </a:lnTo>
                  <a:lnTo>
                    <a:pt x="257" y="56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72" y="45"/>
                  </a:lnTo>
                  <a:lnTo>
                    <a:pt x="279" y="40"/>
                  </a:lnTo>
                  <a:lnTo>
                    <a:pt x="292" y="35"/>
                  </a:lnTo>
                  <a:lnTo>
                    <a:pt x="301" y="32"/>
                  </a:lnTo>
                  <a:lnTo>
                    <a:pt x="304" y="32"/>
                  </a:lnTo>
                  <a:lnTo>
                    <a:pt x="304" y="32"/>
                  </a:lnTo>
                  <a:lnTo>
                    <a:pt x="318" y="38"/>
                  </a:lnTo>
                  <a:lnTo>
                    <a:pt x="329" y="43"/>
                  </a:lnTo>
                  <a:lnTo>
                    <a:pt x="335" y="46"/>
                  </a:lnTo>
                  <a:lnTo>
                    <a:pt x="335" y="46"/>
                  </a:lnTo>
                  <a:lnTo>
                    <a:pt x="336" y="47"/>
                  </a:lnTo>
                  <a:lnTo>
                    <a:pt x="335" y="49"/>
                  </a:lnTo>
                  <a:lnTo>
                    <a:pt x="331" y="53"/>
                  </a:lnTo>
                  <a:lnTo>
                    <a:pt x="318" y="63"/>
                  </a:lnTo>
                  <a:lnTo>
                    <a:pt x="311" y="70"/>
                  </a:lnTo>
                  <a:lnTo>
                    <a:pt x="303" y="76"/>
                  </a:lnTo>
                  <a:lnTo>
                    <a:pt x="297" y="84"/>
                  </a:lnTo>
                  <a:lnTo>
                    <a:pt x="296" y="87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7"/>
                  </a:lnTo>
                  <a:lnTo>
                    <a:pt x="295" y="103"/>
                  </a:lnTo>
                  <a:lnTo>
                    <a:pt x="296" y="108"/>
                  </a:lnTo>
                  <a:lnTo>
                    <a:pt x="297" y="113"/>
                  </a:lnTo>
                  <a:lnTo>
                    <a:pt x="301" y="115"/>
                  </a:lnTo>
                  <a:lnTo>
                    <a:pt x="304" y="115"/>
                  </a:lnTo>
                  <a:lnTo>
                    <a:pt x="311" y="111"/>
                  </a:lnTo>
                  <a:lnTo>
                    <a:pt x="317" y="105"/>
                  </a:lnTo>
                  <a:lnTo>
                    <a:pt x="317" y="105"/>
                  </a:lnTo>
                  <a:lnTo>
                    <a:pt x="325" y="97"/>
                  </a:lnTo>
                  <a:lnTo>
                    <a:pt x="335" y="90"/>
                  </a:lnTo>
                  <a:lnTo>
                    <a:pt x="344" y="84"/>
                  </a:lnTo>
                  <a:lnTo>
                    <a:pt x="354" y="78"/>
                  </a:lnTo>
                  <a:lnTo>
                    <a:pt x="371" y="69"/>
                  </a:lnTo>
                  <a:lnTo>
                    <a:pt x="383" y="66"/>
                  </a:lnTo>
                  <a:lnTo>
                    <a:pt x="383" y="66"/>
                  </a:lnTo>
                  <a:lnTo>
                    <a:pt x="388" y="66"/>
                  </a:lnTo>
                  <a:lnTo>
                    <a:pt x="394" y="68"/>
                  </a:lnTo>
                  <a:lnTo>
                    <a:pt x="411" y="75"/>
                  </a:lnTo>
                  <a:lnTo>
                    <a:pt x="441" y="93"/>
                  </a:lnTo>
                  <a:lnTo>
                    <a:pt x="441" y="93"/>
                  </a:lnTo>
                  <a:lnTo>
                    <a:pt x="451" y="98"/>
                  </a:lnTo>
                  <a:lnTo>
                    <a:pt x="456" y="102"/>
                  </a:lnTo>
                  <a:lnTo>
                    <a:pt x="456" y="103"/>
                  </a:lnTo>
                  <a:lnTo>
                    <a:pt x="454" y="104"/>
                  </a:lnTo>
                  <a:lnTo>
                    <a:pt x="447" y="107"/>
                  </a:lnTo>
                  <a:lnTo>
                    <a:pt x="447" y="107"/>
                  </a:lnTo>
                  <a:lnTo>
                    <a:pt x="441" y="109"/>
                  </a:lnTo>
                  <a:lnTo>
                    <a:pt x="435" y="111"/>
                  </a:lnTo>
                  <a:lnTo>
                    <a:pt x="428" y="116"/>
                  </a:lnTo>
                  <a:lnTo>
                    <a:pt x="422" y="120"/>
                  </a:lnTo>
                  <a:lnTo>
                    <a:pt x="416" y="126"/>
                  </a:lnTo>
                  <a:lnTo>
                    <a:pt x="411" y="132"/>
                  </a:lnTo>
                  <a:lnTo>
                    <a:pt x="406" y="138"/>
                  </a:lnTo>
                  <a:lnTo>
                    <a:pt x="404" y="145"/>
                  </a:lnTo>
                  <a:lnTo>
                    <a:pt x="404" y="145"/>
                  </a:lnTo>
                  <a:lnTo>
                    <a:pt x="396" y="160"/>
                  </a:lnTo>
                  <a:lnTo>
                    <a:pt x="388" y="176"/>
                  </a:lnTo>
                  <a:lnTo>
                    <a:pt x="378" y="191"/>
                  </a:lnTo>
                  <a:lnTo>
                    <a:pt x="378" y="191"/>
                  </a:lnTo>
                  <a:lnTo>
                    <a:pt x="354" y="189"/>
                  </a:lnTo>
                  <a:lnTo>
                    <a:pt x="334" y="185"/>
                  </a:lnTo>
                  <a:lnTo>
                    <a:pt x="319" y="183"/>
                  </a:lnTo>
                  <a:lnTo>
                    <a:pt x="319" y="183"/>
                  </a:lnTo>
                  <a:lnTo>
                    <a:pt x="302" y="178"/>
                  </a:lnTo>
                  <a:lnTo>
                    <a:pt x="292" y="174"/>
                  </a:lnTo>
                  <a:lnTo>
                    <a:pt x="280" y="172"/>
                  </a:lnTo>
                  <a:lnTo>
                    <a:pt x="269" y="171"/>
                  </a:lnTo>
                  <a:lnTo>
                    <a:pt x="260" y="172"/>
                  </a:lnTo>
                  <a:lnTo>
                    <a:pt x="255" y="172"/>
                  </a:lnTo>
                  <a:lnTo>
                    <a:pt x="251" y="174"/>
                  </a:lnTo>
                  <a:lnTo>
                    <a:pt x="249" y="177"/>
                  </a:lnTo>
                  <a:lnTo>
                    <a:pt x="246" y="180"/>
                  </a:lnTo>
                  <a:lnTo>
                    <a:pt x="246" y="180"/>
                  </a:lnTo>
                  <a:lnTo>
                    <a:pt x="245" y="184"/>
                  </a:lnTo>
                  <a:lnTo>
                    <a:pt x="244" y="188"/>
                  </a:lnTo>
                  <a:lnTo>
                    <a:pt x="245" y="191"/>
                  </a:lnTo>
                  <a:lnTo>
                    <a:pt x="246" y="194"/>
                  </a:lnTo>
                  <a:lnTo>
                    <a:pt x="250" y="199"/>
                  </a:lnTo>
                  <a:lnTo>
                    <a:pt x="257" y="202"/>
                  </a:lnTo>
                  <a:lnTo>
                    <a:pt x="266" y="206"/>
                  </a:lnTo>
                  <a:lnTo>
                    <a:pt x="275" y="208"/>
                  </a:lnTo>
                  <a:lnTo>
                    <a:pt x="296" y="211"/>
                  </a:lnTo>
                  <a:lnTo>
                    <a:pt x="296" y="211"/>
                  </a:lnTo>
                  <a:lnTo>
                    <a:pt x="307" y="211"/>
                  </a:lnTo>
                  <a:lnTo>
                    <a:pt x="317" y="213"/>
                  </a:lnTo>
                  <a:lnTo>
                    <a:pt x="337" y="218"/>
                  </a:lnTo>
                  <a:lnTo>
                    <a:pt x="356" y="224"/>
                  </a:lnTo>
                  <a:lnTo>
                    <a:pt x="356" y="224"/>
                  </a:lnTo>
                  <a:lnTo>
                    <a:pt x="344" y="234"/>
                  </a:lnTo>
                  <a:lnTo>
                    <a:pt x="334" y="243"/>
                  </a:lnTo>
                  <a:lnTo>
                    <a:pt x="323" y="253"/>
                  </a:lnTo>
                  <a:lnTo>
                    <a:pt x="323" y="253"/>
                  </a:lnTo>
                  <a:lnTo>
                    <a:pt x="303" y="276"/>
                  </a:lnTo>
                  <a:lnTo>
                    <a:pt x="294" y="288"/>
                  </a:lnTo>
                  <a:lnTo>
                    <a:pt x="294" y="288"/>
                  </a:lnTo>
                  <a:lnTo>
                    <a:pt x="279" y="278"/>
                  </a:lnTo>
                  <a:lnTo>
                    <a:pt x="246" y="259"/>
                  </a:lnTo>
                  <a:lnTo>
                    <a:pt x="246" y="259"/>
                  </a:lnTo>
                  <a:lnTo>
                    <a:pt x="230" y="248"/>
                  </a:lnTo>
                  <a:lnTo>
                    <a:pt x="215" y="242"/>
                  </a:lnTo>
                  <a:lnTo>
                    <a:pt x="208" y="240"/>
                  </a:lnTo>
                  <a:lnTo>
                    <a:pt x="202" y="238"/>
                  </a:lnTo>
                  <a:lnTo>
                    <a:pt x="197" y="240"/>
                  </a:lnTo>
                  <a:lnTo>
                    <a:pt x="192" y="242"/>
                  </a:lnTo>
                  <a:lnTo>
                    <a:pt x="192" y="242"/>
                  </a:lnTo>
                  <a:lnTo>
                    <a:pt x="190" y="245"/>
                  </a:lnTo>
                  <a:lnTo>
                    <a:pt x="188" y="248"/>
                  </a:lnTo>
                  <a:lnTo>
                    <a:pt x="190" y="253"/>
                  </a:lnTo>
                  <a:lnTo>
                    <a:pt x="192" y="257"/>
                  </a:lnTo>
                  <a:lnTo>
                    <a:pt x="196" y="261"/>
                  </a:lnTo>
                  <a:lnTo>
                    <a:pt x="202" y="266"/>
                  </a:lnTo>
                  <a:lnTo>
                    <a:pt x="210" y="270"/>
                  </a:lnTo>
                  <a:lnTo>
                    <a:pt x="220" y="275"/>
                  </a:lnTo>
                  <a:lnTo>
                    <a:pt x="220" y="275"/>
                  </a:lnTo>
                  <a:lnTo>
                    <a:pt x="232" y="278"/>
                  </a:lnTo>
                  <a:lnTo>
                    <a:pt x="242" y="283"/>
                  </a:lnTo>
                  <a:lnTo>
                    <a:pt x="257" y="294"/>
                  </a:lnTo>
                  <a:lnTo>
                    <a:pt x="267" y="301"/>
                  </a:lnTo>
                  <a:lnTo>
                    <a:pt x="271" y="305"/>
                  </a:lnTo>
                  <a:lnTo>
                    <a:pt x="271" y="305"/>
                  </a:lnTo>
                  <a:lnTo>
                    <a:pt x="251" y="319"/>
                  </a:lnTo>
                  <a:lnTo>
                    <a:pt x="234" y="330"/>
                  </a:lnTo>
                  <a:lnTo>
                    <a:pt x="227" y="334"/>
                  </a:lnTo>
                  <a:lnTo>
                    <a:pt x="220" y="336"/>
                  </a:lnTo>
                  <a:lnTo>
                    <a:pt x="220" y="336"/>
                  </a:lnTo>
                  <a:lnTo>
                    <a:pt x="182" y="345"/>
                  </a:lnTo>
                  <a:lnTo>
                    <a:pt x="182" y="345"/>
                  </a:lnTo>
                  <a:lnTo>
                    <a:pt x="179" y="342"/>
                  </a:lnTo>
                  <a:lnTo>
                    <a:pt x="170" y="335"/>
                  </a:lnTo>
                  <a:lnTo>
                    <a:pt x="164" y="329"/>
                  </a:lnTo>
                  <a:lnTo>
                    <a:pt x="158" y="321"/>
                  </a:lnTo>
                  <a:lnTo>
                    <a:pt x="152" y="311"/>
                  </a:lnTo>
                  <a:lnTo>
                    <a:pt x="147" y="299"/>
                  </a:lnTo>
                  <a:lnTo>
                    <a:pt x="147" y="299"/>
                  </a:lnTo>
                  <a:lnTo>
                    <a:pt x="130" y="259"/>
                  </a:lnTo>
                  <a:lnTo>
                    <a:pt x="126" y="246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1" y="229"/>
                  </a:lnTo>
                  <a:lnTo>
                    <a:pt x="118" y="224"/>
                  </a:lnTo>
                  <a:lnTo>
                    <a:pt x="116" y="220"/>
                  </a:lnTo>
                  <a:lnTo>
                    <a:pt x="112" y="219"/>
                  </a:lnTo>
                  <a:lnTo>
                    <a:pt x="109" y="218"/>
                  </a:lnTo>
                  <a:lnTo>
                    <a:pt x="106" y="219"/>
                  </a:lnTo>
                  <a:lnTo>
                    <a:pt x="103" y="220"/>
                  </a:lnTo>
                  <a:lnTo>
                    <a:pt x="99" y="225"/>
                  </a:lnTo>
                  <a:lnTo>
                    <a:pt x="99" y="225"/>
                  </a:lnTo>
                  <a:lnTo>
                    <a:pt x="96" y="230"/>
                  </a:lnTo>
                  <a:lnTo>
                    <a:pt x="95" y="237"/>
                  </a:lnTo>
                  <a:lnTo>
                    <a:pt x="95" y="245"/>
                  </a:lnTo>
                  <a:lnTo>
                    <a:pt x="96" y="253"/>
                  </a:lnTo>
                  <a:lnTo>
                    <a:pt x="103" y="269"/>
                  </a:lnTo>
                  <a:lnTo>
                    <a:pt x="109" y="284"/>
                  </a:lnTo>
                  <a:lnTo>
                    <a:pt x="109" y="284"/>
                  </a:lnTo>
                  <a:lnTo>
                    <a:pt x="128" y="321"/>
                  </a:lnTo>
                  <a:lnTo>
                    <a:pt x="141" y="345"/>
                  </a:lnTo>
                  <a:lnTo>
                    <a:pt x="141" y="345"/>
                  </a:lnTo>
                  <a:lnTo>
                    <a:pt x="127" y="346"/>
                  </a:lnTo>
                  <a:lnTo>
                    <a:pt x="111" y="346"/>
                  </a:lnTo>
                  <a:lnTo>
                    <a:pt x="93" y="345"/>
                  </a:lnTo>
                  <a:lnTo>
                    <a:pt x="83" y="342"/>
                  </a:lnTo>
                  <a:lnTo>
                    <a:pt x="72" y="340"/>
                  </a:lnTo>
                  <a:lnTo>
                    <a:pt x="64" y="338"/>
                  </a:lnTo>
                  <a:lnTo>
                    <a:pt x="54" y="333"/>
                  </a:lnTo>
                  <a:lnTo>
                    <a:pt x="47" y="327"/>
                  </a:lnTo>
                  <a:lnTo>
                    <a:pt x="40" y="321"/>
                  </a:lnTo>
                  <a:lnTo>
                    <a:pt x="34" y="312"/>
                  </a:lnTo>
                  <a:lnTo>
                    <a:pt x="29" y="303"/>
                  </a:lnTo>
                  <a:lnTo>
                    <a:pt x="29" y="303"/>
                  </a:lnTo>
                  <a:lnTo>
                    <a:pt x="25" y="292"/>
                  </a:lnTo>
                  <a:lnTo>
                    <a:pt x="24" y="282"/>
                  </a:lnTo>
                  <a:lnTo>
                    <a:pt x="23" y="274"/>
                  </a:lnTo>
                  <a:lnTo>
                    <a:pt x="22" y="265"/>
                  </a:lnTo>
                  <a:lnTo>
                    <a:pt x="23" y="258"/>
                  </a:lnTo>
                  <a:lnTo>
                    <a:pt x="24" y="252"/>
                  </a:lnTo>
                  <a:lnTo>
                    <a:pt x="28" y="240"/>
                  </a:lnTo>
                  <a:lnTo>
                    <a:pt x="34" y="229"/>
                  </a:lnTo>
                  <a:lnTo>
                    <a:pt x="41" y="220"/>
                  </a:lnTo>
                  <a:lnTo>
                    <a:pt x="48" y="213"/>
                  </a:lnTo>
                  <a:lnTo>
                    <a:pt x="55" y="207"/>
                  </a:lnTo>
                  <a:lnTo>
                    <a:pt x="55" y="207"/>
                  </a:lnTo>
                  <a:lnTo>
                    <a:pt x="61" y="202"/>
                  </a:lnTo>
                  <a:lnTo>
                    <a:pt x="64" y="197"/>
                  </a:lnTo>
                  <a:lnTo>
                    <a:pt x="66" y="194"/>
                  </a:lnTo>
                  <a:lnTo>
                    <a:pt x="65" y="191"/>
                  </a:lnTo>
                  <a:lnTo>
                    <a:pt x="64" y="190"/>
                  </a:lnTo>
                  <a:lnTo>
                    <a:pt x="63" y="188"/>
                  </a:lnTo>
                  <a:lnTo>
                    <a:pt x="59" y="184"/>
                  </a:lnTo>
                  <a:lnTo>
                    <a:pt x="59" y="184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583">
              <a:extLst>
                <a:ext uri="{FF2B5EF4-FFF2-40B4-BE49-F238E27FC236}">
                  <a16:creationId xmlns:a16="http://schemas.microsoft.com/office/drawing/2014/main" id="{8D421090-1AC2-5F48-A96C-5FCB8F718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813" y="4713288"/>
              <a:ext cx="185738" cy="361950"/>
            </a:xfrm>
            <a:custGeom>
              <a:avLst/>
              <a:gdLst>
                <a:gd name="T0" fmla="*/ 233 w 233"/>
                <a:gd name="T1" fmla="*/ 456 h 456"/>
                <a:gd name="T2" fmla="*/ 214 w 233"/>
                <a:gd name="T3" fmla="*/ 456 h 456"/>
                <a:gd name="T4" fmla="*/ 214 w 233"/>
                <a:gd name="T5" fmla="*/ 305 h 456"/>
                <a:gd name="T6" fmla="*/ 214 w 233"/>
                <a:gd name="T7" fmla="*/ 305 h 456"/>
                <a:gd name="T8" fmla="*/ 212 w 233"/>
                <a:gd name="T9" fmla="*/ 277 h 456"/>
                <a:gd name="T10" fmla="*/ 209 w 233"/>
                <a:gd name="T11" fmla="*/ 253 h 456"/>
                <a:gd name="T12" fmla="*/ 209 w 233"/>
                <a:gd name="T13" fmla="*/ 253 h 456"/>
                <a:gd name="T14" fmla="*/ 206 w 233"/>
                <a:gd name="T15" fmla="*/ 237 h 456"/>
                <a:gd name="T16" fmla="*/ 201 w 233"/>
                <a:gd name="T17" fmla="*/ 223 h 456"/>
                <a:gd name="T18" fmla="*/ 197 w 233"/>
                <a:gd name="T19" fmla="*/ 210 h 456"/>
                <a:gd name="T20" fmla="*/ 191 w 233"/>
                <a:gd name="T21" fmla="*/ 195 h 456"/>
                <a:gd name="T22" fmla="*/ 185 w 233"/>
                <a:gd name="T23" fmla="*/ 183 h 456"/>
                <a:gd name="T24" fmla="*/ 179 w 233"/>
                <a:gd name="T25" fmla="*/ 170 h 456"/>
                <a:gd name="T26" fmla="*/ 163 w 233"/>
                <a:gd name="T27" fmla="*/ 147 h 456"/>
                <a:gd name="T28" fmla="*/ 147 w 233"/>
                <a:gd name="T29" fmla="*/ 126 h 456"/>
                <a:gd name="T30" fmla="*/ 129 w 233"/>
                <a:gd name="T31" fmla="*/ 107 h 456"/>
                <a:gd name="T32" fmla="*/ 111 w 233"/>
                <a:gd name="T33" fmla="*/ 89 h 456"/>
                <a:gd name="T34" fmla="*/ 93 w 233"/>
                <a:gd name="T35" fmla="*/ 74 h 456"/>
                <a:gd name="T36" fmla="*/ 76 w 233"/>
                <a:gd name="T37" fmla="*/ 61 h 456"/>
                <a:gd name="T38" fmla="*/ 59 w 233"/>
                <a:gd name="T39" fmla="*/ 49 h 456"/>
                <a:gd name="T40" fmla="*/ 43 w 233"/>
                <a:gd name="T41" fmla="*/ 39 h 456"/>
                <a:gd name="T42" fmla="*/ 29 w 233"/>
                <a:gd name="T43" fmla="*/ 32 h 456"/>
                <a:gd name="T44" fmla="*/ 8 w 233"/>
                <a:gd name="T45" fmla="*/ 21 h 456"/>
                <a:gd name="T46" fmla="*/ 0 w 233"/>
                <a:gd name="T47" fmla="*/ 17 h 456"/>
                <a:gd name="T48" fmla="*/ 7 w 233"/>
                <a:gd name="T49" fmla="*/ 0 h 456"/>
                <a:gd name="T50" fmla="*/ 7 w 233"/>
                <a:gd name="T51" fmla="*/ 0 h 456"/>
                <a:gd name="T52" fmla="*/ 18 w 233"/>
                <a:gd name="T53" fmla="*/ 4 h 456"/>
                <a:gd name="T54" fmla="*/ 39 w 233"/>
                <a:gd name="T55" fmla="*/ 16 h 456"/>
                <a:gd name="T56" fmla="*/ 55 w 233"/>
                <a:gd name="T57" fmla="*/ 25 h 456"/>
                <a:gd name="T58" fmla="*/ 71 w 233"/>
                <a:gd name="T59" fmla="*/ 34 h 456"/>
                <a:gd name="T60" fmla="*/ 89 w 233"/>
                <a:gd name="T61" fmla="*/ 46 h 456"/>
                <a:gd name="T62" fmla="*/ 107 w 233"/>
                <a:gd name="T63" fmla="*/ 61 h 456"/>
                <a:gd name="T64" fmla="*/ 126 w 233"/>
                <a:gd name="T65" fmla="*/ 77 h 456"/>
                <a:gd name="T66" fmla="*/ 145 w 233"/>
                <a:gd name="T67" fmla="*/ 95 h 456"/>
                <a:gd name="T68" fmla="*/ 163 w 233"/>
                <a:gd name="T69" fmla="*/ 115 h 456"/>
                <a:gd name="T70" fmla="*/ 180 w 233"/>
                <a:gd name="T71" fmla="*/ 137 h 456"/>
                <a:gd name="T72" fmla="*/ 195 w 233"/>
                <a:gd name="T73" fmla="*/ 161 h 456"/>
                <a:gd name="T74" fmla="*/ 203 w 233"/>
                <a:gd name="T75" fmla="*/ 174 h 456"/>
                <a:gd name="T76" fmla="*/ 209 w 233"/>
                <a:gd name="T77" fmla="*/ 189 h 456"/>
                <a:gd name="T78" fmla="*/ 215 w 233"/>
                <a:gd name="T79" fmla="*/ 202 h 456"/>
                <a:gd name="T80" fmla="*/ 220 w 233"/>
                <a:gd name="T81" fmla="*/ 218 h 456"/>
                <a:gd name="T82" fmla="*/ 224 w 233"/>
                <a:gd name="T83" fmla="*/ 234 h 456"/>
                <a:gd name="T84" fmla="*/ 228 w 233"/>
                <a:gd name="T85" fmla="*/ 249 h 456"/>
                <a:gd name="T86" fmla="*/ 228 w 233"/>
                <a:gd name="T87" fmla="*/ 249 h 456"/>
                <a:gd name="T88" fmla="*/ 232 w 233"/>
                <a:gd name="T89" fmla="*/ 276 h 456"/>
                <a:gd name="T90" fmla="*/ 233 w 233"/>
                <a:gd name="T91" fmla="*/ 305 h 456"/>
                <a:gd name="T92" fmla="*/ 233 w 233"/>
                <a:gd name="T9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3" h="456">
                  <a:moveTo>
                    <a:pt x="233" y="456"/>
                  </a:moveTo>
                  <a:lnTo>
                    <a:pt x="214" y="456"/>
                  </a:lnTo>
                  <a:lnTo>
                    <a:pt x="214" y="305"/>
                  </a:lnTo>
                  <a:lnTo>
                    <a:pt x="214" y="305"/>
                  </a:lnTo>
                  <a:lnTo>
                    <a:pt x="212" y="277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06" y="237"/>
                  </a:lnTo>
                  <a:lnTo>
                    <a:pt x="201" y="223"/>
                  </a:lnTo>
                  <a:lnTo>
                    <a:pt x="197" y="210"/>
                  </a:lnTo>
                  <a:lnTo>
                    <a:pt x="191" y="195"/>
                  </a:lnTo>
                  <a:lnTo>
                    <a:pt x="185" y="183"/>
                  </a:lnTo>
                  <a:lnTo>
                    <a:pt x="179" y="170"/>
                  </a:lnTo>
                  <a:lnTo>
                    <a:pt x="163" y="147"/>
                  </a:lnTo>
                  <a:lnTo>
                    <a:pt x="147" y="126"/>
                  </a:lnTo>
                  <a:lnTo>
                    <a:pt x="129" y="107"/>
                  </a:lnTo>
                  <a:lnTo>
                    <a:pt x="111" y="89"/>
                  </a:lnTo>
                  <a:lnTo>
                    <a:pt x="93" y="74"/>
                  </a:lnTo>
                  <a:lnTo>
                    <a:pt x="76" y="61"/>
                  </a:lnTo>
                  <a:lnTo>
                    <a:pt x="59" y="49"/>
                  </a:lnTo>
                  <a:lnTo>
                    <a:pt x="43" y="39"/>
                  </a:lnTo>
                  <a:lnTo>
                    <a:pt x="29" y="32"/>
                  </a:lnTo>
                  <a:lnTo>
                    <a:pt x="8" y="21"/>
                  </a:lnTo>
                  <a:lnTo>
                    <a:pt x="0" y="17"/>
                  </a:lnTo>
                  <a:lnTo>
                    <a:pt x="7" y="0"/>
                  </a:lnTo>
                  <a:lnTo>
                    <a:pt x="7" y="0"/>
                  </a:lnTo>
                  <a:lnTo>
                    <a:pt x="18" y="4"/>
                  </a:lnTo>
                  <a:lnTo>
                    <a:pt x="39" y="16"/>
                  </a:lnTo>
                  <a:lnTo>
                    <a:pt x="55" y="25"/>
                  </a:lnTo>
                  <a:lnTo>
                    <a:pt x="71" y="34"/>
                  </a:lnTo>
                  <a:lnTo>
                    <a:pt x="89" y="46"/>
                  </a:lnTo>
                  <a:lnTo>
                    <a:pt x="107" y="61"/>
                  </a:lnTo>
                  <a:lnTo>
                    <a:pt x="126" y="77"/>
                  </a:lnTo>
                  <a:lnTo>
                    <a:pt x="145" y="95"/>
                  </a:lnTo>
                  <a:lnTo>
                    <a:pt x="163" y="115"/>
                  </a:lnTo>
                  <a:lnTo>
                    <a:pt x="180" y="137"/>
                  </a:lnTo>
                  <a:lnTo>
                    <a:pt x="195" y="161"/>
                  </a:lnTo>
                  <a:lnTo>
                    <a:pt x="203" y="174"/>
                  </a:lnTo>
                  <a:lnTo>
                    <a:pt x="209" y="189"/>
                  </a:lnTo>
                  <a:lnTo>
                    <a:pt x="215" y="202"/>
                  </a:lnTo>
                  <a:lnTo>
                    <a:pt x="220" y="218"/>
                  </a:lnTo>
                  <a:lnTo>
                    <a:pt x="224" y="234"/>
                  </a:lnTo>
                  <a:lnTo>
                    <a:pt x="228" y="249"/>
                  </a:lnTo>
                  <a:lnTo>
                    <a:pt x="228" y="249"/>
                  </a:lnTo>
                  <a:lnTo>
                    <a:pt x="232" y="276"/>
                  </a:lnTo>
                  <a:lnTo>
                    <a:pt x="233" y="305"/>
                  </a:lnTo>
                  <a:lnTo>
                    <a:pt x="233" y="456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584">
              <a:extLst>
                <a:ext uri="{FF2B5EF4-FFF2-40B4-BE49-F238E27FC236}">
                  <a16:creationId xmlns:a16="http://schemas.microsoft.com/office/drawing/2014/main" id="{E78FFD2C-B397-9547-A31F-66E7B5AE6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438" y="4856163"/>
              <a:ext cx="106363" cy="215900"/>
            </a:xfrm>
            <a:custGeom>
              <a:avLst/>
              <a:gdLst>
                <a:gd name="T0" fmla="*/ 0 w 135"/>
                <a:gd name="T1" fmla="*/ 272 h 272"/>
                <a:gd name="T2" fmla="*/ 0 w 135"/>
                <a:gd name="T3" fmla="*/ 272 h 272"/>
                <a:gd name="T4" fmla="*/ 0 w 135"/>
                <a:gd name="T5" fmla="*/ 262 h 272"/>
                <a:gd name="T6" fmla="*/ 2 w 135"/>
                <a:gd name="T7" fmla="*/ 238 h 272"/>
                <a:gd name="T8" fmla="*/ 3 w 135"/>
                <a:gd name="T9" fmla="*/ 221 h 272"/>
                <a:gd name="T10" fmla="*/ 5 w 135"/>
                <a:gd name="T11" fmla="*/ 201 h 272"/>
                <a:gd name="T12" fmla="*/ 9 w 135"/>
                <a:gd name="T13" fmla="*/ 181 h 272"/>
                <a:gd name="T14" fmla="*/ 14 w 135"/>
                <a:gd name="T15" fmla="*/ 159 h 272"/>
                <a:gd name="T16" fmla="*/ 20 w 135"/>
                <a:gd name="T17" fmla="*/ 136 h 272"/>
                <a:gd name="T18" fmla="*/ 28 w 135"/>
                <a:gd name="T19" fmla="*/ 113 h 272"/>
                <a:gd name="T20" fmla="*/ 39 w 135"/>
                <a:gd name="T21" fmla="*/ 90 h 272"/>
                <a:gd name="T22" fmla="*/ 51 w 135"/>
                <a:gd name="T23" fmla="*/ 68 h 272"/>
                <a:gd name="T24" fmla="*/ 58 w 135"/>
                <a:gd name="T25" fmla="*/ 59 h 272"/>
                <a:gd name="T26" fmla="*/ 67 w 135"/>
                <a:gd name="T27" fmla="*/ 48 h 272"/>
                <a:gd name="T28" fmla="*/ 75 w 135"/>
                <a:gd name="T29" fmla="*/ 38 h 272"/>
                <a:gd name="T30" fmla="*/ 85 w 135"/>
                <a:gd name="T31" fmla="*/ 30 h 272"/>
                <a:gd name="T32" fmla="*/ 95 w 135"/>
                <a:gd name="T33" fmla="*/ 21 h 272"/>
                <a:gd name="T34" fmla="*/ 106 w 135"/>
                <a:gd name="T35" fmla="*/ 13 h 272"/>
                <a:gd name="T36" fmla="*/ 118 w 135"/>
                <a:gd name="T37" fmla="*/ 6 h 272"/>
                <a:gd name="T38" fmla="*/ 131 w 135"/>
                <a:gd name="T39" fmla="*/ 0 h 272"/>
                <a:gd name="T40" fmla="*/ 135 w 135"/>
                <a:gd name="T41" fmla="*/ 8 h 272"/>
                <a:gd name="T42" fmla="*/ 135 w 135"/>
                <a:gd name="T43" fmla="*/ 8 h 272"/>
                <a:gd name="T44" fmla="*/ 123 w 135"/>
                <a:gd name="T45" fmla="*/ 14 h 272"/>
                <a:gd name="T46" fmla="*/ 112 w 135"/>
                <a:gd name="T47" fmla="*/ 21 h 272"/>
                <a:gd name="T48" fmla="*/ 101 w 135"/>
                <a:gd name="T49" fmla="*/ 29 h 272"/>
                <a:gd name="T50" fmla="*/ 91 w 135"/>
                <a:gd name="T51" fmla="*/ 37 h 272"/>
                <a:gd name="T52" fmla="*/ 81 w 135"/>
                <a:gd name="T53" fmla="*/ 45 h 272"/>
                <a:gd name="T54" fmla="*/ 73 w 135"/>
                <a:gd name="T55" fmla="*/ 55 h 272"/>
                <a:gd name="T56" fmla="*/ 66 w 135"/>
                <a:gd name="T57" fmla="*/ 65 h 272"/>
                <a:gd name="T58" fmla="*/ 58 w 135"/>
                <a:gd name="T59" fmla="*/ 75 h 272"/>
                <a:gd name="T60" fmla="*/ 46 w 135"/>
                <a:gd name="T61" fmla="*/ 96 h 272"/>
                <a:gd name="T62" fmla="*/ 37 w 135"/>
                <a:gd name="T63" fmla="*/ 118 h 272"/>
                <a:gd name="T64" fmla="*/ 28 w 135"/>
                <a:gd name="T65" fmla="*/ 140 h 272"/>
                <a:gd name="T66" fmla="*/ 22 w 135"/>
                <a:gd name="T67" fmla="*/ 162 h 272"/>
                <a:gd name="T68" fmla="*/ 17 w 135"/>
                <a:gd name="T69" fmla="*/ 183 h 272"/>
                <a:gd name="T70" fmla="*/ 14 w 135"/>
                <a:gd name="T71" fmla="*/ 204 h 272"/>
                <a:gd name="T72" fmla="*/ 13 w 135"/>
                <a:gd name="T73" fmla="*/ 222 h 272"/>
                <a:gd name="T74" fmla="*/ 10 w 135"/>
                <a:gd name="T75" fmla="*/ 238 h 272"/>
                <a:gd name="T76" fmla="*/ 10 w 135"/>
                <a:gd name="T77" fmla="*/ 262 h 272"/>
                <a:gd name="T78" fmla="*/ 10 w 135"/>
                <a:gd name="T79" fmla="*/ 272 h 272"/>
                <a:gd name="T80" fmla="*/ 0 w 135"/>
                <a:gd name="T81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5" h="272">
                  <a:moveTo>
                    <a:pt x="0" y="272"/>
                  </a:moveTo>
                  <a:lnTo>
                    <a:pt x="0" y="272"/>
                  </a:lnTo>
                  <a:lnTo>
                    <a:pt x="0" y="262"/>
                  </a:lnTo>
                  <a:lnTo>
                    <a:pt x="2" y="238"/>
                  </a:lnTo>
                  <a:lnTo>
                    <a:pt x="3" y="221"/>
                  </a:lnTo>
                  <a:lnTo>
                    <a:pt x="5" y="201"/>
                  </a:lnTo>
                  <a:lnTo>
                    <a:pt x="9" y="181"/>
                  </a:lnTo>
                  <a:lnTo>
                    <a:pt x="14" y="159"/>
                  </a:lnTo>
                  <a:lnTo>
                    <a:pt x="20" y="136"/>
                  </a:lnTo>
                  <a:lnTo>
                    <a:pt x="28" y="113"/>
                  </a:lnTo>
                  <a:lnTo>
                    <a:pt x="39" y="90"/>
                  </a:lnTo>
                  <a:lnTo>
                    <a:pt x="51" y="68"/>
                  </a:lnTo>
                  <a:lnTo>
                    <a:pt x="58" y="59"/>
                  </a:lnTo>
                  <a:lnTo>
                    <a:pt x="67" y="48"/>
                  </a:lnTo>
                  <a:lnTo>
                    <a:pt x="75" y="38"/>
                  </a:lnTo>
                  <a:lnTo>
                    <a:pt x="85" y="30"/>
                  </a:lnTo>
                  <a:lnTo>
                    <a:pt x="95" y="21"/>
                  </a:lnTo>
                  <a:lnTo>
                    <a:pt x="106" y="13"/>
                  </a:lnTo>
                  <a:lnTo>
                    <a:pt x="118" y="6"/>
                  </a:lnTo>
                  <a:lnTo>
                    <a:pt x="131" y="0"/>
                  </a:lnTo>
                  <a:lnTo>
                    <a:pt x="135" y="8"/>
                  </a:lnTo>
                  <a:lnTo>
                    <a:pt x="135" y="8"/>
                  </a:lnTo>
                  <a:lnTo>
                    <a:pt x="123" y="14"/>
                  </a:lnTo>
                  <a:lnTo>
                    <a:pt x="112" y="21"/>
                  </a:lnTo>
                  <a:lnTo>
                    <a:pt x="101" y="29"/>
                  </a:lnTo>
                  <a:lnTo>
                    <a:pt x="91" y="37"/>
                  </a:lnTo>
                  <a:lnTo>
                    <a:pt x="81" y="45"/>
                  </a:lnTo>
                  <a:lnTo>
                    <a:pt x="73" y="55"/>
                  </a:lnTo>
                  <a:lnTo>
                    <a:pt x="66" y="65"/>
                  </a:lnTo>
                  <a:lnTo>
                    <a:pt x="58" y="75"/>
                  </a:lnTo>
                  <a:lnTo>
                    <a:pt x="46" y="96"/>
                  </a:lnTo>
                  <a:lnTo>
                    <a:pt x="37" y="118"/>
                  </a:lnTo>
                  <a:lnTo>
                    <a:pt x="28" y="140"/>
                  </a:lnTo>
                  <a:lnTo>
                    <a:pt x="22" y="162"/>
                  </a:lnTo>
                  <a:lnTo>
                    <a:pt x="17" y="183"/>
                  </a:lnTo>
                  <a:lnTo>
                    <a:pt x="14" y="204"/>
                  </a:lnTo>
                  <a:lnTo>
                    <a:pt x="13" y="222"/>
                  </a:lnTo>
                  <a:lnTo>
                    <a:pt x="10" y="238"/>
                  </a:lnTo>
                  <a:lnTo>
                    <a:pt x="10" y="262"/>
                  </a:lnTo>
                  <a:lnTo>
                    <a:pt x="10" y="272"/>
                  </a:lnTo>
                  <a:lnTo>
                    <a:pt x="0" y="272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71BEA4A8-2F40-2B4A-8C1E-CC27DC9566FE}"/>
              </a:ext>
            </a:extLst>
          </p:cNvPr>
          <p:cNvGrpSpPr/>
          <p:nvPr/>
        </p:nvGrpSpPr>
        <p:grpSpPr>
          <a:xfrm>
            <a:off x="5155600" y="5774485"/>
            <a:ext cx="4747826" cy="1083515"/>
            <a:chOff x="5061981" y="5774485"/>
            <a:chExt cx="4747826" cy="1083515"/>
          </a:xfrm>
        </p:grpSpPr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id="{78F88982-B065-964A-950A-35CD14B1E329}"/>
                </a:ext>
              </a:extLst>
            </p:cNvPr>
            <p:cNvGrpSpPr/>
            <p:nvPr/>
          </p:nvGrpSpPr>
          <p:grpSpPr>
            <a:xfrm>
              <a:off x="5061981" y="5774485"/>
              <a:ext cx="907346" cy="1083515"/>
              <a:chOff x="5061981" y="5774485"/>
              <a:chExt cx="907346" cy="1083515"/>
            </a:xfrm>
          </p:grpSpPr>
          <p:sp>
            <p:nvSpPr>
              <p:cNvPr id="143" name="Parallelogram 142">
                <a:extLst>
                  <a:ext uri="{FF2B5EF4-FFF2-40B4-BE49-F238E27FC236}">
                    <a16:creationId xmlns:a16="http://schemas.microsoft.com/office/drawing/2014/main" id="{7473E2C9-9BC4-8745-BE8C-33DCEA9066C3}"/>
                  </a:ext>
                </a:extLst>
              </p:cNvPr>
              <p:cNvSpPr/>
              <p:nvPr/>
            </p:nvSpPr>
            <p:spPr>
              <a:xfrm>
                <a:off x="5244861" y="5774485"/>
                <a:ext cx="724466" cy="1083515"/>
              </a:xfrm>
              <a:prstGeom prst="parallelogram">
                <a:avLst>
                  <a:gd name="adj" fmla="val 39304"/>
                </a:avLst>
              </a:prstGeom>
              <a:solidFill>
                <a:srgbClr val="E8999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2" name="Parallelogram 141">
                <a:extLst>
                  <a:ext uri="{FF2B5EF4-FFF2-40B4-BE49-F238E27FC236}">
                    <a16:creationId xmlns:a16="http://schemas.microsoft.com/office/drawing/2014/main" id="{9621202A-44E4-E643-83A0-652E3015979D}"/>
                  </a:ext>
                </a:extLst>
              </p:cNvPr>
              <p:cNvSpPr/>
              <p:nvPr/>
            </p:nvSpPr>
            <p:spPr>
              <a:xfrm>
                <a:off x="5061981" y="5774485"/>
                <a:ext cx="724466" cy="1083515"/>
              </a:xfrm>
              <a:prstGeom prst="parallelogram">
                <a:avLst>
                  <a:gd name="adj" fmla="val 39304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46" name="Group 145">
              <a:extLst>
                <a:ext uri="{FF2B5EF4-FFF2-40B4-BE49-F238E27FC236}">
                  <a16:creationId xmlns:a16="http://schemas.microsoft.com/office/drawing/2014/main" id="{CEE3ACC7-B008-1A43-88AA-54914F4E3083}"/>
                </a:ext>
              </a:extLst>
            </p:cNvPr>
            <p:cNvGrpSpPr/>
            <p:nvPr/>
          </p:nvGrpSpPr>
          <p:grpSpPr>
            <a:xfrm flipH="1">
              <a:off x="8902461" y="5774485"/>
              <a:ext cx="907346" cy="1083515"/>
              <a:chOff x="8902461" y="5774485"/>
              <a:chExt cx="907346" cy="1083515"/>
            </a:xfrm>
          </p:grpSpPr>
          <p:sp>
            <p:nvSpPr>
              <p:cNvPr id="144" name="Parallelogram 143">
                <a:extLst>
                  <a:ext uri="{FF2B5EF4-FFF2-40B4-BE49-F238E27FC236}">
                    <a16:creationId xmlns:a16="http://schemas.microsoft.com/office/drawing/2014/main" id="{E8BC48D8-EBC8-FC4E-A30D-48746174FC8C}"/>
                  </a:ext>
                </a:extLst>
              </p:cNvPr>
              <p:cNvSpPr/>
              <p:nvPr/>
            </p:nvSpPr>
            <p:spPr>
              <a:xfrm>
                <a:off x="9085341" y="5774485"/>
                <a:ext cx="724466" cy="1083515"/>
              </a:xfrm>
              <a:prstGeom prst="parallelogram">
                <a:avLst>
                  <a:gd name="adj" fmla="val 39304"/>
                </a:avLst>
              </a:prstGeom>
              <a:solidFill>
                <a:srgbClr val="E8999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5" name="Parallelogram 144">
                <a:extLst>
                  <a:ext uri="{FF2B5EF4-FFF2-40B4-BE49-F238E27FC236}">
                    <a16:creationId xmlns:a16="http://schemas.microsoft.com/office/drawing/2014/main" id="{09B1A9B8-35F4-EC42-9C66-E19E2C7CB61C}"/>
                  </a:ext>
                </a:extLst>
              </p:cNvPr>
              <p:cNvSpPr/>
              <p:nvPr/>
            </p:nvSpPr>
            <p:spPr>
              <a:xfrm>
                <a:off x="8902461" y="5774485"/>
                <a:ext cx="724466" cy="1083515"/>
              </a:xfrm>
              <a:prstGeom prst="parallelogram">
                <a:avLst>
                  <a:gd name="adj" fmla="val 39304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41" name="Freeform 535">
            <a:extLst>
              <a:ext uri="{FF2B5EF4-FFF2-40B4-BE49-F238E27FC236}">
                <a16:creationId xmlns:a16="http://schemas.microsoft.com/office/drawing/2014/main" id="{EF275244-0C7C-6943-A6CC-B2405026C1BD}"/>
              </a:ext>
            </a:extLst>
          </p:cNvPr>
          <p:cNvSpPr>
            <a:spLocks/>
          </p:cNvSpPr>
          <p:nvPr/>
        </p:nvSpPr>
        <p:spPr bwMode="auto">
          <a:xfrm>
            <a:off x="8484664" y="-19184"/>
            <a:ext cx="3707336" cy="3415819"/>
          </a:xfrm>
          <a:custGeom>
            <a:avLst/>
            <a:gdLst>
              <a:gd name="T0" fmla="*/ 2 w 2342"/>
              <a:gd name="T1" fmla="*/ 11 h 2156"/>
              <a:gd name="T2" fmla="*/ 3 w 2342"/>
              <a:gd name="T3" fmla="*/ 61 h 2156"/>
              <a:gd name="T4" fmla="*/ 16 w 2342"/>
              <a:gd name="T5" fmla="*/ 132 h 2156"/>
              <a:gd name="T6" fmla="*/ 49 w 2342"/>
              <a:gd name="T7" fmla="*/ 215 h 2156"/>
              <a:gd name="T8" fmla="*/ 102 w 2342"/>
              <a:gd name="T9" fmla="*/ 306 h 2156"/>
              <a:gd name="T10" fmla="*/ 183 w 2342"/>
              <a:gd name="T11" fmla="*/ 396 h 2156"/>
              <a:gd name="T12" fmla="*/ 235 w 2342"/>
              <a:gd name="T13" fmla="*/ 439 h 2156"/>
              <a:gd name="T14" fmla="*/ 295 w 2342"/>
              <a:gd name="T15" fmla="*/ 480 h 2156"/>
              <a:gd name="T16" fmla="*/ 364 w 2342"/>
              <a:gd name="T17" fmla="*/ 517 h 2156"/>
              <a:gd name="T18" fmla="*/ 442 w 2342"/>
              <a:gd name="T19" fmla="*/ 550 h 2156"/>
              <a:gd name="T20" fmla="*/ 530 w 2342"/>
              <a:gd name="T21" fmla="*/ 579 h 2156"/>
              <a:gd name="T22" fmla="*/ 629 w 2342"/>
              <a:gd name="T23" fmla="*/ 601 h 2156"/>
              <a:gd name="T24" fmla="*/ 739 w 2342"/>
              <a:gd name="T25" fmla="*/ 616 h 2156"/>
              <a:gd name="T26" fmla="*/ 861 w 2342"/>
              <a:gd name="T27" fmla="*/ 625 h 2156"/>
              <a:gd name="T28" fmla="*/ 996 w 2342"/>
              <a:gd name="T29" fmla="*/ 624 h 2156"/>
              <a:gd name="T30" fmla="*/ 1142 w 2342"/>
              <a:gd name="T31" fmla="*/ 614 h 2156"/>
              <a:gd name="T32" fmla="*/ 1247 w 2342"/>
              <a:gd name="T33" fmla="*/ 602 h 2156"/>
              <a:gd name="T34" fmla="*/ 1300 w 2342"/>
              <a:gd name="T35" fmla="*/ 601 h 2156"/>
              <a:gd name="T36" fmla="*/ 1354 w 2342"/>
              <a:gd name="T37" fmla="*/ 608 h 2156"/>
              <a:gd name="T38" fmla="*/ 1404 w 2342"/>
              <a:gd name="T39" fmla="*/ 625 h 2156"/>
              <a:gd name="T40" fmla="*/ 1454 w 2342"/>
              <a:gd name="T41" fmla="*/ 649 h 2156"/>
              <a:gd name="T42" fmla="*/ 1501 w 2342"/>
              <a:gd name="T43" fmla="*/ 681 h 2156"/>
              <a:gd name="T44" fmla="*/ 1544 w 2342"/>
              <a:gd name="T45" fmla="*/ 717 h 2156"/>
              <a:gd name="T46" fmla="*/ 1616 w 2342"/>
              <a:gd name="T47" fmla="*/ 805 h 2156"/>
              <a:gd name="T48" fmla="*/ 1644 w 2342"/>
              <a:gd name="T49" fmla="*/ 853 h 2156"/>
              <a:gd name="T50" fmla="*/ 1666 w 2342"/>
              <a:gd name="T51" fmla="*/ 904 h 2156"/>
              <a:gd name="T52" fmla="*/ 1675 w 2342"/>
              <a:gd name="T53" fmla="*/ 939 h 2156"/>
              <a:gd name="T54" fmla="*/ 1684 w 2342"/>
              <a:gd name="T55" fmla="*/ 994 h 2156"/>
              <a:gd name="T56" fmla="*/ 1684 w 2342"/>
              <a:gd name="T57" fmla="*/ 1047 h 2156"/>
              <a:gd name="T58" fmla="*/ 1667 w 2342"/>
              <a:gd name="T59" fmla="*/ 1156 h 2156"/>
              <a:gd name="T60" fmla="*/ 1622 w 2342"/>
              <a:gd name="T61" fmla="*/ 1300 h 2156"/>
              <a:gd name="T62" fmla="*/ 1591 w 2342"/>
              <a:gd name="T63" fmla="*/ 1409 h 2156"/>
              <a:gd name="T64" fmla="*/ 1573 w 2342"/>
              <a:gd name="T65" fmla="*/ 1520 h 2156"/>
              <a:gd name="T66" fmla="*/ 1574 w 2342"/>
              <a:gd name="T67" fmla="*/ 1583 h 2156"/>
              <a:gd name="T68" fmla="*/ 1591 w 2342"/>
              <a:gd name="T69" fmla="*/ 1677 h 2156"/>
              <a:gd name="T70" fmla="*/ 1626 w 2342"/>
              <a:gd name="T71" fmla="*/ 1765 h 2156"/>
              <a:gd name="T72" fmla="*/ 1674 w 2342"/>
              <a:gd name="T73" fmla="*/ 1849 h 2156"/>
              <a:gd name="T74" fmla="*/ 1736 w 2342"/>
              <a:gd name="T75" fmla="*/ 1922 h 2156"/>
              <a:gd name="T76" fmla="*/ 1783 w 2342"/>
              <a:gd name="T77" fmla="*/ 1966 h 2156"/>
              <a:gd name="T78" fmla="*/ 1860 w 2342"/>
              <a:gd name="T79" fmla="*/ 2022 h 2156"/>
              <a:gd name="T80" fmla="*/ 1945 w 2342"/>
              <a:gd name="T81" fmla="*/ 2068 h 2156"/>
              <a:gd name="T82" fmla="*/ 2033 w 2342"/>
              <a:gd name="T83" fmla="*/ 2103 h 2156"/>
              <a:gd name="T84" fmla="*/ 2126 w 2342"/>
              <a:gd name="T85" fmla="*/ 2129 h 2156"/>
              <a:gd name="T86" fmla="*/ 2221 w 2342"/>
              <a:gd name="T87" fmla="*/ 2146 h 2156"/>
              <a:gd name="T88" fmla="*/ 2297 w 2342"/>
              <a:gd name="T89" fmla="*/ 2155 h 2156"/>
              <a:gd name="T90" fmla="*/ 4 w 2342"/>
              <a:gd name="T91" fmla="*/ 0 h 2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342" h="2156">
                <a:moveTo>
                  <a:pt x="4" y="0"/>
                </a:moveTo>
                <a:lnTo>
                  <a:pt x="4" y="0"/>
                </a:lnTo>
                <a:lnTo>
                  <a:pt x="2" y="11"/>
                </a:lnTo>
                <a:lnTo>
                  <a:pt x="0" y="25"/>
                </a:lnTo>
                <a:lnTo>
                  <a:pt x="2" y="42"/>
                </a:lnTo>
                <a:lnTo>
                  <a:pt x="3" y="61"/>
                </a:lnTo>
                <a:lnTo>
                  <a:pt x="5" y="82"/>
                </a:lnTo>
                <a:lnTo>
                  <a:pt x="10" y="106"/>
                </a:lnTo>
                <a:lnTo>
                  <a:pt x="16" y="132"/>
                </a:lnTo>
                <a:lnTo>
                  <a:pt x="25" y="158"/>
                </a:lnTo>
                <a:lnTo>
                  <a:pt x="35" y="186"/>
                </a:lnTo>
                <a:lnTo>
                  <a:pt x="49" y="215"/>
                </a:lnTo>
                <a:lnTo>
                  <a:pt x="63" y="244"/>
                </a:lnTo>
                <a:lnTo>
                  <a:pt x="81" y="274"/>
                </a:lnTo>
                <a:lnTo>
                  <a:pt x="102" y="306"/>
                </a:lnTo>
                <a:lnTo>
                  <a:pt x="126" y="336"/>
                </a:lnTo>
                <a:lnTo>
                  <a:pt x="153" y="366"/>
                </a:lnTo>
                <a:lnTo>
                  <a:pt x="183" y="396"/>
                </a:lnTo>
                <a:lnTo>
                  <a:pt x="200" y="411"/>
                </a:lnTo>
                <a:lnTo>
                  <a:pt x="217" y="425"/>
                </a:lnTo>
                <a:lnTo>
                  <a:pt x="235" y="439"/>
                </a:lnTo>
                <a:lnTo>
                  <a:pt x="254" y="453"/>
                </a:lnTo>
                <a:lnTo>
                  <a:pt x="274" y="467"/>
                </a:lnTo>
                <a:lnTo>
                  <a:pt x="295" y="480"/>
                </a:lnTo>
                <a:lnTo>
                  <a:pt x="317" y="493"/>
                </a:lnTo>
                <a:lnTo>
                  <a:pt x="340" y="505"/>
                </a:lnTo>
                <a:lnTo>
                  <a:pt x="364" y="517"/>
                </a:lnTo>
                <a:lnTo>
                  <a:pt x="389" y="528"/>
                </a:lnTo>
                <a:lnTo>
                  <a:pt x="415" y="540"/>
                </a:lnTo>
                <a:lnTo>
                  <a:pt x="442" y="550"/>
                </a:lnTo>
                <a:lnTo>
                  <a:pt x="471" y="561"/>
                </a:lnTo>
                <a:lnTo>
                  <a:pt x="500" y="569"/>
                </a:lnTo>
                <a:lnTo>
                  <a:pt x="530" y="579"/>
                </a:lnTo>
                <a:lnTo>
                  <a:pt x="563" y="586"/>
                </a:lnTo>
                <a:lnTo>
                  <a:pt x="595" y="594"/>
                </a:lnTo>
                <a:lnTo>
                  <a:pt x="629" y="601"/>
                </a:lnTo>
                <a:lnTo>
                  <a:pt x="666" y="607"/>
                </a:lnTo>
                <a:lnTo>
                  <a:pt x="702" y="612"/>
                </a:lnTo>
                <a:lnTo>
                  <a:pt x="739" y="616"/>
                </a:lnTo>
                <a:lnTo>
                  <a:pt x="779" y="620"/>
                </a:lnTo>
                <a:lnTo>
                  <a:pt x="819" y="623"/>
                </a:lnTo>
                <a:lnTo>
                  <a:pt x="861" y="625"/>
                </a:lnTo>
                <a:lnTo>
                  <a:pt x="905" y="625"/>
                </a:lnTo>
                <a:lnTo>
                  <a:pt x="950" y="625"/>
                </a:lnTo>
                <a:lnTo>
                  <a:pt x="996" y="624"/>
                </a:lnTo>
                <a:lnTo>
                  <a:pt x="1043" y="623"/>
                </a:lnTo>
                <a:lnTo>
                  <a:pt x="1091" y="619"/>
                </a:lnTo>
                <a:lnTo>
                  <a:pt x="1142" y="614"/>
                </a:lnTo>
                <a:lnTo>
                  <a:pt x="1194" y="609"/>
                </a:lnTo>
                <a:lnTo>
                  <a:pt x="1247" y="602"/>
                </a:lnTo>
                <a:lnTo>
                  <a:pt x="1247" y="602"/>
                </a:lnTo>
                <a:lnTo>
                  <a:pt x="1265" y="601"/>
                </a:lnTo>
                <a:lnTo>
                  <a:pt x="1282" y="600"/>
                </a:lnTo>
                <a:lnTo>
                  <a:pt x="1300" y="601"/>
                </a:lnTo>
                <a:lnTo>
                  <a:pt x="1319" y="602"/>
                </a:lnTo>
                <a:lnTo>
                  <a:pt x="1336" y="604"/>
                </a:lnTo>
                <a:lnTo>
                  <a:pt x="1354" y="608"/>
                </a:lnTo>
                <a:lnTo>
                  <a:pt x="1371" y="613"/>
                </a:lnTo>
                <a:lnTo>
                  <a:pt x="1388" y="619"/>
                </a:lnTo>
                <a:lnTo>
                  <a:pt x="1404" y="625"/>
                </a:lnTo>
                <a:lnTo>
                  <a:pt x="1421" y="632"/>
                </a:lnTo>
                <a:lnTo>
                  <a:pt x="1438" y="641"/>
                </a:lnTo>
                <a:lnTo>
                  <a:pt x="1454" y="649"/>
                </a:lnTo>
                <a:lnTo>
                  <a:pt x="1470" y="659"/>
                </a:lnTo>
                <a:lnTo>
                  <a:pt x="1485" y="670"/>
                </a:lnTo>
                <a:lnTo>
                  <a:pt x="1501" y="681"/>
                </a:lnTo>
                <a:lnTo>
                  <a:pt x="1516" y="691"/>
                </a:lnTo>
                <a:lnTo>
                  <a:pt x="1530" y="705"/>
                </a:lnTo>
                <a:lnTo>
                  <a:pt x="1544" y="717"/>
                </a:lnTo>
                <a:lnTo>
                  <a:pt x="1570" y="745"/>
                </a:lnTo>
                <a:lnTo>
                  <a:pt x="1594" y="774"/>
                </a:lnTo>
                <a:lnTo>
                  <a:pt x="1616" y="805"/>
                </a:lnTo>
                <a:lnTo>
                  <a:pt x="1626" y="821"/>
                </a:lnTo>
                <a:lnTo>
                  <a:pt x="1635" y="837"/>
                </a:lnTo>
                <a:lnTo>
                  <a:pt x="1644" y="853"/>
                </a:lnTo>
                <a:lnTo>
                  <a:pt x="1652" y="870"/>
                </a:lnTo>
                <a:lnTo>
                  <a:pt x="1658" y="887"/>
                </a:lnTo>
                <a:lnTo>
                  <a:pt x="1666" y="904"/>
                </a:lnTo>
                <a:lnTo>
                  <a:pt x="1671" y="922"/>
                </a:lnTo>
                <a:lnTo>
                  <a:pt x="1675" y="939"/>
                </a:lnTo>
                <a:lnTo>
                  <a:pt x="1675" y="939"/>
                </a:lnTo>
                <a:lnTo>
                  <a:pt x="1679" y="957"/>
                </a:lnTo>
                <a:lnTo>
                  <a:pt x="1681" y="976"/>
                </a:lnTo>
                <a:lnTo>
                  <a:pt x="1684" y="994"/>
                </a:lnTo>
                <a:lnTo>
                  <a:pt x="1685" y="1012"/>
                </a:lnTo>
                <a:lnTo>
                  <a:pt x="1685" y="1030"/>
                </a:lnTo>
                <a:lnTo>
                  <a:pt x="1684" y="1047"/>
                </a:lnTo>
                <a:lnTo>
                  <a:pt x="1680" y="1083"/>
                </a:lnTo>
                <a:lnTo>
                  <a:pt x="1674" y="1120"/>
                </a:lnTo>
                <a:lnTo>
                  <a:pt x="1667" y="1156"/>
                </a:lnTo>
                <a:lnTo>
                  <a:pt x="1657" y="1191"/>
                </a:lnTo>
                <a:lnTo>
                  <a:pt x="1646" y="1227"/>
                </a:lnTo>
                <a:lnTo>
                  <a:pt x="1622" y="1300"/>
                </a:lnTo>
                <a:lnTo>
                  <a:pt x="1611" y="1336"/>
                </a:lnTo>
                <a:lnTo>
                  <a:pt x="1600" y="1372"/>
                </a:lnTo>
                <a:lnTo>
                  <a:pt x="1591" y="1409"/>
                </a:lnTo>
                <a:lnTo>
                  <a:pt x="1582" y="1446"/>
                </a:lnTo>
                <a:lnTo>
                  <a:pt x="1576" y="1482"/>
                </a:lnTo>
                <a:lnTo>
                  <a:pt x="1573" y="1520"/>
                </a:lnTo>
                <a:lnTo>
                  <a:pt x="1573" y="1520"/>
                </a:lnTo>
                <a:lnTo>
                  <a:pt x="1573" y="1551"/>
                </a:lnTo>
                <a:lnTo>
                  <a:pt x="1574" y="1583"/>
                </a:lnTo>
                <a:lnTo>
                  <a:pt x="1577" y="1614"/>
                </a:lnTo>
                <a:lnTo>
                  <a:pt x="1583" y="1646"/>
                </a:lnTo>
                <a:lnTo>
                  <a:pt x="1591" y="1677"/>
                </a:lnTo>
                <a:lnTo>
                  <a:pt x="1600" y="1707"/>
                </a:lnTo>
                <a:lnTo>
                  <a:pt x="1612" y="1736"/>
                </a:lnTo>
                <a:lnTo>
                  <a:pt x="1626" y="1765"/>
                </a:lnTo>
                <a:lnTo>
                  <a:pt x="1640" y="1794"/>
                </a:lnTo>
                <a:lnTo>
                  <a:pt x="1656" y="1822"/>
                </a:lnTo>
                <a:lnTo>
                  <a:pt x="1674" y="1849"/>
                </a:lnTo>
                <a:lnTo>
                  <a:pt x="1693" y="1874"/>
                </a:lnTo>
                <a:lnTo>
                  <a:pt x="1714" y="1898"/>
                </a:lnTo>
                <a:lnTo>
                  <a:pt x="1736" y="1922"/>
                </a:lnTo>
                <a:lnTo>
                  <a:pt x="1759" y="1945"/>
                </a:lnTo>
                <a:lnTo>
                  <a:pt x="1783" y="1966"/>
                </a:lnTo>
                <a:lnTo>
                  <a:pt x="1783" y="1966"/>
                </a:lnTo>
                <a:lnTo>
                  <a:pt x="1808" y="1985"/>
                </a:lnTo>
                <a:lnTo>
                  <a:pt x="1834" y="2005"/>
                </a:lnTo>
                <a:lnTo>
                  <a:pt x="1860" y="2022"/>
                </a:lnTo>
                <a:lnTo>
                  <a:pt x="1888" y="2039"/>
                </a:lnTo>
                <a:lnTo>
                  <a:pt x="1916" y="2053"/>
                </a:lnTo>
                <a:lnTo>
                  <a:pt x="1945" y="2068"/>
                </a:lnTo>
                <a:lnTo>
                  <a:pt x="1974" y="2080"/>
                </a:lnTo>
                <a:lnTo>
                  <a:pt x="2003" y="2092"/>
                </a:lnTo>
                <a:lnTo>
                  <a:pt x="2033" y="2103"/>
                </a:lnTo>
                <a:lnTo>
                  <a:pt x="2064" y="2112"/>
                </a:lnTo>
                <a:lnTo>
                  <a:pt x="2095" y="2121"/>
                </a:lnTo>
                <a:lnTo>
                  <a:pt x="2126" y="2129"/>
                </a:lnTo>
                <a:lnTo>
                  <a:pt x="2158" y="2135"/>
                </a:lnTo>
                <a:lnTo>
                  <a:pt x="2189" y="2141"/>
                </a:lnTo>
                <a:lnTo>
                  <a:pt x="2221" y="2146"/>
                </a:lnTo>
                <a:lnTo>
                  <a:pt x="2252" y="2151"/>
                </a:lnTo>
                <a:lnTo>
                  <a:pt x="2252" y="2151"/>
                </a:lnTo>
                <a:lnTo>
                  <a:pt x="2297" y="2155"/>
                </a:lnTo>
                <a:lnTo>
                  <a:pt x="2342" y="2156"/>
                </a:lnTo>
                <a:lnTo>
                  <a:pt x="2342" y="0"/>
                </a:lnTo>
                <a:lnTo>
                  <a:pt x="4" y="0"/>
                </a:lnTo>
                <a:close/>
              </a:path>
            </a:pathLst>
          </a:custGeom>
          <a:gradFill flip="none" rotWithShape="1">
            <a:gsLst>
              <a:gs pos="42000">
                <a:srgbClr val="F4AAA6"/>
              </a:gs>
              <a:gs pos="0">
                <a:schemeClr val="accent1"/>
              </a:gs>
              <a:gs pos="100000">
                <a:schemeClr val="accent4">
                  <a:lumMod val="40000"/>
                  <a:lumOff val="6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>
              <a:solidFill>
                <a:schemeClr val="lt1"/>
              </a:solidFill>
            </a:endParaRP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683A174E-7FF8-394C-8511-D551AD64018E}"/>
              </a:ext>
            </a:extLst>
          </p:cNvPr>
          <p:cNvGrpSpPr/>
          <p:nvPr/>
        </p:nvGrpSpPr>
        <p:grpSpPr>
          <a:xfrm>
            <a:off x="2952404" y="5111092"/>
            <a:ext cx="2171684" cy="1306719"/>
            <a:chOff x="9915526" y="1892300"/>
            <a:chExt cx="1116012" cy="671513"/>
          </a:xfrm>
          <a:solidFill>
            <a:schemeClr val="bg2">
              <a:lumMod val="90000"/>
            </a:schemeClr>
          </a:solidFill>
        </p:grpSpPr>
        <p:sp>
          <p:nvSpPr>
            <p:cNvPr id="42" name="Freeform 80">
              <a:extLst>
                <a:ext uri="{FF2B5EF4-FFF2-40B4-BE49-F238E27FC236}">
                  <a16:creationId xmlns:a16="http://schemas.microsoft.com/office/drawing/2014/main" id="{36A7B8AE-F57A-EB42-924A-94F4F97D1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81">
              <a:extLst>
                <a:ext uri="{FF2B5EF4-FFF2-40B4-BE49-F238E27FC236}">
                  <a16:creationId xmlns:a16="http://schemas.microsoft.com/office/drawing/2014/main" id="{36897863-A9EF-744D-8FB4-50FFE8EAE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82">
              <a:extLst>
                <a:ext uri="{FF2B5EF4-FFF2-40B4-BE49-F238E27FC236}">
                  <a16:creationId xmlns:a16="http://schemas.microsoft.com/office/drawing/2014/main" id="{0B1390C4-1FAD-8448-9A09-F2E6BEA88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83">
              <a:extLst>
                <a:ext uri="{FF2B5EF4-FFF2-40B4-BE49-F238E27FC236}">
                  <a16:creationId xmlns:a16="http://schemas.microsoft.com/office/drawing/2014/main" id="{95A4A51D-6BF2-7948-BEA4-3C8E3A2A4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84">
              <a:extLst>
                <a:ext uri="{FF2B5EF4-FFF2-40B4-BE49-F238E27FC236}">
                  <a16:creationId xmlns:a16="http://schemas.microsoft.com/office/drawing/2014/main" id="{52B43F10-1750-2547-9840-594446E7F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85">
              <a:extLst>
                <a:ext uri="{FF2B5EF4-FFF2-40B4-BE49-F238E27FC236}">
                  <a16:creationId xmlns:a16="http://schemas.microsoft.com/office/drawing/2014/main" id="{983115AE-FD56-5E42-BEE7-6B9B55A9B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86">
              <a:extLst>
                <a:ext uri="{FF2B5EF4-FFF2-40B4-BE49-F238E27FC236}">
                  <a16:creationId xmlns:a16="http://schemas.microsoft.com/office/drawing/2014/main" id="{205D1EBB-8297-854D-9956-64E18BD68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87">
              <a:extLst>
                <a:ext uri="{FF2B5EF4-FFF2-40B4-BE49-F238E27FC236}">
                  <a16:creationId xmlns:a16="http://schemas.microsoft.com/office/drawing/2014/main" id="{71C1B1F0-4B48-2D41-97FA-161ED18DA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88">
              <a:extLst>
                <a:ext uri="{FF2B5EF4-FFF2-40B4-BE49-F238E27FC236}">
                  <a16:creationId xmlns:a16="http://schemas.microsoft.com/office/drawing/2014/main" id="{500E43E4-2178-9045-81FF-EF4D43291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89">
              <a:extLst>
                <a:ext uri="{FF2B5EF4-FFF2-40B4-BE49-F238E27FC236}">
                  <a16:creationId xmlns:a16="http://schemas.microsoft.com/office/drawing/2014/main" id="{D54CAD0E-D6DD-3541-9FE4-732D6A185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90">
              <a:extLst>
                <a:ext uri="{FF2B5EF4-FFF2-40B4-BE49-F238E27FC236}">
                  <a16:creationId xmlns:a16="http://schemas.microsoft.com/office/drawing/2014/main" id="{EB227059-DBF1-724F-86D3-153F3F061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91">
              <a:extLst>
                <a:ext uri="{FF2B5EF4-FFF2-40B4-BE49-F238E27FC236}">
                  <a16:creationId xmlns:a16="http://schemas.microsoft.com/office/drawing/2014/main" id="{F9037901-C73E-7245-B1FC-0F40CFA7B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92">
              <a:extLst>
                <a:ext uri="{FF2B5EF4-FFF2-40B4-BE49-F238E27FC236}">
                  <a16:creationId xmlns:a16="http://schemas.microsoft.com/office/drawing/2014/main" id="{AABF9C6B-0ED4-BA4D-AF61-665A1CD4E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93">
              <a:extLst>
                <a:ext uri="{FF2B5EF4-FFF2-40B4-BE49-F238E27FC236}">
                  <a16:creationId xmlns:a16="http://schemas.microsoft.com/office/drawing/2014/main" id="{D7EEAEDB-7FC8-6D48-8E22-A697AD1A8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94">
              <a:extLst>
                <a:ext uri="{FF2B5EF4-FFF2-40B4-BE49-F238E27FC236}">
                  <a16:creationId xmlns:a16="http://schemas.microsoft.com/office/drawing/2014/main" id="{C252E6B4-ACCB-8049-B92C-074759708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95">
              <a:extLst>
                <a:ext uri="{FF2B5EF4-FFF2-40B4-BE49-F238E27FC236}">
                  <a16:creationId xmlns:a16="http://schemas.microsoft.com/office/drawing/2014/main" id="{169C3D49-1260-4046-B51C-A524A1921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96">
              <a:extLst>
                <a:ext uri="{FF2B5EF4-FFF2-40B4-BE49-F238E27FC236}">
                  <a16:creationId xmlns:a16="http://schemas.microsoft.com/office/drawing/2014/main" id="{3400C2CB-FA2F-B641-A6F6-E9E02BFC4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97">
              <a:extLst>
                <a:ext uri="{FF2B5EF4-FFF2-40B4-BE49-F238E27FC236}">
                  <a16:creationId xmlns:a16="http://schemas.microsoft.com/office/drawing/2014/main" id="{2ABCAB9E-1DBD-DF49-9E87-A2495C7AD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98">
              <a:extLst>
                <a:ext uri="{FF2B5EF4-FFF2-40B4-BE49-F238E27FC236}">
                  <a16:creationId xmlns:a16="http://schemas.microsoft.com/office/drawing/2014/main" id="{CBC3BF0B-37D8-6B43-BBF2-6354AC766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99">
              <a:extLst>
                <a:ext uri="{FF2B5EF4-FFF2-40B4-BE49-F238E27FC236}">
                  <a16:creationId xmlns:a16="http://schemas.microsoft.com/office/drawing/2014/main" id="{722223D0-EFF6-D44B-BC64-215F3BDF0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100">
              <a:extLst>
                <a:ext uri="{FF2B5EF4-FFF2-40B4-BE49-F238E27FC236}">
                  <a16:creationId xmlns:a16="http://schemas.microsoft.com/office/drawing/2014/main" id="{E1445E12-E327-B848-AFC4-8BC17F182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101">
              <a:extLst>
                <a:ext uri="{FF2B5EF4-FFF2-40B4-BE49-F238E27FC236}">
                  <a16:creationId xmlns:a16="http://schemas.microsoft.com/office/drawing/2014/main" id="{E5C6B5FF-B1F3-9C44-86EE-7BA4F1CCC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102">
              <a:extLst>
                <a:ext uri="{FF2B5EF4-FFF2-40B4-BE49-F238E27FC236}">
                  <a16:creationId xmlns:a16="http://schemas.microsoft.com/office/drawing/2014/main" id="{6955DA22-87AF-5443-96C0-7B481BCF5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103">
              <a:extLst>
                <a:ext uri="{FF2B5EF4-FFF2-40B4-BE49-F238E27FC236}">
                  <a16:creationId xmlns:a16="http://schemas.microsoft.com/office/drawing/2014/main" id="{6EAA0A92-30A7-B94B-9801-86F0CAF5B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1D317BAB-5EC0-0A40-8D0E-F945F0642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0402C466-32E0-7247-8A01-BB8940F2B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DAFD119-9356-7741-921E-EECC0D1C0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107">
              <a:extLst>
                <a:ext uri="{FF2B5EF4-FFF2-40B4-BE49-F238E27FC236}">
                  <a16:creationId xmlns:a16="http://schemas.microsoft.com/office/drawing/2014/main" id="{E436C8DD-F442-B24F-AA30-1DF5C7344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108">
              <a:extLst>
                <a:ext uri="{FF2B5EF4-FFF2-40B4-BE49-F238E27FC236}">
                  <a16:creationId xmlns:a16="http://schemas.microsoft.com/office/drawing/2014/main" id="{BCA7CE54-8B0F-8A4E-803D-FD52E0D9A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109">
              <a:extLst>
                <a:ext uri="{FF2B5EF4-FFF2-40B4-BE49-F238E27FC236}">
                  <a16:creationId xmlns:a16="http://schemas.microsoft.com/office/drawing/2014/main" id="{42BA0124-077A-3D4F-8457-029718DA2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110">
              <a:extLst>
                <a:ext uri="{FF2B5EF4-FFF2-40B4-BE49-F238E27FC236}">
                  <a16:creationId xmlns:a16="http://schemas.microsoft.com/office/drawing/2014/main" id="{53629744-329B-2347-8729-EDBAA4389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111">
              <a:extLst>
                <a:ext uri="{FF2B5EF4-FFF2-40B4-BE49-F238E27FC236}">
                  <a16:creationId xmlns:a16="http://schemas.microsoft.com/office/drawing/2014/main" id="{6CDD967B-9A08-E348-8900-21DE92C09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112">
              <a:extLst>
                <a:ext uri="{FF2B5EF4-FFF2-40B4-BE49-F238E27FC236}">
                  <a16:creationId xmlns:a16="http://schemas.microsoft.com/office/drawing/2014/main" id="{7DAB3568-71A3-2449-8417-516EE081E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113">
              <a:extLst>
                <a:ext uri="{FF2B5EF4-FFF2-40B4-BE49-F238E27FC236}">
                  <a16:creationId xmlns:a16="http://schemas.microsoft.com/office/drawing/2014/main" id="{A26C4331-F309-5A42-820A-CD2A1B812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114">
              <a:extLst>
                <a:ext uri="{FF2B5EF4-FFF2-40B4-BE49-F238E27FC236}">
                  <a16:creationId xmlns:a16="http://schemas.microsoft.com/office/drawing/2014/main" id="{EBB67C32-0F30-1247-B161-65D48FF38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115">
              <a:extLst>
                <a:ext uri="{FF2B5EF4-FFF2-40B4-BE49-F238E27FC236}">
                  <a16:creationId xmlns:a16="http://schemas.microsoft.com/office/drawing/2014/main" id="{C0662664-3E0C-154A-8360-1B6EFB64A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116">
              <a:extLst>
                <a:ext uri="{FF2B5EF4-FFF2-40B4-BE49-F238E27FC236}">
                  <a16:creationId xmlns:a16="http://schemas.microsoft.com/office/drawing/2014/main" id="{BF848F79-1D1F-6E49-A14A-4F63D43BE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117">
              <a:extLst>
                <a:ext uri="{FF2B5EF4-FFF2-40B4-BE49-F238E27FC236}">
                  <a16:creationId xmlns:a16="http://schemas.microsoft.com/office/drawing/2014/main" id="{2105E50F-1C1F-2B4A-87B6-E867C6E9D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118">
              <a:extLst>
                <a:ext uri="{FF2B5EF4-FFF2-40B4-BE49-F238E27FC236}">
                  <a16:creationId xmlns:a16="http://schemas.microsoft.com/office/drawing/2014/main" id="{6B8E5D38-DDB2-FD48-BF7B-588ACB53B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119">
              <a:extLst>
                <a:ext uri="{FF2B5EF4-FFF2-40B4-BE49-F238E27FC236}">
                  <a16:creationId xmlns:a16="http://schemas.microsoft.com/office/drawing/2014/main" id="{6D938803-42CD-C54B-87A8-D30DCCE69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120">
              <a:extLst>
                <a:ext uri="{FF2B5EF4-FFF2-40B4-BE49-F238E27FC236}">
                  <a16:creationId xmlns:a16="http://schemas.microsoft.com/office/drawing/2014/main" id="{B51899FC-9C02-184F-9318-4C79552B8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121">
              <a:extLst>
                <a:ext uri="{FF2B5EF4-FFF2-40B4-BE49-F238E27FC236}">
                  <a16:creationId xmlns:a16="http://schemas.microsoft.com/office/drawing/2014/main" id="{0784FB65-E179-D447-A328-0584893CF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122">
              <a:extLst>
                <a:ext uri="{FF2B5EF4-FFF2-40B4-BE49-F238E27FC236}">
                  <a16:creationId xmlns:a16="http://schemas.microsoft.com/office/drawing/2014/main" id="{BF8BE2A1-67B2-3D48-AA15-8F95508A4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123">
              <a:extLst>
                <a:ext uri="{FF2B5EF4-FFF2-40B4-BE49-F238E27FC236}">
                  <a16:creationId xmlns:a16="http://schemas.microsoft.com/office/drawing/2014/main" id="{AFE6F6CE-CE52-6342-93C4-6CF585CCC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124">
              <a:extLst>
                <a:ext uri="{FF2B5EF4-FFF2-40B4-BE49-F238E27FC236}">
                  <a16:creationId xmlns:a16="http://schemas.microsoft.com/office/drawing/2014/main" id="{4132695B-DB91-8E4A-A079-91DDE76AD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125">
              <a:extLst>
                <a:ext uri="{FF2B5EF4-FFF2-40B4-BE49-F238E27FC236}">
                  <a16:creationId xmlns:a16="http://schemas.microsoft.com/office/drawing/2014/main" id="{1D2D6457-E802-7B43-88AA-320A50C91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126">
              <a:extLst>
                <a:ext uri="{FF2B5EF4-FFF2-40B4-BE49-F238E27FC236}">
                  <a16:creationId xmlns:a16="http://schemas.microsoft.com/office/drawing/2014/main" id="{80C392E1-D912-BC4A-9CA5-1D03665D2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127">
              <a:extLst>
                <a:ext uri="{FF2B5EF4-FFF2-40B4-BE49-F238E27FC236}">
                  <a16:creationId xmlns:a16="http://schemas.microsoft.com/office/drawing/2014/main" id="{841E2B6E-6FBD-6C47-98DA-A35482660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128">
              <a:extLst>
                <a:ext uri="{FF2B5EF4-FFF2-40B4-BE49-F238E27FC236}">
                  <a16:creationId xmlns:a16="http://schemas.microsoft.com/office/drawing/2014/main" id="{BE9089C3-672D-104A-AF3B-F0BCBA6BC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129">
              <a:extLst>
                <a:ext uri="{FF2B5EF4-FFF2-40B4-BE49-F238E27FC236}">
                  <a16:creationId xmlns:a16="http://schemas.microsoft.com/office/drawing/2014/main" id="{BD2A35E2-1A0B-EB4A-8374-A6EC6EC92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130">
              <a:extLst>
                <a:ext uri="{FF2B5EF4-FFF2-40B4-BE49-F238E27FC236}">
                  <a16:creationId xmlns:a16="http://schemas.microsoft.com/office/drawing/2014/main" id="{1A698E4F-A0BC-2847-9A16-5DC27A91E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131">
              <a:extLst>
                <a:ext uri="{FF2B5EF4-FFF2-40B4-BE49-F238E27FC236}">
                  <a16:creationId xmlns:a16="http://schemas.microsoft.com/office/drawing/2014/main" id="{561402DB-3ADD-844D-8CB9-FE3491B92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132">
              <a:extLst>
                <a:ext uri="{FF2B5EF4-FFF2-40B4-BE49-F238E27FC236}">
                  <a16:creationId xmlns:a16="http://schemas.microsoft.com/office/drawing/2014/main" id="{9A68222F-3990-A040-AF6B-AA3164EB8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133">
              <a:extLst>
                <a:ext uri="{FF2B5EF4-FFF2-40B4-BE49-F238E27FC236}">
                  <a16:creationId xmlns:a16="http://schemas.microsoft.com/office/drawing/2014/main" id="{AC50F1C4-5E68-2545-B05E-0DAEE2AB5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134">
              <a:extLst>
                <a:ext uri="{FF2B5EF4-FFF2-40B4-BE49-F238E27FC236}">
                  <a16:creationId xmlns:a16="http://schemas.microsoft.com/office/drawing/2014/main" id="{565AF79F-54B8-434D-8DB5-E4593132C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135">
              <a:extLst>
                <a:ext uri="{FF2B5EF4-FFF2-40B4-BE49-F238E27FC236}">
                  <a16:creationId xmlns:a16="http://schemas.microsoft.com/office/drawing/2014/main" id="{43C90937-4AD5-4740-8582-43ED7BC3A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136">
              <a:extLst>
                <a:ext uri="{FF2B5EF4-FFF2-40B4-BE49-F238E27FC236}">
                  <a16:creationId xmlns:a16="http://schemas.microsoft.com/office/drawing/2014/main" id="{59251B79-1F7B-AB47-8AF5-34F65A3DB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137">
              <a:extLst>
                <a:ext uri="{FF2B5EF4-FFF2-40B4-BE49-F238E27FC236}">
                  <a16:creationId xmlns:a16="http://schemas.microsoft.com/office/drawing/2014/main" id="{C0CA65B6-EBB9-DE49-8472-FA8EEE583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138">
              <a:extLst>
                <a:ext uri="{FF2B5EF4-FFF2-40B4-BE49-F238E27FC236}">
                  <a16:creationId xmlns:a16="http://schemas.microsoft.com/office/drawing/2014/main" id="{6183C9A2-61F2-074E-9A64-2954403D4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139">
              <a:extLst>
                <a:ext uri="{FF2B5EF4-FFF2-40B4-BE49-F238E27FC236}">
                  <a16:creationId xmlns:a16="http://schemas.microsoft.com/office/drawing/2014/main" id="{5BAEC5A8-7BD3-7A4C-AAD6-D31848C7B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140">
              <a:extLst>
                <a:ext uri="{FF2B5EF4-FFF2-40B4-BE49-F238E27FC236}">
                  <a16:creationId xmlns:a16="http://schemas.microsoft.com/office/drawing/2014/main" id="{D052741E-89D0-974E-BC5C-FE04B8750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141">
              <a:extLst>
                <a:ext uri="{FF2B5EF4-FFF2-40B4-BE49-F238E27FC236}">
                  <a16:creationId xmlns:a16="http://schemas.microsoft.com/office/drawing/2014/main" id="{96C5EB76-BE7C-A942-9492-7B4AEEAA5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142">
              <a:extLst>
                <a:ext uri="{FF2B5EF4-FFF2-40B4-BE49-F238E27FC236}">
                  <a16:creationId xmlns:a16="http://schemas.microsoft.com/office/drawing/2014/main" id="{0E543038-9CB2-D74E-A3BF-AC9CDBA46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143">
              <a:extLst>
                <a:ext uri="{FF2B5EF4-FFF2-40B4-BE49-F238E27FC236}">
                  <a16:creationId xmlns:a16="http://schemas.microsoft.com/office/drawing/2014/main" id="{DBCC518C-C0BD-BF4A-8D76-1B37117A7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44">
              <a:extLst>
                <a:ext uri="{FF2B5EF4-FFF2-40B4-BE49-F238E27FC236}">
                  <a16:creationId xmlns:a16="http://schemas.microsoft.com/office/drawing/2014/main" id="{FD77B7F4-3933-254C-B70C-53C8814FB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45">
              <a:extLst>
                <a:ext uri="{FF2B5EF4-FFF2-40B4-BE49-F238E27FC236}">
                  <a16:creationId xmlns:a16="http://schemas.microsoft.com/office/drawing/2014/main" id="{B2C85856-217D-E542-BE6D-59EF6AC62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46">
              <a:extLst>
                <a:ext uri="{FF2B5EF4-FFF2-40B4-BE49-F238E27FC236}">
                  <a16:creationId xmlns:a16="http://schemas.microsoft.com/office/drawing/2014/main" id="{AF058BD2-12BC-A049-AF4F-D63932F5B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47">
              <a:extLst>
                <a:ext uri="{FF2B5EF4-FFF2-40B4-BE49-F238E27FC236}">
                  <a16:creationId xmlns:a16="http://schemas.microsoft.com/office/drawing/2014/main" id="{073731A7-7392-E844-A7E7-F02BA7E53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48">
              <a:extLst>
                <a:ext uri="{FF2B5EF4-FFF2-40B4-BE49-F238E27FC236}">
                  <a16:creationId xmlns:a16="http://schemas.microsoft.com/office/drawing/2014/main" id="{C31F3D3A-4C5C-F04C-9582-231E82553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49">
              <a:extLst>
                <a:ext uri="{FF2B5EF4-FFF2-40B4-BE49-F238E27FC236}">
                  <a16:creationId xmlns:a16="http://schemas.microsoft.com/office/drawing/2014/main" id="{DF7D8D8C-6A0A-D540-BF81-0A12E6885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50">
              <a:extLst>
                <a:ext uri="{FF2B5EF4-FFF2-40B4-BE49-F238E27FC236}">
                  <a16:creationId xmlns:a16="http://schemas.microsoft.com/office/drawing/2014/main" id="{2CA04FC3-584C-AE4F-AD62-5A59F9536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51">
              <a:extLst>
                <a:ext uri="{FF2B5EF4-FFF2-40B4-BE49-F238E27FC236}">
                  <a16:creationId xmlns:a16="http://schemas.microsoft.com/office/drawing/2014/main" id="{11B55C4A-C0ED-2B4A-A4FE-410472941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52">
              <a:extLst>
                <a:ext uri="{FF2B5EF4-FFF2-40B4-BE49-F238E27FC236}">
                  <a16:creationId xmlns:a16="http://schemas.microsoft.com/office/drawing/2014/main" id="{824A766F-798F-E14B-86F6-C8EBE5161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53">
              <a:extLst>
                <a:ext uri="{FF2B5EF4-FFF2-40B4-BE49-F238E27FC236}">
                  <a16:creationId xmlns:a16="http://schemas.microsoft.com/office/drawing/2014/main" id="{0EF74D80-7C73-824B-9819-246C94FDA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54">
              <a:extLst>
                <a:ext uri="{FF2B5EF4-FFF2-40B4-BE49-F238E27FC236}">
                  <a16:creationId xmlns:a16="http://schemas.microsoft.com/office/drawing/2014/main" id="{10D4EAC9-E1AA-A74B-828C-6F1C9335E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55">
              <a:extLst>
                <a:ext uri="{FF2B5EF4-FFF2-40B4-BE49-F238E27FC236}">
                  <a16:creationId xmlns:a16="http://schemas.microsoft.com/office/drawing/2014/main" id="{EC51425F-9284-6046-99EF-4B799EFB2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56">
              <a:extLst>
                <a:ext uri="{FF2B5EF4-FFF2-40B4-BE49-F238E27FC236}">
                  <a16:creationId xmlns:a16="http://schemas.microsoft.com/office/drawing/2014/main" id="{335CB5BE-3487-5C48-AB71-E0F64F965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57">
              <a:extLst>
                <a:ext uri="{FF2B5EF4-FFF2-40B4-BE49-F238E27FC236}">
                  <a16:creationId xmlns:a16="http://schemas.microsoft.com/office/drawing/2014/main" id="{0EA97B9E-F4B4-EF4E-BA0D-7F5728A5B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58">
              <a:extLst>
                <a:ext uri="{FF2B5EF4-FFF2-40B4-BE49-F238E27FC236}">
                  <a16:creationId xmlns:a16="http://schemas.microsoft.com/office/drawing/2014/main" id="{DC842258-591E-1947-9755-06D26F19C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59">
              <a:extLst>
                <a:ext uri="{FF2B5EF4-FFF2-40B4-BE49-F238E27FC236}">
                  <a16:creationId xmlns:a16="http://schemas.microsoft.com/office/drawing/2014/main" id="{04269CE2-E252-A745-8201-2E4F9CBAA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60">
              <a:extLst>
                <a:ext uri="{FF2B5EF4-FFF2-40B4-BE49-F238E27FC236}">
                  <a16:creationId xmlns:a16="http://schemas.microsoft.com/office/drawing/2014/main" id="{194F9959-90E2-4345-9871-DA3D362E6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61">
              <a:extLst>
                <a:ext uri="{FF2B5EF4-FFF2-40B4-BE49-F238E27FC236}">
                  <a16:creationId xmlns:a16="http://schemas.microsoft.com/office/drawing/2014/main" id="{3645DEAB-0458-E145-BCB6-2FFD0D165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62">
              <a:extLst>
                <a:ext uri="{FF2B5EF4-FFF2-40B4-BE49-F238E27FC236}">
                  <a16:creationId xmlns:a16="http://schemas.microsoft.com/office/drawing/2014/main" id="{41211F79-685D-4140-9E1F-82F52D8B8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63">
              <a:extLst>
                <a:ext uri="{FF2B5EF4-FFF2-40B4-BE49-F238E27FC236}">
                  <a16:creationId xmlns:a16="http://schemas.microsoft.com/office/drawing/2014/main" id="{294AAE54-EBD0-4D49-9B5E-2047D03A8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235">
              <a:extLst>
                <a:ext uri="{FF2B5EF4-FFF2-40B4-BE49-F238E27FC236}">
                  <a16:creationId xmlns:a16="http://schemas.microsoft.com/office/drawing/2014/main" id="{008909F3-CCA0-814F-85FF-5D4D365A0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242">
              <a:extLst>
                <a:ext uri="{FF2B5EF4-FFF2-40B4-BE49-F238E27FC236}">
                  <a16:creationId xmlns:a16="http://schemas.microsoft.com/office/drawing/2014/main" id="{D2DEDF59-E498-2140-BCA1-A5941E1F4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249">
              <a:extLst>
                <a:ext uri="{FF2B5EF4-FFF2-40B4-BE49-F238E27FC236}">
                  <a16:creationId xmlns:a16="http://schemas.microsoft.com/office/drawing/2014/main" id="{1F12963C-1F3F-F547-8606-21C9F0020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256">
              <a:extLst>
                <a:ext uri="{FF2B5EF4-FFF2-40B4-BE49-F238E27FC236}">
                  <a16:creationId xmlns:a16="http://schemas.microsoft.com/office/drawing/2014/main" id="{B7F19219-612F-2147-A3BD-722465600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263">
              <a:extLst>
                <a:ext uri="{FF2B5EF4-FFF2-40B4-BE49-F238E27FC236}">
                  <a16:creationId xmlns:a16="http://schemas.microsoft.com/office/drawing/2014/main" id="{5C46B165-33C8-4947-A723-00CE62BE9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270">
              <a:extLst>
                <a:ext uri="{FF2B5EF4-FFF2-40B4-BE49-F238E27FC236}">
                  <a16:creationId xmlns:a16="http://schemas.microsoft.com/office/drawing/2014/main" id="{763EC6CC-9F13-C947-9A6A-8D1498AFE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277">
              <a:extLst>
                <a:ext uri="{FF2B5EF4-FFF2-40B4-BE49-F238E27FC236}">
                  <a16:creationId xmlns:a16="http://schemas.microsoft.com/office/drawing/2014/main" id="{0AD16195-3FFD-1D4F-974A-27391D32E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284">
              <a:extLst>
                <a:ext uri="{FF2B5EF4-FFF2-40B4-BE49-F238E27FC236}">
                  <a16:creationId xmlns:a16="http://schemas.microsoft.com/office/drawing/2014/main" id="{60030B6E-72F4-9E46-BE33-CABA60794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291">
              <a:extLst>
                <a:ext uri="{FF2B5EF4-FFF2-40B4-BE49-F238E27FC236}">
                  <a16:creationId xmlns:a16="http://schemas.microsoft.com/office/drawing/2014/main" id="{BFEA4F70-8206-3141-8A28-BA540877E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298">
              <a:extLst>
                <a:ext uri="{FF2B5EF4-FFF2-40B4-BE49-F238E27FC236}">
                  <a16:creationId xmlns:a16="http://schemas.microsoft.com/office/drawing/2014/main" id="{FAD8F953-3C5A-0C41-A9AC-49D9B31D9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305">
              <a:extLst>
                <a:ext uri="{FF2B5EF4-FFF2-40B4-BE49-F238E27FC236}">
                  <a16:creationId xmlns:a16="http://schemas.microsoft.com/office/drawing/2014/main" id="{64F91BC1-0FB6-7C45-8570-D12114AC3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312">
              <a:extLst>
                <a:ext uri="{FF2B5EF4-FFF2-40B4-BE49-F238E27FC236}">
                  <a16:creationId xmlns:a16="http://schemas.microsoft.com/office/drawing/2014/main" id="{FCD07E94-EDD1-104D-A4E3-F1E6432C0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6" name="Rounded Rectangle 35">
            <a:extLst>
              <a:ext uri="{FF2B5EF4-FFF2-40B4-BE49-F238E27FC236}">
                <a16:creationId xmlns:a16="http://schemas.microsoft.com/office/drawing/2014/main" id="{E4D9C585-5B4B-2C43-8390-7D432F7B84A3}"/>
              </a:ext>
            </a:extLst>
          </p:cNvPr>
          <p:cNvSpPr/>
          <p:nvPr/>
        </p:nvSpPr>
        <p:spPr>
          <a:xfrm>
            <a:off x="3741420" y="978259"/>
            <a:ext cx="7943850" cy="4961908"/>
          </a:xfrm>
          <a:prstGeom prst="roundRect">
            <a:avLst>
              <a:gd name="adj" fmla="val 4573"/>
            </a:avLst>
          </a:prstGeom>
          <a:solidFill>
            <a:schemeClr val="accent3">
              <a:lumMod val="60000"/>
              <a:lumOff val="40000"/>
              <a:alpha val="8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Rounded Rectangle 34">
            <a:extLst>
              <a:ext uri="{FF2B5EF4-FFF2-40B4-BE49-F238E27FC236}">
                <a16:creationId xmlns:a16="http://schemas.microsoft.com/office/drawing/2014/main" id="{A0B4FCDC-FF43-844D-B6D5-BE5695484788}"/>
              </a:ext>
            </a:extLst>
          </p:cNvPr>
          <p:cNvSpPr/>
          <p:nvPr/>
        </p:nvSpPr>
        <p:spPr>
          <a:xfrm>
            <a:off x="3557588" y="814966"/>
            <a:ext cx="7943850" cy="4961908"/>
          </a:xfrm>
          <a:prstGeom prst="roundRect">
            <a:avLst>
              <a:gd name="adj" fmla="val 4573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Rounded Rectangle 36">
            <a:extLst>
              <a:ext uri="{FF2B5EF4-FFF2-40B4-BE49-F238E27FC236}">
                <a16:creationId xmlns:a16="http://schemas.microsoft.com/office/drawing/2014/main" id="{EB9775A3-6E9D-4D43-A5AC-65E83DD283E2}"/>
              </a:ext>
            </a:extLst>
          </p:cNvPr>
          <p:cNvSpPr/>
          <p:nvPr/>
        </p:nvSpPr>
        <p:spPr>
          <a:xfrm>
            <a:off x="3915070" y="1133600"/>
            <a:ext cx="7228887" cy="4324640"/>
          </a:xfrm>
          <a:prstGeom prst="roundRect">
            <a:avLst>
              <a:gd name="adj" fmla="val 4573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Parallelogram 37">
            <a:extLst>
              <a:ext uri="{FF2B5EF4-FFF2-40B4-BE49-F238E27FC236}">
                <a16:creationId xmlns:a16="http://schemas.microsoft.com/office/drawing/2014/main" id="{18665D8D-BA7E-D94A-8BF7-6D28DB605A09}"/>
              </a:ext>
            </a:extLst>
          </p:cNvPr>
          <p:cNvSpPr/>
          <p:nvPr/>
        </p:nvSpPr>
        <p:spPr>
          <a:xfrm>
            <a:off x="4861560" y="814966"/>
            <a:ext cx="4754880" cy="4961908"/>
          </a:xfrm>
          <a:prstGeom prst="parallelogram">
            <a:avLst>
              <a:gd name="adj" fmla="val 49822"/>
            </a:avLst>
          </a:prstGeom>
          <a:solidFill>
            <a:schemeClr val="bg1">
              <a:alpha val="3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Parallelogram 38">
            <a:extLst>
              <a:ext uri="{FF2B5EF4-FFF2-40B4-BE49-F238E27FC236}">
                <a16:creationId xmlns:a16="http://schemas.microsoft.com/office/drawing/2014/main" id="{F8582FAE-6931-3444-99D8-7B831FBEA44A}"/>
              </a:ext>
            </a:extLst>
          </p:cNvPr>
          <p:cNvSpPr/>
          <p:nvPr/>
        </p:nvSpPr>
        <p:spPr>
          <a:xfrm>
            <a:off x="7713345" y="814966"/>
            <a:ext cx="3009260" cy="4961908"/>
          </a:xfrm>
          <a:prstGeom prst="parallelogram">
            <a:avLst>
              <a:gd name="adj" fmla="val 83155"/>
            </a:avLst>
          </a:prstGeom>
          <a:solidFill>
            <a:schemeClr val="bg1">
              <a:alpha val="3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F160D560-800D-7244-8E1E-56F0E99ADB29}"/>
              </a:ext>
            </a:extLst>
          </p:cNvPr>
          <p:cNvGrpSpPr/>
          <p:nvPr/>
        </p:nvGrpSpPr>
        <p:grpSpPr>
          <a:xfrm flipH="1">
            <a:off x="-342885" y="1491310"/>
            <a:ext cx="4829159" cy="7724127"/>
            <a:chOff x="2576513" y="0"/>
            <a:chExt cx="1819275" cy="2909888"/>
          </a:xfrm>
        </p:grpSpPr>
        <p:sp>
          <p:nvSpPr>
            <p:cNvPr id="5" name="Freeform 401">
              <a:extLst>
                <a:ext uri="{FF2B5EF4-FFF2-40B4-BE49-F238E27FC236}">
                  <a16:creationId xmlns:a16="http://schemas.microsoft.com/office/drawing/2014/main" id="{267A2344-5737-E549-8E55-65447FB23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306" y="1614488"/>
              <a:ext cx="295275" cy="1133476"/>
            </a:xfrm>
            <a:custGeom>
              <a:avLst/>
              <a:gdLst>
                <a:gd name="T0" fmla="*/ 88 w 371"/>
                <a:gd name="T1" fmla="*/ 46 h 1428"/>
                <a:gd name="T2" fmla="*/ 286 w 371"/>
                <a:gd name="T3" fmla="*/ 14 h 1428"/>
                <a:gd name="T4" fmla="*/ 371 w 371"/>
                <a:gd name="T5" fmla="*/ 1412 h 1428"/>
                <a:gd name="T6" fmla="*/ 309 w 371"/>
                <a:gd name="T7" fmla="*/ 1428 h 1428"/>
                <a:gd name="T8" fmla="*/ 309 w 371"/>
                <a:gd name="T9" fmla="*/ 1428 h 1428"/>
                <a:gd name="T10" fmla="*/ 295 w 371"/>
                <a:gd name="T11" fmla="*/ 1388 h 1428"/>
                <a:gd name="T12" fmla="*/ 255 w 371"/>
                <a:gd name="T13" fmla="*/ 1279 h 1428"/>
                <a:gd name="T14" fmla="*/ 230 w 371"/>
                <a:gd name="T15" fmla="*/ 1204 h 1428"/>
                <a:gd name="T16" fmla="*/ 201 w 371"/>
                <a:gd name="T17" fmla="*/ 1120 h 1428"/>
                <a:gd name="T18" fmla="*/ 170 w 371"/>
                <a:gd name="T19" fmla="*/ 1025 h 1428"/>
                <a:gd name="T20" fmla="*/ 140 w 371"/>
                <a:gd name="T21" fmla="*/ 926 h 1428"/>
                <a:gd name="T22" fmla="*/ 109 w 371"/>
                <a:gd name="T23" fmla="*/ 823 h 1428"/>
                <a:gd name="T24" fmla="*/ 81 w 371"/>
                <a:gd name="T25" fmla="*/ 719 h 1428"/>
                <a:gd name="T26" fmla="*/ 54 w 371"/>
                <a:gd name="T27" fmla="*/ 617 h 1428"/>
                <a:gd name="T28" fmla="*/ 43 w 371"/>
                <a:gd name="T29" fmla="*/ 566 h 1428"/>
                <a:gd name="T30" fmla="*/ 32 w 371"/>
                <a:gd name="T31" fmla="*/ 516 h 1428"/>
                <a:gd name="T32" fmla="*/ 23 w 371"/>
                <a:gd name="T33" fmla="*/ 468 h 1428"/>
                <a:gd name="T34" fmla="*/ 16 w 371"/>
                <a:gd name="T35" fmla="*/ 421 h 1428"/>
                <a:gd name="T36" fmla="*/ 8 w 371"/>
                <a:gd name="T37" fmla="*/ 376 h 1428"/>
                <a:gd name="T38" fmla="*/ 3 w 371"/>
                <a:gd name="T39" fmla="*/ 334 h 1428"/>
                <a:gd name="T40" fmla="*/ 1 w 371"/>
                <a:gd name="T41" fmla="*/ 294 h 1428"/>
                <a:gd name="T42" fmla="*/ 0 w 371"/>
                <a:gd name="T43" fmla="*/ 256 h 1428"/>
                <a:gd name="T44" fmla="*/ 1 w 371"/>
                <a:gd name="T45" fmla="*/ 221 h 1428"/>
                <a:gd name="T46" fmla="*/ 3 w 371"/>
                <a:gd name="T47" fmla="*/ 191 h 1428"/>
                <a:gd name="T48" fmla="*/ 3 w 371"/>
                <a:gd name="T49" fmla="*/ 191 h 1428"/>
                <a:gd name="T50" fmla="*/ 12 w 371"/>
                <a:gd name="T51" fmla="*/ 138 h 1428"/>
                <a:gd name="T52" fmla="*/ 20 w 371"/>
                <a:gd name="T53" fmla="*/ 94 h 1428"/>
                <a:gd name="T54" fmla="*/ 29 w 371"/>
                <a:gd name="T55" fmla="*/ 60 h 1428"/>
                <a:gd name="T56" fmla="*/ 36 w 371"/>
                <a:gd name="T57" fmla="*/ 36 h 1428"/>
                <a:gd name="T58" fmla="*/ 43 w 371"/>
                <a:gd name="T59" fmla="*/ 18 h 1428"/>
                <a:gd name="T60" fmla="*/ 47 w 371"/>
                <a:gd name="T61" fmla="*/ 12 h 1428"/>
                <a:gd name="T62" fmla="*/ 51 w 371"/>
                <a:gd name="T63" fmla="*/ 7 h 1428"/>
                <a:gd name="T64" fmla="*/ 54 w 371"/>
                <a:gd name="T65" fmla="*/ 4 h 1428"/>
                <a:gd name="T66" fmla="*/ 57 w 371"/>
                <a:gd name="T67" fmla="*/ 1 h 1428"/>
                <a:gd name="T68" fmla="*/ 60 w 371"/>
                <a:gd name="T69" fmla="*/ 0 h 1428"/>
                <a:gd name="T70" fmla="*/ 63 w 371"/>
                <a:gd name="T71" fmla="*/ 0 h 1428"/>
                <a:gd name="T72" fmla="*/ 66 w 371"/>
                <a:gd name="T73" fmla="*/ 1 h 1428"/>
                <a:gd name="T74" fmla="*/ 69 w 371"/>
                <a:gd name="T75" fmla="*/ 4 h 1428"/>
                <a:gd name="T76" fmla="*/ 74 w 371"/>
                <a:gd name="T77" fmla="*/ 8 h 1428"/>
                <a:gd name="T78" fmla="*/ 77 w 371"/>
                <a:gd name="T79" fmla="*/ 16 h 1428"/>
                <a:gd name="T80" fmla="*/ 81 w 371"/>
                <a:gd name="T81" fmla="*/ 24 h 1428"/>
                <a:gd name="T82" fmla="*/ 86 w 371"/>
                <a:gd name="T83" fmla="*/ 39 h 1428"/>
                <a:gd name="T84" fmla="*/ 88 w 371"/>
                <a:gd name="T85" fmla="*/ 46 h 1428"/>
                <a:gd name="T86" fmla="*/ 88 w 371"/>
                <a:gd name="T87" fmla="*/ 46 h 1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71" h="1428">
                  <a:moveTo>
                    <a:pt x="88" y="46"/>
                  </a:moveTo>
                  <a:lnTo>
                    <a:pt x="286" y="14"/>
                  </a:lnTo>
                  <a:lnTo>
                    <a:pt x="371" y="1412"/>
                  </a:lnTo>
                  <a:lnTo>
                    <a:pt x="309" y="1428"/>
                  </a:lnTo>
                  <a:lnTo>
                    <a:pt x="309" y="1428"/>
                  </a:lnTo>
                  <a:lnTo>
                    <a:pt x="295" y="1388"/>
                  </a:lnTo>
                  <a:lnTo>
                    <a:pt x="255" y="1279"/>
                  </a:lnTo>
                  <a:lnTo>
                    <a:pt x="230" y="1204"/>
                  </a:lnTo>
                  <a:lnTo>
                    <a:pt x="201" y="1120"/>
                  </a:lnTo>
                  <a:lnTo>
                    <a:pt x="170" y="1025"/>
                  </a:lnTo>
                  <a:lnTo>
                    <a:pt x="140" y="926"/>
                  </a:lnTo>
                  <a:lnTo>
                    <a:pt x="109" y="823"/>
                  </a:lnTo>
                  <a:lnTo>
                    <a:pt x="81" y="719"/>
                  </a:lnTo>
                  <a:lnTo>
                    <a:pt x="54" y="617"/>
                  </a:lnTo>
                  <a:lnTo>
                    <a:pt x="43" y="566"/>
                  </a:lnTo>
                  <a:lnTo>
                    <a:pt x="32" y="516"/>
                  </a:lnTo>
                  <a:lnTo>
                    <a:pt x="23" y="468"/>
                  </a:lnTo>
                  <a:lnTo>
                    <a:pt x="16" y="421"/>
                  </a:lnTo>
                  <a:lnTo>
                    <a:pt x="8" y="376"/>
                  </a:lnTo>
                  <a:lnTo>
                    <a:pt x="3" y="334"/>
                  </a:lnTo>
                  <a:lnTo>
                    <a:pt x="1" y="294"/>
                  </a:lnTo>
                  <a:lnTo>
                    <a:pt x="0" y="256"/>
                  </a:lnTo>
                  <a:lnTo>
                    <a:pt x="1" y="221"/>
                  </a:lnTo>
                  <a:lnTo>
                    <a:pt x="3" y="191"/>
                  </a:lnTo>
                  <a:lnTo>
                    <a:pt x="3" y="191"/>
                  </a:lnTo>
                  <a:lnTo>
                    <a:pt x="12" y="138"/>
                  </a:lnTo>
                  <a:lnTo>
                    <a:pt x="20" y="94"/>
                  </a:lnTo>
                  <a:lnTo>
                    <a:pt x="29" y="60"/>
                  </a:lnTo>
                  <a:lnTo>
                    <a:pt x="36" y="36"/>
                  </a:lnTo>
                  <a:lnTo>
                    <a:pt x="43" y="18"/>
                  </a:lnTo>
                  <a:lnTo>
                    <a:pt x="47" y="12"/>
                  </a:lnTo>
                  <a:lnTo>
                    <a:pt x="51" y="7"/>
                  </a:lnTo>
                  <a:lnTo>
                    <a:pt x="54" y="4"/>
                  </a:lnTo>
                  <a:lnTo>
                    <a:pt x="57" y="1"/>
                  </a:lnTo>
                  <a:lnTo>
                    <a:pt x="60" y="0"/>
                  </a:lnTo>
                  <a:lnTo>
                    <a:pt x="63" y="0"/>
                  </a:lnTo>
                  <a:lnTo>
                    <a:pt x="66" y="1"/>
                  </a:lnTo>
                  <a:lnTo>
                    <a:pt x="69" y="4"/>
                  </a:lnTo>
                  <a:lnTo>
                    <a:pt x="74" y="8"/>
                  </a:lnTo>
                  <a:lnTo>
                    <a:pt x="77" y="16"/>
                  </a:lnTo>
                  <a:lnTo>
                    <a:pt x="81" y="24"/>
                  </a:lnTo>
                  <a:lnTo>
                    <a:pt x="86" y="39"/>
                  </a:lnTo>
                  <a:lnTo>
                    <a:pt x="88" y="46"/>
                  </a:lnTo>
                  <a:lnTo>
                    <a:pt x="88" y="46"/>
                  </a:lnTo>
                  <a:close/>
                </a:path>
              </a:pathLst>
            </a:custGeom>
            <a:solidFill>
              <a:srgbClr val="EAB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402">
              <a:extLst>
                <a:ext uri="{FF2B5EF4-FFF2-40B4-BE49-F238E27FC236}">
                  <a16:creationId xmlns:a16="http://schemas.microsoft.com/office/drawing/2014/main" id="{612D3010-BD40-AB4F-811B-51EDF6881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030" y="1560513"/>
              <a:ext cx="419100" cy="1157288"/>
            </a:xfrm>
            <a:custGeom>
              <a:avLst/>
              <a:gdLst>
                <a:gd name="T0" fmla="*/ 191 w 527"/>
                <a:gd name="T1" fmla="*/ 7 h 1458"/>
                <a:gd name="T2" fmla="*/ 123 w 527"/>
                <a:gd name="T3" fmla="*/ 527 h 1458"/>
                <a:gd name="T4" fmla="*/ 0 w 527"/>
                <a:gd name="T5" fmla="*/ 1458 h 1458"/>
                <a:gd name="T6" fmla="*/ 85 w 527"/>
                <a:gd name="T7" fmla="*/ 1458 h 1458"/>
                <a:gd name="T8" fmla="*/ 85 w 527"/>
                <a:gd name="T9" fmla="*/ 1458 h 1458"/>
                <a:gd name="T10" fmla="*/ 127 w 527"/>
                <a:gd name="T11" fmla="*/ 1370 h 1458"/>
                <a:gd name="T12" fmla="*/ 171 w 527"/>
                <a:gd name="T13" fmla="*/ 1276 h 1458"/>
                <a:gd name="T14" fmla="*/ 223 w 527"/>
                <a:gd name="T15" fmla="*/ 1162 h 1458"/>
                <a:gd name="T16" fmla="*/ 275 w 527"/>
                <a:gd name="T17" fmla="*/ 1040 h 1458"/>
                <a:gd name="T18" fmla="*/ 300 w 527"/>
                <a:gd name="T19" fmla="*/ 979 h 1458"/>
                <a:gd name="T20" fmla="*/ 323 w 527"/>
                <a:gd name="T21" fmla="*/ 920 h 1458"/>
                <a:gd name="T22" fmla="*/ 344 w 527"/>
                <a:gd name="T23" fmla="*/ 866 h 1458"/>
                <a:gd name="T24" fmla="*/ 362 w 527"/>
                <a:gd name="T25" fmla="*/ 815 h 1458"/>
                <a:gd name="T26" fmla="*/ 374 w 527"/>
                <a:gd name="T27" fmla="*/ 770 h 1458"/>
                <a:gd name="T28" fmla="*/ 379 w 527"/>
                <a:gd name="T29" fmla="*/ 751 h 1458"/>
                <a:gd name="T30" fmla="*/ 382 w 527"/>
                <a:gd name="T31" fmla="*/ 733 h 1458"/>
                <a:gd name="T32" fmla="*/ 382 w 527"/>
                <a:gd name="T33" fmla="*/ 733 h 1458"/>
                <a:gd name="T34" fmla="*/ 398 w 527"/>
                <a:gd name="T35" fmla="*/ 651 h 1458"/>
                <a:gd name="T36" fmla="*/ 419 w 527"/>
                <a:gd name="T37" fmla="*/ 544 h 1458"/>
                <a:gd name="T38" fmla="*/ 467 w 527"/>
                <a:gd name="T39" fmla="*/ 301 h 1458"/>
                <a:gd name="T40" fmla="*/ 527 w 527"/>
                <a:gd name="T41" fmla="*/ 0 h 1458"/>
                <a:gd name="T42" fmla="*/ 191 w 527"/>
                <a:gd name="T43" fmla="*/ 7 h 1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27" h="1458">
                  <a:moveTo>
                    <a:pt x="191" y="7"/>
                  </a:moveTo>
                  <a:lnTo>
                    <a:pt x="123" y="527"/>
                  </a:lnTo>
                  <a:lnTo>
                    <a:pt x="0" y="1458"/>
                  </a:lnTo>
                  <a:lnTo>
                    <a:pt x="85" y="1458"/>
                  </a:lnTo>
                  <a:lnTo>
                    <a:pt x="85" y="1458"/>
                  </a:lnTo>
                  <a:lnTo>
                    <a:pt x="127" y="1370"/>
                  </a:lnTo>
                  <a:lnTo>
                    <a:pt x="171" y="1276"/>
                  </a:lnTo>
                  <a:lnTo>
                    <a:pt x="223" y="1162"/>
                  </a:lnTo>
                  <a:lnTo>
                    <a:pt x="275" y="1040"/>
                  </a:lnTo>
                  <a:lnTo>
                    <a:pt x="300" y="979"/>
                  </a:lnTo>
                  <a:lnTo>
                    <a:pt x="323" y="920"/>
                  </a:lnTo>
                  <a:lnTo>
                    <a:pt x="344" y="866"/>
                  </a:lnTo>
                  <a:lnTo>
                    <a:pt x="362" y="815"/>
                  </a:lnTo>
                  <a:lnTo>
                    <a:pt x="374" y="770"/>
                  </a:lnTo>
                  <a:lnTo>
                    <a:pt x="379" y="751"/>
                  </a:lnTo>
                  <a:lnTo>
                    <a:pt x="382" y="733"/>
                  </a:lnTo>
                  <a:lnTo>
                    <a:pt x="382" y="733"/>
                  </a:lnTo>
                  <a:lnTo>
                    <a:pt x="398" y="651"/>
                  </a:lnTo>
                  <a:lnTo>
                    <a:pt x="419" y="544"/>
                  </a:lnTo>
                  <a:lnTo>
                    <a:pt x="467" y="301"/>
                  </a:lnTo>
                  <a:lnTo>
                    <a:pt x="527" y="0"/>
                  </a:lnTo>
                  <a:lnTo>
                    <a:pt x="191" y="7"/>
                  </a:lnTo>
                  <a:close/>
                </a:path>
              </a:pathLst>
            </a:custGeom>
            <a:solidFill>
              <a:srgbClr val="EAB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403">
              <a:extLst>
                <a:ext uri="{FF2B5EF4-FFF2-40B4-BE49-F238E27FC236}">
                  <a16:creationId xmlns:a16="http://schemas.microsoft.com/office/drawing/2014/main" id="{A389FD55-3413-E441-9588-95D490203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755" y="1282701"/>
              <a:ext cx="746126" cy="742950"/>
            </a:xfrm>
            <a:custGeom>
              <a:avLst/>
              <a:gdLst>
                <a:gd name="T0" fmla="*/ 135 w 941"/>
                <a:gd name="T1" fmla="*/ 0 h 937"/>
                <a:gd name="T2" fmla="*/ 0 w 941"/>
                <a:gd name="T3" fmla="*/ 838 h 937"/>
                <a:gd name="T4" fmla="*/ 0 w 941"/>
                <a:gd name="T5" fmla="*/ 838 h 937"/>
                <a:gd name="T6" fmla="*/ 35 w 941"/>
                <a:gd name="T7" fmla="*/ 851 h 937"/>
                <a:gd name="T8" fmla="*/ 75 w 941"/>
                <a:gd name="T9" fmla="*/ 864 h 937"/>
                <a:gd name="T10" fmla="*/ 125 w 941"/>
                <a:gd name="T11" fmla="*/ 880 h 937"/>
                <a:gd name="T12" fmla="*/ 186 w 941"/>
                <a:gd name="T13" fmla="*/ 896 h 937"/>
                <a:gd name="T14" fmla="*/ 219 w 941"/>
                <a:gd name="T15" fmla="*/ 904 h 937"/>
                <a:gd name="T16" fmla="*/ 254 w 941"/>
                <a:gd name="T17" fmla="*/ 911 h 937"/>
                <a:gd name="T18" fmla="*/ 289 w 941"/>
                <a:gd name="T19" fmla="*/ 917 h 937"/>
                <a:gd name="T20" fmla="*/ 324 w 941"/>
                <a:gd name="T21" fmla="*/ 922 h 937"/>
                <a:gd name="T22" fmla="*/ 360 w 941"/>
                <a:gd name="T23" fmla="*/ 927 h 937"/>
                <a:gd name="T24" fmla="*/ 396 w 941"/>
                <a:gd name="T25" fmla="*/ 929 h 937"/>
                <a:gd name="T26" fmla="*/ 396 w 941"/>
                <a:gd name="T27" fmla="*/ 929 h 937"/>
                <a:gd name="T28" fmla="*/ 474 w 941"/>
                <a:gd name="T29" fmla="*/ 933 h 937"/>
                <a:gd name="T30" fmla="*/ 556 w 941"/>
                <a:gd name="T31" fmla="*/ 937 h 937"/>
                <a:gd name="T32" fmla="*/ 598 w 941"/>
                <a:gd name="T33" fmla="*/ 937 h 937"/>
                <a:gd name="T34" fmla="*/ 641 w 941"/>
                <a:gd name="T35" fmla="*/ 937 h 937"/>
                <a:gd name="T36" fmla="*/ 682 w 941"/>
                <a:gd name="T37" fmla="*/ 937 h 937"/>
                <a:gd name="T38" fmla="*/ 722 w 941"/>
                <a:gd name="T39" fmla="*/ 934 h 937"/>
                <a:gd name="T40" fmla="*/ 759 w 941"/>
                <a:gd name="T41" fmla="*/ 931 h 937"/>
                <a:gd name="T42" fmla="*/ 795 w 941"/>
                <a:gd name="T43" fmla="*/ 926 h 937"/>
                <a:gd name="T44" fmla="*/ 828 w 941"/>
                <a:gd name="T45" fmla="*/ 919 h 937"/>
                <a:gd name="T46" fmla="*/ 844 w 941"/>
                <a:gd name="T47" fmla="*/ 915 h 937"/>
                <a:gd name="T48" fmla="*/ 858 w 941"/>
                <a:gd name="T49" fmla="*/ 910 h 937"/>
                <a:gd name="T50" fmla="*/ 872 w 941"/>
                <a:gd name="T51" fmla="*/ 905 h 937"/>
                <a:gd name="T52" fmla="*/ 884 w 941"/>
                <a:gd name="T53" fmla="*/ 899 h 937"/>
                <a:gd name="T54" fmla="*/ 895 w 941"/>
                <a:gd name="T55" fmla="*/ 893 h 937"/>
                <a:gd name="T56" fmla="*/ 904 w 941"/>
                <a:gd name="T57" fmla="*/ 887 h 937"/>
                <a:gd name="T58" fmla="*/ 914 w 941"/>
                <a:gd name="T59" fmla="*/ 879 h 937"/>
                <a:gd name="T60" fmla="*/ 921 w 941"/>
                <a:gd name="T61" fmla="*/ 871 h 937"/>
                <a:gd name="T62" fmla="*/ 927 w 941"/>
                <a:gd name="T63" fmla="*/ 863 h 937"/>
                <a:gd name="T64" fmla="*/ 932 w 941"/>
                <a:gd name="T65" fmla="*/ 853 h 937"/>
                <a:gd name="T66" fmla="*/ 932 w 941"/>
                <a:gd name="T67" fmla="*/ 853 h 937"/>
                <a:gd name="T68" fmla="*/ 936 w 941"/>
                <a:gd name="T69" fmla="*/ 840 h 937"/>
                <a:gd name="T70" fmla="*/ 938 w 941"/>
                <a:gd name="T71" fmla="*/ 824 h 937"/>
                <a:gd name="T72" fmla="*/ 941 w 941"/>
                <a:gd name="T73" fmla="*/ 805 h 937"/>
                <a:gd name="T74" fmla="*/ 941 w 941"/>
                <a:gd name="T75" fmla="*/ 784 h 937"/>
                <a:gd name="T76" fmla="*/ 941 w 941"/>
                <a:gd name="T77" fmla="*/ 760 h 937"/>
                <a:gd name="T78" fmla="*/ 938 w 941"/>
                <a:gd name="T79" fmla="*/ 735 h 937"/>
                <a:gd name="T80" fmla="*/ 933 w 941"/>
                <a:gd name="T81" fmla="*/ 678 h 937"/>
                <a:gd name="T82" fmla="*/ 925 w 941"/>
                <a:gd name="T83" fmla="*/ 616 h 937"/>
                <a:gd name="T84" fmla="*/ 914 w 941"/>
                <a:gd name="T85" fmla="*/ 551 h 937"/>
                <a:gd name="T86" fmla="*/ 902 w 941"/>
                <a:gd name="T87" fmla="*/ 483 h 937"/>
                <a:gd name="T88" fmla="*/ 887 w 941"/>
                <a:gd name="T89" fmla="*/ 416 h 937"/>
                <a:gd name="T90" fmla="*/ 874 w 941"/>
                <a:gd name="T91" fmla="*/ 349 h 937"/>
                <a:gd name="T92" fmla="*/ 860 w 941"/>
                <a:gd name="T93" fmla="*/ 286 h 937"/>
                <a:gd name="T94" fmla="*/ 833 w 941"/>
                <a:gd name="T95" fmla="*/ 176 h 937"/>
                <a:gd name="T96" fmla="*/ 815 w 941"/>
                <a:gd name="T97" fmla="*/ 100 h 937"/>
                <a:gd name="T98" fmla="*/ 808 w 941"/>
                <a:gd name="T99" fmla="*/ 71 h 937"/>
                <a:gd name="T100" fmla="*/ 135 w 941"/>
                <a:gd name="T101" fmla="*/ 0 h 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41" h="937">
                  <a:moveTo>
                    <a:pt x="135" y="0"/>
                  </a:moveTo>
                  <a:lnTo>
                    <a:pt x="0" y="838"/>
                  </a:lnTo>
                  <a:lnTo>
                    <a:pt x="0" y="838"/>
                  </a:lnTo>
                  <a:lnTo>
                    <a:pt x="35" y="851"/>
                  </a:lnTo>
                  <a:lnTo>
                    <a:pt x="75" y="864"/>
                  </a:lnTo>
                  <a:lnTo>
                    <a:pt x="125" y="880"/>
                  </a:lnTo>
                  <a:lnTo>
                    <a:pt x="186" y="896"/>
                  </a:lnTo>
                  <a:lnTo>
                    <a:pt x="219" y="904"/>
                  </a:lnTo>
                  <a:lnTo>
                    <a:pt x="254" y="911"/>
                  </a:lnTo>
                  <a:lnTo>
                    <a:pt x="289" y="917"/>
                  </a:lnTo>
                  <a:lnTo>
                    <a:pt x="324" y="922"/>
                  </a:lnTo>
                  <a:lnTo>
                    <a:pt x="360" y="927"/>
                  </a:lnTo>
                  <a:lnTo>
                    <a:pt x="396" y="929"/>
                  </a:lnTo>
                  <a:lnTo>
                    <a:pt x="396" y="929"/>
                  </a:lnTo>
                  <a:lnTo>
                    <a:pt x="474" y="933"/>
                  </a:lnTo>
                  <a:lnTo>
                    <a:pt x="556" y="937"/>
                  </a:lnTo>
                  <a:lnTo>
                    <a:pt x="598" y="937"/>
                  </a:lnTo>
                  <a:lnTo>
                    <a:pt x="641" y="937"/>
                  </a:lnTo>
                  <a:lnTo>
                    <a:pt x="682" y="937"/>
                  </a:lnTo>
                  <a:lnTo>
                    <a:pt x="722" y="934"/>
                  </a:lnTo>
                  <a:lnTo>
                    <a:pt x="759" y="931"/>
                  </a:lnTo>
                  <a:lnTo>
                    <a:pt x="795" y="926"/>
                  </a:lnTo>
                  <a:lnTo>
                    <a:pt x="828" y="919"/>
                  </a:lnTo>
                  <a:lnTo>
                    <a:pt x="844" y="915"/>
                  </a:lnTo>
                  <a:lnTo>
                    <a:pt x="858" y="910"/>
                  </a:lnTo>
                  <a:lnTo>
                    <a:pt x="872" y="905"/>
                  </a:lnTo>
                  <a:lnTo>
                    <a:pt x="884" y="899"/>
                  </a:lnTo>
                  <a:lnTo>
                    <a:pt x="895" y="893"/>
                  </a:lnTo>
                  <a:lnTo>
                    <a:pt x="904" y="887"/>
                  </a:lnTo>
                  <a:lnTo>
                    <a:pt x="914" y="879"/>
                  </a:lnTo>
                  <a:lnTo>
                    <a:pt x="921" y="871"/>
                  </a:lnTo>
                  <a:lnTo>
                    <a:pt x="927" y="863"/>
                  </a:lnTo>
                  <a:lnTo>
                    <a:pt x="932" y="853"/>
                  </a:lnTo>
                  <a:lnTo>
                    <a:pt x="932" y="853"/>
                  </a:lnTo>
                  <a:lnTo>
                    <a:pt x="936" y="840"/>
                  </a:lnTo>
                  <a:lnTo>
                    <a:pt x="938" y="824"/>
                  </a:lnTo>
                  <a:lnTo>
                    <a:pt x="941" y="805"/>
                  </a:lnTo>
                  <a:lnTo>
                    <a:pt x="941" y="784"/>
                  </a:lnTo>
                  <a:lnTo>
                    <a:pt x="941" y="760"/>
                  </a:lnTo>
                  <a:lnTo>
                    <a:pt x="938" y="735"/>
                  </a:lnTo>
                  <a:lnTo>
                    <a:pt x="933" y="678"/>
                  </a:lnTo>
                  <a:lnTo>
                    <a:pt x="925" y="616"/>
                  </a:lnTo>
                  <a:lnTo>
                    <a:pt x="914" y="551"/>
                  </a:lnTo>
                  <a:lnTo>
                    <a:pt x="902" y="483"/>
                  </a:lnTo>
                  <a:lnTo>
                    <a:pt x="887" y="416"/>
                  </a:lnTo>
                  <a:lnTo>
                    <a:pt x="874" y="349"/>
                  </a:lnTo>
                  <a:lnTo>
                    <a:pt x="860" y="286"/>
                  </a:lnTo>
                  <a:lnTo>
                    <a:pt x="833" y="176"/>
                  </a:lnTo>
                  <a:lnTo>
                    <a:pt x="815" y="100"/>
                  </a:lnTo>
                  <a:lnTo>
                    <a:pt x="808" y="7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404">
              <a:extLst>
                <a:ext uri="{FF2B5EF4-FFF2-40B4-BE49-F238E27FC236}">
                  <a16:creationId xmlns:a16="http://schemas.microsoft.com/office/drawing/2014/main" id="{67223A16-DC3E-5349-B860-4CC6AF8D4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7" y="488950"/>
              <a:ext cx="969963" cy="479425"/>
            </a:xfrm>
            <a:custGeom>
              <a:avLst/>
              <a:gdLst>
                <a:gd name="T0" fmla="*/ 611 w 1223"/>
                <a:gd name="T1" fmla="*/ 251 h 603"/>
                <a:gd name="T2" fmla="*/ 0 w 1223"/>
                <a:gd name="T3" fmla="*/ 179 h 603"/>
                <a:gd name="T4" fmla="*/ 11 w 1223"/>
                <a:gd name="T5" fmla="*/ 197 h 603"/>
                <a:gd name="T6" fmla="*/ 45 w 1223"/>
                <a:gd name="T7" fmla="*/ 245 h 603"/>
                <a:gd name="T8" fmla="*/ 98 w 1223"/>
                <a:gd name="T9" fmla="*/ 314 h 603"/>
                <a:gd name="T10" fmla="*/ 169 w 1223"/>
                <a:gd name="T11" fmla="*/ 393 h 603"/>
                <a:gd name="T12" fmla="*/ 212 w 1223"/>
                <a:gd name="T13" fmla="*/ 431 h 603"/>
                <a:gd name="T14" fmla="*/ 259 w 1223"/>
                <a:gd name="T15" fmla="*/ 470 h 603"/>
                <a:gd name="T16" fmla="*/ 309 w 1223"/>
                <a:gd name="T17" fmla="*/ 506 h 603"/>
                <a:gd name="T18" fmla="*/ 363 w 1223"/>
                <a:gd name="T19" fmla="*/ 538 h 603"/>
                <a:gd name="T20" fmla="*/ 420 w 1223"/>
                <a:gd name="T21" fmla="*/ 566 h 603"/>
                <a:gd name="T22" fmla="*/ 480 w 1223"/>
                <a:gd name="T23" fmla="*/ 586 h 603"/>
                <a:gd name="T24" fmla="*/ 544 w 1223"/>
                <a:gd name="T25" fmla="*/ 598 h 603"/>
                <a:gd name="T26" fmla="*/ 611 w 1223"/>
                <a:gd name="T27" fmla="*/ 603 h 603"/>
                <a:gd name="T28" fmla="*/ 645 w 1223"/>
                <a:gd name="T29" fmla="*/ 602 h 603"/>
                <a:gd name="T30" fmla="*/ 709 w 1223"/>
                <a:gd name="T31" fmla="*/ 597 h 603"/>
                <a:gd name="T32" fmla="*/ 769 w 1223"/>
                <a:gd name="T33" fmla="*/ 589 h 603"/>
                <a:gd name="T34" fmla="*/ 826 w 1223"/>
                <a:gd name="T35" fmla="*/ 577 h 603"/>
                <a:gd name="T36" fmla="*/ 878 w 1223"/>
                <a:gd name="T37" fmla="*/ 563 h 603"/>
                <a:gd name="T38" fmla="*/ 948 w 1223"/>
                <a:gd name="T39" fmla="*/ 538 h 603"/>
                <a:gd name="T40" fmla="*/ 1028 w 1223"/>
                <a:gd name="T41" fmla="*/ 502 h 603"/>
                <a:gd name="T42" fmla="*/ 1091 w 1223"/>
                <a:gd name="T43" fmla="*/ 466 h 603"/>
                <a:gd name="T44" fmla="*/ 1136 w 1223"/>
                <a:gd name="T45" fmla="*/ 435 h 603"/>
                <a:gd name="T46" fmla="*/ 1164 w 1223"/>
                <a:gd name="T47" fmla="*/ 412 h 603"/>
                <a:gd name="T48" fmla="*/ 1173 w 1223"/>
                <a:gd name="T49" fmla="*/ 404 h 603"/>
                <a:gd name="T50" fmla="*/ 1187 w 1223"/>
                <a:gd name="T51" fmla="*/ 370 h 603"/>
                <a:gd name="T52" fmla="*/ 1205 w 1223"/>
                <a:gd name="T53" fmla="*/ 318 h 603"/>
                <a:gd name="T54" fmla="*/ 1218 w 1223"/>
                <a:gd name="T55" fmla="*/ 250 h 603"/>
                <a:gd name="T56" fmla="*/ 1222 w 1223"/>
                <a:gd name="T57" fmla="*/ 215 h 603"/>
                <a:gd name="T58" fmla="*/ 1222 w 1223"/>
                <a:gd name="T59" fmla="*/ 179 h 603"/>
                <a:gd name="T60" fmla="*/ 1218 w 1223"/>
                <a:gd name="T61" fmla="*/ 142 h 603"/>
                <a:gd name="T62" fmla="*/ 1207 w 1223"/>
                <a:gd name="T63" fmla="*/ 109 h 603"/>
                <a:gd name="T64" fmla="*/ 1190 w 1223"/>
                <a:gd name="T65" fmla="*/ 77 h 603"/>
                <a:gd name="T66" fmla="*/ 1166 w 1223"/>
                <a:gd name="T67" fmla="*/ 49 h 603"/>
                <a:gd name="T68" fmla="*/ 1133 w 1223"/>
                <a:gd name="T69" fmla="*/ 26 h 603"/>
                <a:gd name="T70" fmla="*/ 1092 w 1223"/>
                <a:gd name="T71" fmla="*/ 9 h 603"/>
                <a:gd name="T72" fmla="*/ 1039 w 1223"/>
                <a:gd name="T73" fmla="*/ 0 h 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3" h="603">
                  <a:moveTo>
                    <a:pt x="1039" y="0"/>
                  </a:moveTo>
                  <a:lnTo>
                    <a:pt x="611" y="251"/>
                  </a:lnTo>
                  <a:lnTo>
                    <a:pt x="20" y="12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11" y="197"/>
                  </a:lnTo>
                  <a:lnTo>
                    <a:pt x="26" y="219"/>
                  </a:lnTo>
                  <a:lnTo>
                    <a:pt x="45" y="245"/>
                  </a:lnTo>
                  <a:lnTo>
                    <a:pt x="69" y="278"/>
                  </a:lnTo>
                  <a:lnTo>
                    <a:pt x="98" y="314"/>
                  </a:lnTo>
                  <a:lnTo>
                    <a:pt x="132" y="353"/>
                  </a:lnTo>
                  <a:lnTo>
                    <a:pt x="169" y="393"/>
                  </a:lnTo>
                  <a:lnTo>
                    <a:pt x="190" y="412"/>
                  </a:lnTo>
                  <a:lnTo>
                    <a:pt x="212" y="431"/>
                  </a:lnTo>
                  <a:lnTo>
                    <a:pt x="235" y="452"/>
                  </a:lnTo>
                  <a:lnTo>
                    <a:pt x="259" y="470"/>
                  </a:lnTo>
                  <a:lnTo>
                    <a:pt x="283" y="488"/>
                  </a:lnTo>
                  <a:lnTo>
                    <a:pt x="309" y="506"/>
                  </a:lnTo>
                  <a:lnTo>
                    <a:pt x="335" y="523"/>
                  </a:lnTo>
                  <a:lnTo>
                    <a:pt x="363" y="538"/>
                  </a:lnTo>
                  <a:lnTo>
                    <a:pt x="391" y="552"/>
                  </a:lnTo>
                  <a:lnTo>
                    <a:pt x="420" y="566"/>
                  </a:lnTo>
                  <a:lnTo>
                    <a:pt x="450" y="577"/>
                  </a:lnTo>
                  <a:lnTo>
                    <a:pt x="480" y="586"/>
                  </a:lnTo>
                  <a:lnTo>
                    <a:pt x="513" y="593"/>
                  </a:lnTo>
                  <a:lnTo>
                    <a:pt x="544" y="598"/>
                  </a:lnTo>
                  <a:lnTo>
                    <a:pt x="578" y="602"/>
                  </a:lnTo>
                  <a:lnTo>
                    <a:pt x="611" y="603"/>
                  </a:lnTo>
                  <a:lnTo>
                    <a:pt x="611" y="603"/>
                  </a:lnTo>
                  <a:lnTo>
                    <a:pt x="645" y="602"/>
                  </a:lnTo>
                  <a:lnTo>
                    <a:pt x="677" y="599"/>
                  </a:lnTo>
                  <a:lnTo>
                    <a:pt x="709" y="597"/>
                  </a:lnTo>
                  <a:lnTo>
                    <a:pt x="739" y="593"/>
                  </a:lnTo>
                  <a:lnTo>
                    <a:pt x="769" y="589"/>
                  </a:lnTo>
                  <a:lnTo>
                    <a:pt x="798" y="583"/>
                  </a:lnTo>
                  <a:lnTo>
                    <a:pt x="826" y="577"/>
                  </a:lnTo>
                  <a:lnTo>
                    <a:pt x="853" y="570"/>
                  </a:lnTo>
                  <a:lnTo>
                    <a:pt x="878" y="563"/>
                  </a:lnTo>
                  <a:lnTo>
                    <a:pt x="902" y="555"/>
                  </a:lnTo>
                  <a:lnTo>
                    <a:pt x="948" y="538"/>
                  </a:lnTo>
                  <a:lnTo>
                    <a:pt x="991" y="521"/>
                  </a:lnTo>
                  <a:lnTo>
                    <a:pt x="1028" y="502"/>
                  </a:lnTo>
                  <a:lnTo>
                    <a:pt x="1062" y="483"/>
                  </a:lnTo>
                  <a:lnTo>
                    <a:pt x="1091" y="466"/>
                  </a:lnTo>
                  <a:lnTo>
                    <a:pt x="1115" y="450"/>
                  </a:lnTo>
                  <a:lnTo>
                    <a:pt x="1136" y="435"/>
                  </a:lnTo>
                  <a:lnTo>
                    <a:pt x="1153" y="422"/>
                  </a:lnTo>
                  <a:lnTo>
                    <a:pt x="1164" y="412"/>
                  </a:lnTo>
                  <a:lnTo>
                    <a:pt x="1173" y="404"/>
                  </a:lnTo>
                  <a:lnTo>
                    <a:pt x="1173" y="404"/>
                  </a:lnTo>
                  <a:lnTo>
                    <a:pt x="1179" y="388"/>
                  </a:lnTo>
                  <a:lnTo>
                    <a:pt x="1187" y="370"/>
                  </a:lnTo>
                  <a:lnTo>
                    <a:pt x="1195" y="346"/>
                  </a:lnTo>
                  <a:lnTo>
                    <a:pt x="1205" y="318"/>
                  </a:lnTo>
                  <a:lnTo>
                    <a:pt x="1212" y="285"/>
                  </a:lnTo>
                  <a:lnTo>
                    <a:pt x="1218" y="250"/>
                  </a:lnTo>
                  <a:lnTo>
                    <a:pt x="1220" y="233"/>
                  </a:lnTo>
                  <a:lnTo>
                    <a:pt x="1222" y="215"/>
                  </a:lnTo>
                  <a:lnTo>
                    <a:pt x="1223" y="197"/>
                  </a:lnTo>
                  <a:lnTo>
                    <a:pt x="1222" y="179"/>
                  </a:lnTo>
                  <a:lnTo>
                    <a:pt x="1220" y="161"/>
                  </a:lnTo>
                  <a:lnTo>
                    <a:pt x="1218" y="142"/>
                  </a:lnTo>
                  <a:lnTo>
                    <a:pt x="1213" y="125"/>
                  </a:lnTo>
                  <a:lnTo>
                    <a:pt x="1207" y="109"/>
                  </a:lnTo>
                  <a:lnTo>
                    <a:pt x="1200" y="93"/>
                  </a:lnTo>
                  <a:lnTo>
                    <a:pt x="1190" y="77"/>
                  </a:lnTo>
                  <a:lnTo>
                    <a:pt x="1179" y="63"/>
                  </a:lnTo>
                  <a:lnTo>
                    <a:pt x="1166" y="49"/>
                  </a:lnTo>
                  <a:lnTo>
                    <a:pt x="1151" y="37"/>
                  </a:lnTo>
                  <a:lnTo>
                    <a:pt x="1133" y="26"/>
                  </a:lnTo>
                  <a:lnTo>
                    <a:pt x="1114" y="17"/>
                  </a:lnTo>
                  <a:lnTo>
                    <a:pt x="1092" y="9"/>
                  </a:lnTo>
                  <a:lnTo>
                    <a:pt x="1067" y="3"/>
                  </a:lnTo>
                  <a:lnTo>
                    <a:pt x="1039" y="0"/>
                  </a:lnTo>
                  <a:lnTo>
                    <a:pt x="1039" y="0"/>
                  </a:lnTo>
                  <a:close/>
                </a:path>
              </a:pathLst>
            </a:custGeom>
            <a:solidFill>
              <a:srgbClr val="F160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405">
              <a:extLst>
                <a:ext uri="{FF2B5EF4-FFF2-40B4-BE49-F238E27FC236}">
                  <a16:creationId xmlns:a16="http://schemas.microsoft.com/office/drawing/2014/main" id="{E8A25520-A8A3-5D47-ADD5-B23580786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243" y="527050"/>
              <a:ext cx="292100" cy="428625"/>
            </a:xfrm>
            <a:custGeom>
              <a:avLst/>
              <a:gdLst>
                <a:gd name="T0" fmla="*/ 0 w 366"/>
                <a:gd name="T1" fmla="*/ 540 h 540"/>
                <a:gd name="T2" fmla="*/ 0 w 366"/>
                <a:gd name="T3" fmla="*/ 540 h 540"/>
                <a:gd name="T4" fmla="*/ 34 w 366"/>
                <a:gd name="T5" fmla="*/ 534 h 540"/>
                <a:gd name="T6" fmla="*/ 66 w 366"/>
                <a:gd name="T7" fmla="*/ 526 h 540"/>
                <a:gd name="T8" fmla="*/ 98 w 366"/>
                <a:gd name="T9" fmla="*/ 517 h 540"/>
                <a:gd name="T10" fmla="*/ 128 w 366"/>
                <a:gd name="T11" fmla="*/ 509 h 540"/>
                <a:gd name="T12" fmla="*/ 156 w 366"/>
                <a:gd name="T13" fmla="*/ 498 h 540"/>
                <a:gd name="T14" fmla="*/ 184 w 366"/>
                <a:gd name="T15" fmla="*/ 488 h 540"/>
                <a:gd name="T16" fmla="*/ 209 w 366"/>
                <a:gd name="T17" fmla="*/ 478 h 540"/>
                <a:gd name="T18" fmla="*/ 232 w 366"/>
                <a:gd name="T19" fmla="*/ 467 h 540"/>
                <a:gd name="T20" fmla="*/ 255 w 366"/>
                <a:gd name="T21" fmla="*/ 456 h 540"/>
                <a:gd name="T22" fmla="*/ 276 w 366"/>
                <a:gd name="T23" fmla="*/ 445 h 540"/>
                <a:gd name="T24" fmla="*/ 312 w 366"/>
                <a:gd name="T25" fmla="*/ 423 h 540"/>
                <a:gd name="T26" fmla="*/ 342 w 366"/>
                <a:gd name="T27" fmla="*/ 403 h 540"/>
                <a:gd name="T28" fmla="*/ 366 w 366"/>
                <a:gd name="T29" fmla="*/ 386 h 540"/>
                <a:gd name="T30" fmla="*/ 337 w 366"/>
                <a:gd name="T31" fmla="*/ 0 h 540"/>
                <a:gd name="T32" fmla="*/ 337 w 366"/>
                <a:gd name="T33" fmla="*/ 0 h 540"/>
                <a:gd name="T34" fmla="*/ 312 w 366"/>
                <a:gd name="T35" fmla="*/ 30 h 540"/>
                <a:gd name="T36" fmla="*/ 225 w 366"/>
                <a:gd name="T37" fmla="*/ 137 h 540"/>
                <a:gd name="T38" fmla="*/ 225 w 366"/>
                <a:gd name="T39" fmla="*/ 137 h 540"/>
                <a:gd name="T40" fmla="*/ 213 w 366"/>
                <a:gd name="T41" fmla="*/ 153 h 540"/>
                <a:gd name="T42" fmla="*/ 200 w 366"/>
                <a:gd name="T43" fmla="*/ 172 h 540"/>
                <a:gd name="T44" fmla="*/ 172 w 366"/>
                <a:gd name="T45" fmla="*/ 218 h 540"/>
                <a:gd name="T46" fmla="*/ 140 w 366"/>
                <a:gd name="T47" fmla="*/ 270 h 540"/>
                <a:gd name="T48" fmla="*/ 109 w 366"/>
                <a:gd name="T49" fmla="*/ 325 h 540"/>
                <a:gd name="T50" fmla="*/ 79 w 366"/>
                <a:gd name="T51" fmla="*/ 383 h 540"/>
                <a:gd name="T52" fmla="*/ 48 w 366"/>
                <a:gd name="T53" fmla="*/ 441 h 540"/>
                <a:gd name="T54" fmla="*/ 23 w 366"/>
                <a:gd name="T55" fmla="*/ 494 h 540"/>
                <a:gd name="T56" fmla="*/ 0 w 366"/>
                <a:gd name="T57" fmla="*/ 540 h 540"/>
                <a:gd name="T58" fmla="*/ 0 w 366"/>
                <a:gd name="T59" fmla="*/ 54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66" h="540">
                  <a:moveTo>
                    <a:pt x="0" y="540"/>
                  </a:moveTo>
                  <a:lnTo>
                    <a:pt x="0" y="540"/>
                  </a:lnTo>
                  <a:lnTo>
                    <a:pt x="34" y="534"/>
                  </a:lnTo>
                  <a:lnTo>
                    <a:pt x="66" y="526"/>
                  </a:lnTo>
                  <a:lnTo>
                    <a:pt x="98" y="517"/>
                  </a:lnTo>
                  <a:lnTo>
                    <a:pt x="128" y="509"/>
                  </a:lnTo>
                  <a:lnTo>
                    <a:pt x="156" y="498"/>
                  </a:lnTo>
                  <a:lnTo>
                    <a:pt x="184" y="488"/>
                  </a:lnTo>
                  <a:lnTo>
                    <a:pt x="209" y="478"/>
                  </a:lnTo>
                  <a:lnTo>
                    <a:pt x="232" y="467"/>
                  </a:lnTo>
                  <a:lnTo>
                    <a:pt x="255" y="456"/>
                  </a:lnTo>
                  <a:lnTo>
                    <a:pt x="276" y="445"/>
                  </a:lnTo>
                  <a:lnTo>
                    <a:pt x="312" y="423"/>
                  </a:lnTo>
                  <a:lnTo>
                    <a:pt x="342" y="403"/>
                  </a:lnTo>
                  <a:lnTo>
                    <a:pt x="366" y="386"/>
                  </a:lnTo>
                  <a:lnTo>
                    <a:pt x="337" y="0"/>
                  </a:lnTo>
                  <a:lnTo>
                    <a:pt x="337" y="0"/>
                  </a:lnTo>
                  <a:lnTo>
                    <a:pt x="312" y="30"/>
                  </a:lnTo>
                  <a:lnTo>
                    <a:pt x="225" y="137"/>
                  </a:lnTo>
                  <a:lnTo>
                    <a:pt x="225" y="137"/>
                  </a:lnTo>
                  <a:lnTo>
                    <a:pt x="213" y="153"/>
                  </a:lnTo>
                  <a:lnTo>
                    <a:pt x="200" y="172"/>
                  </a:lnTo>
                  <a:lnTo>
                    <a:pt x="172" y="218"/>
                  </a:lnTo>
                  <a:lnTo>
                    <a:pt x="140" y="270"/>
                  </a:lnTo>
                  <a:lnTo>
                    <a:pt x="109" y="325"/>
                  </a:lnTo>
                  <a:lnTo>
                    <a:pt x="79" y="383"/>
                  </a:lnTo>
                  <a:lnTo>
                    <a:pt x="48" y="441"/>
                  </a:lnTo>
                  <a:lnTo>
                    <a:pt x="23" y="494"/>
                  </a:lnTo>
                  <a:lnTo>
                    <a:pt x="0" y="540"/>
                  </a:lnTo>
                  <a:lnTo>
                    <a:pt x="0" y="540"/>
                  </a:lnTo>
                  <a:close/>
                </a:path>
              </a:pathLst>
            </a:custGeom>
            <a:solidFill>
              <a:srgbClr val="E15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407">
              <a:extLst>
                <a:ext uri="{FF2B5EF4-FFF2-40B4-BE49-F238E27FC236}">
                  <a16:creationId xmlns:a16="http://schemas.microsoft.com/office/drawing/2014/main" id="{670F6B46-D2CC-7345-946E-033B7EFFE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688" y="0"/>
              <a:ext cx="444500" cy="471488"/>
            </a:xfrm>
            <a:custGeom>
              <a:avLst/>
              <a:gdLst>
                <a:gd name="T0" fmla="*/ 75 w 558"/>
                <a:gd name="T1" fmla="*/ 340 h 595"/>
                <a:gd name="T2" fmla="*/ 38 w 558"/>
                <a:gd name="T3" fmla="*/ 320 h 595"/>
                <a:gd name="T4" fmla="*/ 10 w 558"/>
                <a:gd name="T5" fmla="*/ 295 h 595"/>
                <a:gd name="T6" fmla="*/ 1 w 558"/>
                <a:gd name="T7" fmla="*/ 273 h 595"/>
                <a:gd name="T8" fmla="*/ 1 w 558"/>
                <a:gd name="T9" fmla="*/ 255 h 595"/>
                <a:gd name="T10" fmla="*/ 9 w 558"/>
                <a:gd name="T11" fmla="*/ 235 h 595"/>
                <a:gd name="T12" fmla="*/ 29 w 558"/>
                <a:gd name="T13" fmla="*/ 212 h 595"/>
                <a:gd name="T14" fmla="*/ 36 w 558"/>
                <a:gd name="T15" fmla="*/ 196 h 595"/>
                <a:gd name="T16" fmla="*/ 36 w 558"/>
                <a:gd name="T17" fmla="*/ 167 h 595"/>
                <a:gd name="T18" fmla="*/ 46 w 558"/>
                <a:gd name="T19" fmla="*/ 135 h 595"/>
                <a:gd name="T20" fmla="*/ 64 w 558"/>
                <a:gd name="T21" fmla="*/ 104 h 595"/>
                <a:gd name="T22" fmla="*/ 92 w 558"/>
                <a:gd name="T23" fmla="*/ 74 h 595"/>
                <a:gd name="T24" fmla="*/ 125 w 558"/>
                <a:gd name="T25" fmla="*/ 46 h 595"/>
                <a:gd name="T26" fmla="*/ 165 w 558"/>
                <a:gd name="T27" fmla="*/ 23 h 595"/>
                <a:gd name="T28" fmla="*/ 211 w 558"/>
                <a:gd name="T29" fmla="*/ 7 h 595"/>
                <a:gd name="T30" fmla="*/ 261 w 558"/>
                <a:gd name="T31" fmla="*/ 0 h 595"/>
                <a:gd name="T32" fmla="*/ 314 w 558"/>
                <a:gd name="T33" fmla="*/ 4 h 595"/>
                <a:gd name="T34" fmla="*/ 368 w 558"/>
                <a:gd name="T35" fmla="*/ 19 h 595"/>
                <a:gd name="T36" fmla="*/ 397 w 558"/>
                <a:gd name="T37" fmla="*/ 34 h 595"/>
                <a:gd name="T38" fmla="*/ 426 w 558"/>
                <a:gd name="T39" fmla="*/ 54 h 595"/>
                <a:gd name="T40" fmla="*/ 453 w 558"/>
                <a:gd name="T41" fmla="*/ 81 h 595"/>
                <a:gd name="T42" fmla="*/ 474 w 558"/>
                <a:gd name="T43" fmla="*/ 112 h 595"/>
                <a:gd name="T44" fmla="*/ 491 w 558"/>
                <a:gd name="T45" fmla="*/ 148 h 595"/>
                <a:gd name="T46" fmla="*/ 500 w 558"/>
                <a:gd name="T47" fmla="*/ 187 h 595"/>
                <a:gd name="T48" fmla="*/ 503 w 558"/>
                <a:gd name="T49" fmla="*/ 229 h 595"/>
                <a:gd name="T50" fmla="*/ 499 w 558"/>
                <a:gd name="T51" fmla="*/ 271 h 595"/>
                <a:gd name="T52" fmla="*/ 486 w 558"/>
                <a:gd name="T53" fmla="*/ 316 h 595"/>
                <a:gd name="T54" fmla="*/ 464 w 558"/>
                <a:gd name="T55" fmla="*/ 359 h 595"/>
                <a:gd name="T56" fmla="*/ 433 w 558"/>
                <a:gd name="T57" fmla="*/ 404 h 595"/>
                <a:gd name="T58" fmla="*/ 416 w 558"/>
                <a:gd name="T59" fmla="*/ 422 h 595"/>
                <a:gd name="T60" fmla="*/ 412 w 558"/>
                <a:gd name="T61" fmla="*/ 432 h 595"/>
                <a:gd name="T62" fmla="*/ 422 w 558"/>
                <a:gd name="T63" fmla="*/ 439 h 595"/>
                <a:gd name="T64" fmla="*/ 472 w 558"/>
                <a:gd name="T65" fmla="*/ 446 h 595"/>
                <a:gd name="T66" fmla="*/ 518 w 558"/>
                <a:gd name="T67" fmla="*/ 457 h 595"/>
                <a:gd name="T68" fmla="*/ 543 w 558"/>
                <a:gd name="T69" fmla="*/ 473 h 595"/>
                <a:gd name="T70" fmla="*/ 555 w 558"/>
                <a:gd name="T71" fmla="*/ 490 h 595"/>
                <a:gd name="T72" fmla="*/ 558 w 558"/>
                <a:gd name="T73" fmla="*/ 513 h 595"/>
                <a:gd name="T74" fmla="*/ 555 w 558"/>
                <a:gd name="T75" fmla="*/ 536 h 595"/>
                <a:gd name="T76" fmla="*/ 541 w 558"/>
                <a:gd name="T77" fmla="*/ 561 h 595"/>
                <a:gd name="T78" fmla="*/ 520 w 558"/>
                <a:gd name="T79" fmla="*/ 579 h 595"/>
                <a:gd name="T80" fmla="*/ 492 w 558"/>
                <a:gd name="T81" fmla="*/ 590 h 595"/>
                <a:gd name="T82" fmla="*/ 437 w 558"/>
                <a:gd name="T83" fmla="*/ 595 h 595"/>
                <a:gd name="T84" fmla="*/ 373 w 558"/>
                <a:gd name="T85" fmla="*/ 585 h 595"/>
                <a:gd name="T86" fmla="*/ 324 w 558"/>
                <a:gd name="T87" fmla="*/ 568 h 595"/>
                <a:gd name="T88" fmla="*/ 308 w 558"/>
                <a:gd name="T89" fmla="*/ 556 h 595"/>
                <a:gd name="T90" fmla="*/ 244 w 558"/>
                <a:gd name="T91" fmla="*/ 473 h 595"/>
                <a:gd name="T92" fmla="*/ 185 w 558"/>
                <a:gd name="T93" fmla="*/ 414 h 595"/>
                <a:gd name="T94" fmla="*/ 135 w 558"/>
                <a:gd name="T95" fmla="*/ 374 h 595"/>
                <a:gd name="T96" fmla="*/ 85 w 558"/>
                <a:gd name="T97" fmla="*/ 343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58" h="595">
                  <a:moveTo>
                    <a:pt x="81" y="342"/>
                  </a:moveTo>
                  <a:lnTo>
                    <a:pt x="81" y="342"/>
                  </a:lnTo>
                  <a:lnTo>
                    <a:pt x="75" y="340"/>
                  </a:lnTo>
                  <a:lnTo>
                    <a:pt x="59" y="333"/>
                  </a:lnTo>
                  <a:lnTo>
                    <a:pt x="49" y="326"/>
                  </a:lnTo>
                  <a:lnTo>
                    <a:pt x="38" y="320"/>
                  </a:lnTo>
                  <a:lnTo>
                    <a:pt x="29" y="313"/>
                  </a:lnTo>
                  <a:lnTo>
                    <a:pt x="19" y="305"/>
                  </a:lnTo>
                  <a:lnTo>
                    <a:pt x="10" y="295"/>
                  </a:lnTo>
                  <a:lnTo>
                    <a:pt x="4" y="285"/>
                  </a:lnTo>
                  <a:lnTo>
                    <a:pt x="2" y="279"/>
                  </a:lnTo>
                  <a:lnTo>
                    <a:pt x="1" y="273"/>
                  </a:lnTo>
                  <a:lnTo>
                    <a:pt x="0" y="267"/>
                  </a:lnTo>
                  <a:lnTo>
                    <a:pt x="0" y="261"/>
                  </a:lnTo>
                  <a:lnTo>
                    <a:pt x="1" y="255"/>
                  </a:lnTo>
                  <a:lnTo>
                    <a:pt x="2" y="248"/>
                  </a:lnTo>
                  <a:lnTo>
                    <a:pt x="6" y="242"/>
                  </a:lnTo>
                  <a:lnTo>
                    <a:pt x="9" y="235"/>
                  </a:lnTo>
                  <a:lnTo>
                    <a:pt x="14" y="227"/>
                  </a:lnTo>
                  <a:lnTo>
                    <a:pt x="20" y="220"/>
                  </a:lnTo>
                  <a:lnTo>
                    <a:pt x="29" y="212"/>
                  </a:lnTo>
                  <a:lnTo>
                    <a:pt x="38" y="204"/>
                  </a:lnTo>
                  <a:lnTo>
                    <a:pt x="38" y="204"/>
                  </a:lnTo>
                  <a:lnTo>
                    <a:pt x="36" y="196"/>
                  </a:lnTo>
                  <a:lnTo>
                    <a:pt x="35" y="186"/>
                  </a:lnTo>
                  <a:lnTo>
                    <a:pt x="35" y="177"/>
                  </a:lnTo>
                  <a:lnTo>
                    <a:pt x="36" y="167"/>
                  </a:lnTo>
                  <a:lnTo>
                    <a:pt x="37" y="157"/>
                  </a:lnTo>
                  <a:lnTo>
                    <a:pt x="41" y="146"/>
                  </a:lnTo>
                  <a:lnTo>
                    <a:pt x="46" y="135"/>
                  </a:lnTo>
                  <a:lnTo>
                    <a:pt x="50" y="126"/>
                  </a:lnTo>
                  <a:lnTo>
                    <a:pt x="56" y="115"/>
                  </a:lnTo>
                  <a:lnTo>
                    <a:pt x="64" y="104"/>
                  </a:lnTo>
                  <a:lnTo>
                    <a:pt x="72" y="94"/>
                  </a:lnTo>
                  <a:lnTo>
                    <a:pt x="82" y="83"/>
                  </a:lnTo>
                  <a:lnTo>
                    <a:pt x="92" y="74"/>
                  </a:lnTo>
                  <a:lnTo>
                    <a:pt x="102" y="64"/>
                  </a:lnTo>
                  <a:lnTo>
                    <a:pt x="113" y="54"/>
                  </a:lnTo>
                  <a:lnTo>
                    <a:pt x="125" y="46"/>
                  </a:lnTo>
                  <a:lnTo>
                    <a:pt x="139" y="37"/>
                  </a:lnTo>
                  <a:lnTo>
                    <a:pt x="152" y="30"/>
                  </a:lnTo>
                  <a:lnTo>
                    <a:pt x="165" y="23"/>
                  </a:lnTo>
                  <a:lnTo>
                    <a:pt x="180" y="17"/>
                  </a:lnTo>
                  <a:lnTo>
                    <a:pt x="196" y="12"/>
                  </a:lnTo>
                  <a:lnTo>
                    <a:pt x="211" y="7"/>
                  </a:lnTo>
                  <a:lnTo>
                    <a:pt x="227" y="4"/>
                  </a:lnTo>
                  <a:lnTo>
                    <a:pt x="244" y="1"/>
                  </a:lnTo>
                  <a:lnTo>
                    <a:pt x="261" y="0"/>
                  </a:lnTo>
                  <a:lnTo>
                    <a:pt x="278" y="0"/>
                  </a:lnTo>
                  <a:lnTo>
                    <a:pt x="296" y="1"/>
                  </a:lnTo>
                  <a:lnTo>
                    <a:pt x="314" y="4"/>
                  </a:lnTo>
                  <a:lnTo>
                    <a:pt x="332" y="7"/>
                  </a:lnTo>
                  <a:lnTo>
                    <a:pt x="350" y="13"/>
                  </a:lnTo>
                  <a:lnTo>
                    <a:pt x="368" y="19"/>
                  </a:lnTo>
                  <a:lnTo>
                    <a:pt x="388" y="28"/>
                  </a:lnTo>
                  <a:lnTo>
                    <a:pt x="388" y="28"/>
                  </a:lnTo>
                  <a:lnTo>
                    <a:pt x="397" y="34"/>
                  </a:lnTo>
                  <a:lnTo>
                    <a:pt x="408" y="40"/>
                  </a:lnTo>
                  <a:lnTo>
                    <a:pt x="418" y="47"/>
                  </a:lnTo>
                  <a:lnTo>
                    <a:pt x="426" y="54"/>
                  </a:lnTo>
                  <a:lnTo>
                    <a:pt x="436" y="63"/>
                  </a:lnTo>
                  <a:lnTo>
                    <a:pt x="445" y="71"/>
                  </a:lnTo>
                  <a:lnTo>
                    <a:pt x="453" y="81"/>
                  </a:lnTo>
                  <a:lnTo>
                    <a:pt x="460" y="91"/>
                  </a:lnTo>
                  <a:lnTo>
                    <a:pt x="468" y="102"/>
                  </a:lnTo>
                  <a:lnTo>
                    <a:pt x="474" y="112"/>
                  </a:lnTo>
                  <a:lnTo>
                    <a:pt x="480" y="123"/>
                  </a:lnTo>
                  <a:lnTo>
                    <a:pt x="486" y="135"/>
                  </a:lnTo>
                  <a:lnTo>
                    <a:pt x="491" y="148"/>
                  </a:lnTo>
                  <a:lnTo>
                    <a:pt x="494" y="161"/>
                  </a:lnTo>
                  <a:lnTo>
                    <a:pt x="498" y="174"/>
                  </a:lnTo>
                  <a:lnTo>
                    <a:pt x="500" y="187"/>
                  </a:lnTo>
                  <a:lnTo>
                    <a:pt x="501" y="201"/>
                  </a:lnTo>
                  <a:lnTo>
                    <a:pt x="503" y="214"/>
                  </a:lnTo>
                  <a:lnTo>
                    <a:pt x="503" y="229"/>
                  </a:lnTo>
                  <a:lnTo>
                    <a:pt x="503" y="242"/>
                  </a:lnTo>
                  <a:lnTo>
                    <a:pt x="501" y="256"/>
                  </a:lnTo>
                  <a:lnTo>
                    <a:pt x="499" y="271"/>
                  </a:lnTo>
                  <a:lnTo>
                    <a:pt x="495" y="285"/>
                  </a:lnTo>
                  <a:lnTo>
                    <a:pt x="492" y="301"/>
                  </a:lnTo>
                  <a:lnTo>
                    <a:pt x="486" y="316"/>
                  </a:lnTo>
                  <a:lnTo>
                    <a:pt x="480" y="330"/>
                  </a:lnTo>
                  <a:lnTo>
                    <a:pt x="472" y="345"/>
                  </a:lnTo>
                  <a:lnTo>
                    <a:pt x="464" y="359"/>
                  </a:lnTo>
                  <a:lnTo>
                    <a:pt x="454" y="375"/>
                  </a:lnTo>
                  <a:lnTo>
                    <a:pt x="443" y="389"/>
                  </a:lnTo>
                  <a:lnTo>
                    <a:pt x="433" y="404"/>
                  </a:lnTo>
                  <a:lnTo>
                    <a:pt x="419" y="417"/>
                  </a:lnTo>
                  <a:lnTo>
                    <a:pt x="419" y="417"/>
                  </a:lnTo>
                  <a:lnTo>
                    <a:pt x="416" y="422"/>
                  </a:lnTo>
                  <a:lnTo>
                    <a:pt x="413" y="426"/>
                  </a:lnTo>
                  <a:lnTo>
                    <a:pt x="412" y="428"/>
                  </a:lnTo>
                  <a:lnTo>
                    <a:pt x="412" y="432"/>
                  </a:lnTo>
                  <a:lnTo>
                    <a:pt x="413" y="434"/>
                  </a:lnTo>
                  <a:lnTo>
                    <a:pt x="416" y="435"/>
                  </a:lnTo>
                  <a:lnTo>
                    <a:pt x="422" y="439"/>
                  </a:lnTo>
                  <a:lnTo>
                    <a:pt x="433" y="441"/>
                  </a:lnTo>
                  <a:lnTo>
                    <a:pt x="445" y="443"/>
                  </a:lnTo>
                  <a:lnTo>
                    <a:pt x="472" y="446"/>
                  </a:lnTo>
                  <a:lnTo>
                    <a:pt x="488" y="449"/>
                  </a:lnTo>
                  <a:lnTo>
                    <a:pt x="504" y="452"/>
                  </a:lnTo>
                  <a:lnTo>
                    <a:pt x="518" y="457"/>
                  </a:lnTo>
                  <a:lnTo>
                    <a:pt x="532" y="464"/>
                  </a:lnTo>
                  <a:lnTo>
                    <a:pt x="538" y="468"/>
                  </a:lnTo>
                  <a:lnTo>
                    <a:pt x="543" y="473"/>
                  </a:lnTo>
                  <a:lnTo>
                    <a:pt x="547" y="478"/>
                  </a:lnTo>
                  <a:lnTo>
                    <a:pt x="551" y="482"/>
                  </a:lnTo>
                  <a:lnTo>
                    <a:pt x="555" y="490"/>
                  </a:lnTo>
                  <a:lnTo>
                    <a:pt x="556" y="497"/>
                  </a:lnTo>
                  <a:lnTo>
                    <a:pt x="557" y="504"/>
                  </a:lnTo>
                  <a:lnTo>
                    <a:pt x="558" y="513"/>
                  </a:lnTo>
                  <a:lnTo>
                    <a:pt x="558" y="513"/>
                  </a:lnTo>
                  <a:lnTo>
                    <a:pt x="557" y="525"/>
                  </a:lnTo>
                  <a:lnTo>
                    <a:pt x="555" y="536"/>
                  </a:lnTo>
                  <a:lnTo>
                    <a:pt x="551" y="545"/>
                  </a:lnTo>
                  <a:lnTo>
                    <a:pt x="546" y="554"/>
                  </a:lnTo>
                  <a:lnTo>
                    <a:pt x="541" y="561"/>
                  </a:lnTo>
                  <a:lnTo>
                    <a:pt x="534" y="568"/>
                  </a:lnTo>
                  <a:lnTo>
                    <a:pt x="527" y="574"/>
                  </a:lnTo>
                  <a:lnTo>
                    <a:pt x="520" y="579"/>
                  </a:lnTo>
                  <a:lnTo>
                    <a:pt x="511" y="583"/>
                  </a:lnTo>
                  <a:lnTo>
                    <a:pt x="501" y="586"/>
                  </a:lnTo>
                  <a:lnTo>
                    <a:pt x="492" y="590"/>
                  </a:lnTo>
                  <a:lnTo>
                    <a:pt x="481" y="591"/>
                  </a:lnTo>
                  <a:lnTo>
                    <a:pt x="460" y="594"/>
                  </a:lnTo>
                  <a:lnTo>
                    <a:pt x="437" y="595"/>
                  </a:lnTo>
                  <a:lnTo>
                    <a:pt x="416" y="593"/>
                  </a:lnTo>
                  <a:lnTo>
                    <a:pt x="394" y="590"/>
                  </a:lnTo>
                  <a:lnTo>
                    <a:pt x="373" y="585"/>
                  </a:lnTo>
                  <a:lnTo>
                    <a:pt x="354" y="579"/>
                  </a:lnTo>
                  <a:lnTo>
                    <a:pt x="337" y="574"/>
                  </a:lnTo>
                  <a:lnTo>
                    <a:pt x="324" y="568"/>
                  </a:lnTo>
                  <a:lnTo>
                    <a:pt x="313" y="562"/>
                  </a:lnTo>
                  <a:lnTo>
                    <a:pt x="308" y="556"/>
                  </a:lnTo>
                  <a:lnTo>
                    <a:pt x="308" y="556"/>
                  </a:lnTo>
                  <a:lnTo>
                    <a:pt x="286" y="526"/>
                  </a:lnTo>
                  <a:lnTo>
                    <a:pt x="264" y="498"/>
                  </a:lnTo>
                  <a:lnTo>
                    <a:pt x="244" y="473"/>
                  </a:lnTo>
                  <a:lnTo>
                    <a:pt x="223" y="451"/>
                  </a:lnTo>
                  <a:lnTo>
                    <a:pt x="204" y="430"/>
                  </a:lnTo>
                  <a:lnTo>
                    <a:pt x="185" y="414"/>
                  </a:lnTo>
                  <a:lnTo>
                    <a:pt x="168" y="398"/>
                  </a:lnTo>
                  <a:lnTo>
                    <a:pt x="151" y="385"/>
                  </a:lnTo>
                  <a:lnTo>
                    <a:pt x="135" y="374"/>
                  </a:lnTo>
                  <a:lnTo>
                    <a:pt x="122" y="364"/>
                  </a:lnTo>
                  <a:lnTo>
                    <a:pt x="100" y="351"/>
                  </a:lnTo>
                  <a:lnTo>
                    <a:pt x="85" y="343"/>
                  </a:lnTo>
                  <a:lnTo>
                    <a:pt x="81" y="342"/>
                  </a:lnTo>
                  <a:lnTo>
                    <a:pt x="81" y="342"/>
                  </a:lnTo>
                  <a:close/>
                </a:path>
              </a:pathLst>
            </a:custGeom>
            <a:solidFill>
              <a:srgbClr val="2C2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408">
              <a:extLst>
                <a:ext uri="{FF2B5EF4-FFF2-40B4-BE49-F238E27FC236}">
                  <a16:creationId xmlns:a16="http://schemas.microsoft.com/office/drawing/2014/main" id="{28EF4A90-912A-1442-80C2-E01109B44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513" y="161925"/>
              <a:ext cx="185738" cy="374650"/>
            </a:xfrm>
            <a:custGeom>
              <a:avLst/>
              <a:gdLst>
                <a:gd name="T0" fmla="*/ 34 w 235"/>
                <a:gd name="T1" fmla="*/ 0 h 473"/>
                <a:gd name="T2" fmla="*/ 235 w 235"/>
                <a:gd name="T3" fmla="*/ 463 h 473"/>
                <a:gd name="T4" fmla="*/ 203 w 235"/>
                <a:gd name="T5" fmla="*/ 473 h 473"/>
                <a:gd name="T6" fmla="*/ 0 w 235"/>
                <a:gd name="T7" fmla="*/ 13 h 473"/>
                <a:gd name="T8" fmla="*/ 34 w 235"/>
                <a:gd name="T9" fmla="*/ 0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5" h="473">
                  <a:moveTo>
                    <a:pt x="34" y="0"/>
                  </a:moveTo>
                  <a:lnTo>
                    <a:pt x="235" y="463"/>
                  </a:lnTo>
                  <a:lnTo>
                    <a:pt x="203" y="473"/>
                  </a:lnTo>
                  <a:lnTo>
                    <a:pt x="0" y="13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30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409">
              <a:extLst>
                <a:ext uri="{FF2B5EF4-FFF2-40B4-BE49-F238E27FC236}">
                  <a16:creationId xmlns:a16="http://schemas.microsoft.com/office/drawing/2014/main" id="{09D63F3E-B9CE-6C49-9A95-A42BD9117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226" y="476250"/>
              <a:ext cx="166688" cy="188913"/>
            </a:xfrm>
            <a:custGeom>
              <a:avLst/>
              <a:gdLst>
                <a:gd name="T0" fmla="*/ 104 w 211"/>
                <a:gd name="T1" fmla="*/ 229 h 237"/>
                <a:gd name="T2" fmla="*/ 84 w 211"/>
                <a:gd name="T3" fmla="*/ 216 h 237"/>
                <a:gd name="T4" fmla="*/ 56 w 211"/>
                <a:gd name="T5" fmla="*/ 197 h 237"/>
                <a:gd name="T6" fmla="*/ 27 w 211"/>
                <a:gd name="T7" fmla="*/ 168 h 237"/>
                <a:gd name="T8" fmla="*/ 15 w 211"/>
                <a:gd name="T9" fmla="*/ 150 h 237"/>
                <a:gd name="T10" fmla="*/ 10 w 211"/>
                <a:gd name="T11" fmla="*/ 143 h 237"/>
                <a:gd name="T12" fmla="*/ 4 w 211"/>
                <a:gd name="T13" fmla="*/ 126 h 237"/>
                <a:gd name="T14" fmla="*/ 0 w 211"/>
                <a:gd name="T15" fmla="*/ 97 h 237"/>
                <a:gd name="T16" fmla="*/ 3 w 211"/>
                <a:gd name="T17" fmla="*/ 58 h 237"/>
                <a:gd name="T18" fmla="*/ 10 w 211"/>
                <a:gd name="T19" fmla="*/ 13 h 237"/>
                <a:gd name="T20" fmla="*/ 11 w 211"/>
                <a:gd name="T21" fmla="*/ 10 h 237"/>
                <a:gd name="T22" fmla="*/ 17 w 211"/>
                <a:gd name="T23" fmla="*/ 4 h 237"/>
                <a:gd name="T24" fmla="*/ 22 w 211"/>
                <a:gd name="T25" fmla="*/ 1 h 237"/>
                <a:gd name="T26" fmla="*/ 43 w 211"/>
                <a:gd name="T27" fmla="*/ 1 h 237"/>
                <a:gd name="T28" fmla="*/ 61 w 211"/>
                <a:gd name="T29" fmla="*/ 5 h 237"/>
                <a:gd name="T30" fmla="*/ 81 w 211"/>
                <a:gd name="T31" fmla="*/ 15 h 237"/>
                <a:gd name="T32" fmla="*/ 92 w 211"/>
                <a:gd name="T33" fmla="*/ 23 h 237"/>
                <a:gd name="T34" fmla="*/ 118 w 211"/>
                <a:gd name="T35" fmla="*/ 40 h 237"/>
                <a:gd name="T36" fmla="*/ 136 w 211"/>
                <a:gd name="T37" fmla="*/ 45 h 237"/>
                <a:gd name="T38" fmla="*/ 152 w 211"/>
                <a:gd name="T39" fmla="*/ 48 h 237"/>
                <a:gd name="T40" fmla="*/ 170 w 211"/>
                <a:gd name="T41" fmla="*/ 59 h 237"/>
                <a:gd name="T42" fmla="*/ 175 w 211"/>
                <a:gd name="T43" fmla="*/ 64 h 237"/>
                <a:gd name="T44" fmla="*/ 184 w 211"/>
                <a:gd name="T45" fmla="*/ 80 h 237"/>
                <a:gd name="T46" fmla="*/ 195 w 211"/>
                <a:gd name="T47" fmla="*/ 110 h 237"/>
                <a:gd name="T48" fmla="*/ 207 w 211"/>
                <a:gd name="T49" fmla="*/ 157 h 237"/>
                <a:gd name="T50" fmla="*/ 211 w 211"/>
                <a:gd name="T51" fmla="*/ 196 h 237"/>
                <a:gd name="T52" fmla="*/ 210 w 211"/>
                <a:gd name="T53" fmla="*/ 208 h 237"/>
                <a:gd name="T54" fmla="*/ 205 w 211"/>
                <a:gd name="T55" fmla="*/ 216 h 237"/>
                <a:gd name="T56" fmla="*/ 194 w 211"/>
                <a:gd name="T57" fmla="*/ 229 h 237"/>
                <a:gd name="T58" fmla="*/ 177 w 211"/>
                <a:gd name="T59" fmla="*/ 235 h 237"/>
                <a:gd name="T60" fmla="*/ 160 w 211"/>
                <a:gd name="T61" fmla="*/ 237 h 237"/>
                <a:gd name="T62" fmla="*/ 133 w 211"/>
                <a:gd name="T63" fmla="*/ 236 h 237"/>
                <a:gd name="T64" fmla="*/ 104 w 211"/>
                <a:gd name="T65" fmla="*/ 229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1" h="237">
                  <a:moveTo>
                    <a:pt x="104" y="229"/>
                  </a:moveTo>
                  <a:lnTo>
                    <a:pt x="104" y="229"/>
                  </a:lnTo>
                  <a:lnTo>
                    <a:pt x="95" y="224"/>
                  </a:lnTo>
                  <a:lnTo>
                    <a:pt x="84" y="216"/>
                  </a:lnTo>
                  <a:lnTo>
                    <a:pt x="71" y="208"/>
                  </a:lnTo>
                  <a:lnTo>
                    <a:pt x="56" y="197"/>
                  </a:lnTo>
                  <a:lnTo>
                    <a:pt x="42" y="183"/>
                  </a:lnTo>
                  <a:lnTo>
                    <a:pt x="27" y="168"/>
                  </a:lnTo>
                  <a:lnTo>
                    <a:pt x="21" y="160"/>
                  </a:lnTo>
                  <a:lnTo>
                    <a:pt x="15" y="150"/>
                  </a:lnTo>
                  <a:lnTo>
                    <a:pt x="15" y="150"/>
                  </a:lnTo>
                  <a:lnTo>
                    <a:pt x="10" y="143"/>
                  </a:lnTo>
                  <a:lnTo>
                    <a:pt x="8" y="134"/>
                  </a:lnTo>
                  <a:lnTo>
                    <a:pt x="4" y="126"/>
                  </a:lnTo>
                  <a:lnTo>
                    <a:pt x="3" y="116"/>
                  </a:lnTo>
                  <a:lnTo>
                    <a:pt x="0" y="97"/>
                  </a:lnTo>
                  <a:lnTo>
                    <a:pt x="0" y="76"/>
                  </a:lnTo>
                  <a:lnTo>
                    <a:pt x="3" y="58"/>
                  </a:lnTo>
                  <a:lnTo>
                    <a:pt x="4" y="40"/>
                  </a:lnTo>
                  <a:lnTo>
                    <a:pt x="10" y="13"/>
                  </a:lnTo>
                  <a:lnTo>
                    <a:pt x="10" y="13"/>
                  </a:lnTo>
                  <a:lnTo>
                    <a:pt x="11" y="10"/>
                  </a:lnTo>
                  <a:lnTo>
                    <a:pt x="14" y="6"/>
                  </a:lnTo>
                  <a:lnTo>
                    <a:pt x="17" y="4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35" y="0"/>
                  </a:lnTo>
                  <a:lnTo>
                    <a:pt x="43" y="1"/>
                  </a:lnTo>
                  <a:lnTo>
                    <a:pt x="51" y="2"/>
                  </a:lnTo>
                  <a:lnTo>
                    <a:pt x="61" y="5"/>
                  </a:lnTo>
                  <a:lnTo>
                    <a:pt x="71" y="8"/>
                  </a:lnTo>
                  <a:lnTo>
                    <a:pt x="81" y="15"/>
                  </a:lnTo>
                  <a:lnTo>
                    <a:pt x="92" y="23"/>
                  </a:lnTo>
                  <a:lnTo>
                    <a:pt x="92" y="23"/>
                  </a:lnTo>
                  <a:lnTo>
                    <a:pt x="106" y="33"/>
                  </a:lnTo>
                  <a:lnTo>
                    <a:pt x="118" y="40"/>
                  </a:lnTo>
                  <a:lnTo>
                    <a:pt x="127" y="44"/>
                  </a:lnTo>
                  <a:lnTo>
                    <a:pt x="136" y="45"/>
                  </a:lnTo>
                  <a:lnTo>
                    <a:pt x="144" y="46"/>
                  </a:lnTo>
                  <a:lnTo>
                    <a:pt x="152" y="48"/>
                  </a:lnTo>
                  <a:lnTo>
                    <a:pt x="160" y="52"/>
                  </a:lnTo>
                  <a:lnTo>
                    <a:pt x="170" y="59"/>
                  </a:lnTo>
                  <a:lnTo>
                    <a:pt x="170" y="59"/>
                  </a:lnTo>
                  <a:lnTo>
                    <a:pt x="175" y="64"/>
                  </a:lnTo>
                  <a:lnTo>
                    <a:pt x="179" y="71"/>
                  </a:lnTo>
                  <a:lnTo>
                    <a:pt x="184" y="80"/>
                  </a:lnTo>
                  <a:lnTo>
                    <a:pt x="188" y="89"/>
                  </a:lnTo>
                  <a:lnTo>
                    <a:pt x="195" y="110"/>
                  </a:lnTo>
                  <a:lnTo>
                    <a:pt x="202" y="134"/>
                  </a:lnTo>
                  <a:lnTo>
                    <a:pt x="207" y="157"/>
                  </a:lnTo>
                  <a:lnTo>
                    <a:pt x="210" y="179"/>
                  </a:lnTo>
                  <a:lnTo>
                    <a:pt x="211" y="196"/>
                  </a:lnTo>
                  <a:lnTo>
                    <a:pt x="210" y="203"/>
                  </a:lnTo>
                  <a:lnTo>
                    <a:pt x="210" y="208"/>
                  </a:lnTo>
                  <a:lnTo>
                    <a:pt x="210" y="208"/>
                  </a:lnTo>
                  <a:lnTo>
                    <a:pt x="205" y="216"/>
                  </a:lnTo>
                  <a:lnTo>
                    <a:pt x="200" y="224"/>
                  </a:lnTo>
                  <a:lnTo>
                    <a:pt x="194" y="229"/>
                  </a:lnTo>
                  <a:lnTo>
                    <a:pt x="185" y="232"/>
                  </a:lnTo>
                  <a:lnTo>
                    <a:pt x="177" y="235"/>
                  </a:lnTo>
                  <a:lnTo>
                    <a:pt x="168" y="237"/>
                  </a:lnTo>
                  <a:lnTo>
                    <a:pt x="160" y="237"/>
                  </a:lnTo>
                  <a:lnTo>
                    <a:pt x="150" y="237"/>
                  </a:lnTo>
                  <a:lnTo>
                    <a:pt x="133" y="236"/>
                  </a:lnTo>
                  <a:lnTo>
                    <a:pt x="118" y="233"/>
                  </a:lnTo>
                  <a:lnTo>
                    <a:pt x="104" y="229"/>
                  </a:lnTo>
                  <a:lnTo>
                    <a:pt x="104" y="229"/>
                  </a:lnTo>
                  <a:close/>
                </a:path>
              </a:pathLst>
            </a:custGeom>
            <a:solidFill>
              <a:srgbClr val="EAB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410">
              <a:extLst>
                <a:ext uri="{FF2B5EF4-FFF2-40B4-BE49-F238E27FC236}">
                  <a16:creationId xmlns:a16="http://schemas.microsoft.com/office/drawing/2014/main" id="{416E9D45-EE76-5847-8DF7-13E1F7359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026" y="423863"/>
              <a:ext cx="641350" cy="1092200"/>
            </a:xfrm>
            <a:custGeom>
              <a:avLst/>
              <a:gdLst>
                <a:gd name="T0" fmla="*/ 336 w 807"/>
                <a:gd name="T1" fmla="*/ 1373 h 1376"/>
                <a:gd name="T2" fmla="*/ 395 w 807"/>
                <a:gd name="T3" fmla="*/ 1376 h 1376"/>
                <a:gd name="T4" fmla="*/ 456 w 807"/>
                <a:gd name="T5" fmla="*/ 1373 h 1376"/>
                <a:gd name="T6" fmla="*/ 516 w 807"/>
                <a:gd name="T7" fmla="*/ 1361 h 1376"/>
                <a:gd name="T8" fmla="*/ 576 w 807"/>
                <a:gd name="T9" fmla="*/ 1343 h 1376"/>
                <a:gd name="T10" fmla="*/ 631 w 807"/>
                <a:gd name="T11" fmla="*/ 1318 h 1376"/>
                <a:gd name="T12" fmla="*/ 683 w 807"/>
                <a:gd name="T13" fmla="*/ 1286 h 1376"/>
                <a:gd name="T14" fmla="*/ 728 w 807"/>
                <a:gd name="T15" fmla="*/ 1246 h 1376"/>
                <a:gd name="T16" fmla="*/ 765 w 807"/>
                <a:gd name="T17" fmla="*/ 1200 h 1376"/>
                <a:gd name="T18" fmla="*/ 774 w 807"/>
                <a:gd name="T19" fmla="*/ 1164 h 1376"/>
                <a:gd name="T20" fmla="*/ 786 w 807"/>
                <a:gd name="T21" fmla="*/ 1086 h 1376"/>
                <a:gd name="T22" fmla="*/ 797 w 807"/>
                <a:gd name="T23" fmla="*/ 1005 h 1376"/>
                <a:gd name="T24" fmla="*/ 803 w 807"/>
                <a:gd name="T25" fmla="*/ 922 h 1376"/>
                <a:gd name="T26" fmla="*/ 807 w 807"/>
                <a:gd name="T27" fmla="*/ 836 h 1376"/>
                <a:gd name="T28" fmla="*/ 804 w 807"/>
                <a:gd name="T29" fmla="*/ 750 h 1376"/>
                <a:gd name="T30" fmla="*/ 798 w 807"/>
                <a:gd name="T31" fmla="*/ 663 h 1376"/>
                <a:gd name="T32" fmla="*/ 786 w 807"/>
                <a:gd name="T33" fmla="*/ 578 h 1376"/>
                <a:gd name="T34" fmla="*/ 768 w 807"/>
                <a:gd name="T35" fmla="*/ 495 h 1376"/>
                <a:gd name="T36" fmla="*/ 742 w 807"/>
                <a:gd name="T37" fmla="*/ 414 h 1376"/>
                <a:gd name="T38" fmla="*/ 711 w 807"/>
                <a:gd name="T39" fmla="*/ 336 h 1376"/>
                <a:gd name="T40" fmla="*/ 672 w 807"/>
                <a:gd name="T41" fmla="*/ 265 h 1376"/>
                <a:gd name="T42" fmla="*/ 625 w 807"/>
                <a:gd name="T43" fmla="*/ 199 h 1376"/>
                <a:gd name="T44" fmla="*/ 570 w 807"/>
                <a:gd name="T45" fmla="*/ 138 h 1376"/>
                <a:gd name="T46" fmla="*/ 538 w 807"/>
                <a:gd name="T47" fmla="*/ 112 h 1376"/>
                <a:gd name="T48" fmla="*/ 504 w 807"/>
                <a:gd name="T49" fmla="*/ 86 h 1376"/>
                <a:gd name="T50" fmla="*/ 469 w 807"/>
                <a:gd name="T51" fmla="*/ 63 h 1376"/>
                <a:gd name="T52" fmla="*/ 430 w 807"/>
                <a:gd name="T53" fmla="*/ 41 h 1376"/>
                <a:gd name="T54" fmla="*/ 389 w 807"/>
                <a:gd name="T55" fmla="*/ 23 h 1376"/>
                <a:gd name="T56" fmla="*/ 355 w 807"/>
                <a:gd name="T57" fmla="*/ 11 h 1376"/>
                <a:gd name="T58" fmla="*/ 316 w 807"/>
                <a:gd name="T59" fmla="*/ 1 h 1376"/>
                <a:gd name="T60" fmla="*/ 294 w 807"/>
                <a:gd name="T61" fmla="*/ 0 h 1376"/>
                <a:gd name="T62" fmla="*/ 274 w 807"/>
                <a:gd name="T63" fmla="*/ 3 h 1376"/>
                <a:gd name="T64" fmla="*/ 258 w 807"/>
                <a:gd name="T65" fmla="*/ 8 h 1376"/>
                <a:gd name="T66" fmla="*/ 232 w 807"/>
                <a:gd name="T67" fmla="*/ 22 h 1376"/>
                <a:gd name="T68" fmla="*/ 214 w 807"/>
                <a:gd name="T69" fmla="*/ 35 h 1376"/>
                <a:gd name="T70" fmla="*/ 170 w 807"/>
                <a:gd name="T71" fmla="*/ 74 h 1376"/>
                <a:gd name="T72" fmla="*/ 134 w 807"/>
                <a:gd name="T73" fmla="*/ 120 h 1376"/>
                <a:gd name="T74" fmla="*/ 106 w 807"/>
                <a:gd name="T75" fmla="*/ 171 h 1376"/>
                <a:gd name="T76" fmla="*/ 88 w 807"/>
                <a:gd name="T77" fmla="*/ 226 h 1376"/>
                <a:gd name="T78" fmla="*/ 72 w 807"/>
                <a:gd name="T79" fmla="*/ 297 h 1376"/>
                <a:gd name="T80" fmla="*/ 36 w 807"/>
                <a:gd name="T81" fmla="*/ 476 h 1376"/>
                <a:gd name="T82" fmla="*/ 20 w 807"/>
                <a:gd name="T83" fmla="*/ 578 h 1376"/>
                <a:gd name="T84" fmla="*/ 8 w 807"/>
                <a:gd name="T85" fmla="*/ 685 h 1376"/>
                <a:gd name="T86" fmla="*/ 1 w 807"/>
                <a:gd name="T87" fmla="*/ 790 h 1376"/>
                <a:gd name="T88" fmla="*/ 1 w 807"/>
                <a:gd name="T89" fmla="*/ 893 h 1376"/>
                <a:gd name="T90" fmla="*/ 10 w 807"/>
                <a:gd name="T91" fmla="*/ 988 h 1376"/>
                <a:gd name="T92" fmla="*/ 17 w 807"/>
                <a:gd name="T93" fmla="*/ 1022 h 1376"/>
                <a:gd name="T94" fmla="*/ 36 w 807"/>
                <a:gd name="T95" fmla="*/ 1089 h 1376"/>
                <a:gd name="T96" fmla="*/ 64 w 807"/>
                <a:gd name="T97" fmla="*/ 1153 h 1376"/>
                <a:gd name="T98" fmla="*/ 100 w 807"/>
                <a:gd name="T99" fmla="*/ 1213 h 1376"/>
                <a:gd name="T100" fmla="*/ 143 w 807"/>
                <a:gd name="T101" fmla="*/ 1266 h 1376"/>
                <a:gd name="T102" fmla="*/ 191 w 807"/>
                <a:gd name="T103" fmla="*/ 1311 h 1376"/>
                <a:gd name="T104" fmla="*/ 218 w 807"/>
                <a:gd name="T105" fmla="*/ 1329 h 1376"/>
                <a:gd name="T106" fmla="*/ 245 w 807"/>
                <a:gd name="T107" fmla="*/ 1345 h 1376"/>
                <a:gd name="T108" fmla="*/ 274 w 807"/>
                <a:gd name="T109" fmla="*/ 1358 h 1376"/>
                <a:gd name="T110" fmla="*/ 305 w 807"/>
                <a:gd name="T111" fmla="*/ 1368 h 1376"/>
                <a:gd name="T112" fmla="*/ 336 w 807"/>
                <a:gd name="T113" fmla="*/ 1373 h 1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07" h="1376">
                  <a:moveTo>
                    <a:pt x="336" y="1373"/>
                  </a:moveTo>
                  <a:lnTo>
                    <a:pt x="336" y="1373"/>
                  </a:lnTo>
                  <a:lnTo>
                    <a:pt x="365" y="1375"/>
                  </a:lnTo>
                  <a:lnTo>
                    <a:pt x="395" y="1376"/>
                  </a:lnTo>
                  <a:lnTo>
                    <a:pt x="426" y="1375"/>
                  </a:lnTo>
                  <a:lnTo>
                    <a:pt x="456" y="1373"/>
                  </a:lnTo>
                  <a:lnTo>
                    <a:pt x="486" y="1368"/>
                  </a:lnTo>
                  <a:lnTo>
                    <a:pt x="516" y="1361"/>
                  </a:lnTo>
                  <a:lnTo>
                    <a:pt x="545" y="1353"/>
                  </a:lnTo>
                  <a:lnTo>
                    <a:pt x="576" y="1343"/>
                  </a:lnTo>
                  <a:lnTo>
                    <a:pt x="603" y="1332"/>
                  </a:lnTo>
                  <a:lnTo>
                    <a:pt x="631" y="1318"/>
                  </a:lnTo>
                  <a:lnTo>
                    <a:pt x="658" y="1303"/>
                  </a:lnTo>
                  <a:lnTo>
                    <a:pt x="683" y="1286"/>
                  </a:lnTo>
                  <a:lnTo>
                    <a:pt x="706" y="1266"/>
                  </a:lnTo>
                  <a:lnTo>
                    <a:pt x="728" y="1246"/>
                  </a:lnTo>
                  <a:lnTo>
                    <a:pt x="749" y="1224"/>
                  </a:lnTo>
                  <a:lnTo>
                    <a:pt x="765" y="1200"/>
                  </a:lnTo>
                  <a:lnTo>
                    <a:pt x="765" y="1200"/>
                  </a:lnTo>
                  <a:lnTo>
                    <a:pt x="774" y="1164"/>
                  </a:lnTo>
                  <a:lnTo>
                    <a:pt x="780" y="1125"/>
                  </a:lnTo>
                  <a:lnTo>
                    <a:pt x="786" y="1086"/>
                  </a:lnTo>
                  <a:lnTo>
                    <a:pt x="792" y="1046"/>
                  </a:lnTo>
                  <a:lnTo>
                    <a:pt x="797" y="1005"/>
                  </a:lnTo>
                  <a:lnTo>
                    <a:pt x="801" y="964"/>
                  </a:lnTo>
                  <a:lnTo>
                    <a:pt x="803" y="922"/>
                  </a:lnTo>
                  <a:lnTo>
                    <a:pt x="805" y="879"/>
                  </a:lnTo>
                  <a:lnTo>
                    <a:pt x="807" y="836"/>
                  </a:lnTo>
                  <a:lnTo>
                    <a:pt x="805" y="792"/>
                  </a:lnTo>
                  <a:lnTo>
                    <a:pt x="804" y="750"/>
                  </a:lnTo>
                  <a:lnTo>
                    <a:pt x="802" y="706"/>
                  </a:lnTo>
                  <a:lnTo>
                    <a:pt x="798" y="663"/>
                  </a:lnTo>
                  <a:lnTo>
                    <a:pt x="792" y="621"/>
                  </a:lnTo>
                  <a:lnTo>
                    <a:pt x="786" y="578"/>
                  </a:lnTo>
                  <a:lnTo>
                    <a:pt x="778" y="536"/>
                  </a:lnTo>
                  <a:lnTo>
                    <a:pt x="768" y="495"/>
                  </a:lnTo>
                  <a:lnTo>
                    <a:pt x="756" y="454"/>
                  </a:lnTo>
                  <a:lnTo>
                    <a:pt x="742" y="414"/>
                  </a:lnTo>
                  <a:lnTo>
                    <a:pt x="728" y="375"/>
                  </a:lnTo>
                  <a:lnTo>
                    <a:pt x="711" y="336"/>
                  </a:lnTo>
                  <a:lnTo>
                    <a:pt x="693" y="300"/>
                  </a:lnTo>
                  <a:lnTo>
                    <a:pt x="672" y="265"/>
                  </a:lnTo>
                  <a:lnTo>
                    <a:pt x="649" y="231"/>
                  </a:lnTo>
                  <a:lnTo>
                    <a:pt x="625" y="199"/>
                  </a:lnTo>
                  <a:lnTo>
                    <a:pt x="599" y="167"/>
                  </a:lnTo>
                  <a:lnTo>
                    <a:pt x="570" y="138"/>
                  </a:lnTo>
                  <a:lnTo>
                    <a:pt x="554" y="125"/>
                  </a:lnTo>
                  <a:lnTo>
                    <a:pt x="538" y="112"/>
                  </a:lnTo>
                  <a:lnTo>
                    <a:pt x="522" y="98"/>
                  </a:lnTo>
                  <a:lnTo>
                    <a:pt x="504" y="86"/>
                  </a:lnTo>
                  <a:lnTo>
                    <a:pt x="487" y="74"/>
                  </a:lnTo>
                  <a:lnTo>
                    <a:pt x="469" y="63"/>
                  </a:lnTo>
                  <a:lnTo>
                    <a:pt x="450" y="52"/>
                  </a:lnTo>
                  <a:lnTo>
                    <a:pt x="430" y="41"/>
                  </a:lnTo>
                  <a:lnTo>
                    <a:pt x="411" y="32"/>
                  </a:lnTo>
                  <a:lnTo>
                    <a:pt x="389" y="23"/>
                  </a:lnTo>
                  <a:lnTo>
                    <a:pt x="389" y="23"/>
                  </a:lnTo>
                  <a:lnTo>
                    <a:pt x="355" y="11"/>
                  </a:lnTo>
                  <a:lnTo>
                    <a:pt x="328" y="4"/>
                  </a:lnTo>
                  <a:lnTo>
                    <a:pt x="316" y="1"/>
                  </a:lnTo>
                  <a:lnTo>
                    <a:pt x="303" y="0"/>
                  </a:lnTo>
                  <a:lnTo>
                    <a:pt x="294" y="0"/>
                  </a:lnTo>
                  <a:lnTo>
                    <a:pt x="284" y="0"/>
                  </a:lnTo>
                  <a:lnTo>
                    <a:pt x="274" y="3"/>
                  </a:lnTo>
                  <a:lnTo>
                    <a:pt x="266" y="5"/>
                  </a:lnTo>
                  <a:lnTo>
                    <a:pt x="258" y="8"/>
                  </a:lnTo>
                  <a:lnTo>
                    <a:pt x="249" y="12"/>
                  </a:lnTo>
                  <a:lnTo>
                    <a:pt x="232" y="22"/>
                  </a:lnTo>
                  <a:lnTo>
                    <a:pt x="214" y="35"/>
                  </a:lnTo>
                  <a:lnTo>
                    <a:pt x="214" y="35"/>
                  </a:lnTo>
                  <a:lnTo>
                    <a:pt x="191" y="53"/>
                  </a:lnTo>
                  <a:lnTo>
                    <a:pt x="170" y="74"/>
                  </a:lnTo>
                  <a:lnTo>
                    <a:pt x="151" y="96"/>
                  </a:lnTo>
                  <a:lnTo>
                    <a:pt x="134" y="120"/>
                  </a:lnTo>
                  <a:lnTo>
                    <a:pt x="120" y="145"/>
                  </a:lnTo>
                  <a:lnTo>
                    <a:pt x="106" y="171"/>
                  </a:lnTo>
                  <a:lnTo>
                    <a:pt x="97" y="199"/>
                  </a:lnTo>
                  <a:lnTo>
                    <a:pt x="88" y="226"/>
                  </a:lnTo>
                  <a:lnTo>
                    <a:pt x="88" y="226"/>
                  </a:lnTo>
                  <a:lnTo>
                    <a:pt x="72" y="297"/>
                  </a:lnTo>
                  <a:lnTo>
                    <a:pt x="54" y="380"/>
                  </a:lnTo>
                  <a:lnTo>
                    <a:pt x="36" y="476"/>
                  </a:lnTo>
                  <a:lnTo>
                    <a:pt x="28" y="526"/>
                  </a:lnTo>
                  <a:lnTo>
                    <a:pt x="20" y="578"/>
                  </a:lnTo>
                  <a:lnTo>
                    <a:pt x="13" y="631"/>
                  </a:lnTo>
                  <a:lnTo>
                    <a:pt x="8" y="685"/>
                  </a:lnTo>
                  <a:lnTo>
                    <a:pt x="4" y="738"/>
                  </a:lnTo>
                  <a:lnTo>
                    <a:pt x="1" y="790"/>
                  </a:lnTo>
                  <a:lnTo>
                    <a:pt x="0" y="842"/>
                  </a:lnTo>
                  <a:lnTo>
                    <a:pt x="1" y="893"/>
                  </a:lnTo>
                  <a:lnTo>
                    <a:pt x="5" y="941"/>
                  </a:lnTo>
                  <a:lnTo>
                    <a:pt x="10" y="988"/>
                  </a:lnTo>
                  <a:lnTo>
                    <a:pt x="10" y="988"/>
                  </a:lnTo>
                  <a:lnTo>
                    <a:pt x="17" y="1022"/>
                  </a:lnTo>
                  <a:lnTo>
                    <a:pt x="25" y="1055"/>
                  </a:lnTo>
                  <a:lnTo>
                    <a:pt x="36" y="1089"/>
                  </a:lnTo>
                  <a:lnTo>
                    <a:pt x="50" y="1121"/>
                  </a:lnTo>
                  <a:lnTo>
                    <a:pt x="64" y="1153"/>
                  </a:lnTo>
                  <a:lnTo>
                    <a:pt x="81" y="1183"/>
                  </a:lnTo>
                  <a:lnTo>
                    <a:pt x="100" y="1213"/>
                  </a:lnTo>
                  <a:lnTo>
                    <a:pt x="121" y="1240"/>
                  </a:lnTo>
                  <a:lnTo>
                    <a:pt x="143" y="1266"/>
                  </a:lnTo>
                  <a:lnTo>
                    <a:pt x="167" y="1289"/>
                  </a:lnTo>
                  <a:lnTo>
                    <a:pt x="191" y="1311"/>
                  </a:lnTo>
                  <a:lnTo>
                    <a:pt x="204" y="1321"/>
                  </a:lnTo>
                  <a:lnTo>
                    <a:pt x="218" y="1329"/>
                  </a:lnTo>
                  <a:lnTo>
                    <a:pt x="232" y="1338"/>
                  </a:lnTo>
                  <a:lnTo>
                    <a:pt x="245" y="1345"/>
                  </a:lnTo>
                  <a:lnTo>
                    <a:pt x="260" y="1352"/>
                  </a:lnTo>
                  <a:lnTo>
                    <a:pt x="274" y="1358"/>
                  </a:lnTo>
                  <a:lnTo>
                    <a:pt x="290" y="1363"/>
                  </a:lnTo>
                  <a:lnTo>
                    <a:pt x="305" y="1368"/>
                  </a:lnTo>
                  <a:lnTo>
                    <a:pt x="320" y="1370"/>
                  </a:lnTo>
                  <a:lnTo>
                    <a:pt x="336" y="1373"/>
                  </a:lnTo>
                  <a:lnTo>
                    <a:pt x="336" y="1373"/>
                  </a:lnTo>
                  <a:close/>
                </a:path>
              </a:pathLst>
            </a:custGeom>
            <a:solidFill>
              <a:srgbClr val="F160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411">
              <a:extLst>
                <a:ext uri="{FF2B5EF4-FFF2-40B4-BE49-F238E27FC236}">
                  <a16:creationId xmlns:a16="http://schemas.microsoft.com/office/drawing/2014/main" id="{3B6D7DFD-D79A-F94F-A49D-26362FD8D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076" y="280988"/>
              <a:ext cx="100013" cy="195263"/>
            </a:xfrm>
            <a:custGeom>
              <a:avLst/>
              <a:gdLst>
                <a:gd name="T0" fmla="*/ 0 w 124"/>
                <a:gd name="T1" fmla="*/ 143 h 246"/>
                <a:gd name="T2" fmla="*/ 14 w 124"/>
                <a:gd name="T3" fmla="*/ 222 h 246"/>
                <a:gd name="T4" fmla="*/ 14 w 124"/>
                <a:gd name="T5" fmla="*/ 222 h 246"/>
                <a:gd name="T6" fmla="*/ 17 w 124"/>
                <a:gd name="T7" fmla="*/ 230 h 246"/>
                <a:gd name="T8" fmla="*/ 18 w 124"/>
                <a:gd name="T9" fmla="*/ 234 h 246"/>
                <a:gd name="T10" fmla="*/ 20 w 124"/>
                <a:gd name="T11" fmla="*/ 236 h 246"/>
                <a:gd name="T12" fmla="*/ 28 w 124"/>
                <a:gd name="T13" fmla="*/ 240 h 246"/>
                <a:gd name="T14" fmla="*/ 36 w 124"/>
                <a:gd name="T15" fmla="*/ 243 h 246"/>
                <a:gd name="T16" fmla="*/ 36 w 124"/>
                <a:gd name="T17" fmla="*/ 243 h 246"/>
                <a:gd name="T18" fmla="*/ 46 w 124"/>
                <a:gd name="T19" fmla="*/ 245 h 246"/>
                <a:gd name="T20" fmla="*/ 55 w 124"/>
                <a:gd name="T21" fmla="*/ 246 h 246"/>
                <a:gd name="T22" fmla="*/ 66 w 124"/>
                <a:gd name="T23" fmla="*/ 245 h 246"/>
                <a:gd name="T24" fmla="*/ 77 w 124"/>
                <a:gd name="T25" fmla="*/ 242 h 246"/>
                <a:gd name="T26" fmla="*/ 88 w 124"/>
                <a:gd name="T27" fmla="*/ 237 h 246"/>
                <a:gd name="T28" fmla="*/ 99 w 124"/>
                <a:gd name="T29" fmla="*/ 229 h 246"/>
                <a:gd name="T30" fmla="*/ 109 w 124"/>
                <a:gd name="T31" fmla="*/ 218 h 246"/>
                <a:gd name="T32" fmla="*/ 113 w 124"/>
                <a:gd name="T33" fmla="*/ 212 h 246"/>
                <a:gd name="T34" fmla="*/ 118 w 124"/>
                <a:gd name="T35" fmla="*/ 203 h 246"/>
                <a:gd name="T36" fmla="*/ 118 w 124"/>
                <a:gd name="T37" fmla="*/ 203 h 246"/>
                <a:gd name="T38" fmla="*/ 122 w 124"/>
                <a:gd name="T39" fmla="*/ 197 h 246"/>
                <a:gd name="T40" fmla="*/ 124 w 124"/>
                <a:gd name="T41" fmla="*/ 191 h 246"/>
                <a:gd name="T42" fmla="*/ 124 w 124"/>
                <a:gd name="T43" fmla="*/ 185 h 246"/>
                <a:gd name="T44" fmla="*/ 122 w 124"/>
                <a:gd name="T45" fmla="*/ 179 h 246"/>
                <a:gd name="T46" fmla="*/ 122 w 124"/>
                <a:gd name="T47" fmla="*/ 179 h 246"/>
                <a:gd name="T48" fmla="*/ 107 w 124"/>
                <a:gd name="T49" fmla="*/ 143 h 246"/>
                <a:gd name="T50" fmla="*/ 94 w 124"/>
                <a:gd name="T51" fmla="*/ 110 h 246"/>
                <a:gd name="T52" fmla="*/ 86 w 124"/>
                <a:gd name="T53" fmla="*/ 80 h 246"/>
                <a:gd name="T54" fmla="*/ 78 w 124"/>
                <a:gd name="T55" fmla="*/ 54 h 246"/>
                <a:gd name="T56" fmla="*/ 74 w 124"/>
                <a:gd name="T57" fmla="*/ 32 h 246"/>
                <a:gd name="T58" fmla="*/ 71 w 124"/>
                <a:gd name="T59" fmla="*/ 15 h 246"/>
                <a:gd name="T60" fmla="*/ 69 w 124"/>
                <a:gd name="T61" fmla="*/ 0 h 246"/>
                <a:gd name="T62" fmla="*/ 0 w 124"/>
                <a:gd name="T63" fmla="*/ 143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4" h="246">
                  <a:moveTo>
                    <a:pt x="0" y="143"/>
                  </a:moveTo>
                  <a:lnTo>
                    <a:pt x="14" y="222"/>
                  </a:lnTo>
                  <a:lnTo>
                    <a:pt x="14" y="222"/>
                  </a:lnTo>
                  <a:lnTo>
                    <a:pt x="17" y="230"/>
                  </a:lnTo>
                  <a:lnTo>
                    <a:pt x="18" y="234"/>
                  </a:lnTo>
                  <a:lnTo>
                    <a:pt x="20" y="236"/>
                  </a:lnTo>
                  <a:lnTo>
                    <a:pt x="28" y="240"/>
                  </a:lnTo>
                  <a:lnTo>
                    <a:pt x="36" y="243"/>
                  </a:lnTo>
                  <a:lnTo>
                    <a:pt x="36" y="243"/>
                  </a:lnTo>
                  <a:lnTo>
                    <a:pt x="46" y="245"/>
                  </a:lnTo>
                  <a:lnTo>
                    <a:pt x="55" y="246"/>
                  </a:lnTo>
                  <a:lnTo>
                    <a:pt x="66" y="245"/>
                  </a:lnTo>
                  <a:lnTo>
                    <a:pt x="77" y="242"/>
                  </a:lnTo>
                  <a:lnTo>
                    <a:pt x="88" y="237"/>
                  </a:lnTo>
                  <a:lnTo>
                    <a:pt x="99" y="229"/>
                  </a:lnTo>
                  <a:lnTo>
                    <a:pt x="109" y="218"/>
                  </a:lnTo>
                  <a:lnTo>
                    <a:pt x="113" y="212"/>
                  </a:lnTo>
                  <a:lnTo>
                    <a:pt x="118" y="203"/>
                  </a:lnTo>
                  <a:lnTo>
                    <a:pt x="118" y="203"/>
                  </a:lnTo>
                  <a:lnTo>
                    <a:pt x="122" y="197"/>
                  </a:lnTo>
                  <a:lnTo>
                    <a:pt x="124" y="191"/>
                  </a:lnTo>
                  <a:lnTo>
                    <a:pt x="124" y="185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07" y="143"/>
                  </a:lnTo>
                  <a:lnTo>
                    <a:pt x="94" y="110"/>
                  </a:lnTo>
                  <a:lnTo>
                    <a:pt x="86" y="80"/>
                  </a:lnTo>
                  <a:lnTo>
                    <a:pt x="78" y="54"/>
                  </a:lnTo>
                  <a:lnTo>
                    <a:pt x="74" y="32"/>
                  </a:lnTo>
                  <a:lnTo>
                    <a:pt x="71" y="15"/>
                  </a:lnTo>
                  <a:lnTo>
                    <a:pt x="69" y="0"/>
                  </a:lnTo>
                  <a:lnTo>
                    <a:pt x="0" y="143"/>
                  </a:lnTo>
                  <a:close/>
                </a:path>
              </a:pathLst>
            </a:custGeom>
            <a:solidFill>
              <a:srgbClr val="EAB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412">
              <a:extLst>
                <a:ext uri="{FF2B5EF4-FFF2-40B4-BE49-F238E27FC236}">
                  <a16:creationId xmlns:a16="http://schemas.microsoft.com/office/drawing/2014/main" id="{180CFD4F-2279-874A-881D-CEA85F2F4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6" y="193675"/>
              <a:ext cx="192088" cy="227013"/>
            </a:xfrm>
            <a:custGeom>
              <a:avLst/>
              <a:gdLst>
                <a:gd name="T0" fmla="*/ 1 w 242"/>
                <a:gd name="T1" fmla="*/ 59 h 287"/>
                <a:gd name="T2" fmla="*/ 11 w 242"/>
                <a:gd name="T3" fmla="*/ 98 h 287"/>
                <a:gd name="T4" fmla="*/ 31 w 242"/>
                <a:gd name="T5" fmla="*/ 160 h 287"/>
                <a:gd name="T6" fmla="*/ 52 w 242"/>
                <a:gd name="T7" fmla="*/ 203 h 287"/>
                <a:gd name="T8" fmla="*/ 77 w 242"/>
                <a:gd name="T9" fmla="*/ 244 h 287"/>
                <a:gd name="T10" fmla="*/ 92 w 242"/>
                <a:gd name="T11" fmla="*/ 260 h 287"/>
                <a:gd name="T12" fmla="*/ 107 w 242"/>
                <a:gd name="T13" fmla="*/ 273 h 287"/>
                <a:gd name="T14" fmla="*/ 125 w 242"/>
                <a:gd name="T15" fmla="*/ 283 h 287"/>
                <a:gd name="T16" fmla="*/ 144 w 242"/>
                <a:gd name="T17" fmla="*/ 287 h 287"/>
                <a:gd name="T18" fmla="*/ 163 w 242"/>
                <a:gd name="T19" fmla="*/ 285 h 287"/>
                <a:gd name="T20" fmla="*/ 174 w 242"/>
                <a:gd name="T21" fmla="*/ 283 h 287"/>
                <a:gd name="T22" fmla="*/ 191 w 242"/>
                <a:gd name="T23" fmla="*/ 275 h 287"/>
                <a:gd name="T24" fmla="*/ 205 w 242"/>
                <a:gd name="T25" fmla="*/ 265 h 287"/>
                <a:gd name="T26" fmla="*/ 216 w 242"/>
                <a:gd name="T27" fmla="*/ 252 h 287"/>
                <a:gd name="T28" fmla="*/ 228 w 242"/>
                <a:gd name="T29" fmla="*/ 230 h 287"/>
                <a:gd name="T30" fmla="*/ 238 w 242"/>
                <a:gd name="T31" fmla="*/ 197 h 287"/>
                <a:gd name="T32" fmla="*/ 242 w 242"/>
                <a:gd name="T33" fmla="*/ 163 h 287"/>
                <a:gd name="T34" fmla="*/ 240 w 242"/>
                <a:gd name="T35" fmla="*/ 120 h 287"/>
                <a:gd name="T36" fmla="*/ 237 w 242"/>
                <a:gd name="T37" fmla="*/ 93 h 287"/>
                <a:gd name="T38" fmla="*/ 229 w 242"/>
                <a:gd name="T39" fmla="*/ 79 h 287"/>
                <a:gd name="T40" fmla="*/ 210 w 242"/>
                <a:gd name="T41" fmla="*/ 45 h 287"/>
                <a:gd name="T42" fmla="*/ 196 w 242"/>
                <a:gd name="T43" fmla="*/ 28 h 287"/>
                <a:gd name="T44" fmla="*/ 177 w 242"/>
                <a:gd name="T45" fmla="*/ 12 h 287"/>
                <a:gd name="T46" fmla="*/ 156 w 242"/>
                <a:gd name="T47" fmla="*/ 2 h 287"/>
                <a:gd name="T48" fmla="*/ 130 w 242"/>
                <a:gd name="T49" fmla="*/ 0 h 287"/>
                <a:gd name="T50" fmla="*/ 104 w 242"/>
                <a:gd name="T51" fmla="*/ 2 h 287"/>
                <a:gd name="T52" fmla="*/ 54 w 242"/>
                <a:gd name="T53" fmla="*/ 9 h 287"/>
                <a:gd name="T54" fmla="*/ 25 w 242"/>
                <a:gd name="T55" fmla="*/ 18 h 287"/>
                <a:gd name="T56" fmla="*/ 11 w 242"/>
                <a:gd name="T57" fmla="*/ 27 h 287"/>
                <a:gd name="T58" fmla="*/ 2 w 242"/>
                <a:gd name="T59" fmla="*/ 38 h 287"/>
                <a:gd name="T60" fmla="*/ 0 w 242"/>
                <a:gd name="T61" fmla="*/ 51 h 287"/>
                <a:gd name="T62" fmla="*/ 1 w 242"/>
                <a:gd name="T63" fmla="*/ 59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2" h="287">
                  <a:moveTo>
                    <a:pt x="1" y="59"/>
                  </a:moveTo>
                  <a:lnTo>
                    <a:pt x="1" y="59"/>
                  </a:lnTo>
                  <a:lnTo>
                    <a:pt x="3" y="70"/>
                  </a:lnTo>
                  <a:lnTo>
                    <a:pt x="11" y="98"/>
                  </a:lnTo>
                  <a:lnTo>
                    <a:pt x="24" y="138"/>
                  </a:lnTo>
                  <a:lnTo>
                    <a:pt x="31" y="160"/>
                  </a:lnTo>
                  <a:lnTo>
                    <a:pt x="41" y="181"/>
                  </a:lnTo>
                  <a:lnTo>
                    <a:pt x="52" y="203"/>
                  </a:lnTo>
                  <a:lnTo>
                    <a:pt x="64" y="225"/>
                  </a:lnTo>
                  <a:lnTo>
                    <a:pt x="77" y="244"/>
                  </a:lnTo>
                  <a:lnTo>
                    <a:pt x="84" y="253"/>
                  </a:lnTo>
                  <a:lnTo>
                    <a:pt x="92" y="260"/>
                  </a:lnTo>
                  <a:lnTo>
                    <a:pt x="100" y="267"/>
                  </a:lnTo>
                  <a:lnTo>
                    <a:pt x="107" y="273"/>
                  </a:lnTo>
                  <a:lnTo>
                    <a:pt x="116" y="279"/>
                  </a:lnTo>
                  <a:lnTo>
                    <a:pt x="125" y="283"/>
                  </a:lnTo>
                  <a:lnTo>
                    <a:pt x="134" y="285"/>
                  </a:lnTo>
                  <a:lnTo>
                    <a:pt x="144" y="287"/>
                  </a:lnTo>
                  <a:lnTo>
                    <a:pt x="153" y="287"/>
                  </a:lnTo>
                  <a:lnTo>
                    <a:pt x="163" y="285"/>
                  </a:lnTo>
                  <a:lnTo>
                    <a:pt x="163" y="285"/>
                  </a:lnTo>
                  <a:lnTo>
                    <a:pt x="174" y="283"/>
                  </a:lnTo>
                  <a:lnTo>
                    <a:pt x="182" y="279"/>
                  </a:lnTo>
                  <a:lnTo>
                    <a:pt x="191" y="275"/>
                  </a:lnTo>
                  <a:lnTo>
                    <a:pt x="198" y="270"/>
                  </a:lnTo>
                  <a:lnTo>
                    <a:pt x="205" y="265"/>
                  </a:lnTo>
                  <a:lnTo>
                    <a:pt x="211" y="259"/>
                  </a:lnTo>
                  <a:lnTo>
                    <a:pt x="216" y="252"/>
                  </a:lnTo>
                  <a:lnTo>
                    <a:pt x="221" y="246"/>
                  </a:lnTo>
                  <a:lnTo>
                    <a:pt x="228" y="230"/>
                  </a:lnTo>
                  <a:lnTo>
                    <a:pt x="234" y="214"/>
                  </a:lnTo>
                  <a:lnTo>
                    <a:pt x="238" y="197"/>
                  </a:lnTo>
                  <a:lnTo>
                    <a:pt x="240" y="180"/>
                  </a:lnTo>
                  <a:lnTo>
                    <a:pt x="242" y="163"/>
                  </a:lnTo>
                  <a:lnTo>
                    <a:pt x="242" y="148"/>
                  </a:lnTo>
                  <a:lnTo>
                    <a:pt x="240" y="120"/>
                  </a:lnTo>
                  <a:lnTo>
                    <a:pt x="238" y="100"/>
                  </a:lnTo>
                  <a:lnTo>
                    <a:pt x="237" y="93"/>
                  </a:lnTo>
                  <a:lnTo>
                    <a:pt x="237" y="93"/>
                  </a:lnTo>
                  <a:lnTo>
                    <a:pt x="229" y="79"/>
                  </a:lnTo>
                  <a:lnTo>
                    <a:pt x="222" y="63"/>
                  </a:lnTo>
                  <a:lnTo>
                    <a:pt x="210" y="45"/>
                  </a:lnTo>
                  <a:lnTo>
                    <a:pt x="204" y="36"/>
                  </a:lnTo>
                  <a:lnTo>
                    <a:pt x="196" y="28"/>
                  </a:lnTo>
                  <a:lnTo>
                    <a:pt x="187" y="19"/>
                  </a:lnTo>
                  <a:lnTo>
                    <a:pt x="177" y="12"/>
                  </a:lnTo>
                  <a:lnTo>
                    <a:pt x="167" y="7"/>
                  </a:lnTo>
                  <a:lnTo>
                    <a:pt x="156" y="2"/>
                  </a:lnTo>
                  <a:lnTo>
                    <a:pt x="144" y="0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04" y="2"/>
                  </a:lnTo>
                  <a:lnTo>
                    <a:pt x="78" y="5"/>
                  </a:lnTo>
                  <a:lnTo>
                    <a:pt x="54" y="9"/>
                  </a:lnTo>
                  <a:lnTo>
                    <a:pt x="34" y="15"/>
                  </a:lnTo>
                  <a:lnTo>
                    <a:pt x="25" y="18"/>
                  </a:lnTo>
                  <a:lnTo>
                    <a:pt x="18" y="22"/>
                  </a:lnTo>
                  <a:lnTo>
                    <a:pt x="11" y="27"/>
                  </a:lnTo>
                  <a:lnTo>
                    <a:pt x="6" y="31"/>
                  </a:lnTo>
                  <a:lnTo>
                    <a:pt x="2" y="38"/>
                  </a:lnTo>
                  <a:lnTo>
                    <a:pt x="0" y="44"/>
                  </a:lnTo>
                  <a:lnTo>
                    <a:pt x="0" y="51"/>
                  </a:lnTo>
                  <a:lnTo>
                    <a:pt x="1" y="59"/>
                  </a:lnTo>
                  <a:lnTo>
                    <a:pt x="1" y="59"/>
                  </a:lnTo>
                  <a:close/>
                </a:path>
              </a:pathLst>
            </a:custGeom>
            <a:solidFill>
              <a:srgbClr val="EAB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413">
              <a:extLst>
                <a:ext uri="{FF2B5EF4-FFF2-40B4-BE49-F238E27FC236}">
                  <a16:creationId xmlns:a16="http://schemas.microsoft.com/office/drawing/2014/main" id="{D3196584-681A-4B46-89D1-6FD249316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013" y="122238"/>
              <a:ext cx="185738" cy="123825"/>
            </a:xfrm>
            <a:custGeom>
              <a:avLst/>
              <a:gdLst>
                <a:gd name="T0" fmla="*/ 0 w 233"/>
                <a:gd name="T1" fmla="*/ 94 h 155"/>
                <a:gd name="T2" fmla="*/ 0 w 233"/>
                <a:gd name="T3" fmla="*/ 94 h 155"/>
                <a:gd name="T4" fmla="*/ 7 w 233"/>
                <a:gd name="T5" fmla="*/ 106 h 155"/>
                <a:gd name="T6" fmla="*/ 18 w 233"/>
                <a:gd name="T7" fmla="*/ 117 h 155"/>
                <a:gd name="T8" fmla="*/ 32 w 233"/>
                <a:gd name="T9" fmla="*/ 129 h 155"/>
                <a:gd name="T10" fmla="*/ 41 w 233"/>
                <a:gd name="T11" fmla="*/ 135 h 155"/>
                <a:gd name="T12" fmla="*/ 49 w 233"/>
                <a:gd name="T13" fmla="*/ 141 h 155"/>
                <a:gd name="T14" fmla="*/ 60 w 233"/>
                <a:gd name="T15" fmla="*/ 146 h 155"/>
                <a:gd name="T16" fmla="*/ 71 w 233"/>
                <a:gd name="T17" fmla="*/ 150 h 155"/>
                <a:gd name="T18" fmla="*/ 83 w 233"/>
                <a:gd name="T19" fmla="*/ 153 h 155"/>
                <a:gd name="T20" fmla="*/ 97 w 233"/>
                <a:gd name="T21" fmla="*/ 155 h 155"/>
                <a:gd name="T22" fmla="*/ 110 w 233"/>
                <a:gd name="T23" fmla="*/ 155 h 155"/>
                <a:gd name="T24" fmla="*/ 124 w 233"/>
                <a:gd name="T25" fmla="*/ 153 h 155"/>
                <a:gd name="T26" fmla="*/ 124 w 233"/>
                <a:gd name="T27" fmla="*/ 153 h 155"/>
                <a:gd name="T28" fmla="*/ 151 w 233"/>
                <a:gd name="T29" fmla="*/ 147 h 155"/>
                <a:gd name="T30" fmla="*/ 174 w 233"/>
                <a:gd name="T31" fmla="*/ 142 h 155"/>
                <a:gd name="T32" fmla="*/ 193 w 233"/>
                <a:gd name="T33" fmla="*/ 136 h 155"/>
                <a:gd name="T34" fmla="*/ 208 w 233"/>
                <a:gd name="T35" fmla="*/ 130 h 155"/>
                <a:gd name="T36" fmla="*/ 227 w 233"/>
                <a:gd name="T37" fmla="*/ 122 h 155"/>
                <a:gd name="T38" fmla="*/ 233 w 233"/>
                <a:gd name="T39" fmla="*/ 118 h 155"/>
                <a:gd name="T40" fmla="*/ 144 w 233"/>
                <a:gd name="T41" fmla="*/ 0 h 155"/>
                <a:gd name="T42" fmla="*/ 0 w 233"/>
                <a:gd name="T43" fmla="*/ 9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3" h="155">
                  <a:moveTo>
                    <a:pt x="0" y="94"/>
                  </a:moveTo>
                  <a:lnTo>
                    <a:pt x="0" y="94"/>
                  </a:lnTo>
                  <a:lnTo>
                    <a:pt x="7" y="106"/>
                  </a:lnTo>
                  <a:lnTo>
                    <a:pt x="18" y="117"/>
                  </a:lnTo>
                  <a:lnTo>
                    <a:pt x="32" y="129"/>
                  </a:lnTo>
                  <a:lnTo>
                    <a:pt x="41" y="135"/>
                  </a:lnTo>
                  <a:lnTo>
                    <a:pt x="49" y="141"/>
                  </a:lnTo>
                  <a:lnTo>
                    <a:pt x="60" y="146"/>
                  </a:lnTo>
                  <a:lnTo>
                    <a:pt x="71" y="150"/>
                  </a:lnTo>
                  <a:lnTo>
                    <a:pt x="83" y="153"/>
                  </a:lnTo>
                  <a:lnTo>
                    <a:pt x="97" y="155"/>
                  </a:lnTo>
                  <a:lnTo>
                    <a:pt x="110" y="155"/>
                  </a:lnTo>
                  <a:lnTo>
                    <a:pt x="124" y="153"/>
                  </a:lnTo>
                  <a:lnTo>
                    <a:pt x="124" y="153"/>
                  </a:lnTo>
                  <a:lnTo>
                    <a:pt x="151" y="147"/>
                  </a:lnTo>
                  <a:lnTo>
                    <a:pt x="174" y="142"/>
                  </a:lnTo>
                  <a:lnTo>
                    <a:pt x="193" y="136"/>
                  </a:lnTo>
                  <a:lnTo>
                    <a:pt x="208" y="130"/>
                  </a:lnTo>
                  <a:lnTo>
                    <a:pt x="227" y="122"/>
                  </a:lnTo>
                  <a:lnTo>
                    <a:pt x="233" y="118"/>
                  </a:lnTo>
                  <a:lnTo>
                    <a:pt x="144" y="0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2C2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414">
              <a:extLst>
                <a:ext uri="{FF2B5EF4-FFF2-40B4-BE49-F238E27FC236}">
                  <a16:creationId xmlns:a16="http://schemas.microsoft.com/office/drawing/2014/main" id="{ADA2409E-90E1-C244-AEDE-00A5453D8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938" y="266700"/>
              <a:ext cx="53975" cy="60325"/>
            </a:xfrm>
            <a:custGeom>
              <a:avLst/>
              <a:gdLst>
                <a:gd name="T0" fmla="*/ 5 w 68"/>
                <a:gd name="T1" fmla="*/ 23 h 76"/>
                <a:gd name="T2" fmla="*/ 5 w 68"/>
                <a:gd name="T3" fmla="*/ 23 h 76"/>
                <a:gd name="T4" fmla="*/ 11 w 68"/>
                <a:gd name="T5" fmla="*/ 17 h 76"/>
                <a:gd name="T6" fmla="*/ 17 w 68"/>
                <a:gd name="T7" fmla="*/ 12 h 76"/>
                <a:gd name="T8" fmla="*/ 25 w 68"/>
                <a:gd name="T9" fmla="*/ 6 h 76"/>
                <a:gd name="T10" fmla="*/ 34 w 68"/>
                <a:gd name="T11" fmla="*/ 3 h 76"/>
                <a:gd name="T12" fmla="*/ 39 w 68"/>
                <a:gd name="T13" fmla="*/ 0 h 76"/>
                <a:gd name="T14" fmla="*/ 43 w 68"/>
                <a:gd name="T15" fmla="*/ 0 h 76"/>
                <a:gd name="T16" fmla="*/ 48 w 68"/>
                <a:gd name="T17" fmla="*/ 0 h 76"/>
                <a:gd name="T18" fmla="*/ 52 w 68"/>
                <a:gd name="T19" fmla="*/ 1 h 76"/>
                <a:gd name="T20" fmla="*/ 57 w 68"/>
                <a:gd name="T21" fmla="*/ 4 h 76"/>
                <a:gd name="T22" fmla="*/ 62 w 68"/>
                <a:gd name="T23" fmla="*/ 7 h 76"/>
                <a:gd name="T24" fmla="*/ 62 w 68"/>
                <a:gd name="T25" fmla="*/ 7 h 76"/>
                <a:gd name="T26" fmla="*/ 64 w 68"/>
                <a:gd name="T27" fmla="*/ 12 h 76"/>
                <a:gd name="T28" fmla="*/ 66 w 68"/>
                <a:gd name="T29" fmla="*/ 18 h 76"/>
                <a:gd name="T30" fmla="*/ 68 w 68"/>
                <a:gd name="T31" fmla="*/ 24 h 76"/>
                <a:gd name="T32" fmla="*/ 68 w 68"/>
                <a:gd name="T33" fmla="*/ 32 h 76"/>
                <a:gd name="T34" fmla="*/ 66 w 68"/>
                <a:gd name="T35" fmla="*/ 39 h 76"/>
                <a:gd name="T36" fmla="*/ 64 w 68"/>
                <a:gd name="T37" fmla="*/ 46 h 76"/>
                <a:gd name="T38" fmla="*/ 62 w 68"/>
                <a:gd name="T39" fmla="*/ 52 h 76"/>
                <a:gd name="T40" fmla="*/ 58 w 68"/>
                <a:gd name="T41" fmla="*/ 58 h 76"/>
                <a:gd name="T42" fmla="*/ 54 w 68"/>
                <a:gd name="T43" fmla="*/ 64 h 76"/>
                <a:gd name="T44" fmla="*/ 50 w 68"/>
                <a:gd name="T45" fmla="*/ 69 h 76"/>
                <a:gd name="T46" fmla="*/ 45 w 68"/>
                <a:gd name="T47" fmla="*/ 73 h 76"/>
                <a:gd name="T48" fmla="*/ 39 w 68"/>
                <a:gd name="T49" fmla="*/ 75 h 76"/>
                <a:gd name="T50" fmla="*/ 34 w 68"/>
                <a:gd name="T51" fmla="*/ 76 h 76"/>
                <a:gd name="T52" fmla="*/ 28 w 68"/>
                <a:gd name="T53" fmla="*/ 76 h 76"/>
                <a:gd name="T54" fmla="*/ 22 w 68"/>
                <a:gd name="T55" fmla="*/ 74 h 76"/>
                <a:gd name="T56" fmla="*/ 17 w 68"/>
                <a:gd name="T57" fmla="*/ 70 h 76"/>
                <a:gd name="T58" fmla="*/ 17 w 68"/>
                <a:gd name="T59" fmla="*/ 70 h 76"/>
                <a:gd name="T60" fmla="*/ 7 w 68"/>
                <a:gd name="T61" fmla="*/ 61 h 76"/>
                <a:gd name="T62" fmla="*/ 2 w 68"/>
                <a:gd name="T63" fmla="*/ 51 h 76"/>
                <a:gd name="T64" fmla="*/ 0 w 68"/>
                <a:gd name="T65" fmla="*/ 42 h 76"/>
                <a:gd name="T66" fmla="*/ 0 w 68"/>
                <a:gd name="T67" fmla="*/ 36 h 76"/>
                <a:gd name="T68" fmla="*/ 1 w 68"/>
                <a:gd name="T69" fmla="*/ 30 h 76"/>
                <a:gd name="T70" fmla="*/ 2 w 68"/>
                <a:gd name="T71" fmla="*/ 27 h 76"/>
                <a:gd name="T72" fmla="*/ 5 w 68"/>
                <a:gd name="T73" fmla="*/ 23 h 76"/>
                <a:gd name="T74" fmla="*/ 5 w 68"/>
                <a:gd name="T75" fmla="*/ 2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" h="76">
                  <a:moveTo>
                    <a:pt x="5" y="23"/>
                  </a:moveTo>
                  <a:lnTo>
                    <a:pt x="5" y="23"/>
                  </a:lnTo>
                  <a:lnTo>
                    <a:pt x="11" y="17"/>
                  </a:lnTo>
                  <a:lnTo>
                    <a:pt x="17" y="12"/>
                  </a:lnTo>
                  <a:lnTo>
                    <a:pt x="25" y="6"/>
                  </a:lnTo>
                  <a:lnTo>
                    <a:pt x="34" y="3"/>
                  </a:lnTo>
                  <a:lnTo>
                    <a:pt x="39" y="0"/>
                  </a:lnTo>
                  <a:lnTo>
                    <a:pt x="43" y="0"/>
                  </a:lnTo>
                  <a:lnTo>
                    <a:pt x="48" y="0"/>
                  </a:lnTo>
                  <a:lnTo>
                    <a:pt x="52" y="1"/>
                  </a:lnTo>
                  <a:lnTo>
                    <a:pt x="57" y="4"/>
                  </a:lnTo>
                  <a:lnTo>
                    <a:pt x="62" y="7"/>
                  </a:lnTo>
                  <a:lnTo>
                    <a:pt x="62" y="7"/>
                  </a:lnTo>
                  <a:lnTo>
                    <a:pt x="64" y="12"/>
                  </a:lnTo>
                  <a:lnTo>
                    <a:pt x="66" y="18"/>
                  </a:lnTo>
                  <a:lnTo>
                    <a:pt x="68" y="24"/>
                  </a:lnTo>
                  <a:lnTo>
                    <a:pt x="68" y="32"/>
                  </a:lnTo>
                  <a:lnTo>
                    <a:pt x="66" y="39"/>
                  </a:lnTo>
                  <a:lnTo>
                    <a:pt x="64" y="46"/>
                  </a:lnTo>
                  <a:lnTo>
                    <a:pt x="62" y="52"/>
                  </a:lnTo>
                  <a:lnTo>
                    <a:pt x="58" y="58"/>
                  </a:lnTo>
                  <a:lnTo>
                    <a:pt x="54" y="64"/>
                  </a:lnTo>
                  <a:lnTo>
                    <a:pt x="50" y="69"/>
                  </a:lnTo>
                  <a:lnTo>
                    <a:pt x="45" y="73"/>
                  </a:lnTo>
                  <a:lnTo>
                    <a:pt x="39" y="75"/>
                  </a:lnTo>
                  <a:lnTo>
                    <a:pt x="34" y="76"/>
                  </a:lnTo>
                  <a:lnTo>
                    <a:pt x="28" y="76"/>
                  </a:lnTo>
                  <a:lnTo>
                    <a:pt x="22" y="74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7" y="61"/>
                  </a:lnTo>
                  <a:lnTo>
                    <a:pt x="2" y="51"/>
                  </a:lnTo>
                  <a:lnTo>
                    <a:pt x="0" y="42"/>
                  </a:lnTo>
                  <a:lnTo>
                    <a:pt x="0" y="36"/>
                  </a:lnTo>
                  <a:lnTo>
                    <a:pt x="1" y="30"/>
                  </a:lnTo>
                  <a:lnTo>
                    <a:pt x="2" y="27"/>
                  </a:lnTo>
                  <a:lnTo>
                    <a:pt x="5" y="23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EAB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415">
              <a:extLst>
                <a:ext uri="{FF2B5EF4-FFF2-40B4-BE49-F238E27FC236}">
                  <a16:creationId xmlns:a16="http://schemas.microsoft.com/office/drawing/2014/main" id="{7AA5EB85-36C9-3046-8AB1-C106E0951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576" y="309563"/>
              <a:ext cx="23813" cy="25400"/>
            </a:xfrm>
            <a:custGeom>
              <a:avLst/>
              <a:gdLst>
                <a:gd name="T0" fmla="*/ 32 w 32"/>
                <a:gd name="T1" fmla="*/ 16 h 33"/>
                <a:gd name="T2" fmla="*/ 32 w 32"/>
                <a:gd name="T3" fmla="*/ 16 h 33"/>
                <a:gd name="T4" fmla="*/ 31 w 32"/>
                <a:gd name="T5" fmla="*/ 23 h 33"/>
                <a:gd name="T6" fmla="*/ 28 w 32"/>
                <a:gd name="T7" fmla="*/ 28 h 33"/>
                <a:gd name="T8" fmla="*/ 22 w 32"/>
                <a:gd name="T9" fmla="*/ 32 h 33"/>
                <a:gd name="T10" fmla="*/ 16 w 32"/>
                <a:gd name="T11" fmla="*/ 33 h 33"/>
                <a:gd name="T12" fmla="*/ 16 w 32"/>
                <a:gd name="T13" fmla="*/ 33 h 33"/>
                <a:gd name="T14" fmla="*/ 10 w 32"/>
                <a:gd name="T15" fmla="*/ 32 h 33"/>
                <a:gd name="T16" fmla="*/ 5 w 32"/>
                <a:gd name="T17" fmla="*/ 28 h 33"/>
                <a:gd name="T18" fmla="*/ 2 w 32"/>
                <a:gd name="T19" fmla="*/ 23 h 33"/>
                <a:gd name="T20" fmla="*/ 0 w 32"/>
                <a:gd name="T21" fmla="*/ 16 h 33"/>
                <a:gd name="T22" fmla="*/ 0 w 32"/>
                <a:gd name="T23" fmla="*/ 16 h 33"/>
                <a:gd name="T24" fmla="*/ 2 w 32"/>
                <a:gd name="T25" fmla="*/ 10 h 33"/>
                <a:gd name="T26" fmla="*/ 5 w 32"/>
                <a:gd name="T27" fmla="*/ 5 h 33"/>
                <a:gd name="T28" fmla="*/ 10 w 32"/>
                <a:gd name="T29" fmla="*/ 2 h 33"/>
                <a:gd name="T30" fmla="*/ 16 w 32"/>
                <a:gd name="T31" fmla="*/ 0 h 33"/>
                <a:gd name="T32" fmla="*/ 16 w 32"/>
                <a:gd name="T33" fmla="*/ 0 h 33"/>
                <a:gd name="T34" fmla="*/ 22 w 32"/>
                <a:gd name="T35" fmla="*/ 2 h 33"/>
                <a:gd name="T36" fmla="*/ 28 w 32"/>
                <a:gd name="T37" fmla="*/ 5 h 33"/>
                <a:gd name="T38" fmla="*/ 31 w 32"/>
                <a:gd name="T39" fmla="*/ 10 h 33"/>
                <a:gd name="T40" fmla="*/ 32 w 32"/>
                <a:gd name="T41" fmla="*/ 16 h 33"/>
                <a:gd name="T42" fmla="*/ 32 w 32"/>
                <a:gd name="T43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" h="33">
                  <a:moveTo>
                    <a:pt x="32" y="16"/>
                  </a:moveTo>
                  <a:lnTo>
                    <a:pt x="32" y="16"/>
                  </a:lnTo>
                  <a:lnTo>
                    <a:pt x="31" y="23"/>
                  </a:lnTo>
                  <a:lnTo>
                    <a:pt x="28" y="28"/>
                  </a:lnTo>
                  <a:lnTo>
                    <a:pt x="22" y="32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0" y="32"/>
                  </a:lnTo>
                  <a:lnTo>
                    <a:pt x="5" y="28"/>
                  </a:lnTo>
                  <a:lnTo>
                    <a:pt x="2" y="23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2" y="10"/>
                  </a:lnTo>
                  <a:lnTo>
                    <a:pt x="5" y="5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2" y="2"/>
                  </a:lnTo>
                  <a:lnTo>
                    <a:pt x="28" y="5"/>
                  </a:lnTo>
                  <a:lnTo>
                    <a:pt x="31" y="10"/>
                  </a:lnTo>
                  <a:lnTo>
                    <a:pt x="32" y="16"/>
                  </a:lnTo>
                  <a:lnTo>
                    <a:pt x="32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416">
              <a:extLst>
                <a:ext uri="{FF2B5EF4-FFF2-40B4-BE49-F238E27FC236}">
                  <a16:creationId xmlns:a16="http://schemas.microsoft.com/office/drawing/2014/main" id="{D841F439-BB4E-344E-A989-24D6B8552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426" y="423863"/>
              <a:ext cx="101600" cy="296863"/>
            </a:xfrm>
            <a:custGeom>
              <a:avLst/>
              <a:gdLst>
                <a:gd name="T0" fmla="*/ 128 w 128"/>
                <a:gd name="T1" fmla="*/ 178 h 374"/>
                <a:gd name="T2" fmla="*/ 126 w 128"/>
                <a:gd name="T3" fmla="*/ 31 h 374"/>
                <a:gd name="T4" fmla="*/ 117 w 128"/>
                <a:gd name="T5" fmla="*/ 2 h 374"/>
                <a:gd name="T6" fmla="*/ 87 w 128"/>
                <a:gd name="T7" fmla="*/ 0 h 374"/>
                <a:gd name="T8" fmla="*/ 87 w 128"/>
                <a:gd name="T9" fmla="*/ 0 h 374"/>
                <a:gd name="T10" fmla="*/ 70 w 128"/>
                <a:gd name="T11" fmla="*/ 7 h 374"/>
                <a:gd name="T12" fmla="*/ 54 w 128"/>
                <a:gd name="T13" fmla="*/ 15 h 374"/>
                <a:gd name="T14" fmla="*/ 37 w 128"/>
                <a:gd name="T15" fmla="*/ 25 h 374"/>
                <a:gd name="T16" fmla="*/ 23 w 128"/>
                <a:gd name="T17" fmla="*/ 34 h 374"/>
                <a:gd name="T18" fmla="*/ 23 w 128"/>
                <a:gd name="T19" fmla="*/ 34 h 374"/>
                <a:gd name="T20" fmla="*/ 6 w 128"/>
                <a:gd name="T21" fmla="*/ 48 h 374"/>
                <a:gd name="T22" fmla="*/ 4 w 128"/>
                <a:gd name="T23" fmla="*/ 54 h 374"/>
                <a:gd name="T24" fmla="*/ 0 w 128"/>
                <a:gd name="T25" fmla="*/ 183 h 374"/>
                <a:gd name="T26" fmla="*/ 57 w 128"/>
                <a:gd name="T27" fmla="*/ 374 h 374"/>
                <a:gd name="T28" fmla="*/ 128 w 128"/>
                <a:gd name="T29" fmla="*/ 178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8" h="374">
                  <a:moveTo>
                    <a:pt x="128" y="178"/>
                  </a:moveTo>
                  <a:lnTo>
                    <a:pt x="126" y="31"/>
                  </a:lnTo>
                  <a:lnTo>
                    <a:pt x="117" y="2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70" y="7"/>
                  </a:lnTo>
                  <a:lnTo>
                    <a:pt x="54" y="15"/>
                  </a:lnTo>
                  <a:lnTo>
                    <a:pt x="37" y="2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6" y="48"/>
                  </a:lnTo>
                  <a:lnTo>
                    <a:pt x="4" y="54"/>
                  </a:lnTo>
                  <a:lnTo>
                    <a:pt x="0" y="183"/>
                  </a:lnTo>
                  <a:lnTo>
                    <a:pt x="57" y="374"/>
                  </a:lnTo>
                  <a:lnTo>
                    <a:pt x="128" y="1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417">
              <a:extLst>
                <a:ext uri="{FF2B5EF4-FFF2-40B4-BE49-F238E27FC236}">
                  <a16:creationId xmlns:a16="http://schemas.microsoft.com/office/drawing/2014/main" id="{9CC3DE04-75D0-3045-A0B5-1448DEE34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851" y="457200"/>
              <a:ext cx="73025" cy="263525"/>
            </a:xfrm>
            <a:custGeom>
              <a:avLst/>
              <a:gdLst>
                <a:gd name="T0" fmla="*/ 93 w 93"/>
                <a:gd name="T1" fmla="*/ 332 h 332"/>
                <a:gd name="T2" fmla="*/ 43 w 93"/>
                <a:gd name="T3" fmla="*/ 0 h 332"/>
                <a:gd name="T4" fmla="*/ 43 w 93"/>
                <a:gd name="T5" fmla="*/ 0 h 332"/>
                <a:gd name="T6" fmla="*/ 36 w 93"/>
                <a:gd name="T7" fmla="*/ 7 h 332"/>
                <a:gd name="T8" fmla="*/ 21 w 93"/>
                <a:gd name="T9" fmla="*/ 25 h 332"/>
                <a:gd name="T10" fmla="*/ 13 w 93"/>
                <a:gd name="T11" fmla="*/ 36 h 332"/>
                <a:gd name="T12" fmla="*/ 7 w 93"/>
                <a:gd name="T13" fmla="*/ 48 h 332"/>
                <a:gd name="T14" fmla="*/ 2 w 93"/>
                <a:gd name="T15" fmla="*/ 61 h 332"/>
                <a:gd name="T16" fmla="*/ 1 w 93"/>
                <a:gd name="T17" fmla="*/ 67 h 332"/>
                <a:gd name="T18" fmla="*/ 0 w 93"/>
                <a:gd name="T19" fmla="*/ 73 h 332"/>
                <a:gd name="T20" fmla="*/ 0 w 93"/>
                <a:gd name="T21" fmla="*/ 73 h 332"/>
                <a:gd name="T22" fmla="*/ 1 w 93"/>
                <a:gd name="T23" fmla="*/ 83 h 332"/>
                <a:gd name="T24" fmla="*/ 3 w 93"/>
                <a:gd name="T25" fmla="*/ 91 h 332"/>
                <a:gd name="T26" fmla="*/ 8 w 93"/>
                <a:gd name="T27" fmla="*/ 99 h 332"/>
                <a:gd name="T28" fmla="*/ 12 w 93"/>
                <a:gd name="T29" fmla="*/ 104 h 332"/>
                <a:gd name="T30" fmla="*/ 17 w 93"/>
                <a:gd name="T31" fmla="*/ 107 h 332"/>
                <a:gd name="T32" fmla="*/ 20 w 93"/>
                <a:gd name="T33" fmla="*/ 110 h 332"/>
                <a:gd name="T34" fmla="*/ 25 w 93"/>
                <a:gd name="T35" fmla="*/ 111 h 332"/>
                <a:gd name="T36" fmla="*/ 25 w 93"/>
                <a:gd name="T37" fmla="*/ 111 h 332"/>
                <a:gd name="T38" fmla="*/ 20 w 93"/>
                <a:gd name="T39" fmla="*/ 113 h 332"/>
                <a:gd name="T40" fmla="*/ 15 w 93"/>
                <a:gd name="T41" fmla="*/ 117 h 332"/>
                <a:gd name="T42" fmla="*/ 11 w 93"/>
                <a:gd name="T43" fmla="*/ 121 h 332"/>
                <a:gd name="T44" fmla="*/ 6 w 93"/>
                <a:gd name="T45" fmla="*/ 127 h 332"/>
                <a:gd name="T46" fmla="*/ 1 w 93"/>
                <a:gd name="T47" fmla="*/ 134 h 332"/>
                <a:gd name="T48" fmla="*/ 0 w 93"/>
                <a:gd name="T49" fmla="*/ 141 h 332"/>
                <a:gd name="T50" fmla="*/ 0 w 93"/>
                <a:gd name="T51" fmla="*/ 146 h 332"/>
                <a:gd name="T52" fmla="*/ 0 w 93"/>
                <a:gd name="T53" fmla="*/ 151 h 332"/>
                <a:gd name="T54" fmla="*/ 0 w 93"/>
                <a:gd name="T55" fmla="*/ 151 h 332"/>
                <a:gd name="T56" fmla="*/ 6 w 93"/>
                <a:gd name="T57" fmla="*/ 166 h 332"/>
                <a:gd name="T58" fmla="*/ 17 w 93"/>
                <a:gd name="T59" fmla="*/ 191 h 332"/>
                <a:gd name="T60" fmla="*/ 49 w 93"/>
                <a:gd name="T61" fmla="*/ 252 h 332"/>
                <a:gd name="T62" fmla="*/ 80 w 93"/>
                <a:gd name="T63" fmla="*/ 308 h 332"/>
                <a:gd name="T64" fmla="*/ 93 w 93"/>
                <a:gd name="T65" fmla="*/ 332 h 332"/>
                <a:gd name="T66" fmla="*/ 93 w 93"/>
                <a:gd name="T67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3" h="332">
                  <a:moveTo>
                    <a:pt x="93" y="332"/>
                  </a:moveTo>
                  <a:lnTo>
                    <a:pt x="43" y="0"/>
                  </a:lnTo>
                  <a:lnTo>
                    <a:pt x="43" y="0"/>
                  </a:lnTo>
                  <a:lnTo>
                    <a:pt x="36" y="7"/>
                  </a:lnTo>
                  <a:lnTo>
                    <a:pt x="21" y="25"/>
                  </a:lnTo>
                  <a:lnTo>
                    <a:pt x="13" y="36"/>
                  </a:lnTo>
                  <a:lnTo>
                    <a:pt x="7" y="48"/>
                  </a:lnTo>
                  <a:lnTo>
                    <a:pt x="2" y="61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83"/>
                  </a:lnTo>
                  <a:lnTo>
                    <a:pt x="3" y="91"/>
                  </a:lnTo>
                  <a:lnTo>
                    <a:pt x="8" y="99"/>
                  </a:lnTo>
                  <a:lnTo>
                    <a:pt x="12" y="104"/>
                  </a:lnTo>
                  <a:lnTo>
                    <a:pt x="17" y="107"/>
                  </a:lnTo>
                  <a:lnTo>
                    <a:pt x="20" y="110"/>
                  </a:lnTo>
                  <a:lnTo>
                    <a:pt x="25" y="111"/>
                  </a:lnTo>
                  <a:lnTo>
                    <a:pt x="25" y="111"/>
                  </a:lnTo>
                  <a:lnTo>
                    <a:pt x="20" y="113"/>
                  </a:lnTo>
                  <a:lnTo>
                    <a:pt x="15" y="117"/>
                  </a:lnTo>
                  <a:lnTo>
                    <a:pt x="11" y="121"/>
                  </a:lnTo>
                  <a:lnTo>
                    <a:pt x="6" y="127"/>
                  </a:lnTo>
                  <a:lnTo>
                    <a:pt x="1" y="134"/>
                  </a:lnTo>
                  <a:lnTo>
                    <a:pt x="0" y="141"/>
                  </a:lnTo>
                  <a:lnTo>
                    <a:pt x="0" y="146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6" y="166"/>
                  </a:lnTo>
                  <a:lnTo>
                    <a:pt x="17" y="191"/>
                  </a:lnTo>
                  <a:lnTo>
                    <a:pt x="49" y="252"/>
                  </a:lnTo>
                  <a:lnTo>
                    <a:pt x="80" y="308"/>
                  </a:lnTo>
                  <a:lnTo>
                    <a:pt x="93" y="332"/>
                  </a:lnTo>
                  <a:lnTo>
                    <a:pt x="93" y="332"/>
                  </a:lnTo>
                  <a:close/>
                </a:path>
              </a:pathLst>
            </a:custGeom>
            <a:solidFill>
              <a:srgbClr val="ED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418">
              <a:extLst>
                <a:ext uri="{FF2B5EF4-FFF2-40B4-BE49-F238E27FC236}">
                  <a16:creationId xmlns:a16="http://schemas.microsoft.com/office/drawing/2014/main" id="{EF9737A8-D8B9-804E-A4ED-395EBDAA3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876" y="425450"/>
              <a:ext cx="82550" cy="295275"/>
            </a:xfrm>
            <a:custGeom>
              <a:avLst/>
              <a:gdLst>
                <a:gd name="T0" fmla="*/ 0 w 104"/>
                <a:gd name="T1" fmla="*/ 372 h 372"/>
                <a:gd name="T2" fmla="*/ 60 w 104"/>
                <a:gd name="T3" fmla="*/ 0 h 372"/>
                <a:gd name="T4" fmla="*/ 60 w 104"/>
                <a:gd name="T5" fmla="*/ 0 h 372"/>
                <a:gd name="T6" fmla="*/ 66 w 104"/>
                <a:gd name="T7" fmla="*/ 7 h 372"/>
                <a:gd name="T8" fmla="*/ 81 w 104"/>
                <a:gd name="T9" fmla="*/ 25 h 372"/>
                <a:gd name="T10" fmla="*/ 89 w 104"/>
                <a:gd name="T11" fmla="*/ 36 h 372"/>
                <a:gd name="T12" fmla="*/ 97 w 104"/>
                <a:gd name="T13" fmla="*/ 48 h 372"/>
                <a:gd name="T14" fmla="*/ 101 w 104"/>
                <a:gd name="T15" fmla="*/ 60 h 372"/>
                <a:gd name="T16" fmla="*/ 103 w 104"/>
                <a:gd name="T17" fmla="*/ 66 h 372"/>
                <a:gd name="T18" fmla="*/ 103 w 104"/>
                <a:gd name="T19" fmla="*/ 72 h 372"/>
                <a:gd name="T20" fmla="*/ 103 w 104"/>
                <a:gd name="T21" fmla="*/ 72 h 372"/>
                <a:gd name="T22" fmla="*/ 101 w 104"/>
                <a:gd name="T23" fmla="*/ 83 h 372"/>
                <a:gd name="T24" fmla="*/ 99 w 104"/>
                <a:gd name="T25" fmla="*/ 92 h 372"/>
                <a:gd name="T26" fmla="*/ 95 w 104"/>
                <a:gd name="T27" fmla="*/ 98 h 372"/>
                <a:gd name="T28" fmla="*/ 91 w 104"/>
                <a:gd name="T29" fmla="*/ 104 h 372"/>
                <a:gd name="T30" fmla="*/ 86 w 104"/>
                <a:gd name="T31" fmla="*/ 107 h 372"/>
                <a:gd name="T32" fmla="*/ 82 w 104"/>
                <a:gd name="T33" fmla="*/ 110 h 372"/>
                <a:gd name="T34" fmla="*/ 78 w 104"/>
                <a:gd name="T35" fmla="*/ 111 h 372"/>
                <a:gd name="T36" fmla="*/ 78 w 104"/>
                <a:gd name="T37" fmla="*/ 111 h 372"/>
                <a:gd name="T38" fmla="*/ 83 w 104"/>
                <a:gd name="T39" fmla="*/ 113 h 372"/>
                <a:gd name="T40" fmla="*/ 87 w 104"/>
                <a:gd name="T41" fmla="*/ 117 h 372"/>
                <a:gd name="T42" fmla="*/ 93 w 104"/>
                <a:gd name="T43" fmla="*/ 121 h 372"/>
                <a:gd name="T44" fmla="*/ 98 w 104"/>
                <a:gd name="T45" fmla="*/ 127 h 372"/>
                <a:gd name="T46" fmla="*/ 101 w 104"/>
                <a:gd name="T47" fmla="*/ 134 h 372"/>
                <a:gd name="T48" fmla="*/ 104 w 104"/>
                <a:gd name="T49" fmla="*/ 141 h 372"/>
                <a:gd name="T50" fmla="*/ 104 w 104"/>
                <a:gd name="T51" fmla="*/ 146 h 372"/>
                <a:gd name="T52" fmla="*/ 103 w 104"/>
                <a:gd name="T53" fmla="*/ 151 h 372"/>
                <a:gd name="T54" fmla="*/ 103 w 104"/>
                <a:gd name="T55" fmla="*/ 151 h 372"/>
                <a:gd name="T56" fmla="*/ 97 w 104"/>
                <a:gd name="T57" fmla="*/ 168 h 372"/>
                <a:gd name="T58" fmla="*/ 84 w 104"/>
                <a:gd name="T59" fmla="*/ 197 h 372"/>
                <a:gd name="T60" fmla="*/ 49 w 104"/>
                <a:gd name="T61" fmla="*/ 272 h 372"/>
                <a:gd name="T62" fmla="*/ 0 w 104"/>
                <a:gd name="T63" fmla="*/ 372 h 372"/>
                <a:gd name="T64" fmla="*/ 0 w 104"/>
                <a:gd name="T65" fmla="*/ 372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4" h="372">
                  <a:moveTo>
                    <a:pt x="0" y="372"/>
                  </a:moveTo>
                  <a:lnTo>
                    <a:pt x="60" y="0"/>
                  </a:lnTo>
                  <a:lnTo>
                    <a:pt x="60" y="0"/>
                  </a:lnTo>
                  <a:lnTo>
                    <a:pt x="66" y="7"/>
                  </a:lnTo>
                  <a:lnTo>
                    <a:pt x="81" y="25"/>
                  </a:lnTo>
                  <a:lnTo>
                    <a:pt x="89" y="36"/>
                  </a:lnTo>
                  <a:lnTo>
                    <a:pt x="97" y="48"/>
                  </a:lnTo>
                  <a:lnTo>
                    <a:pt x="101" y="60"/>
                  </a:lnTo>
                  <a:lnTo>
                    <a:pt x="103" y="66"/>
                  </a:lnTo>
                  <a:lnTo>
                    <a:pt x="103" y="72"/>
                  </a:lnTo>
                  <a:lnTo>
                    <a:pt x="103" y="72"/>
                  </a:lnTo>
                  <a:lnTo>
                    <a:pt x="101" y="83"/>
                  </a:lnTo>
                  <a:lnTo>
                    <a:pt x="99" y="92"/>
                  </a:lnTo>
                  <a:lnTo>
                    <a:pt x="95" y="98"/>
                  </a:lnTo>
                  <a:lnTo>
                    <a:pt x="91" y="104"/>
                  </a:lnTo>
                  <a:lnTo>
                    <a:pt x="86" y="107"/>
                  </a:lnTo>
                  <a:lnTo>
                    <a:pt x="82" y="110"/>
                  </a:lnTo>
                  <a:lnTo>
                    <a:pt x="78" y="111"/>
                  </a:lnTo>
                  <a:lnTo>
                    <a:pt x="78" y="111"/>
                  </a:lnTo>
                  <a:lnTo>
                    <a:pt x="83" y="113"/>
                  </a:lnTo>
                  <a:lnTo>
                    <a:pt x="87" y="117"/>
                  </a:lnTo>
                  <a:lnTo>
                    <a:pt x="93" y="121"/>
                  </a:lnTo>
                  <a:lnTo>
                    <a:pt x="98" y="127"/>
                  </a:lnTo>
                  <a:lnTo>
                    <a:pt x="101" y="134"/>
                  </a:lnTo>
                  <a:lnTo>
                    <a:pt x="104" y="141"/>
                  </a:lnTo>
                  <a:lnTo>
                    <a:pt x="104" y="146"/>
                  </a:lnTo>
                  <a:lnTo>
                    <a:pt x="103" y="151"/>
                  </a:lnTo>
                  <a:lnTo>
                    <a:pt x="103" y="151"/>
                  </a:lnTo>
                  <a:lnTo>
                    <a:pt x="97" y="168"/>
                  </a:lnTo>
                  <a:lnTo>
                    <a:pt x="84" y="197"/>
                  </a:lnTo>
                  <a:lnTo>
                    <a:pt x="49" y="272"/>
                  </a:lnTo>
                  <a:lnTo>
                    <a:pt x="0" y="372"/>
                  </a:lnTo>
                  <a:lnTo>
                    <a:pt x="0" y="372"/>
                  </a:lnTo>
                  <a:close/>
                </a:path>
              </a:pathLst>
            </a:custGeom>
            <a:solidFill>
              <a:srgbClr val="ED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419">
              <a:extLst>
                <a:ext uri="{FF2B5EF4-FFF2-40B4-BE49-F238E27FC236}">
                  <a16:creationId xmlns:a16="http://schemas.microsoft.com/office/drawing/2014/main" id="{0ADA8AFF-3015-3846-B903-19D4359DA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988" y="498475"/>
              <a:ext cx="220663" cy="606425"/>
            </a:xfrm>
            <a:custGeom>
              <a:avLst/>
              <a:gdLst>
                <a:gd name="T0" fmla="*/ 277 w 277"/>
                <a:gd name="T1" fmla="*/ 711 h 764"/>
                <a:gd name="T2" fmla="*/ 277 w 277"/>
                <a:gd name="T3" fmla="*/ 711 h 764"/>
                <a:gd name="T4" fmla="*/ 262 w 277"/>
                <a:gd name="T5" fmla="*/ 690 h 764"/>
                <a:gd name="T6" fmla="*/ 248 w 277"/>
                <a:gd name="T7" fmla="*/ 670 h 764"/>
                <a:gd name="T8" fmla="*/ 220 w 277"/>
                <a:gd name="T9" fmla="*/ 625 h 764"/>
                <a:gd name="T10" fmla="*/ 195 w 277"/>
                <a:gd name="T11" fmla="*/ 578 h 764"/>
                <a:gd name="T12" fmla="*/ 171 w 277"/>
                <a:gd name="T13" fmla="*/ 529 h 764"/>
                <a:gd name="T14" fmla="*/ 148 w 277"/>
                <a:gd name="T15" fmla="*/ 478 h 764"/>
                <a:gd name="T16" fmla="*/ 127 w 277"/>
                <a:gd name="T17" fmla="*/ 428 h 764"/>
                <a:gd name="T18" fmla="*/ 106 w 277"/>
                <a:gd name="T19" fmla="*/ 376 h 764"/>
                <a:gd name="T20" fmla="*/ 89 w 277"/>
                <a:gd name="T21" fmla="*/ 325 h 764"/>
                <a:gd name="T22" fmla="*/ 73 w 277"/>
                <a:gd name="T23" fmla="*/ 274 h 764"/>
                <a:gd name="T24" fmla="*/ 59 w 277"/>
                <a:gd name="T25" fmla="*/ 226 h 764"/>
                <a:gd name="T26" fmla="*/ 46 w 277"/>
                <a:gd name="T27" fmla="*/ 180 h 764"/>
                <a:gd name="T28" fmla="*/ 36 w 277"/>
                <a:gd name="T29" fmla="*/ 135 h 764"/>
                <a:gd name="T30" fmla="*/ 28 w 277"/>
                <a:gd name="T31" fmla="*/ 95 h 764"/>
                <a:gd name="T32" fmla="*/ 22 w 277"/>
                <a:gd name="T33" fmla="*/ 59 h 764"/>
                <a:gd name="T34" fmla="*/ 17 w 277"/>
                <a:gd name="T35" fmla="*/ 26 h 764"/>
                <a:gd name="T36" fmla="*/ 16 w 277"/>
                <a:gd name="T37" fmla="*/ 0 h 764"/>
                <a:gd name="T38" fmla="*/ 16 w 277"/>
                <a:gd name="T39" fmla="*/ 0 h 764"/>
                <a:gd name="T40" fmla="*/ 13 w 277"/>
                <a:gd name="T41" fmla="*/ 0 h 764"/>
                <a:gd name="T42" fmla="*/ 13 w 277"/>
                <a:gd name="T43" fmla="*/ 0 h 764"/>
                <a:gd name="T44" fmla="*/ 10 w 277"/>
                <a:gd name="T45" fmla="*/ 2 h 764"/>
                <a:gd name="T46" fmla="*/ 6 w 277"/>
                <a:gd name="T47" fmla="*/ 7 h 764"/>
                <a:gd name="T48" fmla="*/ 4 w 277"/>
                <a:gd name="T49" fmla="*/ 14 h 764"/>
                <a:gd name="T50" fmla="*/ 1 w 277"/>
                <a:gd name="T51" fmla="*/ 24 h 764"/>
                <a:gd name="T52" fmla="*/ 0 w 277"/>
                <a:gd name="T53" fmla="*/ 36 h 764"/>
                <a:gd name="T54" fmla="*/ 0 w 277"/>
                <a:gd name="T55" fmla="*/ 50 h 764"/>
                <a:gd name="T56" fmla="*/ 1 w 277"/>
                <a:gd name="T57" fmla="*/ 84 h 764"/>
                <a:gd name="T58" fmla="*/ 6 w 277"/>
                <a:gd name="T59" fmla="*/ 125 h 764"/>
                <a:gd name="T60" fmla="*/ 12 w 277"/>
                <a:gd name="T61" fmla="*/ 173 h 764"/>
                <a:gd name="T62" fmla="*/ 22 w 277"/>
                <a:gd name="T63" fmla="*/ 226 h 764"/>
                <a:gd name="T64" fmla="*/ 35 w 277"/>
                <a:gd name="T65" fmla="*/ 281 h 764"/>
                <a:gd name="T66" fmla="*/ 50 w 277"/>
                <a:gd name="T67" fmla="*/ 342 h 764"/>
                <a:gd name="T68" fmla="*/ 67 w 277"/>
                <a:gd name="T69" fmla="*/ 403 h 764"/>
                <a:gd name="T70" fmla="*/ 87 w 277"/>
                <a:gd name="T71" fmla="*/ 466 h 764"/>
                <a:gd name="T72" fmla="*/ 109 w 277"/>
                <a:gd name="T73" fmla="*/ 529 h 764"/>
                <a:gd name="T74" fmla="*/ 134 w 277"/>
                <a:gd name="T75" fmla="*/ 592 h 764"/>
                <a:gd name="T76" fmla="*/ 148 w 277"/>
                <a:gd name="T77" fmla="*/ 622 h 764"/>
                <a:gd name="T78" fmla="*/ 161 w 277"/>
                <a:gd name="T79" fmla="*/ 653 h 764"/>
                <a:gd name="T80" fmla="*/ 175 w 277"/>
                <a:gd name="T81" fmla="*/ 682 h 764"/>
                <a:gd name="T82" fmla="*/ 191 w 277"/>
                <a:gd name="T83" fmla="*/ 709 h 764"/>
                <a:gd name="T84" fmla="*/ 207 w 277"/>
                <a:gd name="T85" fmla="*/ 737 h 764"/>
                <a:gd name="T86" fmla="*/ 223 w 277"/>
                <a:gd name="T87" fmla="*/ 764 h 764"/>
                <a:gd name="T88" fmla="*/ 223 w 277"/>
                <a:gd name="T89" fmla="*/ 764 h 764"/>
                <a:gd name="T90" fmla="*/ 241 w 277"/>
                <a:gd name="T91" fmla="*/ 748 h 764"/>
                <a:gd name="T92" fmla="*/ 258 w 277"/>
                <a:gd name="T93" fmla="*/ 730 h 764"/>
                <a:gd name="T94" fmla="*/ 277 w 277"/>
                <a:gd name="T95" fmla="*/ 711 h 764"/>
                <a:gd name="T96" fmla="*/ 277 w 277"/>
                <a:gd name="T97" fmla="*/ 711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7" h="764">
                  <a:moveTo>
                    <a:pt x="277" y="711"/>
                  </a:moveTo>
                  <a:lnTo>
                    <a:pt x="277" y="711"/>
                  </a:lnTo>
                  <a:lnTo>
                    <a:pt x="262" y="690"/>
                  </a:lnTo>
                  <a:lnTo>
                    <a:pt x="248" y="670"/>
                  </a:lnTo>
                  <a:lnTo>
                    <a:pt x="220" y="625"/>
                  </a:lnTo>
                  <a:lnTo>
                    <a:pt x="195" y="578"/>
                  </a:lnTo>
                  <a:lnTo>
                    <a:pt x="171" y="529"/>
                  </a:lnTo>
                  <a:lnTo>
                    <a:pt x="148" y="478"/>
                  </a:lnTo>
                  <a:lnTo>
                    <a:pt x="127" y="428"/>
                  </a:lnTo>
                  <a:lnTo>
                    <a:pt x="106" y="376"/>
                  </a:lnTo>
                  <a:lnTo>
                    <a:pt x="89" y="325"/>
                  </a:lnTo>
                  <a:lnTo>
                    <a:pt x="73" y="274"/>
                  </a:lnTo>
                  <a:lnTo>
                    <a:pt x="59" y="226"/>
                  </a:lnTo>
                  <a:lnTo>
                    <a:pt x="46" y="180"/>
                  </a:lnTo>
                  <a:lnTo>
                    <a:pt x="36" y="135"/>
                  </a:lnTo>
                  <a:lnTo>
                    <a:pt x="28" y="95"/>
                  </a:lnTo>
                  <a:lnTo>
                    <a:pt x="22" y="59"/>
                  </a:lnTo>
                  <a:lnTo>
                    <a:pt x="17" y="26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2"/>
                  </a:lnTo>
                  <a:lnTo>
                    <a:pt x="6" y="7"/>
                  </a:lnTo>
                  <a:lnTo>
                    <a:pt x="4" y="14"/>
                  </a:lnTo>
                  <a:lnTo>
                    <a:pt x="1" y="24"/>
                  </a:lnTo>
                  <a:lnTo>
                    <a:pt x="0" y="36"/>
                  </a:lnTo>
                  <a:lnTo>
                    <a:pt x="0" y="50"/>
                  </a:lnTo>
                  <a:lnTo>
                    <a:pt x="1" y="84"/>
                  </a:lnTo>
                  <a:lnTo>
                    <a:pt x="6" y="125"/>
                  </a:lnTo>
                  <a:lnTo>
                    <a:pt x="12" y="173"/>
                  </a:lnTo>
                  <a:lnTo>
                    <a:pt x="22" y="226"/>
                  </a:lnTo>
                  <a:lnTo>
                    <a:pt x="35" y="281"/>
                  </a:lnTo>
                  <a:lnTo>
                    <a:pt x="50" y="342"/>
                  </a:lnTo>
                  <a:lnTo>
                    <a:pt x="67" y="403"/>
                  </a:lnTo>
                  <a:lnTo>
                    <a:pt x="87" y="466"/>
                  </a:lnTo>
                  <a:lnTo>
                    <a:pt x="109" y="529"/>
                  </a:lnTo>
                  <a:lnTo>
                    <a:pt x="134" y="592"/>
                  </a:lnTo>
                  <a:lnTo>
                    <a:pt x="148" y="622"/>
                  </a:lnTo>
                  <a:lnTo>
                    <a:pt x="161" y="653"/>
                  </a:lnTo>
                  <a:lnTo>
                    <a:pt x="175" y="682"/>
                  </a:lnTo>
                  <a:lnTo>
                    <a:pt x="191" y="709"/>
                  </a:lnTo>
                  <a:lnTo>
                    <a:pt x="207" y="737"/>
                  </a:lnTo>
                  <a:lnTo>
                    <a:pt x="223" y="764"/>
                  </a:lnTo>
                  <a:lnTo>
                    <a:pt x="223" y="764"/>
                  </a:lnTo>
                  <a:lnTo>
                    <a:pt x="241" y="748"/>
                  </a:lnTo>
                  <a:lnTo>
                    <a:pt x="258" y="730"/>
                  </a:lnTo>
                  <a:lnTo>
                    <a:pt x="277" y="711"/>
                  </a:lnTo>
                  <a:lnTo>
                    <a:pt x="277" y="711"/>
                  </a:lnTo>
                  <a:close/>
                </a:path>
              </a:pathLst>
            </a:custGeom>
            <a:solidFill>
              <a:srgbClr val="E15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420">
              <a:extLst>
                <a:ext uri="{FF2B5EF4-FFF2-40B4-BE49-F238E27FC236}">
                  <a16:creationId xmlns:a16="http://schemas.microsoft.com/office/drawing/2014/main" id="{6B71B1EA-590D-A544-B913-9AA48DFCC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588" y="1035050"/>
              <a:ext cx="284163" cy="300038"/>
            </a:xfrm>
            <a:custGeom>
              <a:avLst/>
              <a:gdLst>
                <a:gd name="T0" fmla="*/ 243 w 358"/>
                <a:gd name="T1" fmla="*/ 0 h 377"/>
                <a:gd name="T2" fmla="*/ 243 w 358"/>
                <a:gd name="T3" fmla="*/ 0 h 377"/>
                <a:gd name="T4" fmla="*/ 231 w 358"/>
                <a:gd name="T5" fmla="*/ 12 h 377"/>
                <a:gd name="T6" fmla="*/ 198 w 358"/>
                <a:gd name="T7" fmla="*/ 43 h 377"/>
                <a:gd name="T8" fmla="*/ 154 w 358"/>
                <a:gd name="T9" fmla="*/ 90 h 377"/>
                <a:gd name="T10" fmla="*/ 130 w 358"/>
                <a:gd name="T11" fmla="*/ 118 h 377"/>
                <a:gd name="T12" fmla="*/ 104 w 358"/>
                <a:gd name="T13" fmla="*/ 147 h 377"/>
                <a:gd name="T14" fmla="*/ 80 w 358"/>
                <a:gd name="T15" fmla="*/ 179 h 377"/>
                <a:gd name="T16" fmla="*/ 57 w 358"/>
                <a:gd name="T17" fmla="*/ 210 h 377"/>
                <a:gd name="T18" fmla="*/ 36 w 358"/>
                <a:gd name="T19" fmla="*/ 242 h 377"/>
                <a:gd name="T20" fmla="*/ 28 w 358"/>
                <a:gd name="T21" fmla="*/ 256 h 377"/>
                <a:gd name="T22" fmla="*/ 21 w 358"/>
                <a:gd name="T23" fmla="*/ 272 h 377"/>
                <a:gd name="T24" fmla="*/ 13 w 358"/>
                <a:gd name="T25" fmla="*/ 288 h 377"/>
                <a:gd name="T26" fmla="*/ 7 w 358"/>
                <a:gd name="T27" fmla="*/ 302 h 377"/>
                <a:gd name="T28" fmla="*/ 4 w 358"/>
                <a:gd name="T29" fmla="*/ 315 h 377"/>
                <a:gd name="T30" fmla="*/ 1 w 358"/>
                <a:gd name="T31" fmla="*/ 330 h 377"/>
                <a:gd name="T32" fmla="*/ 0 w 358"/>
                <a:gd name="T33" fmla="*/ 342 h 377"/>
                <a:gd name="T34" fmla="*/ 0 w 358"/>
                <a:gd name="T35" fmla="*/ 355 h 377"/>
                <a:gd name="T36" fmla="*/ 3 w 358"/>
                <a:gd name="T37" fmla="*/ 366 h 377"/>
                <a:gd name="T38" fmla="*/ 7 w 358"/>
                <a:gd name="T39" fmla="*/ 377 h 377"/>
                <a:gd name="T40" fmla="*/ 321 w 358"/>
                <a:gd name="T41" fmla="*/ 135 h 377"/>
                <a:gd name="T42" fmla="*/ 358 w 358"/>
                <a:gd name="T43" fmla="*/ 76 h 377"/>
                <a:gd name="T44" fmla="*/ 243 w 358"/>
                <a:gd name="T45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58" h="377">
                  <a:moveTo>
                    <a:pt x="243" y="0"/>
                  </a:moveTo>
                  <a:lnTo>
                    <a:pt x="243" y="0"/>
                  </a:lnTo>
                  <a:lnTo>
                    <a:pt x="231" y="12"/>
                  </a:lnTo>
                  <a:lnTo>
                    <a:pt x="198" y="43"/>
                  </a:lnTo>
                  <a:lnTo>
                    <a:pt x="154" y="90"/>
                  </a:lnTo>
                  <a:lnTo>
                    <a:pt x="130" y="118"/>
                  </a:lnTo>
                  <a:lnTo>
                    <a:pt x="104" y="147"/>
                  </a:lnTo>
                  <a:lnTo>
                    <a:pt x="80" y="179"/>
                  </a:lnTo>
                  <a:lnTo>
                    <a:pt x="57" y="210"/>
                  </a:lnTo>
                  <a:lnTo>
                    <a:pt x="36" y="242"/>
                  </a:lnTo>
                  <a:lnTo>
                    <a:pt x="28" y="256"/>
                  </a:lnTo>
                  <a:lnTo>
                    <a:pt x="21" y="272"/>
                  </a:lnTo>
                  <a:lnTo>
                    <a:pt x="13" y="288"/>
                  </a:lnTo>
                  <a:lnTo>
                    <a:pt x="7" y="302"/>
                  </a:lnTo>
                  <a:lnTo>
                    <a:pt x="4" y="315"/>
                  </a:lnTo>
                  <a:lnTo>
                    <a:pt x="1" y="330"/>
                  </a:lnTo>
                  <a:lnTo>
                    <a:pt x="0" y="342"/>
                  </a:lnTo>
                  <a:lnTo>
                    <a:pt x="0" y="355"/>
                  </a:lnTo>
                  <a:lnTo>
                    <a:pt x="3" y="366"/>
                  </a:lnTo>
                  <a:lnTo>
                    <a:pt x="7" y="377"/>
                  </a:lnTo>
                  <a:lnTo>
                    <a:pt x="321" y="135"/>
                  </a:lnTo>
                  <a:lnTo>
                    <a:pt x="358" y="76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15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421">
              <a:extLst>
                <a:ext uri="{FF2B5EF4-FFF2-40B4-BE49-F238E27FC236}">
                  <a16:creationId xmlns:a16="http://schemas.microsoft.com/office/drawing/2014/main" id="{8C93E56C-3047-9844-921C-AC1AEA250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113" y="460375"/>
              <a:ext cx="574675" cy="885825"/>
            </a:xfrm>
            <a:custGeom>
              <a:avLst/>
              <a:gdLst>
                <a:gd name="T0" fmla="*/ 453 w 725"/>
                <a:gd name="T1" fmla="*/ 315 h 1115"/>
                <a:gd name="T2" fmla="*/ 387 w 725"/>
                <a:gd name="T3" fmla="*/ 234 h 1115"/>
                <a:gd name="T4" fmla="*/ 340 w 725"/>
                <a:gd name="T5" fmla="*/ 179 h 1115"/>
                <a:gd name="T6" fmla="*/ 287 w 725"/>
                <a:gd name="T7" fmla="*/ 123 h 1115"/>
                <a:gd name="T8" fmla="*/ 229 w 725"/>
                <a:gd name="T9" fmla="*/ 72 h 1115"/>
                <a:gd name="T10" fmla="*/ 183 w 725"/>
                <a:gd name="T11" fmla="*/ 39 h 1115"/>
                <a:gd name="T12" fmla="*/ 152 w 725"/>
                <a:gd name="T13" fmla="*/ 22 h 1115"/>
                <a:gd name="T14" fmla="*/ 121 w 725"/>
                <a:gd name="T15" fmla="*/ 9 h 1115"/>
                <a:gd name="T16" fmla="*/ 91 w 725"/>
                <a:gd name="T17" fmla="*/ 2 h 1115"/>
                <a:gd name="T18" fmla="*/ 62 w 725"/>
                <a:gd name="T19" fmla="*/ 0 h 1115"/>
                <a:gd name="T20" fmla="*/ 48 w 725"/>
                <a:gd name="T21" fmla="*/ 2 h 1115"/>
                <a:gd name="T22" fmla="*/ 40 w 725"/>
                <a:gd name="T23" fmla="*/ 9 h 1115"/>
                <a:gd name="T24" fmla="*/ 37 w 725"/>
                <a:gd name="T25" fmla="*/ 27 h 1115"/>
                <a:gd name="T26" fmla="*/ 37 w 725"/>
                <a:gd name="T27" fmla="*/ 54 h 1115"/>
                <a:gd name="T28" fmla="*/ 46 w 725"/>
                <a:gd name="T29" fmla="*/ 130 h 1115"/>
                <a:gd name="T30" fmla="*/ 68 w 725"/>
                <a:gd name="T31" fmla="*/ 231 h 1115"/>
                <a:gd name="T32" fmla="*/ 102 w 725"/>
                <a:gd name="T33" fmla="*/ 347 h 1115"/>
                <a:gd name="T34" fmla="*/ 146 w 725"/>
                <a:gd name="T35" fmla="*/ 472 h 1115"/>
                <a:gd name="T36" fmla="*/ 185 w 725"/>
                <a:gd name="T37" fmla="*/ 564 h 1115"/>
                <a:gd name="T38" fmla="*/ 214 w 725"/>
                <a:gd name="T39" fmla="*/ 624 h 1115"/>
                <a:gd name="T40" fmla="*/ 246 w 725"/>
                <a:gd name="T41" fmla="*/ 681 h 1115"/>
                <a:gd name="T42" fmla="*/ 280 w 725"/>
                <a:gd name="T43" fmla="*/ 733 h 1115"/>
                <a:gd name="T44" fmla="*/ 298 w 725"/>
                <a:gd name="T45" fmla="*/ 759 h 1115"/>
                <a:gd name="T46" fmla="*/ 250 w 725"/>
                <a:gd name="T47" fmla="*/ 795 h 1115"/>
                <a:gd name="T48" fmla="*/ 173 w 725"/>
                <a:gd name="T49" fmla="*/ 858 h 1115"/>
                <a:gd name="T50" fmla="*/ 117 w 725"/>
                <a:gd name="T51" fmla="*/ 910 h 1115"/>
                <a:gd name="T52" fmla="*/ 65 w 725"/>
                <a:gd name="T53" fmla="*/ 964 h 1115"/>
                <a:gd name="T54" fmla="*/ 32 w 725"/>
                <a:gd name="T55" fmla="*/ 1005 h 1115"/>
                <a:gd name="T56" fmla="*/ 16 w 725"/>
                <a:gd name="T57" fmla="*/ 1032 h 1115"/>
                <a:gd name="T58" fmla="*/ 5 w 725"/>
                <a:gd name="T59" fmla="*/ 1057 h 1115"/>
                <a:gd name="T60" fmla="*/ 0 w 725"/>
                <a:gd name="T61" fmla="*/ 1080 h 1115"/>
                <a:gd name="T62" fmla="*/ 0 w 725"/>
                <a:gd name="T63" fmla="*/ 1091 h 1115"/>
                <a:gd name="T64" fmla="*/ 3 w 725"/>
                <a:gd name="T65" fmla="*/ 1098 h 1115"/>
                <a:gd name="T66" fmla="*/ 8 w 725"/>
                <a:gd name="T67" fmla="*/ 1104 h 1115"/>
                <a:gd name="T68" fmla="*/ 26 w 725"/>
                <a:gd name="T69" fmla="*/ 1112 h 1115"/>
                <a:gd name="T70" fmla="*/ 54 w 725"/>
                <a:gd name="T71" fmla="*/ 1115 h 1115"/>
                <a:gd name="T72" fmla="*/ 90 w 725"/>
                <a:gd name="T73" fmla="*/ 1114 h 1115"/>
                <a:gd name="T74" fmla="*/ 132 w 725"/>
                <a:gd name="T75" fmla="*/ 1108 h 1115"/>
                <a:gd name="T76" fmla="*/ 234 w 725"/>
                <a:gd name="T77" fmla="*/ 1085 h 1115"/>
                <a:gd name="T78" fmla="*/ 348 w 725"/>
                <a:gd name="T79" fmla="*/ 1049 h 1115"/>
                <a:gd name="T80" fmla="*/ 465 w 725"/>
                <a:gd name="T81" fmla="*/ 1002 h 1115"/>
                <a:gd name="T82" fmla="*/ 548 w 725"/>
                <a:gd name="T83" fmla="*/ 962 h 1115"/>
                <a:gd name="T84" fmla="*/ 600 w 725"/>
                <a:gd name="T85" fmla="*/ 933 h 1115"/>
                <a:gd name="T86" fmla="*/ 647 w 725"/>
                <a:gd name="T87" fmla="*/ 903 h 1115"/>
                <a:gd name="T88" fmla="*/ 687 w 725"/>
                <a:gd name="T89" fmla="*/ 872 h 1115"/>
                <a:gd name="T90" fmla="*/ 705 w 725"/>
                <a:gd name="T91" fmla="*/ 857 h 1115"/>
                <a:gd name="T92" fmla="*/ 718 w 725"/>
                <a:gd name="T93" fmla="*/ 838 h 1115"/>
                <a:gd name="T94" fmla="*/ 724 w 725"/>
                <a:gd name="T95" fmla="*/ 817 h 1115"/>
                <a:gd name="T96" fmla="*/ 724 w 725"/>
                <a:gd name="T97" fmla="*/ 790 h 1115"/>
                <a:gd name="T98" fmla="*/ 719 w 725"/>
                <a:gd name="T99" fmla="*/ 761 h 1115"/>
                <a:gd name="T100" fmla="*/ 710 w 725"/>
                <a:gd name="T101" fmla="*/ 727 h 1115"/>
                <a:gd name="T102" fmla="*/ 679 w 725"/>
                <a:gd name="T103" fmla="*/ 655 h 1115"/>
                <a:gd name="T104" fmla="*/ 637 w 725"/>
                <a:gd name="T105" fmla="*/ 575 h 1115"/>
                <a:gd name="T106" fmla="*/ 586 w 725"/>
                <a:gd name="T107" fmla="*/ 494 h 1115"/>
                <a:gd name="T108" fmla="*/ 531 w 725"/>
                <a:gd name="T109" fmla="*/ 416 h 1115"/>
                <a:gd name="T110" fmla="*/ 478 w 725"/>
                <a:gd name="T111" fmla="*/ 346 h 1115"/>
                <a:gd name="T112" fmla="*/ 453 w 725"/>
                <a:gd name="T113" fmla="*/ 315 h 1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25" h="1115">
                  <a:moveTo>
                    <a:pt x="453" y="315"/>
                  </a:moveTo>
                  <a:lnTo>
                    <a:pt x="453" y="315"/>
                  </a:lnTo>
                  <a:lnTo>
                    <a:pt x="426" y="281"/>
                  </a:lnTo>
                  <a:lnTo>
                    <a:pt x="387" y="234"/>
                  </a:lnTo>
                  <a:lnTo>
                    <a:pt x="366" y="207"/>
                  </a:lnTo>
                  <a:lnTo>
                    <a:pt x="340" y="179"/>
                  </a:lnTo>
                  <a:lnTo>
                    <a:pt x="315" y="152"/>
                  </a:lnTo>
                  <a:lnTo>
                    <a:pt x="287" y="123"/>
                  </a:lnTo>
                  <a:lnTo>
                    <a:pt x="258" y="96"/>
                  </a:lnTo>
                  <a:lnTo>
                    <a:pt x="229" y="72"/>
                  </a:lnTo>
                  <a:lnTo>
                    <a:pt x="198" y="49"/>
                  </a:lnTo>
                  <a:lnTo>
                    <a:pt x="183" y="39"/>
                  </a:lnTo>
                  <a:lnTo>
                    <a:pt x="167" y="29"/>
                  </a:lnTo>
                  <a:lnTo>
                    <a:pt x="152" y="22"/>
                  </a:lnTo>
                  <a:lnTo>
                    <a:pt x="137" y="15"/>
                  </a:lnTo>
                  <a:lnTo>
                    <a:pt x="121" y="9"/>
                  </a:lnTo>
                  <a:lnTo>
                    <a:pt x="107" y="4"/>
                  </a:lnTo>
                  <a:lnTo>
                    <a:pt x="91" y="2"/>
                  </a:lnTo>
                  <a:lnTo>
                    <a:pt x="77" y="0"/>
                  </a:lnTo>
                  <a:lnTo>
                    <a:pt x="62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4" y="4"/>
                  </a:lnTo>
                  <a:lnTo>
                    <a:pt x="40" y="9"/>
                  </a:lnTo>
                  <a:lnTo>
                    <a:pt x="38" y="16"/>
                  </a:lnTo>
                  <a:lnTo>
                    <a:pt x="37" y="27"/>
                  </a:lnTo>
                  <a:lnTo>
                    <a:pt x="37" y="39"/>
                  </a:lnTo>
                  <a:lnTo>
                    <a:pt x="37" y="54"/>
                  </a:lnTo>
                  <a:lnTo>
                    <a:pt x="40" y="87"/>
                  </a:lnTo>
                  <a:lnTo>
                    <a:pt x="46" y="130"/>
                  </a:lnTo>
                  <a:lnTo>
                    <a:pt x="56" y="178"/>
                  </a:lnTo>
                  <a:lnTo>
                    <a:pt x="68" y="231"/>
                  </a:lnTo>
                  <a:lnTo>
                    <a:pt x="84" y="288"/>
                  </a:lnTo>
                  <a:lnTo>
                    <a:pt x="102" y="347"/>
                  </a:lnTo>
                  <a:lnTo>
                    <a:pt x="123" y="409"/>
                  </a:lnTo>
                  <a:lnTo>
                    <a:pt x="146" y="472"/>
                  </a:lnTo>
                  <a:lnTo>
                    <a:pt x="172" y="534"/>
                  </a:lnTo>
                  <a:lnTo>
                    <a:pt x="185" y="564"/>
                  </a:lnTo>
                  <a:lnTo>
                    <a:pt x="200" y="594"/>
                  </a:lnTo>
                  <a:lnTo>
                    <a:pt x="214" y="624"/>
                  </a:lnTo>
                  <a:lnTo>
                    <a:pt x="230" y="653"/>
                  </a:lnTo>
                  <a:lnTo>
                    <a:pt x="246" y="681"/>
                  </a:lnTo>
                  <a:lnTo>
                    <a:pt x="263" y="708"/>
                  </a:lnTo>
                  <a:lnTo>
                    <a:pt x="280" y="733"/>
                  </a:lnTo>
                  <a:lnTo>
                    <a:pt x="298" y="759"/>
                  </a:lnTo>
                  <a:lnTo>
                    <a:pt x="298" y="759"/>
                  </a:lnTo>
                  <a:lnTo>
                    <a:pt x="285" y="768"/>
                  </a:lnTo>
                  <a:lnTo>
                    <a:pt x="250" y="795"/>
                  </a:lnTo>
                  <a:lnTo>
                    <a:pt x="200" y="835"/>
                  </a:lnTo>
                  <a:lnTo>
                    <a:pt x="173" y="858"/>
                  </a:lnTo>
                  <a:lnTo>
                    <a:pt x="144" y="883"/>
                  </a:lnTo>
                  <a:lnTo>
                    <a:pt x="117" y="910"/>
                  </a:lnTo>
                  <a:lnTo>
                    <a:pt x="89" y="936"/>
                  </a:lnTo>
                  <a:lnTo>
                    <a:pt x="65" y="964"/>
                  </a:lnTo>
                  <a:lnTo>
                    <a:pt x="42" y="992"/>
                  </a:lnTo>
                  <a:lnTo>
                    <a:pt x="32" y="1005"/>
                  </a:lnTo>
                  <a:lnTo>
                    <a:pt x="23" y="1019"/>
                  </a:lnTo>
                  <a:lnTo>
                    <a:pt x="16" y="1032"/>
                  </a:lnTo>
                  <a:lnTo>
                    <a:pt x="10" y="1045"/>
                  </a:lnTo>
                  <a:lnTo>
                    <a:pt x="5" y="1057"/>
                  </a:lnTo>
                  <a:lnTo>
                    <a:pt x="2" y="1069"/>
                  </a:lnTo>
                  <a:lnTo>
                    <a:pt x="0" y="1080"/>
                  </a:lnTo>
                  <a:lnTo>
                    <a:pt x="0" y="1091"/>
                  </a:lnTo>
                  <a:lnTo>
                    <a:pt x="0" y="1091"/>
                  </a:lnTo>
                  <a:lnTo>
                    <a:pt x="2" y="1095"/>
                  </a:lnTo>
                  <a:lnTo>
                    <a:pt x="3" y="1098"/>
                  </a:lnTo>
                  <a:lnTo>
                    <a:pt x="5" y="1101"/>
                  </a:lnTo>
                  <a:lnTo>
                    <a:pt x="8" y="1104"/>
                  </a:lnTo>
                  <a:lnTo>
                    <a:pt x="16" y="1109"/>
                  </a:lnTo>
                  <a:lnTo>
                    <a:pt x="26" y="1112"/>
                  </a:lnTo>
                  <a:lnTo>
                    <a:pt x="39" y="1114"/>
                  </a:lnTo>
                  <a:lnTo>
                    <a:pt x="54" y="1115"/>
                  </a:lnTo>
                  <a:lnTo>
                    <a:pt x="71" y="1115"/>
                  </a:lnTo>
                  <a:lnTo>
                    <a:pt x="90" y="1114"/>
                  </a:lnTo>
                  <a:lnTo>
                    <a:pt x="110" y="1112"/>
                  </a:lnTo>
                  <a:lnTo>
                    <a:pt x="132" y="1108"/>
                  </a:lnTo>
                  <a:lnTo>
                    <a:pt x="181" y="1098"/>
                  </a:lnTo>
                  <a:lnTo>
                    <a:pt x="234" y="1085"/>
                  </a:lnTo>
                  <a:lnTo>
                    <a:pt x="289" y="1068"/>
                  </a:lnTo>
                  <a:lnTo>
                    <a:pt x="348" y="1049"/>
                  </a:lnTo>
                  <a:lnTo>
                    <a:pt x="407" y="1026"/>
                  </a:lnTo>
                  <a:lnTo>
                    <a:pt x="465" y="1002"/>
                  </a:lnTo>
                  <a:lnTo>
                    <a:pt x="522" y="975"/>
                  </a:lnTo>
                  <a:lnTo>
                    <a:pt x="548" y="962"/>
                  </a:lnTo>
                  <a:lnTo>
                    <a:pt x="575" y="947"/>
                  </a:lnTo>
                  <a:lnTo>
                    <a:pt x="600" y="933"/>
                  </a:lnTo>
                  <a:lnTo>
                    <a:pt x="624" y="918"/>
                  </a:lnTo>
                  <a:lnTo>
                    <a:pt x="647" y="903"/>
                  </a:lnTo>
                  <a:lnTo>
                    <a:pt x="668" y="887"/>
                  </a:lnTo>
                  <a:lnTo>
                    <a:pt x="687" y="872"/>
                  </a:lnTo>
                  <a:lnTo>
                    <a:pt x="705" y="857"/>
                  </a:lnTo>
                  <a:lnTo>
                    <a:pt x="705" y="857"/>
                  </a:lnTo>
                  <a:lnTo>
                    <a:pt x="713" y="848"/>
                  </a:lnTo>
                  <a:lnTo>
                    <a:pt x="718" y="838"/>
                  </a:lnTo>
                  <a:lnTo>
                    <a:pt x="721" y="829"/>
                  </a:lnTo>
                  <a:lnTo>
                    <a:pt x="724" y="817"/>
                  </a:lnTo>
                  <a:lnTo>
                    <a:pt x="725" y="805"/>
                  </a:lnTo>
                  <a:lnTo>
                    <a:pt x="724" y="790"/>
                  </a:lnTo>
                  <a:lnTo>
                    <a:pt x="722" y="776"/>
                  </a:lnTo>
                  <a:lnTo>
                    <a:pt x="719" y="761"/>
                  </a:lnTo>
                  <a:lnTo>
                    <a:pt x="715" y="744"/>
                  </a:lnTo>
                  <a:lnTo>
                    <a:pt x="710" y="727"/>
                  </a:lnTo>
                  <a:lnTo>
                    <a:pt x="696" y="692"/>
                  </a:lnTo>
                  <a:lnTo>
                    <a:pt x="679" y="655"/>
                  </a:lnTo>
                  <a:lnTo>
                    <a:pt x="658" y="615"/>
                  </a:lnTo>
                  <a:lnTo>
                    <a:pt x="637" y="575"/>
                  </a:lnTo>
                  <a:lnTo>
                    <a:pt x="611" y="535"/>
                  </a:lnTo>
                  <a:lnTo>
                    <a:pt x="586" y="494"/>
                  </a:lnTo>
                  <a:lnTo>
                    <a:pt x="558" y="455"/>
                  </a:lnTo>
                  <a:lnTo>
                    <a:pt x="531" y="416"/>
                  </a:lnTo>
                  <a:lnTo>
                    <a:pt x="504" y="380"/>
                  </a:lnTo>
                  <a:lnTo>
                    <a:pt x="478" y="346"/>
                  </a:lnTo>
                  <a:lnTo>
                    <a:pt x="453" y="315"/>
                  </a:lnTo>
                  <a:lnTo>
                    <a:pt x="453" y="315"/>
                  </a:lnTo>
                  <a:close/>
                </a:path>
              </a:pathLst>
            </a:custGeom>
            <a:solidFill>
              <a:srgbClr val="F160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422">
              <a:extLst>
                <a:ext uri="{FF2B5EF4-FFF2-40B4-BE49-F238E27FC236}">
                  <a16:creationId xmlns:a16="http://schemas.microsoft.com/office/drawing/2014/main" id="{9EFB036B-DD01-3A46-B12F-55CDFFC1D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788" y="1173163"/>
              <a:ext cx="538163" cy="623888"/>
            </a:xfrm>
            <a:custGeom>
              <a:avLst/>
              <a:gdLst>
                <a:gd name="T0" fmla="*/ 677 w 677"/>
                <a:gd name="T1" fmla="*/ 596 h 786"/>
                <a:gd name="T2" fmla="*/ 301 w 677"/>
                <a:gd name="T3" fmla="*/ 786 h 786"/>
                <a:gd name="T4" fmla="*/ 0 w 677"/>
                <a:gd name="T5" fmla="*/ 190 h 786"/>
                <a:gd name="T6" fmla="*/ 376 w 677"/>
                <a:gd name="T7" fmla="*/ 0 h 786"/>
                <a:gd name="T8" fmla="*/ 677 w 677"/>
                <a:gd name="T9" fmla="*/ 596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7" h="786">
                  <a:moveTo>
                    <a:pt x="677" y="596"/>
                  </a:moveTo>
                  <a:lnTo>
                    <a:pt x="301" y="786"/>
                  </a:lnTo>
                  <a:lnTo>
                    <a:pt x="0" y="190"/>
                  </a:lnTo>
                  <a:lnTo>
                    <a:pt x="376" y="0"/>
                  </a:lnTo>
                  <a:lnTo>
                    <a:pt x="677" y="596"/>
                  </a:lnTo>
                  <a:close/>
                </a:path>
              </a:pathLst>
            </a:custGeom>
            <a:solidFill>
              <a:srgbClr val="FFC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423">
              <a:extLst>
                <a:ext uri="{FF2B5EF4-FFF2-40B4-BE49-F238E27FC236}">
                  <a16:creationId xmlns:a16="http://schemas.microsoft.com/office/drawing/2014/main" id="{F32A624C-CDE6-5E44-A128-0C386A051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113" y="1336675"/>
              <a:ext cx="201613" cy="155575"/>
            </a:xfrm>
            <a:custGeom>
              <a:avLst/>
              <a:gdLst>
                <a:gd name="T0" fmla="*/ 161 w 253"/>
                <a:gd name="T1" fmla="*/ 0 h 196"/>
                <a:gd name="T2" fmla="*/ 138 w 253"/>
                <a:gd name="T3" fmla="*/ 5 h 196"/>
                <a:gd name="T4" fmla="*/ 105 w 253"/>
                <a:gd name="T5" fmla="*/ 15 h 196"/>
                <a:gd name="T6" fmla="*/ 68 w 253"/>
                <a:gd name="T7" fmla="*/ 32 h 196"/>
                <a:gd name="T8" fmla="*/ 51 w 253"/>
                <a:gd name="T9" fmla="*/ 44 h 196"/>
                <a:gd name="T10" fmla="*/ 43 w 253"/>
                <a:gd name="T11" fmla="*/ 50 h 196"/>
                <a:gd name="T12" fmla="*/ 32 w 253"/>
                <a:gd name="T13" fmla="*/ 64 h 196"/>
                <a:gd name="T14" fmla="*/ 19 w 253"/>
                <a:gd name="T15" fmla="*/ 90 h 196"/>
                <a:gd name="T16" fmla="*/ 7 w 253"/>
                <a:gd name="T17" fmla="*/ 127 h 196"/>
                <a:gd name="T18" fmla="*/ 0 w 253"/>
                <a:gd name="T19" fmla="*/ 171 h 196"/>
                <a:gd name="T20" fmla="*/ 0 w 253"/>
                <a:gd name="T21" fmla="*/ 176 h 196"/>
                <a:gd name="T22" fmla="*/ 3 w 253"/>
                <a:gd name="T23" fmla="*/ 184 h 196"/>
                <a:gd name="T24" fmla="*/ 7 w 253"/>
                <a:gd name="T25" fmla="*/ 186 h 196"/>
                <a:gd name="T26" fmla="*/ 26 w 253"/>
                <a:gd name="T27" fmla="*/ 194 h 196"/>
                <a:gd name="T28" fmla="*/ 45 w 253"/>
                <a:gd name="T29" fmla="*/ 196 h 196"/>
                <a:gd name="T30" fmla="*/ 68 w 253"/>
                <a:gd name="T31" fmla="*/ 194 h 196"/>
                <a:gd name="T32" fmla="*/ 80 w 253"/>
                <a:gd name="T33" fmla="*/ 190 h 196"/>
                <a:gd name="T34" fmla="*/ 97 w 253"/>
                <a:gd name="T35" fmla="*/ 183 h 196"/>
                <a:gd name="T36" fmla="*/ 107 w 253"/>
                <a:gd name="T37" fmla="*/ 173 h 196"/>
                <a:gd name="T38" fmla="*/ 121 w 253"/>
                <a:gd name="T39" fmla="*/ 154 h 196"/>
                <a:gd name="T40" fmla="*/ 132 w 253"/>
                <a:gd name="T41" fmla="*/ 136 h 196"/>
                <a:gd name="T42" fmla="*/ 139 w 253"/>
                <a:gd name="T43" fmla="*/ 127 h 196"/>
                <a:gd name="T44" fmla="*/ 149 w 253"/>
                <a:gd name="T45" fmla="*/ 121 h 196"/>
                <a:gd name="T46" fmla="*/ 179 w 253"/>
                <a:gd name="T47" fmla="*/ 109 h 196"/>
                <a:gd name="T48" fmla="*/ 213 w 253"/>
                <a:gd name="T49" fmla="*/ 92 h 196"/>
                <a:gd name="T50" fmla="*/ 240 w 253"/>
                <a:gd name="T51" fmla="*/ 74 h 196"/>
                <a:gd name="T52" fmla="*/ 249 w 253"/>
                <a:gd name="T53" fmla="*/ 64 h 196"/>
                <a:gd name="T54" fmla="*/ 253 w 253"/>
                <a:gd name="T55" fmla="*/ 55 h 196"/>
                <a:gd name="T56" fmla="*/ 251 w 253"/>
                <a:gd name="T57" fmla="*/ 46 h 196"/>
                <a:gd name="T58" fmla="*/ 245 w 253"/>
                <a:gd name="T59" fmla="*/ 30 h 196"/>
                <a:gd name="T60" fmla="*/ 232 w 253"/>
                <a:gd name="T61" fmla="*/ 18 h 196"/>
                <a:gd name="T62" fmla="*/ 216 w 253"/>
                <a:gd name="T63" fmla="*/ 11 h 196"/>
                <a:gd name="T64" fmla="*/ 191 w 253"/>
                <a:gd name="T65" fmla="*/ 4 h 196"/>
                <a:gd name="T66" fmla="*/ 161 w 253"/>
                <a:gd name="T67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53" h="196">
                  <a:moveTo>
                    <a:pt x="161" y="0"/>
                  </a:moveTo>
                  <a:lnTo>
                    <a:pt x="161" y="0"/>
                  </a:lnTo>
                  <a:lnTo>
                    <a:pt x="150" y="1"/>
                  </a:lnTo>
                  <a:lnTo>
                    <a:pt x="138" y="5"/>
                  </a:lnTo>
                  <a:lnTo>
                    <a:pt x="122" y="9"/>
                  </a:lnTo>
                  <a:lnTo>
                    <a:pt x="105" y="15"/>
                  </a:lnTo>
                  <a:lnTo>
                    <a:pt x="86" y="22"/>
                  </a:lnTo>
                  <a:lnTo>
                    <a:pt x="68" y="32"/>
                  </a:lnTo>
                  <a:lnTo>
                    <a:pt x="59" y="38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43" y="50"/>
                  </a:lnTo>
                  <a:lnTo>
                    <a:pt x="37" y="57"/>
                  </a:lnTo>
                  <a:lnTo>
                    <a:pt x="32" y="64"/>
                  </a:lnTo>
                  <a:lnTo>
                    <a:pt x="28" y="73"/>
                  </a:lnTo>
                  <a:lnTo>
                    <a:pt x="19" y="90"/>
                  </a:lnTo>
                  <a:lnTo>
                    <a:pt x="12" y="109"/>
                  </a:lnTo>
                  <a:lnTo>
                    <a:pt x="7" y="127"/>
                  </a:lnTo>
                  <a:lnTo>
                    <a:pt x="3" y="144"/>
                  </a:lnTo>
                  <a:lnTo>
                    <a:pt x="0" y="171"/>
                  </a:lnTo>
                  <a:lnTo>
                    <a:pt x="0" y="171"/>
                  </a:lnTo>
                  <a:lnTo>
                    <a:pt x="0" y="176"/>
                  </a:lnTo>
                  <a:lnTo>
                    <a:pt x="1" y="180"/>
                  </a:lnTo>
                  <a:lnTo>
                    <a:pt x="3" y="184"/>
                  </a:lnTo>
                  <a:lnTo>
                    <a:pt x="7" y="186"/>
                  </a:lnTo>
                  <a:lnTo>
                    <a:pt x="7" y="186"/>
                  </a:lnTo>
                  <a:lnTo>
                    <a:pt x="19" y="193"/>
                  </a:lnTo>
                  <a:lnTo>
                    <a:pt x="26" y="194"/>
                  </a:lnTo>
                  <a:lnTo>
                    <a:pt x="35" y="196"/>
                  </a:lnTo>
                  <a:lnTo>
                    <a:pt x="45" y="196"/>
                  </a:lnTo>
                  <a:lnTo>
                    <a:pt x="55" y="196"/>
                  </a:lnTo>
                  <a:lnTo>
                    <a:pt x="68" y="194"/>
                  </a:lnTo>
                  <a:lnTo>
                    <a:pt x="80" y="190"/>
                  </a:lnTo>
                  <a:lnTo>
                    <a:pt x="80" y="190"/>
                  </a:lnTo>
                  <a:lnTo>
                    <a:pt x="88" y="186"/>
                  </a:lnTo>
                  <a:lnTo>
                    <a:pt x="97" y="183"/>
                  </a:lnTo>
                  <a:lnTo>
                    <a:pt x="103" y="178"/>
                  </a:lnTo>
                  <a:lnTo>
                    <a:pt x="107" y="173"/>
                  </a:lnTo>
                  <a:lnTo>
                    <a:pt x="115" y="164"/>
                  </a:lnTo>
                  <a:lnTo>
                    <a:pt x="121" y="154"/>
                  </a:lnTo>
                  <a:lnTo>
                    <a:pt x="126" y="144"/>
                  </a:lnTo>
                  <a:lnTo>
                    <a:pt x="132" y="136"/>
                  </a:lnTo>
                  <a:lnTo>
                    <a:pt x="135" y="131"/>
                  </a:lnTo>
                  <a:lnTo>
                    <a:pt x="139" y="127"/>
                  </a:lnTo>
                  <a:lnTo>
                    <a:pt x="144" y="125"/>
                  </a:lnTo>
                  <a:lnTo>
                    <a:pt x="149" y="121"/>
                  </a:lnTo>
                  <a:lnTo>
                    <a:pt x="149" y="121"/>
                  </a:lnTo>
                  <a:lnTo>
                    <a:pt x="179" y="109"/>
                  </a:lnTo>
                  <a:lnTo>
                    <a:pt x="196" y="101"/>
                  </a:lnTo>
                  <a:lnTo>
                    <a:pt x="213" y="92"/>
                  </a:lnTo>
                  <a:lnTo>
                    <a:pt x="228" y="84"/>
                  </a:lnTo>
                  <a:lnTo>
                    <a:pt x="240" y="74"/>
                  </a:lnTo>
                  <a:lnTo>
                    <a:pt x="245" y="69"/>
                  </a:lnTo>
                  <a:lnTo>
                    <a:pt x="249" y="64"/>
                  </a:lnTo>
                  <a:lnTo>
                    <a:pt x="251" y="60"/>
                  </a:lnTo>
                  <a:lnTo>
                    <a:pt x="253" y="55"/>
                  </a:lnTo>
                  <a:lnTo>
                    <a:pt x="253" y="55"/>
                  </a:lnTo>
                  <a:lnTo>
                    <a:pt x="251" y="46"/>
                  </a:lnTo>
                  <a:lnTo>
                    <a:pt x="249" y="38"/>
                  </a:lnTo>
                  <a:lnTo>
                    <a:pt x="245" y="30"/>
                  </a:lnTo>
                  <a:lnTo>
                    <a:pt x="239" y="24"/>
                  </a:lnTo>
                  <a:lnTo>
                    <a:pt x="232" y="18"/>
                  </a:lnTo>
                  <a:lnTo>
                    <a:pt x="225" y="15"/>
                  </a:lnTo>
                  <a:lnTo>
                    <a:pt x="216" y="11"/>
                  </a:lnTo>
                  <a:lnTo>
                    <a:pt x="208" y="8"/>
                  </a:lnTo>
                  <a:lnTo>
                    <a:pt x="191" y="4"/>
                  </a:lnTo>
                  <a:lnTo>
                    <a:pt x="175" y="1"/>
                  </a:lnTo>
                  <a:lnTo>
                    <a:pt x="161" y="0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rgbClr val="E19C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424">
              <a:extLst>
                <a:ext uri="{FF2B5EF4-FFF2-40B4-BE49-F238E27FC236}">
                  <a16:creationId xmlns:a16="http://schemas.microsoft.com/office/drawing/2014/main" id="{933A9012-ED49-A045-932B-205600EF3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576" y="2695575"/>
              <a:ext cx="260350" cy="139700"/>
            </a:xfrm>
            <a:custGeom>
              <a:avLst/>
              <a:gdLst>
                <a:gd name="T0" fmla="*/ 194 w 329"/>
                <a:gd name="T1" fmla="*/ 13 h 176"/>
                <a:gd name="T2" fmla="*/ 154 w 329"/>
                <a:gd name="T3" fmla="*/ 52 h 176"/>
                <a:gd name="T4" fmla="*/ 107 w 329"/>
                <a:gd name="T5" fmla="*/ 94 h 176"/>
                <a:gd name="T6" fmla="*/ 94 w 329"/>
                <a:gd name="T7" fmla="*/ 102 h 176"/>
                <a:gd name="T8" fmla="*/ 37 w 329"/>
                <a:gd name="T9" fmla="*/ 139 h 176"/>
                <a:gd name="T10" fmla="*/ 10 w 329"/>
                <a:gd name="T11" fmla="*/ 156 h 176"/>
                <a:gd name="T12" fmla="*/ 1 w 329"/>
                <a:gd name="T13" fmla="*/ 166 h 176"/>
                <a:gd name="T14" fmla="*/ 0 w 329"/>
                <a:gd name="T15" fmla="*/ 168 h 176"/>
                <a:gd name="T16" fmla="*/ 8 w 329"/>
                <a:gd name="T17" fmla="*/ 171 h 176"/>
                <a:gd name="T18" fmla="*/ 54 w 329"/>
                <a:gd name="T19" fmla="*/ 175 h 176"/>
                <a:gd name="T20" fmla="*/ 119 w 329"/>
                <a:gd name="T21" fmla="*/ 176 h 176"/>
                <a:gd name="T22" fmla="*/ 174 w 329"/>
                <a:gd name="T23" fmla="*/ 172 h 176"/>
                <a:gd name="T24" fmla="*/ 186 w 329"/>
                <a:gd name="T25" fmla="*/ 169 h 176"/>
                <a:gd name="T26" fmla="*/ 193 w 329"/>
                <a:gd name="T27" fmla="*/ 164 h 176"/>
                <a:gd name="T28" fmla="*/ 218 w 329"/>
                <a:gd name="T29" fmla="*/ 131 h 176"/>
                <a:gd name="T30" fmla="*/ 244 w 329"/>
                <a:gd name="T31" fmla="*/ 100 h 176"/>
                <a:gd name="T32" fmla="*/ 251 w 329"/>
                <a:gd name="T33" fmla="*/ 95 h 176"/>
                <a:gd name="T34" fmla="*/ 257 w 329"/>
                <a:gd name="T35" fmla="*/ 95 h 176"/>
                <a:gd name="T36" fmla="*/ 262 w 329"/>
                <a:gd name="T37" fmla="*/ 102 h 176"/>
                <a:gd name="T38" fmla="*/ 269 w 329"/>
                <a:gd name="T39" fmla="*/ 125 h 176"/>
                <a:gd name="T40" fmla="*/ 274 w 329"/>
                <a:gd name="T41" fmla="*/ 162 h 176"/>
                <a:gd name="T42" fmla="*/ 293 w 329"/>
                <a:gd name="T43" fmla="*/ 159 h 176"/>
                <a:gd name="T44" fmla="*/ 308 w 329"/>
                <a:gd name="T45" fmla="*/ 128 h 176"/>
                <a:gd name="T46" fmla="*/ 323 w 329"/>
                <a:gd name="T47" fmla="*/ 87 h 176"/>
                <a:gd name="T48" fmla="*/ 329 w 329"/>
                <a:gd name="T49" fmla="*/ 56 h 176"/>
                <a:gd name="T50" fmla="*/ 329 w 329"/>
                <a:gd name="T51" fmla="*/ 42 h 176"/>
                <a:gd name="T52" fmla="*/ 326 w 329"/>
                <a:gd name="T53" fmla="*/ 36 h 176"/>
                <a:gd name="T54" fmla="*/ 316 w 329"/>
                <a:gd name="T55" fmla="*/ 26 h 176"/>
                <a:gd name="T56" fmla="*/ 304 w 329"/>
                <a:gd name="T57" fmla="*/ 16 h 176"/>
                <a:gd name="T58" fmla="*/ 269 w 329"/>
                <a:gd name="T59" fmla="*/ 3 h 176"/>
                <a:gd name="T60" fmla="*/ 250 w 329"/>
                <a:gd name="T61" fmla="*/ 0 h 176"/>
                <a:gd name="T62" fmla="*/ 231 w 329"/>
                <a:gd name="T63" fmla="*/ 0 h 176"/>
                <a:gd name="T64" fmla="*/ 211 w 329"/>
                <a:gd name="T65" fmla="*/ 3 h 176"/>
                <a:gd name="T66" fmla="*/ 194 w 329"/>
                <a:gd name="T67" fmla="*/ 13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9" h="176">
                  <a:moveTo>
                    <a:pt x="194" y="13"/>
                  </a:moveTo>
                  <a:lnTo>
                    <a:pt x="194" y="13"/>
                  </a:lnTo>
                  <a:lnTo>
                    <a:pt x="182" y="24"/>
                  </a:lnTo>
                  <a:lnTo>
                    <a:pt x="154" y="52"/>
                  </a:lnTo>
                  <a:lnTo>
                    <a:pt x="122" y="81"/>
                  </a:lnTo>
                  <a:lnTo>
                    <a:pt x="107" y="94"/>
                  </a:lnTo>
                  <a:lnTo>
                    <a:pt x="94" y="102"/>
                  </a:lnTo>
                  <a:lnTo>
                    <a:pt x="94" y="102"/>
                  </a:lnTo>
                  <a:lnTo>
                    <a:pt x="67" y="118"/>
                  </a:lnTo>
                  <a:lnTo>
                    <a:pt x="37" y="139"/>
                  </a:lnTo>
                  <a:lnTo>
                    <a:pt x="23" y="147"/>
                  </a:lnTo>
                  <a:lnTo>
                    <a:pt x="10" y="156"/>
                  </a:lnTo>
                  <a:lnTo>
                    <a:pt x="3" y="163"/>
                  </a:lnTo>
                  <a:lnTo>
                    <a:pt x="1" y="166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2" y="170"/>
                  </a:lnTo>
                  <a:lnTo>
                    <a:pt x="8" y="171"/>
                  </a:lnTo>
                  <a:lnTo>
                    <a:pt x="27" y="174"/>
                  </a:lnTo>
                  <a:lnTo>
                    <a:pt x="54" y="175"/>
                  </a:lnTo>
                  <a:lnTo>
                    <a:pt x="87" y="176"/>
                  </a:lnTo>
                  <a:lnTo>
                    <a:pt x="119" y="176"/>
                  </a:lnTo>
                  <a:lnTo>
                    <a:pt x="150" y="175"/>
                  </a:lnTo>
                  <a:lnTo>
                    <a:pt x="174" y="172"/>
                  </a:lnTo>
                  <a:lnTo>
                    <a:pt x="181" y="171"/>
                  </a:lnTo>
                  <a:lnTo>
                    <a:pt x="186" y="169"/>
                  </a:lnTo>
                  <a:lnTo>
                    <a:pt x="186" y="169"/>
                  </a:lnTo>
                  <a:lnTo>
                    <a:pt x="193" y="164"/>
                  </a:lnTo>
                  <a:lnTo>
                    <a:pt x="202" y="154"/>
                  </a:lnTo>
                  <a:lnTo>
                    <a:pt x="218" y="131"/>
                  </a:lnTo>
                  <a:lnTo>
                    <a:pt x="237" y="108"/>
                  </a:lnTo>
                  <a:lnTo>
                    <a:pt x="244" y="100"/>
                  </a:lnTo>
                  <a:lnTo>
                    <a:pt x="251" y="95"/>
                  </a:lnTo>
                  <a:lnTo>
                    <a:pt x="251" y="95"/>
                  </a:lnTo>
                  <a:lnTo>
                    <a:pt x="254" y="94"/>
                  </a:lnTo>
                  <a:lnTo>
                    <a:pt x="257" y="95"/>
                  </a:lnTo>
                  <a:lnTo>
                    <a:pt x="260" y="97"/>
                  </a:lnTo>
                  <a:lnTo>
                    <a:pt x="262" y="102"/>
                  </a:lnTo>
                  <a:lnTo>
                    <a:pt x="266" y="112"/>
                  </a:lnTo>
                  <a:lnTo>
                    <a:pt x="269" y="125"/>
                  </a:lnTo>
                  <a:lnTo>
                    <a:pt x="273" y="149"/>
                  </a:lnTo>
                  <a:lnTo>
                    <a:pt x="274" y="162"/>
                  </a:lnTo>
                  <a:lnTo>
                    <a:pt x="293" y="159"/>
                  </a:lnTo>
                  <a:lnTo>
                    <a:pt x="293" y="159"/>
                  </a:lnTo>
                  <a:lnTo>
                    <a:pt x="301" y="145"/>
                  </a:lnTo>
                  <a:lnTo>
                    <a:pt x="308" y="128"/>
                  </a:lnTo>
                  <a:lnTo>
                    <a:pt x="315" y="107"/>
                  </a:lnTo>
                  <a:lnTo>
                    <a:pt x="323" y="87"/>
                  </a:lnTo>
                  <a:lnTo>
                    <a:pt x="327" y="66"/>
                  </a:lnTo>
                  <a:lnTo>
                    <a:pt x="329" y="56"/>
                  </a:lnTo>
                  <a:lnTo>
                    <a:pt x="329" y="49"/>
                  </a:lnTo>
                  <a:lnTo>
                    <a:pt x="329" y="42"/>
                  </a:lnTo>
                  <a:lnTo>
                    <a:pt x="326" y="36"/>
                  </a:lnTo>
                  <a:lnTo>
                    <a:pt x="326" y="36"/>
                  </a:lnTo>
                  <a:lnTo>
                    <a:pt x="321" y="31"/>
                  </a:lnTo>
                  <a:lnTo>
                    <a:pt x="316" y="26"/>
                  </a:lnTo>
                  <a:lnTo>
                    <a:pt x="310" y="21"/>
                  </a:lnTo>
                  <a:lnTo>
                    <a:pt x="304" y="16"/>
                  </a:lnTo>
                  <a:lnTo>
                    <a:pt x="287" y="8"/>
                  </a:lnTo>
                  <a:lnTo>
                    <a:pt x="269" y="3"/>
                  </a:lnTo>
                  <a:lnTo>
                    <a:pt x="260" y="1"/>
                  </a:lnTo>
                  <a:lnTo>
                    <a:pt x="250" y="0"/>
                  </a:lnTo>
                  <a:lnTo>
                    <a:pt x="240" y="0"/>
                  </a:lnTo>
                  <a:lnTo>
                    <a:pt x="231" y="0"/>
                  </a:lnTo>
                  <a:lnTo>
                    <a:pt x="221" y="1"/>
                  </a:lnTo>
                  <a:lnTo>
                    <a:pt x="211" y="3"/>
                  </a:lnTo>
                  <a:lnTo>
                    <a:pt x="203" y="8"/>
                  </a:lnTo>
                  <a:lnTo>
                    <a:pt x="194" y="13"/>
                  </a:lnTo>
                  <a:lnTo>
                    <a:pt x="194" y="13"/>
                  </a:lnTo>
                  <a:close/>
                </a:path>
              </a:pathLst>
            </a:custGeom>
            <a:solidFill>
              <a:srgbClr val="2C2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425">
              <a:extLst>
                <a:ext uri="{FF2B5EF4-FFF2-40B4-BE49-F238E27FC236}">
                  <a16:creationId xmlns:a16="http://schemas.microsoft.com/office/drawing/2014/main" id="{D4D5C3F7-B00B-7245-A942-7F90FDD58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426" y="2735263"/>
              <a:ext cx="206375" cy="174625"/>
            </a:xfrm>
            <a:custGeom>
              <a:avLst/>
              <a:gdLst>
                <a:gd name="T0" fmla="*/ 75 w 260"/>
                <a:gd name="T1" fmla="*/ 8 h 220"/>
                <a:gd name="T2" fmla="*/ 137 w 260"/>
                <a:gd name="T3" fmla="*/ 74 h 220"/>
                <a:gd name="T4" fmla="*/ 161 w 260"/>
                <a:gd name="T5" fmla="*/ 97 h 220"/>
                <a:gd name="T6" fmla="*/ 192 w 260"/>
                <a:gd name="T7" fmla="*/ 122 h 220"/>
                <a:gd name="T8" fmla="*/ 225 w 260"/>
                <a:gd name="T9" fmla="*/ 151 h 220"/>
                <a:gd name="T10" fmla="*/ 252 w 260"/>
                <a:gd name="T11" fmla="*/ 181 h 220"/>
                <a:gd name="T12" fmla="*/ 258 w 260"/>
                <a:gd name="T13" fmla="*/ 195 h 220"/>
                <a:gd name="T14" fmla="*/ 260 w 260"/>
                <a:gd name="T15" fmla="*/ 207 h 220"/>
                <a:gd name="T16" fmla="*/ 258 w 260"/>
                <a:gd name="T17" fmla="*/ 210 h 220"/>
                <a:gd name="T18" fmla="*/ 243 w 260"/>
                <a:gd name="T19" fmla="*/ 216 h 220"/>
                <a:gd name="T20" fmla="*/ 204 w 260"/>
                <a:gd name="T21" fmla="*/ 220 h 220"/>
                <a:gd name="T22" fmla="*/ 179 w 260"/>
                <a:gd name="T23" fmla="*/ 219 h 220"/>
                <a:gd name="T24" fmla="*/ 152 w 260"/>
                <a:gd name="T25" fmla="*/ 214 h 220"/>
                <a:gd name="T26" fmla="*/ 125 w 260"/>
                <a:gd name="T27" fmla="*/ 203 h 220"/>
                <a:gd name="T28" fmla="*/ 98 w 260"/>
                <a:gd name="T29" fmla="*/ 187 h 220"/>
                <a:gd name="T30" fmla="*/ 91 w 260"/>
                <a:gd name="T31" fmla="*/ 181 h 220"/>
                <a:gd name="T32" fmla="*/ 68 w 260"/>
                <a:gd name="T33" fmla="*/ 150 h 220"/>
                <a:gd name="T34" fmla="*/ 42 w 260"/>
                <a:gd name="T35" fmla="*/ 122 h 220"/>
                <a:gd name="T36" fmla="*/ 35 w 260"/>
                <a:gd name="T37" fmla="*/ 118 h 220"/>
                <a:gd name="T38" fmla="*/ 30 w 260"/>
                <a:gd name="T39" fmla="*/ 118 h 220"/>
                <a:gd name="T40" fmla="*/ 27 w 260"/>
                <a:gd name="T41" fmla="*/ 120 h 220"/>
                <a:gd name="T42" fmla="*/ 25 w 260"/>
                <a:gd name="T43" fmla="*/ 133 h 220"/>
                <a:gd name="T44" fmla="*/ 28 w 260"/>
                <a:gd name="T45" fmla="*/ 154 h 220"/>
                <a:gd name="T46" fmla="*/ 8 w 260"/>
                <a:gd name="T47" fmla="*/ 151 h 220"/>
                <a:gd name="T48" fmla="*/ 2 w 260"/>
                <a:gd name="T49" fmla="*/ 102 h 220"/>
                <a:gd name="T50" fmla="*/ 0 w 260"/>
                <a:gd name="T51" fmla="*/ 61 h 220"/>
                <a:gd name="T52" fmla="*/ 2 w 260"/>
                <a:gd name="T53" fmla="*/ 29 h 220"/>
                <a:gd name="T54" fmla="*/ 5 w 260"/>
                <a:gd name="T55" fmla="*/ 20 h 220"/>
                <a:gd name="T56" fmla="*/ 13 w 260"/>
                <a:gd name="T57" fmla="*/ 6 h 220"/>
                <a:gd name="T58" fmla="*/ 29 w 260"/>
                <a:gd name="T59" fmla="*/ 0 h 220"/>
                <a:gd name="T60" fmla="*/ 56 w 260"/>
                <a:gd name="T61" fmla="*/ 3 h 220"/>
                <a:gd name="T62" fmla="*/ 75 w 260"/>
                <a:gd name="T63" fmla="*/ 8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0" h="220">
                  <a:moveTo>
                    <a:pt x="75" y="8"/>
                  </a:moveTo>
                  <a:lnTo>
                    <a:pt x="75" y="8"/>
                  </a:lnTo>
                  <a:lnTo>
                    <a:pt x="109" y="45"/>
                  </a:lnTo>
                  <a:lnTo>
                    <a:pt x="137" y="74"/>
                  </a:lnTo>
                  <a:lnTo>
                    <a:pt x="150" y="87"/>
                  </a:lnTo>
                  <a:lnTo>
                    <a:pt x="161" y="97"/>
                  </a:lnTo>
                  <a:lnTo>
                    <a:pt x="161" y="97"/>
                  </a:lnTo>
                  <a:lnTo>
                    <a:pt x="192" y="122"/>
                  </a:lnTo>
                  <a:lnTo>
                    <a:pt x="209" y="137"/>
                  </a:lnTo>
                  <a:lnTo>
                    <a:pt x="225" y="151"/>
                  </a:lnTo>
                  <a:lnTo>
                    <a:pt x="239" y="166"/>
                  </a:lnTo>
                  <a:lnTo>
                    <a:pt x="252" y="181"/>
                  </a:lnTo>
                  <a:lnTo>
                    <a:pt x="255" y="188"/>
                  </a:lnTo>
                  <a:lnTo>
                    <a:pt x="258" y="195"/>
                  </a:lnTo>
                  <a:lnTo>
                    <a:pt x="260" y="201"/>
                  </a:lnTo>
                  <a:lnTo>
                    <a:pt x="260" y="207"/>
                  </a:lnTo>
                  <a:lnTo>
                    <a:pt x="260" y="207"/>
                  </a:lnTo>
                  <a:lnTo>
                    <a:pt x="258" y="210"/>
                  </a:lnTo>
                  <a:lnTo>
                    <a:pt x="255" y="211"/>
                  </a:lnTo>
                  <a:lnTo>
                    <a:pt x="243" y="216"/>
                  </a:lnTo>
                  <a:lnTo>
                    <a:pt x="226" y="219"/>
                  </a:lnTo>
                  <a:lnTo>
                    <a:pt x="204" y="220"/>
                  </a:lnTo>
                  <a:lnTo>
                    <a:pt x="192" y="220"/>
                  </a:lnTo>
                  <a:lnTo>
                    <a:pt x="179" y="219"/>
                  </a:lnTo>
                  <a:lnTo>
                    <a:pt x="166" y="217"/>
                  </a:lnTo>
                  <a:lnTo>
                    <a:pt x="152" y="214"/>
                  </a:lnTo>
                  <a:lnTo>
                    <a:pt x="139" y="210"/>
                  </a:lnTo>
                  <a:lnTo>
                    <a:pt x="125" y="203"/>
                  </a:lnTo>
                  <a:lnTo>
                    <a:pt x="111" y="196"/>
                  </a:lnTo>
                  <a:lnTo>
                    <a:pt x="98" y="187"/>
                  </a:lnTo>
                  <a:lnTo>
                    <a:pt x="98" y="187"/>
                  </a:lnTo>
                  <a:lnTo>
                    <a:pt x="91" y="181"/>
                  </a:lnTo>
                  <a:lnTo>
                    <a:pt x="83" y="172"/>
                  </a:lnTo>
                  <a:lnTo>
                    <a:pt x="68" y="150"/>
                  </a:lnTo>
                  <a:lnTo>
                    <a:pt x="50" y="130"/>
                  </a:lnTo>
                  <a:lnTo>
                    <a:pt x="42" y="122"/>
                  </a:lnTo>
                  <a:lnTo>
                    <a:pt x="35" y="118"/>
                  </a:lnTo>
                  <a:lnTo>
                    <a:pt x="35" y="118"/>
                  </a:lnTo>
                  <a:lnTo>
                    <a:pt x="33" y="118"/>
                  </a:lnTo>
                  <a:lnTo>
                    <a:pt x="30" y="118"/>
                  </a:lnTo>
                  <a:lnTo>
                    <a:pt x="28" y="119"/>
                  </a:lnTo>
                  <a:lnTo>
                    <a:pt x="27" y="120"/>
                  </a:lnTo>
                  <a:lnTo>
                    <a:pt x="25" y="126"/>
                  </a:lnTo>
                  <a:lnTo>
                    <a:pt x="25" y="133"/>
                  </a:lnTo>
                  <a:lnTo>
                    <a:pt x="27" y="147"/>
                  </a:lnTo>
                  <a:lnTo>
                    <a:pt x="28" y="154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7" y="137"/>
                  </a:lnTo>
                  <a:lnTo>
                    <a:pt x="2" y="102"/>
                  </a:lnTo>
                  <a:lnTo>
                    <a:pt x="1" y="81"/>
                  </a:lnTo>
                  <a:lnTo>
                    <a:pt x="0" y="61"/>
                  </a:lnTo>
                  <a:lnTo>
                    <a:pt x="0" y="43"/>
                  </a:lnTo>
                  <a:lnTo>
                    <a:pt x="2" y="29"/>
                  </a:lnTo>
                  <a:lnTo>
                    <a:pt x="2" y="29"/>
                  </a:lnTo>
                  <a:lnTo>
                    <a:pt x="5" y="20"/>
                  </a:lnTo>
                  <a:lnTo>
                    <a:pt x="8" y="11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29" y="0"/>
                  </a:lnTo>
                  <a:lnTo>
                    <a:pt x="41" y="0"/>
                  </a:lnTo>
                  <a:lnTo>
                    <a:pt x="56" y="3"/>
                  </a:lnTo>
                  <a:lnTo>
                    <a:pt x="75" y="8"/>
                  </a:lnTo>
                  <a:lnTo>
                    <a:pt x="75" y="8"/>
                  </a:lnTo>
                  <a:close/>
                </a:path>
              </a:pathLst>
            </a:custGeom>
            <a:solidFill>
              <a:srgbClr val="2C2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426">
              <a:extLst>
                <a:ext uri="{FF2B5EF4-FFF2-40B4-BE49-F238E27FC236}">
                  <a16:creationId xmlns:a16="http://schemas.microsoft.com/office/drawing/2014/main" id="{CEB60008-34A8-D049-8D73-8435AD0B6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613" y="287338"/>
              <a:ext cx="20638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4 w 25"/>
                <a:gd name="T5" fmla="*/ 8 h 25"/>
                <a:gd name="T6" fmla="*/ 22 w 25"/>
                <a:gd name="T7" fmla="*/ 3 h 25"/>
                <a:gd name="T8" fmla="*/ 17 w 25"/>
                <a:gd name="T9" fmla="*/ 1 h 25"/>
                <a:gd name="T10" fmla="*/ 12 w 25"/>
                <a:gd name="T11" fmla="*/ 0 h 25"/>
                <a:gd name="T12" fmla="*/ 12 w 25"/>
                <a:gd name="T13" fmla="*/ 0 h 25"/>
                <a:gd name="T14" fmla="*/ 7 w 25"/>
                <a:gd name="T15" fmla="*/ 1 h 25"/>
                <a:gd name="T16" fmla="*/ 4 w 25"/>
                <a:gd name="T17" fmla="*/ 3 h 25"/>
                <a:gd name="T18" fmla="*/ 1 w 25"/>
                <a:gd name="T19" fmla="*/ 8 h 25"/>
                <a:gd name="T20" fmla="*/ 0 w 25"/>
                <a:gd name="T21" fmla="*/ 13 h 25"/>
                <a:gd name="T22" fmla="*/ 0 w 25"/>
                <a:gd name="T23" fmla="*/ 13 h 25"/>
                <a:gd name="T24" fmla="*/ 1 w 25"/>
                <a:gd name="T25" fmla="*/ 18 h 25"/>
                <a:gd name="T26" fmla="*/ 4 w 25"/>
                <a:gd name="T27" fmla="*/ 21 h 25"/>
                <a:gd name="T28" fmla="*/ 7 w 25"/>
                <a:gd name="T29" fmla="*/ 24 h 25"/>
                <a:gd name="T30" fmla="*/ 12 w 25"/>
                <a:gd name="T31" fmla="*/ 25 h 25"/>
                <a:gd name="T32" fmla="*/ 12 w 25"/>
                <a:gd name="T33" fmla="*/ 25 h 25"/>
                <a:gd name="T34" fmla="*/ 17 w 25"/>
                <a:gd name="T35" fmla="*/ 24 h 25"/>
                <a:gd name="T36" fmla="*/ 22 w 25"/>
                <a:gd name="T37" fmla="*/ 21 h 25"/>
                <a:gd name="T38" fmla="*/ 24 w 25"/>
                <a:gd name="T39" fmla="*/ 1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4" y="8"/>
                  </a:lnTo>
                  <a:lnTo>
                    <a:pt x="22" y="3"/>
                  </a:lnTo>
                  <a:lnTo>
                    <a:pt x="1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7" y="24"/>
                  </a:lnTo>
                  <a:lnTo>
                    <a:pt x="22" y="21"/>
                  </a:lnTo>
                  <a:lnTo>
                    <a:pt x="24" y="1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427">
              <a:extLst>
                <a:ext uri="{FF2B5EF4-FFF2-40B4-BE49-F238E27FC236}">
                  <a16:creationId xmlns:a16="http://schemas.microsoft.com/office/drawing/2014/main" id="{048182BC-F32B-7B48-B32F-201E576DF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301" y="277813"/>
              <a:ext cx="20638" cy="20638"/>
            </a:xfrm>
            <a:custGeom>
              <a:avLst/>
              <a:gdLst>
                <a:gd name="T0" fmla="*/ 25 w 25"/>
                <a:gd name="T1" fmla="*/ 12 h 25"/>
                <a:gd name="T2" fmla="*/ 25 w 25"/>
                <a:gd name="T3" fmla="*/ 12 h 25"/>
                <a:gd name="T4" fmla="*/ 24 w 25"/>
                <a:gd name="T5" fmla="*/ 7 h 25"/>
                <a:gd name="T6" fmla="*/ 21 w 25"/>
                <a:gd name="T7" fmla="*/ 3 h 25"/>
                <a:gd name="T8" fmla="*/ 18 w 25"/>
                <a:gd name="T9" fmla="*/ 0 h 25"/>
                <a:gd name="T10" fmla="*/ 13 w 25"/>
                <a:gd name="T11" fmla="*/ 0 h 25"/>
                <a:gd name="T12" fmla="*/ 13 w 25"/>
                <a:gd name="T13" fmla="*/ 0 h 25"/>
                <a:gd name="T14" fmla="*/ 8 w 25"/>
                <a:gd name="T15" fmla="*/ 0 h 25"/>
                <a:gd name="T16" fmla="*/ 3 w 25"/>
                <a:gd name="T17" fmla="*/ 3 h 25"/>
                <a:gd name="T18" fmla="*/ 1 w 25"/>
                <a:gd name="T19" fmla="*/ 7 h 25"/>
                <a:gd name="T20" fmla="*/ 0 w 25"/>
                <a:gd name="T21" fmla="*/ 12 h 25"/>
                <a:gd name="T22" fmla="*/ 0 w 25"/>
                <a:gd name="T23" fmla="*/ 12 h 25"/>
                <a:gd name="T24" fmla="*/ 1 w 25"/>
                <a:gd name="T25" fmla="*/ 17 h 25"/>
                <a:gd name="T26" fmla="*/ 3 w 25"/>
                <a:gd name="T27" fmla="*/ 21 h 25"/>
                <a:gd name="T28" fmla="*/ 8 w 25"/>
                <a:gd name="T29" fmla="*/ 24 h 25"/>
                <a:gd name="T30" fmla="*/ 13 w 25"/>
                <a:gd name="T31" fmla="*/ 25 h 25"/>
                <a:gd name="T32" fmla="*/ 13 w 25"/>
                <a:gd name="T33" fmla="*/ 25 h 25"/>
                <a:gd name="T34" fmla="*/ 18 w 25"/>
                <a:gd name="T35" fmla="*/ 24 h 25"/>
                <a:gd name="T36" fmla="*/ 21 w 25"/>
                <a:gd name="T37" fmla="*/ 21 h 25"/>
                <a:gd name="T38" fmla="*/ 24 w 25"/>
                <a:gd name="T39" fmla="*/ 17 h 25"/>
                <a:gd name="T40" fmla="*/ 25 w 25"/>
                <a:gd name="T41" fmla="*/ 12 h 25"/>
                <a:gd name="T42" fmla="*/ 25 w 25"/>
                <a:gd name="T43" fmla="*/ 1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2"/>
                  </a:moveTo>
                  <a:lnTo>
                    <a:pt x="25" y="12"/>
                  </a:lnTo>
                  <a:lnTo>
                    <a:pt x="24" y="7"/>
                  </a:lnTo>
                  <a:lnTo>
                    <a:pt x="21" y="3"/>
                  </a:lnTo>
                  <a:lnTo>
                    <a:pt x="1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lnTo>
                    <a:pt x="3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3" y="21"/>
                  </a:lnTo>
                  <a:lnTo>
                    <a:pt x="8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8" y="24"/>
                  </a:lnTo>
                  <a:lnTo>
                    <a:pt x="21" y="21"/>
                  </a:lnTo>
                  <a:lnTo>
                    <a:pt x="24" y="1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428">
              <a:extLst>
                <a:ext uri="{FF2B5EF4-FFF2-40B4-BE49-F238E27FC236}">
                  <a16:creationId xmlns:a16="http://schemas.microsoft.com/office/drawing/2014/main" id="{BDE30EAA-3D8C-6347-ADDF-4118ED89F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438" y="260350"/>
              <a:ext cx="36513" cy="11113"/>
            </a:xfrm>
            <a:custGeom>
              <a:avLst/>
              <a:gdLst>
                <a:gd name="T0" fmla="*/ 3 w 46"/>
                <a:gd name="T1" fmla="*/ 3 h 14"/>
                <a:gd name="T2" fmla="*/ 3 w 46"/>
                <a:gd name="T3" fmla="*/ 3 h 14"/>
                <a:gd name="T4" fmla="*/ 12 w 46"/>
                <a:gd name="T5" fmla="*/ 0 h 14"/>
                <a:gd name="T6" fmla="*/ 21 w 46"/>
                <a:gd name="T7" fmla="*/ 0 h 14"/>
                <a:gd name="T8" fmla="*/ 30 w 46"/>
                <a:gd name="T9" fmla="*/ 1 h 14"/>
                <a:gd name="T10" fmla="*/ 40 w 46"/>
                <a:gd name="T11" fmla="*/ 3 h 14"/>
                <a:gd name="T12" fmla="*/ 40 w 46"/>
                <a:gd name="T13" fmla="*/ 3 h 14"/>
                <a:gd name="T14" fmla="*/ 45 w 46"/>
                <a:gd name="T15" fmla="*/ 7 h 14"/>
                <a:gd name="T16" fmla="*/ 46 w 46"/>
                <a:gd name="T17" fmla="*/ 9 h 14"/>
                <a:gd name="T18" fmla="*/ 46 w 46"/>
                <a:gd name="T19" fmla="*/ 11 h 14"/>
                <a:gd name="T20" fmla="*/ 46 w 46"/>
                <a:gd name="T21" fmla="*/ 13 h 14"/>
                <a:gd name="T22" fmla="*/ 44 w 46"/>
                <a:gd name="T23" fmla="*/ 14 h 14"/>
                <a:gd name="T24" fmla="*/ 41 w 46"/>
                <a:gd name="T25" fmla="*/ 14 h 14"/>
                <a:gd name="T26" fmla="*/ 36 w 46"/>
                <a:gd name="T27" fmla="*/ 13 h 14"/>
                <a:gd name="T28" fmla="*/ 36 w 46"/>
                <a:gd name="T29" fmla="*/ 13 h 14"/>
                <a:gd name="T30" fmla="*/ 26 w 46"/>
                <a:gd name="T31" fmla="*/ 9 h 14"/>
                <a:gd name="T32" fmla="*/ 18 w 46"/>
                <a:gd name="T33" fmla="*/ 8 h 14"/>
                <a:gd name="T34" fmla="*/ 9 w 46"/>
                <a:gd name="T35" fmla="*/ 9 h 14"/>
                <a:gd name="T36" fmla="*/ 9 w 46"/>
                <a:gd name="T37" fmla="*/ 9 h 14"/>
                <a:gd name="T38" fmla="*/ 4 w 46"/>
                <a:gd name="T39" fmla="*/ 9 h 14"/>
                <a:gd name="T40" fmla="*/ 1 w 46"/>
                <a:gd name="T41" fmla="*/ 8 h 14"/>
                <a:gd name="T42" fmla="*/ 0 w 46"/>
                <a:gd name="T43" fmla="*/ 6 h 14"/>
                <a:gd name="T44" fmla="*/ 3 w 46"/>
                <a:gd name="T45" fmla="*/ 3 h 14"/>
                <a:gd name="T46" fmla="*/ 3 w 46"/>
                <a:gd name="T47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6" h="14">
                  <a:moveTo>
                    <a:pt x="3" y="3"/>
                  </a:moveTo>
                  <a:lnTo>
                    <a:pt x="3" y="3"/>
                  </a:lnTo>
                  <a:lnTo>
                    <a:pt x="12" y="0"/>
                  </a:lnTo>
                  <a:lnTo>
                    <a:pt x="21" y="0"/>
                  </a:lnTo>
                  <a:lnTo>
                    <a:pt x="30" y="1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45" y="7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6" y="13"/>
                  </a:lnTo>
                  <a:lnTo>
                    <a:pt x="44" y="14"/>
                  </a:lnTo>
                  <a:lnTo>
                    <a:pt x="41" y="14"/>
                  </a:lnTo>
                  <a:lnTo>
                    <a:pt x="36" y="13"/>
                  </a:lnTo>
                  <a:lnTo>
                    <a:pt x="36" y="13"/>
                  </a:lnTo>
                  <a:lnTo>
                    <a:pt x="26" y="9"/>
                  </a:lnTo>
                  <a:lnTo>
                    <a:pt x="18" y="8"/>
                  </a:lnTo>
                  <a:lnTo>
                    <a:pt x="9" y="9"/>
                  </a:lnTo>
                  <a:lnTo>
                    <a:pt x="9" y="9"/>
                  </a:lnTo>
                  <a:lnTo>
                    <a:pt x="4" y="9"/>
                  </a:lnTo>
                  <a:lnTo>
                    <a:pt x="1" y="8"/>
                  </a:lnTo>
                  <a:lnTo>
                    <a:pt x="0" y="6"/>
                  </a:lnTo>
                  <a:lnTo>
                    <a:pt x="3" y="3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429">
              <a:extLst>
                <a:ext uri="{FF2B5EF4-FFF2-40B4-BE49-F238E27FC236}">
                  <a16:creationId xmlns:a16="http://schemas.microsoft.com/office/drawing/2014/main" id="{B2A68730-3E71-DB42-833C-3E8999A95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776" y="250825"/>
              <a:ext cx="30163" cy="9525"/>
            </a:xfrm>
            <a:custGeom>
              <a:avLst/>
              <a:gdLst>
                <a:gd name="T0" fmla="*/ 35 w 36"/>
                <a:gd name="T1" fmla="*/ 3 h 12"/>
                <a:gd name="T2" fmla="*/ 35 w 36"/>
                <a:gd name="T3" fmla="*/ 3 h 12"/>
                <a:gd name="T4" fmla="*/ 26 w 36"/>
                <a:gd name="T5" fmla="*/ 1 h 12"/>
                <a:gd name="T6" fmla="*/ 19 w 36"/>
                <a:gd name="T7" fmla="*/ 0 h 12"/>
                <a:gd name="T8" fmla="*/ 12 w 36"/>
                <a:gd name="T9" fmla="*/ 1 h 12"/>
                <a:gd name="T10" fmla="*/ 5 w 36"/>
                <a:gd name="T11" fmla="*/ 3 h 12"/>
                <a:gd name="T12" fmla="*/ 5 w 36"/>
                <a:gd name="T13" fmla="*/ 3 h 12"/>
                <a:gd name="T14" fmla="*/ 1 w 36"/>
                <a:gd name="T15" fmla="*/ 6 h 12"/>
                <a:gd name="T16" fmla="*/ 0 w 36"/>
                <a:gd name="T17" fmla="*/ 9 h 12"/>
                <a:gd name="T18" fmla="*/ 0 w 36"/>
                <a:gd name="T19" fmla="*/ 11 h 12"/>
                <a:gd name="T20" fmla="*/ 1 w 36"/>
                <a:gd name="T21" fmla="*/ 12 h 12"/>
                <a:gd name="T22" fmla="*/ 3 w 36"/>
                <a:gd name="T23" fmla="*/ 12 h 12"/>
                <a:gd name="T24" fmla="*/ 7 w 36"/>
                <a:gd name="T25" fmla="*/ 12 h 12"/>
                <a:gd name="T26" fmla="*/ 7 w 36"/>
                <a:gd name="T27" fmla="*/ 12 h 12"/>
                <a:gd name="T28" fmla="*/ 17 w 36"/>
                <a:gd name="T29" fmla="*/ 8 h 12"/>
                <a:gd name="T30" fmla="*/ 22 w 36"/>
                <a:gd name="T31" fmla="*/ 7 h 12"/>
                <a:gd name="T32" fmla="*/ 30 w 36"/>
                <a:gd name="T33" fmla="*/ 8 h 12"/>
                <a:gd name="T34" fmla="*/ 30 w 36"/>
                <a:gd name="T35" fmla="*/ 8 h 12"/>
                <a:gd name="T36" fmla="*/ 34 w 36"/>
                <a:gd name="T37" fmla="*/ 8 h 12"/>
                <a:gd name="T38" fmla="*/ 35 w 36"/>
                <a:gd name="T39" fmla="*/ 7 h 12"/>
                <a:gd name="T40" fmla="*/ 36 w 36"/>
                <a:gd name="T41" fmla="*/ 6 h 12"/>
                <a:gd name="T42" fmla="*/ 35 w 36"/>
                <a:gd name="T43" fmla="*/ 3 h 12"/>
                <a:gd name="T44" fmla="*/ 35 w 36"/>
                <a:gd name="T45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12">
                  <a:moveTo>
                    <a:pt x="35" y="3"/>
                  </a:moveTo>
                  <a:lnTo>
                    <a:pt x="35" y="3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5" y="3"/>
                  </a:lnTo>
                  <a:lnTo>
                    <a:pt x="5" y="3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3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17" y="8"/>
                  </a:lnTo>
                  <a:lnTo>
                    <a:pt x="22" y="7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34" y="8"/>
                  </a:lnTo>
                  <a:lnTo>
                    <a:pt x="35" y="7"/>
                  </a:lnTo>
                  <a:lnTo>
                    <a:pt x="36" y="6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430">
              <a:extLst>
                <a:ext uri="{FF2B5EF4-FFF2-40B4-BE49-F238E27FC236}">
                  <a16:creationId xmlns:a16="http://schemas.microsoft.com/office/drawing/2014/main" id="{02DEA670-2505-5F4B-91E3-B304F4501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051" y="312738"/>
              <a:ext cx="20638" cy="39688"/>
            </a:xfrm>
            <a:custGeom>
              <a:avLst/>
              <a:gdLst>
                <a:gd name="T0" fmla="*/ 6 w 24"/>
                <a:gd name="T1" fmla="*/ 39 h 52"/>
                <a:gd name="T2" fmla="*/ 6 w 24"/>
                <a:gd name="T3" fmla="*/ 39 h 52"/>
                <a:gd name="T4" fmla="*/ 6 w 24"/>
                <a:gd name="T5" fmla="*/ 36 h 52"/>
                <a:gd name="T6" fmla="*/ 7 w 24"/>
                <a:gd name="T7" fmla="*/ 34 h 52"/>
                <a:gd name="T8" fmla="*/ 11 w 24"/>
                <a:gd name="T9" fmla="*/ 29 h 52"/>
                <a:gd name="T10" fmla="*/ 14 w 24"/>
                <a:gd name="T11" fmla="*/ 25 h 52"/>
                <a:gd name="T12" fmla="*/ 17 w 24"/>
                <a:gd name="T13" fmla="*/ 23 h 52"/>
                <a:gd name="T14" fmla="*/ 17 w 24"/>
                <a:gd name="T15" fmla="*/ 23 h 52"/>
                <a:gd name="T16" fmla="*/ 20 w 24"/>
                <a:gd name="T17" fmla="*/ 16 h 52"/>
                <a:gd name="T18" fmla="*/ 22 w 24"/>
                <a:gd name="T19" fmla="*/ 8 h 52"/>
                <a:gd name="T20" fmla="*/ 23 w 24"/>
                <a:gd name="T21" fmla="*/ 0 h 52"/>
                <a:gd name="T22" fmla="*/ 23 w 24"/>
                <a:gd name="T23" fmla="*/ 0 h 52"/>
                <a:gd name="T24" fmla="*/ 20 w 24"/>
                <a:gd name="T25" fmla="*/ 0 h 52"/>
                <a:gd name="T26" fmla="*/ 18 w 24"/>
                <a:gd name="T27" fmla="*/ 0 h 52"/>
                <a:gd name="T28" fmla="*/ 18 w 24"/>
                <a:gd name="T29" fmla="*/ 0 h 52"/>
                <a:gd name="T30" fmla="*/ 17 w 24"/>
                <a:gd name="T31" fmla="*/ 12 h 52"/>
                <a:gd name="T32" fmla="*/ 14 w 24"/>
                <a:gd name="T33" fmla="*/ 17 h 52"/>
                <a:gd name="T34" fmla="*/ 13 w 24"/>
                <a:gd name="T35" fmla="*/ 19 h 52"/>
                <a:gd name="T36" fmla="*/ 13 w 24"/>
                <a:gd name="T37" fmla="*/ 19 h 52"/>
                <a:gd name="T38" fmla="*/ 5 w 24"/>
                <a:gd name="T39" fmla="*/ 28 h 52"/>
                <a:gd name="T40" fmla="*/ 1 w 24"/>
                <a:gd name="T41" fmla="*/ 31 h 52"/>
                <a:gd name="T42" fmla="*/ 0 w 24"/>
                <a:gd name="T43" fmla="*/ 36 h 52"/>
                <a:gd name="T44" fmla="*/ 0 w 24"/>
                <a:gd name="T45" fmla="*/ 36 h 52"/>
                <a:gd name="T46" fmla="*/ 0 w 24"/>
                <a:gd name="T47" fmla="*/ 39 h 52"/>
                <a:gd name="T48" fmla="*/ 2 w 24"/>
                <a:gd name="T49" fmla="*/ 41 h 52"/>
                <a:gd name="T50" fmla="*/ 8 w 24"/>
                <a:gd name="T51" fmla="*/ 47 h 52"/>
                <a:gd name="T52" fmla="*/ 16 w 24"/>
                <a:gd name="T53" fmla="*/ 51 h 52"/>
                <a:gd name="T54" fmla="*/ 20 w 24"/>
                <a:gd name="T55" fmla="*/ 52 h 52"/>
                <a:gd name="T56" fmla="*/ 24 w 24"/>
                <a:gd name="T57" fmla="*/ 52 h 52"/>
                <a:gd name="T58" fmla="*/ 24 w 24"/>
                <a:gd name="T59" fmla="*/ 52 h 52"/>
                <a:gd name="T60" fmla="*/ 16 w 24"/>
                <a:gd name="T61" fmla="*/ 47 h 52"/>
                <a:gd name="T62" fmla="*/ 10 w 24"/>
                <a:gd name="T63" fmla="*/ 44 h 52"/>
                <a:gd name="T64" fmla="*/ 7 w 24"/>
                <a:gd name="T65" fmla="*/ 41 h 52"/>
                <a:gd name="T66" fmla="*/ 6 w 24"/>
                <a:gd name="T67" fmla="*/ 39 h 52"/>
                <a:gd name="T68" fmla="*/ 6 w 24"/>
                <a:gd name="T69" fmla="*/ 39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" h="52">
                  <a:moveTo>
                    <a:pt x="6" y="39"/>
                  </a:moveTo>
                  <a:lnTo>
                    <a:pt x="6" y="39"/>
                  </a:lnTo>
                  <a:lnTo>
                    <a:pt x="6" y="36"/>
                  </a:lnTo>
                  <a:lnTo>
                    <a:pt x="7" y="34"/>
                  </a:lnTo>
                  <a:lnTo>
                    <a:pt x="11" y="29"/>
                  </a:lnTo>
                  <a:lnTo>
                    <a:pt x="14" y="25"/>
                  </a:lnTo>
                  <a:lnTo>
                    <a:pt x="17" y="23"/>
                  </a:lnTo>
                  <a:lnTo>
                    <a:pt x="17" y="23"/>
                  </a:lnTo>
                  <a:lnTo>
                    <a:pt x="20" y="16"/>
                  </a:lnTo>
                  <a:lnTo>
                    <a:pt x="22" y="8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12"/>
                  </a:lnTo>
                  <a:lnTo>
                    <a:pt x="14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5" y="28"/>
                  </a:lnTo>
                  <a:lnTo>
                    <a:pt x="1" y="31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39"/>
                  </a:lnTo>
                  <a:lnTo>
                    <a:pt x="2" y="41"/>
                  </a:lnTo>
                  <a:lnTo>
                    <a:pt x="8" y="47"/>
                  </a:lnTo>
                  <a:lnTo>
                    <a:pt x="16" y="51"/>
                  </a:lnTo>
                  <a:lnTo>
                    <a:pt x="20" y="52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16" y="47"/>
                  </a:lnTo>
                  <a:lnTo>
                    <a:pt x="10" y="44"/>
                  </a:lnTo>
                  <a:lnTo>
                    <a:pt x="7" y="41"/>
                  </a:lnTo>
                  <a:lnTo>
                    <a:pt x="6" y="39"/>
                  </a:lnTo>
                  <a:lnTo>
                    <a:pt x="6" y="39"/>
                  </a:lnTo>
                  <a:close/>
                </a:path>
              </a:pathLst>
            </a:custGeom>
            <a:solidFill>
              <a:srgbClr val="C58F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431">
              <a:extLst>
                <a:ext uri="{FF2B5EF4-FFF2-40B4-BE49-F238E27FC236}">
                  <a16:creationId xmlns:a16="http://schemas.microsoft.com/office/drawing/2014/main" id="{5DB8D416-0F6D-6648-AACA-ADA0B1F23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576" y="369888"/>
              <a:ext cx="49213" cy="19050"/>
            </a:xfrm>
            <a:custGeom>
              <a:avLst/>
              <a:gdLst>
                <a:gd name="T0" fmla="*/ 0 w 62"/>
                <a:gd name="T1" fmla="*/ 0 h 24"/>
                <a:gd name="T2" fmla="*/ 0 w 62"/>
                <a:gd name="T3" fmla="*/ 0 h 24"/>
                <a:gd name="T4" fmla="*/ 5 w 62"/>
                <a:gd name="T5" fmla="*/ 1 h 24"/>
                <a:gd name="T6" fmla="*/ 17 w 62"/>
                <a:gd name="T7" fmla="*/ 3 h 24"/>
                <a:gd name="T8" fmla="*/ 25 w 62"/>
                <a:gd name="T9" fmla="*/ 3 h 24"/>
                <a:gd name="T10" fmla="*/ 36 w 62"/>
                <a:gd name="T11" fmla="*/ 3 h 24"/>
                <a:gd name="T12" fmla="*/ 48 w 62"/>
                <a:gd name="T13" fmla="*/ 2 h 24"/>
                <a:gd name="T14" fmla="*/ 62 w 62"/>
                <a:gd name="T15" fmla="*/ 0 h 24"/>
                <a:gd name="T16" fmla="*/ 62 w 62"/>
                <a:gd name="T17" fmla="*/ 0 h 24"/>
                <a:gd name="T18" fmla="*/ 60 w 62"/>
                <a:gd name="T19" fmla="*/ 5 h 24"/>
                <a:gd name="T20" fmla="*/ 56 w 62"/>
                <a:gd name="T21" fmla="*/ 13 h 24"/>
                <a:gd name="T22" fmla="*/ 52 w 62"/>
                <a:gd name="T23" fmla="*/ 18 h 24"/>
                <a:gd name="T24" fmla="*/ 47 w 62"/>
                <a:gd name="T25" fmla="*/ 22 h 24"/>
                <a:gd name="T26" fmla="*/ 41 w 62"/>
                <a:gd name="T27" fmla="*/ 24 h 24"/>
                <a:gd name="T28" fmla="*/ 35 w 62"/>
                <a:gd name="T29" fmla="*/ 24 h 24"/>
                <a:gd name="T30" fmla="*/ 35 w 62"/>
                <a:gd name="T31" fmla="*/ 24 h 24"/>
                <a:gd name="T32" fmla="*/ 28 w 62"/>
                <a:gd name="T33" fmla="*/ 23 h 24"/>
                <a:gd name="T34" fmla="*/ 22 w 62"/>
                <a:gd name="T35" fmla="*/ 22 h 24"/>
                <a:gd name="T36" fmla="*/ 17 w 62"/>
                <a:gd name="T37" fmla="*/ 18 h 24"/>
                <a:gd name="T38" fmla="*/ 13 w 62"/>
                <a:gd name="T39" fmla="*/ 15 h 24"/>
                <a:gd name="T40" fmla="*/ 6 w 62"/>
                <a:gd name="T41" fmla="*/ 7 h 24"/>
                <a:gd name="T42" fmla="*/ 0 w 62"/>
                <a:gd name="T43" fmla="*/ 0 h 24"/>
                <a:gd name="T44" fmla="*/ 0 w 62"/>
                <a:gd name="T4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" h="24">
                  <a:moveTo>
                    <a:pt x="0" y="0"/>
                  </a:moveTo>
                  <a:lnTo>
                    <a:pt x="0" y="0"/>
                  </a:lnTo>
                  <a:lnTo>
                    <a:pt x="5" y="1"/>
                  </a:lnTo>
                  <a:lnTo>
                    <a:pt x="17" y="3"/>
                  </a:lnTo>
                  <a:lnTo>
                    <a:pt x="25" y="3"/>
                  </a:lnTo>
                  <a:lnTo>
                    <a:pt x="36" y="3"/>
                  </a:lnTo>
                  <a:lnTo>
                    <a:pt x="48" y="2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0" y="5"/>
                  </a:lnTo>
                  <a:lnTo>
                    <a:pt x="56" y="13"/>
                  </a:lnTo>
                  <a:lnTo>
                    <a:pt x="52" y="18"/>
                  </a:lnTo>
                  <a:lnTo>
                    <a:pt x="47" y="22"/>
                  </a:lnTo>
                  <a:lnTo>
                    <a:pt x="41" y="24"/>
                  </a:lnTo>
                  <a:lnTo>
                    <a:pt x="35" y="24"/>
                  </a:lnTo>
                  <a:lnTo>
                    <a:pt x="35" y="24"/>
                  </a:lnTo>
                  <a:lnTo>
                    <a:pt x="28" y="23"/>
                  </a:lnTo>
                  <a:lnTo>
                    <a:pt x="22" y="22"/>
                  </a:lnTo>
                  <a:lnTo>
                    <a:pt x="17" y="18"/>
                  </a:lnTo>
                  <a:lnTo>
                    <a:pt x="13" y="15"/>
                  </a:lnTo>
                  <a:lnTo>
                    <a:pt x="6" y="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D6C5F90-689B-F94A-97DA-F3CCD598AE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61560" y="1537468"/>
            <a:ext cx="5875020" cy="498598"/>
          </a:xfrm>
        </p:spPr>
        <p:txBody>
          <a:bodyPr/>
          <a:lstStyle/>
          <a:p>
            <a:r>
              <a:rPr lang="en-US" sz="3600" dirty="0"/>
              <a:t>First Study</a:t>
            </a:r>
          </a:p>
        </p:txBody>
      </p:sp>
      <p:grpSp>
        <p:nvGrpSpPr>
          <p:cNvPr id="454" name="Group 453">
            <a:extLst>
              <a:ext uri="{FF2B5EF4-FFF2-40B4-BE49-F238E27FC236}">
                <a16:creationId xmlns:a16="http://schemas.microsoft.com/office/drawing/2014/main" id="{1F1A44E6-C298-2941-98C1-8716CF650691}"/>
              </a:ext>
            </a:extLst>
          </p:cNvPr>
          <p:cNvGrpSpPr/>
          <p:nvPr/>
        </p:nvGrpSpPr>
        <p:grpSpPr>
          <a:xfrm>
            <a:off x="4861560" y="2347311"/>
            <a:ext cx="1168030" cy="200797"/>
            <a:chOff x="4861560" y="2275433"/>
            <a:chExt cx="1168030" cy="200797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AF31F1B6-BE55-C14F-85EF-0A5529F6D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8444" y="2275433"/>
              <a:ext cx="831146" cy="200797"/>
            </a:xfrm>
            <a:custGeom>
              <a:avLst/>
              <a:gdLst>
                <a:gd name="T0" fmla="*/ 305 w 347"/>
                <a:gd name="T1" fmla="*/ 84 h 84"/>
                <a:gd name="T2" fmla="*/ 42 w 347"/>
                <a:gd name="T3" fmla="*/ 84 h 84"/>
                <a:gd name="T4" fmla="*/ 0 w 347"/>
                <a:gd name="T5" fmla="*/ 42 h 84"/>
                <a:gd name="T6" fmla="*/ 42 w 347"/>
                <a:gd name="T7" fmla="*/ 0 h 84"/>
                <a:gd name="T8" fmla="*/ 305 w 347"/>
                <a:gd name="T9" fmla="*/ 0 h 84"/>
                <a:gd name="T10" fmla="*/ 347 w 347"/>
                <a:gd name="T11" fmla="*/ 42 h 84"/>
                <a:gd name="T12" fmla="*/ 305 w 347"/>
                <a:gd name="T13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7" h="84">
                  <a:moveTo>
                    <a:pt x="305" y="84"/>
                  </a:moveTo>
                  <a:cubicBezTo>
                    <a:pt x="42" y="84"/>
                    <a:pt x="42" y="84"/>
                    <a:pt x="42" y="84"/>
                  </a:cubicBezTo>
                  <a:cubicBezTo>
                    <a:pt x="18" y="84"/>
                    <a:pt x="0" y="65"/>
                    <a:pt x="0" y="42"/>
                  </a:cubicBezTo>
                  <a:cubicBezTo>
                    <a:pt x="0" y="19"/>
                    <a:pt x="18" y="0"/>
                    <a:pt x="42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328" y="0"/>
                    <a:pt x="347" y="19"/>
                    <a:pt x="347" y="42"/>
                  </a:cubicBezTo>
                  <a:cubicBezTo>
                    <a:pt x="347" y="65"/>
                    <a:pt x="328" y="84"/>
                    <a:pt x="305" y="84"/>
                  </a:cubicBezTo>
                  <a:close/>
                </a:path>
              </a:pathLst>
            </a:custGeom>
            <a:solidFill>
              <a:schemeClr val="accent4">
                <a:alpha val="37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/>
                <a:ea typeface="+mn-ea"/>
                <a:cs typeface="+mn-cs"/>
              </a:endParaRPr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EB830446-A4F0-4A49-A533-478EEC7D8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560" y="2275433"/>
              <a:ext cx="831146" cy="200797"/>
            </a:xfrm>
            <a:custGeom>
              <a:avLst/>
              <a:gdLst>
                <a:gd name="T0" fmla="*/ 305 w 347"/>
                <a:gd name="T1" fmla="*/ 84 h 84"/>
                <a:gd name="T2" fmla="*/ 42 w 347"/>
                <a:gd name="T3" fmla="*/ 84 h 84"/>
                <a:gd name="T4" fmla="*/ 0 w 347"/>
                <a:gd name="T5" fmla="*/ 42 h 84"/>
                <a:gd name="T6" fmla="*/ 42 w 347"/>
                <a:gd name="T7" fmla="*/ 0 h 84"/>
                <a:gd name="T8" fmla="*/ 305 w 347"/>
                <a:gd name="T9" fmla="*/ 0 h 84"/>
                <a:gd name="T10" fmla="*/ 347 w 347"/>
                <a:gd name="T11" fmla="*/ 42 h 84"/>
                <a:gd name="T12" fmla="*/ 305 w 347"/>
                <a:gd name="T13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7" h="84">
                  <a:moveTo>
                    <a:pt x="305" y="84"/>
                  </a:moveTo>
                  <a:cubicBezTo>
                    <a:pt x="42" y="84"/>
                    <a:pt x="42" y="84"/>
                    <a:pt x="42" y="84"/>
                  </a:cubicBezTo>
                  <a:cubicBezTo>
                    <a:pt x="18" y="84"/>
                    <a:pt x="0" y="65"/>
                    <a:pt x="0" y="42"/>
                  </a:cubicBezTo>
                  <a:cubicBezTo>
                    <a:pt x="0" y="19"/>
                    <a:pt x="18" y="0"/>
                    <a:pt x="42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328" y="0"/>
                    <a:pt x="347" y="19"/>
                    <a:pt x="347" y="42"/>
                  </a:cubicBezTo>
                  <a:cubicBezTo>
                    <a:pt x="347" y="65"/>
                    <a:pt x="328" y="84"/>
                    <a:pt x="305" y="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/>
                <a:ea typeface="+mn-ea"/>
                <a:cs typeface="+mn-cs"/>
              </a:endParaRPr>
            </a:p>
          </p:txBody>
        </p:sp>
      </p:grpSp>
      <p:sp>
        <p:nvSpPr>
          <p:cNvPr id="140" name="Content Placeholder 2">
            <a:extLst>
              <a:ext uri="{FF2B5EF4-FFF2-40B4-BE49-F238E27FC236}">
                <a16:creationId xmlns:a16="http://schemas.microsoft.com/office/drawing/2014/main" id="{BBB7B8BC-40F5-984B-B5A4-E7EC9448C2C5}"/>
              </a:ext>
            </a:extLst>
          </p:cNvPr>
          <p:cNvSpPr txBox="1">
            <a:spLocks/>
          </p:cNvSpPr>
          <p:nvPr/>
        </p:nvSpPr>
        <p:spPr>
          <a:xfrm>
            <a:off x="4861560" y="2859353"/>
            <a:ext cx="5618985" cy="200157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latin typeface="+mn-lt"/>
                <a:cs typeface="Arial" panose="020B0604020202020204" pitchFamily="34" charset="0"/>
              </a:rPr>
              <a:t>Lorem ipsum dolor sit amet, consectetuer adipiscing elit. Maecenas porttitor congue massa. Fusce posuere, magna sed pulvinar ultricies, purus lectus malesuada libero, sit amet commodo magna eros quis </a:t>
            </a:r>
            <a:r>
              <a:rPr lang="en-US" dirty="0" err="1">
                <a:latin typeface="+mn-lt"/>
                <a:cs typeface="Arial" panose="020B0604020202020204" pitchFamily="34" charset="0"/>
              </a:rPr>
              <a:t>urna</a:t>
            </a:r>
            <a:r>
              <a:rPr lang="en-US" dirty="0">
                <a:latin typeface="+mn-lt"/>
                <a:cs typeface="Arial" panose="020B0604020202020204" pitchFamily="34" charset="0"/>
              </a:rPr>
              <a:t>.</a:t>
            </a:r>
          </a:p>
          <a:p>
            <a:r>
              <a:rPr lang="en-US" dirty="0">
                <a:latin typeface="+mn-lt"/>
                <a:cs typeface="Arial" panose="020B0604020202020204" pitchFamily="34" charset="0"/>
              </a:rPr>
              <a:t>Nunc viverra imperdiet enim. Fusce est. Vivamus a </a:t>
            </a:r>
            <a:r>
              <a:rPr lang="en-US" dirty="0" err="1">
                <a:latin typeface="+mn-lt"/>
                <a:cs typeface="Arial" panose="020B0604020202020204" pitchFamily="34" charset="0"/>
              </a:rPr>
              <a:t>tellus</a:t>
            </a:r>
            <a:r>
              <a:rPr lang="en-US" dirty="0">
                <a:latin typeface="+mn-lt"/>
                <a:cs typeface="Arial" panose="020B0604020202020204" pitchFamily="34" charset="0"/>
              </a:rPr>
              <a:t>.</a:t>
            </a:r>
          </a:p>
          <a:p>
            <a:r>
              <a:rPr lang="en-US" dirty="0">
                <a:latin typeface="+mn-lt"/>
                <a:cs typeface="Arial" panose="020B0604020202020204" pitchFamily="34" charset="0"/>
              </a:rPr>
              <a:t>Pellentesque habitant morbi tristique senectus et netus et malesuada fames ac turpis egestas. </a:t>
            </a:r>
          </a:p>
        </p:txBody>
      </p:sp>
      <p:sp>
        <p:nvSpPr>
          <p:cNvPr id="149" name="Round Same Side Corner Rectangle 148">
            <a:extLst>
              <a:ext uri="{FF2B5EF4-FFF2-40B4-BE49-F238E27FC236}">
                <a16:creationId xmlns:a16="http://schemas.microsoft.com/office/drawing/2014/main" id="{B793D8A0-E06F-D249-BACB-46DC78FDA2DF}"/>
              </a:ext>
            </a:extLst>
          </p:cNvPr>
          <p:cNvSpPr/>
          <p:nvPr/>
        </p:nvSpPr>
        <p:spPr>
          <a:xfrm>
            <a:off x="9754233" y="5307749"/>
            <a:ext cx="975359" cy="318634"/>
          </a:xfrm>
          <a:prstGeom prst="round2SameRect">
            <a:avLst>
              <a:gd name="adj1" fmla="val 48399"/>
              <a:gd name="adj2" fmla="val 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BBB63833-638D-DC4C-82CE-2DFECBF21E50}"/>
              </a:ext>
            </a:extLst>
          </p:cNvPr>
          <p:cNvSpPr/>
          <p:nvPr/>
        </p:nvSpPr>
        <p:spPr>
          <a:xfrm>
            <a:off x="9754233" y="5626383"/>
            <a:ext cx="968372" cy="150491"/>
          </a:xfrm>
          <a:prstGeom prst="rect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1" name="Freeform 450">
            <a:extLst>
              <a:ext uri="{FF2B5EF4-FFF2-40B4-BE49-F238E27FC236}">
                <a16:creationId xmlns:a16="http://schemas.microsoft.com/office/drawing/2014/main" id="{4FAD2372-4F56-4C45-B4C0-3136EBD0E445}"/>
              </a:ext>
            </a:extLst>
          </p:cNvPr>
          <p:cNvSpPr>
            <a:spLocks/>
          </p:cNvSpPr>
          <p:nvPr/>
        </p:nvSpPr>
        <p:spPr bwMode="auto">
          <a:xfrm>
            <a:off x="7022701" y="532427"/>
            <a:ext cx="506812" cy="122441"/>
          </a:xfrm>
          <a:custGeom>
            <a:avLst/>
            <a:gdLst>
              <a:gd name="T0" fmla="*/ 305 w 347"/>
              <a:gd name="T1" fmla="*/ 84 h 84"/>
              <a:gd name="T2" fmla="*/ 42 w 347"/>
              <a:gd name="T3" fmla="*/ 84 h 84"/>
              <a:gd name="T4" fmla="*/ 0 w 347"/>
              <a:gd name="T5" fmla="*/ 42 h 84"/>
              <a:gd name="T6" fmla="*/ 42 w 347"/>
              <a:gd name="T7" fmla="*/ 0 h 84"/>
              <a:gd name="T8" fmla="*/ 305 w 347"/>
              <a:gd name="T9" fmla="*/ 0 h 84"/>
              <a:gd name="T10" fmla="*/ 347 w 347"/>
              <a:gd name="T11" fmla="*/ 42 h 84"/>
              <a:gd name="T12" fmla="*/ 305 w 347"/>
              <a:gd name="T1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7" h="84">
                <a:moveTo>
                  <a:pt x="305" y="84"/>
                </a:moveTo>
                <a:cubicBezTo>
                  <a:pt x="42" y="84"/>
                  <a:pt x="42" y="84"/>
                  <a:pt x="42" y="84"/>
                </a:cubicBezTo>
                <a:cubicBezTo>
                  <a:pt x="18" y="84"/>
                  <a:pt x="0" y="65"/>
                  <a:pt x="0" y="42"/>
                </a:cubicBezTo>
                <a:cubicBezTo>
                  <a:pt x="0" y="19"/>
                  <a:pt x="18" y="0"/>
                  <a:pt x="42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7" y="19"/>
                  <a:pt x="347" y="42"/>
                </a:cubicBezTo>
                <a:cubicBezTo>
                  <a:pt x="347" y="65"/>
                  <a:pt x="328" y="84"/>
                  <a:pt x="305" y="8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452" name="Freeform 451">
            <a:extLst>
              <a:ext uri="{FF2B5EF4-FFF2-40B4-BE49-F238E27FC236}">
                <a16:creationId xmlns:a16="http://schemas.microsoft.com/office/drawing/2014/main" id="{7BCF8B6D-53A7-874A-90B7-D7081820D0E3}"/>
              </a:ext>
            </a:extLst>
          </p:cNvPr>
          <p:cNvSpPr>
            <a:spLocks/>
          </p:cNvSpPr>
          <p:nvPr/>
        </p:nvSpPr>
        <p:spPr bwMode="auto">
          <a:xfrm>
            <a:off x="7997958" y="239290"/>
            <a:ext cx="831146" cy="200797"/>
          </a:xfrm>
          <a:custGeom>
            <a:avLst/>
            <a:gdLst>
              <a:gd name="T0" fmla="*/ 305 w 347"/>
              <a:gd name="T1" fmla="*/ 84 h 84"/>
              <a:gd name="T2" fmla="*/ 42 w 347"/>
              <a:gd name="T3" fmla="*/ 84 h 84"/>
              <a:gd name="T4" fmla="*/ 0 w 347"/>
              <a:gd name="T5" fmla="*/ 42 h 84"/>
              <a:gd name="T6" fmla="*/ 42 w 347"/>
              <a:gd name="T7" fmla="*/ 0 h 84"/>
              <a:gd name="T8" fmla="*/ 305 w 347"/>
              <a:gd name="T9" fmla="*/ 0 h 84"/>
              <a:gd name="T10" fmla="*/ 347 w 347"/>
              <a:gd name="T11" fmla="*/ 42 h 84"/>
              <a:gd name="T12" fmla="*/ 305 w 347"/>
              <a:gd name="T1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7" h="84">
                <a:moveTo>
                  <a:pt x="305" y="84"/>
                </a:moveTo>
                <a:cubicBezTo>
                  <a:pt x="42" y="84"/>
                  <a:pt x="42" y="84"/>
                  <a:pt x="42" y="84"/>
                </a:cubicBezTo>
                <a:cubicBezTo>
                  <a:pt x="18" y="84"/>
                  <a:pt x="0" y="65"/>
                  <a:pt x="0" y="42"/>
                </a:cubicBezTo>
                <a:cubicBezTo>
                  <a:pt x="0" y="19"/>
                  <a:pt x="18" y="0"/>
                  <a:pt x="42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7" y="19"/>
                  <a:pt x="347" y="42"/>
                </a:cubicBezTo>
                <a:cubicBezTo>
                  <a:pt x="347" y="65"/>
                  <a:pt x="328" y="84"/>
                  <a:pt x="305" y="8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453" name="Freeform 319">
            <a:extLst>
              <a:ext uri="{FF2B5EF4-FFF2-40B4-BE49-F238E27FC236}">
                <a16:creationId xmlns:a16="http://schemas.microsoft.com/office/drawing/2014/main" id="{C1AAFFF0-C226-164C-BC5C-40C951DD45DE}"/>
              </a:ext>
            </a:extLst>
          </p:cNvPr>
          <p:cNvSpPr>
            <a:spLocks/>
          </p:cNvSpPr>
          <p:nvPr/>
        </p:nvSpPr>
        <p:spPr bwMode="auto">
          <a:xfrm>
            <a:off x="7628722" y="241683"/>
            <a:ext cx="195263" cy="195263"/>
          </a:xfrm>
          <a:custGeom>
            <a:avLst/>
            <a:gdLst>
              <a:gd name="T0" fmla="*/ 245 w 245"/>
              <a:gd name="T1" fmla="*/ 123 h 245"/>
              <a:gd name="T2" fmla="*/ 243 w 245"/>
              <a:gd name="T3" fmla="*/ 147 h 245"/>
              <a:gd name="T4" fmla="*/ 235 w 245"/>
              <a:gd name="T5" fmla="*/ 170 h 245"/>
              <a:gd name="T6" fmla="*/ 225 w 245"/>
              <a:gd name="T7" fmla="*/ 191 h 245"/>
              <a:gd name="T8" fmla="*/ 209 w 245"/>
              <a:gd name="T9" fmla="*/ 209 h 245"/>
              <a:gd name="T10" fmla="*/ 191 w 245"/>
              <a:gd name="T11" fmla="*/ 225 h 245"/>
              <a:gd name="T12" fmla="*/ 170 w 245"/>
              <a:gd name="T13" fmla="*/ 236 h 245"/>
              <a:gd name="T14" fmla="*/ 147 w 245"/>
              <a:gd name="T15" fmla="*/ 243 h 245"/>
              <a:gd name="T16" fmla="*/ 123 w 245"/>
              <a:gd name="T17" fmla="*/ 245 h 245"/>
              <a:gd name="T18" fmla="*/ 110 w 245"/>
              <a:gd name="T19" fmla="*/ 245 h 245"/>
              <a:gd name="T20" fmla="*/ 86 w 245"/>
              <a:gd name="T21" fmla="*/ 240 h 245"/>
              <a:gd name="T22" fmla="*/ 64 w 245"/>
              <a:gd name="T23" fmla="*/ 231 h 245"/>
              <a:gd name="T24" fmla="*/ 44 w 245"/>
              <a:gd name="T25" fmla="*/ 217 h 245"/>
              <a:gd name="T26" fmla="*/ 27 w 245"/>
              <a:gd name="T27" fmla="*/ 200 h 245"/>
              <a:gd name="T28" fmla="*/ 14 w 245"/>
              <a:gd name="T29" fmla="*/ 181 h 245"/>
              <a:gd name="T30" fmla="*/ 6 w 245"/>
              <a:gd name="T31" fmla="*/ 159 h 245"/>
              <a:gd name="T32" fmla="*/ 1 w 245"/>
              <a:gd name="T33" fmla="*/ 135 h 245"/>
              <a:gd name="T34" fmla="*/ 0 w 245"/>
              <a:gd name="T35" fmla="*/ 123 h 245"/>
              <a:gd name="T36" fmla="*/ 2 w 245"/>
              <a:gd name="T37" fmla="*/ 98 h 245"/>
              <a:gd name="T38" fmla="*/ 9 w 245"/>
              <a:gd name="T39" fmla="*/ 75 h 245"/>
              <a:gd name="T40" fmla="*/ 21 w 245"/>
              <a:gd name="T41" fmla="*/ 54 h 245"/>
              <a:gd name="T42" fmla="*/ 36 w 245"/>
              <a:gd name="T43" fmla="*/ 36 h 245"/>
              <a:gd name="T44" fmla="*/ 54 w 245"/>
              <a:gd name="T45" fmla="*/ 22 h 245"/>
              <a:gd name="T46" fmla="*/ 75 w 245"/>
              <a:gd name="T47" fmla="*/ 9 h 245"/>
              <a:gd name="T48" fmla="*/ 98 w 245"/>
              <a:gd name="T49" fmla="*/ 2 h 245"/>
              <a:gd name="T50" fmla="*/ 123 w 245"/>
              <a:gd name="T51" fmla="*/ 0 h 245"/>
              <a:gd name="T52" fmla="*/ 135 w 245"/>
              <a:gd name="T53" fmla="*/ 1 h 245"/>
              <a:gd name="T54" fmla="*/ 159 w 245"/>
              <a:gd name="T55" fmla="*/ 6 h 245"/>
              <a:gd name="T56" fmla="*/ 181 w 245"/>
              <a:gd name="T57" fmla="*/ 14 h 245"/>
              <a:gd name="T58" fmla="*/ 200 w 245"/>
              <a:gd name="T59" fmla="*/ 28 h 245"/>
              <a:gd name="T60" fmla="*/ 217 w 245"/>
              <a:gd name="T61" fmla="*/ 44 h 245"/>
              <a:gd name="T62" fmla="*/ 231 w 245"/>
              <a:gd name="T63" fmla="*/ 64 h 245"/>
              <a:gd name="T64" fmla="*/ 240 w 245"/>
              <a:gd name="T65" fmla="*/ 87 h 245"/>
              <a:gd name="T66" fmla="*/ 245 w 245"/>
              <a:gd name="T67" fmla="*/ 110 h 245"/>
              <a:gd name="T68" fmla="*/ 245 w 245"/>
              <a:gd name="T69" fmla="*/ 12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45" h="245">
                <a:moveTo>
                  <a:pt x="245" y="123"/>
                </a:moveTo>
                <a:lnTo>
                  <a:pt x="245" y="123"/>
                </a:lnTo>
                <a:lnTo>
                  <a:pt x="245" y="135"/>
                </a:lnTo>
                <a:lnTo>
                  <a:pt x="243" y="147"/>
                </a:lnTo>
                <a:lnTo>
                  <a:pt x="240" y="159"/>
                </a:lnTo>
                <a:lnTo>
                  <a:pt x="235" y="170"/>
                </a:lnTo>
                <a:lnTo>
                  <a:pt x="231" y="181"/>
                </a:lnTo>
                <a:lnTo>
                  <a:pt x="225" y="191"/>
                </a:lnTo>
                <a:lnTo>
                  <a:pt x="217" y="200"/>
                </a:lnTo>
                <a:lnTo>
                  <a:pt x="209" y="209"/>
                </a:lnTo>
                <a:lnTo>
                  <a:pt x="200" y="217"/>
                </a:lnTo>
                <a:lnTo>
                  <a:pt x="191" y="225"/>
                </a:lnTo>
                <a:lnTo>
                  <a:pt x="181" y="231"/>
                </a:lnTo>
                <a:lnTo>
                  <a:pt x="170" y="236"/>
                </a:lnTo>
                <a:lnTo>
                  <a:pt x="159" y="240"/>
                </a:lnTo>
                <a:lnTo>
                  <a:pt x="147" y="243"/>
                </a:lnTo>
                <a:lnTo>
                  <a:pt x="135" y="245"/>
                </a:lnTo>
                <a:lnTo>
                  <a:pt x="123" y="245"/>
                </a:lnTo>
                <a:lnTo>
                  <a:pt x="123" y="245"/>
                </a:lnTo>
                <a:lnTo>
                  <a:pt x="110" y="245"/>
                </a:lnTo>
                <a:lnTo>
                  <a:pt x="98" y="243"/>
                </a:lnTo>
                <a:lnTo>
                  <a:pt x="86" y="240"/>
                </a:lnTo>
                <a:lnTo>
                  <a:pt x="75" y="236"/>
                </a:lnTo>
                <a:lnTo>
                  <a:pt x="64" y="231"/>
                </a:lnTo>
                <a:lnTo>
                  <a:pt x="54" y="225"/>
                </a:lnTo>
                <a:lnTo>
                  <a:pt x="44" y="217"/>
                </a:lnTo>
                <a:lnTo>
                  <a:pt x="36" y="209"/>
                </a:lnTo>
                <a:lnTo>
                  <a:pt x="27" y="200"/>
                </a:lnTo>
                <a:lnTo>
                  <a:pt x="21" y="191"/>
                </a:lnTo>
                <a:lnTo>
                  <a:pt x="14" y="181"/>
                </a:lnTo>
                <a:lnTo>
                  <a:pt x="9" y="170"/>
                </a:lnTo>
                <a:lnTo>
                  <a:pt x="6" y="159"/>
                </a:lnTo>
                <a:lnTo>
                  <a:pt x="2" y="147"/>
                </a:lnTo>
                <a:lnTo>
                  <a:pt x="1" y="135"/>
                </a:lnTo>
                <a:lnTo>
                  <a:pt x="0" y="123"/>
                </a:lnTo>
                <a:lnTo>
                  <a:pt x="0" y="123"/>
                </a:lnTo>
                <a:lnTo>
                  <a:pt x="1" y="110"/>
                </a:lnTo>
                <a:lnTo>
                  <a:pt x="2" y="98"/>
                </a:lnTo>
                <a:lnTo>
                  <a:pt x="6" y="87"/>
                </a:lnTo>
                <a:lnTo>
                  <a:pt x="9" y="75"/>
                </a:lnTo>
                <a:lnTo>
                  <a:pt x="14" y="64"/>
                </a:lnTo>
                <a:lnTo>
                  <a:pt x="21" y="54"/>
                </a:lnTo>
                <a:lnTo>
                  <a:pt x="27" y="44"/>
                </a:lnTo>
                <a:lnTo>
                  <a:pt x="36" y="36"/>
                </a:lnTo>
                <a:lnTo>
                  <a:pt x="44" y="28"/>
                </a:lnTo>
                <a:lnTo>
                  <a:pt x="54" y="22"/>
                </a:lnTo>
                <a:lnTo>
                  <a:pt x="64" y="14"/>
                </a:lnTo>
                <a:lnTo>
                  <a:pt x="75" y="9"/>
                </a:lnTo>
                <a:lnTo>
                  <a:pt x="86" y="6"/>
                </a:lnTo>
                <a:lnTo>
                  <a:pt x="98" y="2"/>
                </a:lnTo>
                <a:lnTo>
                  <a:pt x="110" y="1"/>
                </a:lnTo>
                <a:lnTo>
                  <a:pt x="123" y="0"/>
                </a:lnTo>
                <a:lnTo>
                  <a:pt x="123" y="0"/>
                </a:lnTo>
                <a:lnTo>
                  <a:pt x="135" y="1"/>
                </a:lnTo>
                <a:lnTo>
                  <a:pt x="147" y="2"/>
                </a:lnTo>
                <a:lnTo>
                  <a:pt x="159" y="6"/>
                </a:lnTo>
                <a:lnTo>
                  <a:pt x="170" y="9"/>
                </a:lnTo>
                <a:lnTo>
                  <a:pt x="181" y="14"/>
                </a:lnTo>
                <a:lnTo>
                  <a:pt x="191" y="22"/>
                </a:lnTo>
                <a:lnTo>
                  <a:pt x="200" y="28"/>
                </a:lnTo>
                <a:lnTo>
                  <a:pt x="209" y="36"/>
                </a:lnTo>
                <a:lnTo>
                  <a:pt x="217" y="44"/>
                </a:lnTo>
                <a:lnTo>
                  <a:pt x="225" y="54"/>
                </a:lnTo>
                <a:lnTo>
                  <a:pt x="231" y="64"/>
                </a:lnTo>
                <a:lnTo>
                  <a:pt x="235" y="75"/>
                </a:lnTo>
                <a:lnTo>
                  <a:pt x="240" y="87"/>
                </a:lnTo>
                <a:lnTo>
                  <a:pt x="243" y="98"/>
                </a:lnTo>
                <a:lnTo>
                  <a:pt x="245" y="110"/>
                </a:lnTo>
                <a:lnTo>
                  <a:pt x="245" y="123"/>
                </a:lnTo>
                <a:lnTo>
                  <a:pt x="245" y="123"/>
                </a:lnTo>
                <a:close/>
              </a:path>
            </a:pathLst>
          </a:custGeom>
          <a:solidFill>
            <a:schemeClr val="accent1"/>
          </a:solidFill>
          <a:ln w="3810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7874830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" name="Freeform 433">
            <a:extLst>
              <a:ext uri="{FF2B5EF4-FFF2-40B4-BE49-F238E27FC236}">
                <a16:creationId xmlns:a16="http://schemas.microsoft.com/office/drawing/2014/main" id="{2FA0442D-6161-FF4C-896A-BC9F957210B1}"/>
              </a:ext>
            </a:extLst>
          </p:cNvPr>
          <p:cNvSpPr>
            <a:spLocks/>
          </p:cNvSpPr>
          <p:nvPr/>
        </p:nvSpPr>
        <p:spPr bwMode="auto">
          <a:xfrm>
            <a:off x="2793480" y="2151238"/>
            <a:ext cx="1874519" cy="1062934"/>
          </a:xfrm>
          <a:custGeom>
            <a:avLst/>
            <a:gdLst>
              <a:gd name="T0" fmla="*/ 1029 w 1238"/>
              <a:gd name="T1" fmla="*/ 701 h 701"/>
              <a:gd name="T2" fmla="*/ 1072 w 1238"/>
              <a:gd name="T3" fmla="*/ 694 h 701"/>
              <a:gd name="T4" fmla="*/ 1110 w 1238"/>
              <a:gd name="T5" fmla="*/ 681 h 701"/>
              <a:gd name="T6" fmla="*/ 1147 w 1238"/>
              <a:gd name="T7" fmla="*/ 659 h 701"/>
              <a:gd name="T8" fmla="*/ 1177 w 1238"/>
              <a:gd name="T9" fmla="*/ 632 h 701"/>
              <a:gd name="T10" fmla="*/ 1202 w 1238"/>
              <a:gd name="T11" fmla="*/ 601 h 701"/>
              <a:gd name="T12" fmla="*/ 1222 w 1238"/>
              <a:gd name="T13" fmla="*/ 563 h 701"/>
              <a:gd name="T14" fmla="*/ 1234 w 1238"/>
              <a:gd name="T15" fmla="*/ 523 h 701"/>
              <a:gd name="T16" fmla="*/ 1238 w 1238"/>
              <a:gd name="T17" fmla="*/ 480 h 701"/>
              <a:gd name="T18" fmla="*/ 1237 w 1238"/>
              <a:gd name="T19" fmla="*/ 458 h 701"/>
              <a:gd name="T20" fmla="*/ 1229 w 1238"/>
              <a:gd name="T21" fmla="*/ 414 h 701"/>
              <a:gd name="T22" fmla="*/ 1212 w 1238"/>
              <a:gd name="T23" fmla="*/ 375 h 701"/>
              <a:gd name="T24" fmla="*/ 1188 w 1238"/>
              <a:gd name="T25" fmla="*/ 340 h 701"/>
              <a:gd name="T26" fmla="*/ 1157 w 1238"/>
              <a:gd name="T27" fmla="*/ 309 h 701"/>
              <a:gd name="T28" fmla="*/ 1122 w 1238"/>
              <a:gd name="T29" fmla="*/ 286 h 701"/>
              <a:gd name="T30" fmla="*/ 1082 w 1238"/>
              <a:gd name="T31" fmla="*/ 269 h 701"/>
              <a:gd name="T32" fmla="*/ 1040 w 1238"/>
              <a:gd name="T33" fmla="*/ 260 h 701"/>
              <a:gd name="T34" fmla="*/ 1017 w 1238"/>
              <a:gd name="T35" fmla="*/ 259 h 701"/>
              <a:gd name="T36" fmla="*/ 984 w 1238"/>
              <a:gd name="T37" fmla="*/ 261 h 701"/>
              <a:gd name="T38" fmla="*/ 953 w 1238"/>
              <a:gd name="T39" fmla="*/ 268 h 701"/>
              <a:gd name="T40" fmla="*/ 945 w 1238"/>
              <a:gd name="T41" fmla="*/ 240 h 701"/>
              <a:gd name="T42" fmla="*/ 922 w 1238"/>
              <a:gd name="T43" fmla="*/ 186 h 701"/>
              <a:gd name="T44" fmla="*/ 890 w 1238"/>
              <a:gd name="T45" fmla="*/ 138 h 701"/>
              <a:gd name="T46" fmla="*/ 851 w 1238"/>
              <a:gd name="T47" fmla="*/ 95 h 701"/>
              <a:gd name="T48" fmla="*/ 807 w 1238"/>
              <a:gd name="T49" fmla="*/ 59 h 701"/>
              <a:gd name="T50" fmla="*/ 756 w 1238"/>
              <a:gd name="T51" fmla="*/ 31 h 701"/>
              <a:gd name="T52" fmla="*/ 700 w 1238"/>
              <a:gd name="T53" fmla="*/ 11 h 701"/>
              <a:gd name="T54" fmla="*/ 641 w 1238"/>
              <a:gd name="T55" fmla="*/ 1 h 701"/>
              <a:gd name="T56" fmla="*/ 611 w 1238"/>
              <a:gd name="T57" fmla="*/ 0 h 701"/>
              <a:gd name="T58" fmla="*/ 550 w 1238"/>
              <a:gd name="T59" fmla="*/ 5 h 701"/>
              <a:gd name="T60" fmla="*/ 493 w 1238"/>
              <a:gd name="T61" fmla="*/ 19 h 701"/>
              <a:gd name="T62" fmla="*/ 440 w 1238"/>
              <a:gd name="T63" fmla="*/ 43 h 701"/>
              <a:gd name="T64" fmla="*/ 393 w 1238"/>
              <a:gd name="T65" fmla="*/ 75 h 701"/>
              <a:gd name="T66" fmla="*/ 351 w 1238"/>
              <a:gd name="T67" fmla="*/ 113 h 701"/>
              <a:gd name="T68" fmla="*/ 316 w 1238"/>
              <a:gd name="T69" fmla="*/ 159 h 701"/>
              <a:gd name="T70" fmla="*/ 289 w 1238"/>
              <a:gd name="T71" fmla="*/ 209 h 701"/>
              <a:gd name="T72" fmla="*/ 270 w 1238"/>
              <a:gd name="T73" fmla="*/ 265 h 701"/>
              <a:gd name="T74" fmla="*/ 246 w 1238"/>
              <a:gd name="T75" fmla="*/ 261 h 701"/>
              <a:gd name="T76" fmla="*/ 221 w 1238"/>
              <a:gd name="T77" fmla="*/ 259 h 701"/>
              <a:gd name="T78" fmla="*/ 198 w 1238"/>
              <a:gd name="T79" fmla="*/ 260 h 701"/>
              <a:gd name="T80" fmla="*/ 155 w 1238"/>
              <a:gd name="T81" fmla="*/ 269 h 701"/>
              <a:gd name="T82" fmla="*/ 116 w 1238"/>
              <a:gd name="T83" fmla="*/ 286 h 701"/>
              <a:gd name="T84" fmla="*/ 80 w 1238"/>
              <a:gd name="T85" fmla="*/ 309 h 701"/>
              <a:gd name="T86" fmla="*/ 51 w 1238"/>
              <a:gd name="T87" fmla="*/ 340 h 701"/>
              <a:gd name="T88" fmla="*/ 27 w 1238"/>
              <a:gd name="T89" fmla="*/ 375 h 701"/>
              <a:gd name="T90" fmla="*/ 10 w 1238"/>
              <a:gd name="T91" fmla="*/ 414 h 701"/>
              <a:gd name="T92" fmla="*/ 1 w 1238"/>
              <a:gd name="T93" fmla="*/ 458 h 701"/>
              <a:gd name="T94" fmla="*/ 0 w 1238"/>
              <a:gd name="T95" fmla="*/ 480 h 701"/>
              <a:gd name="T96" fmla="*/ 4 w 1238"/>
              <a:gd name="T97" fmla="*/ 522 h 701"/>
              <a:gd name="T98" fmla="*/ 16 w 1238"/>
              <a:gd name="T99" fmla="*/ 562 h 701"/>
              <a:gd name="T100" fmla="*/ 34 w 1238"/>
              <a:gd name="T101" fmla="*/ 598 h 701"/>
              <a:gd name="T102" fmla="*/ 59 w 1238"/>
              <a:gd name="T103" fmla="*/ 631 h 701"/>
              <a:gd name="T104" fmla="*/ 90 w 1238"/>
              <a:gd name="T105" fmla="*/ 658 h 701"/>
              <a:gd name="T106" fmla="*/ 123 w 1238"/>
              <a:gd name="T107" fmla="*/ 678 h 701"/>
              <a:gd name="T108" fmla="*/ 162 w 1238"/>
              <a:gd name="T109" fmla="*/ 693 h 701"/>
              <a:gd name="T110" fmla="*/ 203 w 1238"/>
              <a:gd name="T111" fmla="*/ 70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38" h="701">
                <a:moveTo>
                  <a:pt x="1029" y="701"/>
                </a:moveTo>
                <a:lnTo>
                  <a:pt x="1029" y="701"/>
                </a:lnTo>
                <a:lnTo>
                  <a:pt x="1051" y="699"/>
                </a:lnTo>
                <a:lnTo>
                  <a:pt x="1072" y="694"/>
                </a:lnTo>
                <a:lnTo>
                  <a:pt x="1091" y="688"/>
                </a:lnTo>
                <a:lnTo>
                  <a:pt x="1110" y="681"/>
                </a:lnTo>
                <a:lnTo>
                  <a:pt x="1130" y="671"/>
                </a:lnTo>
                <a:lnTo>
                  <a:pt x="1147" y="659"/>
                </a:lnTo>
                <a:lnTo>
                  <a:pt x="1162" y="647"/>
                </a:lnTo>
                <a:lnTo>
                  <a:pt x="1177" y="632"/>
                </a:lnTo>
                <a:lnTo>
                  <a:pt x="1191" y="616"/>
                </a:lnTo>
                <a:lnTo>
                  <a:pt x="1202" y="601"/>
                </a:lnTo>
                <a:lnTo>
                  <a:pt x="1213" y="583"/>
                </a:lnTo>
                <a:lnTo>
                  <a:pt x="1222" y="563"/>
                </a:lnTo>
                <a:lnTo>
                  <a:pt x="1229" y="544"/>
                </a:lnTo>
                <a:lnTo>
                  <a:pt x="1234" y="523"/>
                </a:lnTo>
                <a:lnTo>
                  <a:pt x="1237" y="502"/>
                </a:lnTo>
                <a:lnTo>
                  <a:pt x="1238" y="480"/>
                </a:lnTo>
                <a:lnTo>
                  <a:pt x="1238" y="480"/>
                </a:lnTo>
                <a:lnTo>
                  <a:pt x="1237" y="458"/>
                </a:lnTo>
                <a:lnTo>
                  <a:pt x="1234" y="435"/>
                </a:lnTo>
                <a:lnTo>
                  <a:pt x="1229" y="414"/>
                </a:lnTo>
                <a:lnTo>
                  <a:pt x="1220" y="394"/>
                </a:lnTo>
                <a:lnTo>
                  <a:pt x="1212" y="375"/>
                </a:lnTo>
                <a:lnTo>
                  <a:pt x="1201" y="356"/>
                </a:lnTo>
                <a:lnTo>
                  <a:pt x="1188" y="340"/>
                </a:lnTo>
                <a:lnTo>
                  <a:pt x="1173" y="324"/>
                </a:lnTo>
                <a:lnTo>
                  <a:pt x="1157" y="309"/>
                </a:lnTo>
                <a:lnTo>
                  <a:pt x="1140" y="297"/>
                </a:lnTo>
                <a:lnTo>
                  <a:pt x="1122" y="286"/>
                </a:lnTo>
                <a:lnTo>
                  <a:pt x="1103" y="277"/>
                </a:lnTo>
                <a:lnTo>
                  <a:pt x="1082" y="269"/>
                </a:lnTo>
                <a:lnTo>
                  <a:pt x="1062" y="263"/>
                </a:lnTo>
                <a:lnTo>
                  <a:pt x="1040" y="260"/>
                </a:lnTo>
                <a:lnTo>
                  <a:pt x="1017" y="259"/>
                </a:lnTo>
                <a:lnTo>
                  <a:pt x="1017" y="259"/>
                </a:lnTo>
                <a:lnTo>
                  <a:pt x="1000" y="260"/>
                </a:lnTo>
                <a:lnTo>
                  <a:pt x="984" y="261"/>
                </a:lnTo>
                <a:lnTo>
                  <a:pt x="969" y="265"/>
                </a:lnTo>
                <a:lnTo>
                  <a:pt x="953" y="268"/>
                </a:lnTo>
                <a:lnTo>
                  <a:pt x="953" y="268"/>
                </a:lnTo>
                <a:lnTo>
                  <a:pt x="945" y="240"/>
                </a:lnTo>
                <a:lnTo>
                  <a:pt x="935" y="213"/>
                </a:lnTo>
                <a:lnTo>
                  <a:pt x="922" y="186"/>
                </a:lnTo>
                <a:lnTo>
                  <a:pt x="907" y="162"/>
                </a:lnTo>
                <a:lnTo>
                  <a:pt x="890" y="138"/>
                </a:lnTo>
                <a:lnTo>
                  <a:pt x="872" y="116"/>
                </a:lnTo>
                <a:lnTo>
                  <a:pt x="851" y="95"/>
                </a:lnTo>
                <a:lnTo>
                  <a:pt x="830" y="76"/>
                </a:lnTo>
                <a:lnTo>
                  <a:pt x="807" y="59"/>
                </a:lnTo>
                <a:lnTo>
                  <a:pt x="783" y="43"/>
                </a:lnTo>
                <a:lnTo>
                  <a:pt x="756" y="31"/>
                </a:lnTo>
                <a:lnTo>
                  <a:pt x="729" y="20"/>
                </a:lnTo>
                <a:lnTo>
                  <a:pt x="700" y="11"/>
                </a:lnTo>
                <a:lnTo>
                  <a:pt x="671" y="5"/>
                </a:lnTo>
                <a:lnTo>
                  <a:pt x="641" y="1"/>
                </a:lnTo>
                <a:lnTo>
                  <a:pt x="611" y="0"/>
                </a:lnTo>
                <a:lnTo>
                  <a:pt x="611" y="0"/>
                </a:lnTo>
                <a:lnTo>
                  <a:pt x="581" y="1"/>
                </a:lnTo>
                <a:lnTo>
                  <a:pt x="550" y="5"/>
                </a:lnTo>
                <a:lnTo>
                  <a:pt x="521" y="11"/>
                </a:lnTo>
                <a:lnTo>
                  <a:pt x="493" y="19"/>
                </a:lnTo>
                <a:lnTo>
                  <a:pt x="467" y="30"/>
                </a:lnTo>
                <a:lnTo>
                  <a:pt x="440" y="43"/>
                </a:lnTo>
                <a:lnTo>
                  <a:pt x="416" y="58"/>
                </a:lnTo>
                <a:lnTo>
                  <a:pt x="393" y="75"/>
                </a:lnTo>
                <a:lnTo>
                  <a:pt x="371" y="93"/>
                </a:lnTo>
                <a:lnTo>
                  <a:pt x="351" y="113"/>
                </a:lnTo>
                <a:lnTo>
                  <a:pt x="333" y="135"/>
                </a:lnTo>
                <a:lnTo>
                  <a:pt x="316" y="159"/>
                </a:lnTo>
                <a:lnTo>
                  <a:pt x="301" y="184"/>
                </a:lnTo>
                <a:lnTo>
                  <a:pt x="289" y="209"/>
                </a:lnTo>
                <a:lnTo>
                  <a:pt x="278" y="237"/>
                </a:lnTo>
                <a:lnTo>
                  <a:pt x="270" y="265"/>
                </a:lnTo>
                <a:lnTo>
                  <a:pt x="270" y="265"/>
                </a:lnTo>
                <a:lnTo>
                  <a:pt x="246" y="261"/>
                </a:lnTo>
                <a:lnTo>
                  <a:pt x="233" y="260"/>
                </a:lnTo>
                <a:lnTo>
                  <a:pt x="221" y="259"/>
                </a:lnTo>
                <a:lnTo>
                  <a:pt x="221" y="259"/>
                </a:lnTo>
                <a:lnTo>
                  <a:pt x="198" y="260"/>
                </a:lnTo>
                <a:lnTo>
                  <a:pt x="177" y="263"/>
                </a:lnTo>
                <a:lnTo>
                  <a:pt x="155" y="269"/>
                </a:lnTo>
                <a:lnTo>
                  <a:pt x="136" y="277"/>
                </a:lnTo>
                <a:lnTo>
                  <a:pt x="116" y="286"/>
                </a:lnTo>
                <a:lnTo>
                  <a:pt x="97" y="297"/>
                </a:lnTo>
                <a:lnTo>
                  <a:pt x="80" y="309"/>
                </a:lnTo>
                <a:lnTo>
                  <a:pt x="64" y="324"/>
                </a:lnTo>
                <a:lnTo>
                  <a:pt x="51" y="340"/>
                </a:lnTo>
                <a:lnTo>
                  <a:pt x="38" y="356"/>
                </a:lnTo>
                <a:lnTo>
                  <a:pt x="27" y="375"/>
                </a:lnTo>
                <a:lnTo>
                  <a:pt x="17" y="394"/>
                </a:lnTo>
                <a:lnTo>
                  <a:pt x="10" y="414"/>
                </a:lnTo>
                <a:lnTo>
                  <a:pt x="5" y="435"/>
                </a:lnTo>
                <a:lnTo>
                  <a:pt x="1" y="458"/>
                </a:lnTo>
                <a:lnTo>
                  <a:pt x="0" y="480"/>
                </a:lnTo>
                <a:lnTo>
                  <a:pt x="0" y="480"/>
                </a:lnTo>
                <a:lnTo>
                  <a:pt x="1" y="502"/>
                </a:lnTo>
                <a:lnTo>
                  <a:pt x="4" y="522"/>
                </a:lnTo>
                <a:lnTo>
                  <a:pt x="9" y="543"/>
                </a:lnTo>
                <a:lnTo>
                  <a:pt x="16" y="562"/>
                </a:lnTo>
                <a:lnTo>
                  <a:pt x="24" y="581"/>
                </a:lnTo>
                <a:lnTo>
                  <a:pt x="34" y="598"/>
                </a:lnTo>
                <a:lnTo>
                  <a:pt x="46" y="615"/>
                </a:lnTo>
                <a:lnTo>
                  <a:pt x="59" y="631"/>
                </a:lnTo>
                <a:lnTo>
                  <a:pt x="74" y="644"/>
                </a:lnTo>
                <a:lnTo>
                  <a:pt x="90" y="658"/>
                </a:lnTo>
                <a:lnTo>
                  <a:pt x="105" y="668"/>
                </a:lnTo>
                <a:lnTo>
                  <a:pt x="123" y="678"/>
                </a:lnTo>
                <a:lnTo>
                  <a:pt x="143" y="687"/>
                </a:lnTo>
                <a:lnTo>
                  <a:pt x="162" y="693"/>
                </a:lnTo>
                <a:lnTo>
                  <a:pt x="183" y="697"/>
                </a:lnTo>
                <a:lnTo>
                  <a:pt x="203" y="700"/>
                </a:lnTo>
                <a:lnTo>
                  <a:pt x="1029" y="701"/>
                </a:lnTo>
                <a:close/>
              </a:path>
            </a:pathLst>
          </a:custGeom>
          <a:gradFill>
            <a:gsLst>
              <a:gs pos="17000">
                <a:schemeClr val="accent5"/>
              </a:gs>
              <a:gs pos="90000">
                <a:schemeClr val="bg1"/>
              </a:gs>
            </a:gsLst>
            <a:path path="circle">
              <a:fillToRect r="100000" b="10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6" name="Freeform 433">
            <a:extLst>
              <a:ext uri="{FF2B5EF4-FFF2-40B4-BE49-F238E27FC236}">
                <a16:creationId xmlns:a16="http://schemas.microsoft.com/office/drawing/2014/main" id="{22D92B13-2118-DD4E-A15E-1E3AD25EE077}"/>
              </a:ext>
            </a:extLst>
          </p:cNvPr>
          <p:cNvSpPr>
            <a:spLocks/>
          </p:cNvSpPr>
          <p:nvPr/>
        </p:nvSpPr>
        <p:spPr bwMode="auto">
          <a:xfrm>
            <a:off x="878326" y="2994148"/>
            <a:ext cx="1874519" cy="1062934"/>
          </a:xfrm>
          <a:custGeom>
            <a:avLst/>
            <a:gdLst>
              <a:gd name="T0" fmla="*/ 1029 w 1238"/>
              <a:gd name="T1" fmla="*/ 701 h 701"/>
              <a:gd name="T2" fmla="*/ 1072 w 1238"/>
              <a:gd name="T3" fmla="*/ 694 h 701"/>
              <a:gd name="T4" fmla="*/ 1110 w 1238"/>
              <a:gd name="T5" fmla="*/ 681 h 701"/>
              <a:gd name="T6" fmla="*/ 1147 w 1238"/>
              <a:gd name="T7" fmla="*/ 659 h 701"/>
              <a:gd name="T8" fmla="*/ 1177 w 1238"/>
              <a:gd name="T9" fmla="*/ 632 h 701"/>
              <a:gd name="T10" fmla="*/ 1202 w 1238"/>
              <a:gd name="T11" fmla="*/ 601 h 701"/>
              <a:gd name="T12" fmla="*/ 1222 w 1238"/>
              <a:gd name="T13" fmla="*/ 563 h 701"/>
              <a:gd name="T14" fmla="*/ 1234 w 1238"/>
              <a:gd name="T15" fmla="*/ 523 h 701"/>
              <a:gd name="T16" fmla="*/ 1238 w 1238"/>
              <a:gd name="T17" fmla="*/ 480 h 701"/>
              <a:gd name="T18" fmla="*/ 1237 w 1238"/>
              <a:gd name="T19" fmla="*/ 458 h 701"/>
              <a:gd name="T20" fmla="*/ 1229 w 1238"/>
              <a:gd name="T21" fmla="*/ 414 h 701"/>
              <a:gd name="T22" fmla="*/ 1212 w 1238"/>
              <a:gd name="T23" fmla="*/ 375 h 701"/>
              <a:gd name="T24" fmla="*/ 1188 w 1238"/>
              <a:gd name="T25" fmla="*/ 340 h 701"/>
              <a:gd name="T26" fmla="*/ 1157 w 1238"/>
              <a:gd name="T27" fmla="*/ 309 h 701"/>
              <a:gd name="T28" fmla="*/ 1122 w 1238"/>
              <a:gd name="T29" fmla="*/ 286 h 701"/>
              <a:gd name="T30" fmla="*/ 1082 w 1238"/>
              <a:gd name="T31" fmla="*/ 269 h 701"/>
              <a:gd name="T32" fmla="*/ 1040 w 1238"/>
              <a:gd name="T33" fmla="*/ 260 h 701"/>
              <a:gd name="T34" fmla="*/ 1017 w 1238"/>
              <a:gd name="T35" fmla="*/ 259 h 701"/>
              <a:gd name="T36" fmla="*/ 984 w 1238"/>
              <a:gd name="T37" fmla="*/ 261 h 701"/>
              <a:gd name="T38" fmla="*/ 953 w 1238"/>
              <a:gd name="T39" fmla="*/ 268 h 701"/>
              <a:gd name="T40" fmla="*/ 945 w 1238"/>
              <a:gd name="T41" fmla="*/ 240 h 701"/>
              <a:gd name="T42" fmla="*/ 922 w 1238"/>
              <a:gd name="T43" fmla="*/ 186 h 701"/>
              <a:gd name="T44" fmla="*/ 890 w 1238"/>
              <a:gd name="T45" fmla="*/ 138 h 701"/>
              <a:gd name="T46" fmla="*/ 851 w 1238"/>
              <a:gd name="T47" fmla="*/ 95 h 701"/>
              <a:gd name="T48" fmla="*/ 807 w 1238"/>
              <a:gd name="T49" fmla="*/ 59 h 701"/>
              <a:gd name="T50" fmla="*/ 756 w 1238"/>
              <a:gd name="T51" fmla="*/ 31 h 701"/>
              <a:gd name="T52" fmla="*/ 700 w 1238"/>
              <a:gd name="T53" fmla="*/ 11 h 701"/>
              <a:gd name="T54" fmla="*/ 641 w 1238"/>
              <a:gd name="T55" fmla="*/ 1 h 701"/>
              <a:gd name="T56" fmla="*/ 611 w 1238"/>
              <a:gd name="T57" fmla="*/ 0 h 701"/>
              <a:gd name="T58" fmla="*/ 550 w 1238"/>
              <a:gd name="T59" fmla="*/ 5 h 701"/>
              <a:gd name="T60" fmla="*/ 493 w 1238"/>
              <a:gd name="T61" fmla="*/ 19 h 701"/>
              <a:gd name="T62" fmla="*/ 440 w 1238"/>
              <a:gd name="T63" fmla="*/ 43 h 701"/>
              <a:gd name="T64" fmla="*/ 393 w 1238"/>
              <a:gd name="T65" fmla="*/ 75 h 701"/>
              <a:gd name="T66" fmla="*/ 351 w 1238"/>
              <a:gd name="T67" fmla="*/ 113 h 701"/>
              <a:gd name="T68" fmla="*/ 316 w 1238"/>
              <a:gd name="T69" fmla="*/ 159 h 701"/>
              <a:gd name="T70" fmla="*/ 289 w 1238"/>
              <a:gd name="T71" fmla="*/ 209 h 701"/>
              <a:gd name="T72" fmla="*/ 270 w 1238"/>
              <a:gd name="T73" fmla="*/ 265 h 701"/>
              <a:gd name="T74" fmla="*/ 246 w 1238"/>
              <a:gd name="T75" fmla="*/ 261 h 701"/>
              <a:gd name="T76" fmla="*/ 221 w 1238"/>
              <a:gd name="T77" fmla="*/ 259 h 701"/>
              <a:gd name="T78" fmla="*/ 198 w 1238"/>
              <a:gd name="T79" fmla="*/ 260 h 701"/>
              <a:gd name="T80" fmla="*/ 155 w 1238"/>
              <a:gd name="T81" fmla="*/ 269 h 701"/>
              <a:gd name="T82" fmla="*/ 116 w 1238"/>
              <a:gd name="T83" fmla="*/ 286 h 701"/>
              <a:gd name="T84" fmla="*/ 80 w 1238"/>
              <a:gd name="T85" fmla="*/ 309 h 701"/>
              <a:gd name="T86" fmla="*/ 51 w 1238"/>
              <a:gd name="T87" fmla="*/ 340 h 701"/>
              <a:gd name="T88" fmla="*/ 27 w 1238"/>
              <a:gd name="T89" fmla="*/ 375 h 701"/>
              <a:gd name="T90" fmla="*/ 10 w 1238"/>
              <a:gd name="T91" fmla="*/ 414 h 701"/>
              <a:gd name="T92" fmla="*/ 1 w 1238"/>
              <a:gd name="T93" fmla="*/ 458 h 701"/>
              <a:gd name="T94" fmla="*/ 0 w 1238"/>
              <a:gd name="T95" fmla="*/ 480 h 701"/>
              <a:gd name="T96" fmla="*/ 4 w 1238"/>
              <a:gd name="T97" fmla="*/ 522 h 701"/>
              <a:gd name="T98" fmla="*/ 16 w 1238"/>
              <a:gd name="T99" fmla="*/ 562 h 701"/>
              <a:gd name="T100" fmla="*/ 34 w 1238"/>
              <a:gd name="T101" fmla="*/ 598 h 701"/>
              <a:gd name="T102" fmla="*/ 59 w 1238"/>
              <a:gd name="T103" fmla="*/ 631 h 701"/>
              <a:gd name="T104" fmla="*/ 90 w 1238"/>
              <a:gd name="T105" fmla="*/ 658 h 701"/>
              <a:gd name="T106" fmla="*/ 123 w 1238"/>
              <a:gd name="T107" fmla="*/ 678 h 701"/>
              <a:gd name="T108" fmla="*/ 162 w 1238"/>
              <a:gd name="T109" fmla="*/ 693 h 701"/>
              <a:gd name="T110" fmla="*/ 203 w 1238"/>
              <a:gd name="T111" fmla="*/ 70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38" h="701">
                <a:moveTo>
                  <a:pt x="1029" y="701"/>
                </a:moveTo>
                <a:lnTo>
                  <a:pt x="1029" y="701"/>
                </a:lnTo>
                <a:lnTo>
                  <a:pt x="1051" y="699"/>
                </a:lnTo>
                <a:lnTo>
                  <a:pt x="1072" y="694"/>
                </a:lnTo>
                <a:lnTo>
                  <a:pt x="1091" y="688"/>
                </a:lnTo>
                <a:lnTo>
                  <a:pt x="1110" y="681"/>
                </a:lnTo>
                <a:lnTo>
                  <a:pt x="1130" y="671"/>
                </a:lnTo>
                <a:lnTo>
                  <a:pt x="1147" y="659"/>
                </a:lnTo>
                <a:lnTo>
                  <a:pt x="1162" y="647"/>
                </a:lnTo>
                <a:lnTo>
                  <a:pt x="1177" y="632"/>
                </a:lnTo>
                <a:lnTo>
                  <a:pt x="1191" y="616"/>
                </a:lnTo>
                <a:lnTo>
                  <a:pt x="1202" y="601"/>
                </a:lnTo>
                <a:lnTo>
                  <a:pt x="1213" y="583"/>
                </a:lnTo>
                <a:lnTo>
                  <a:pt x="1222" y="563"/>
                </a:lnTo>
                <a:lnTo>
                  <a:pt x="1229" y="544"/>
                </a:lnTo>
                <a:lnTo>
                  <a:pt x="1234" y="523"/>
                </a:lnTo>
                <a:lnTo>
                  <a:pt x="1237" y="502"/>
                </a:lnTo>
                <a:lnTo>
                  <a:pt x="1238" y="480"/>
                </a:lnTo>
                <a:lnTo>
                  <a:pt x="1238" y="480"/>
                </a:lnTo>
                <a:lnTo>
                  <a:pt x="1237" y="458"/>
                </a:lnTo>
                <a:lnTo>
                  <a:pt x="1234" y="435"/>
                </a:lnTo>
                <a:lnTo>
                  <a:pt x="1229" y="414"/>
                </a:lnTo>
                <a:lnTo>
                  <a:pt x="1220" y="394"/>
                </a:lnTo>
                <a:lnTo>
                  <a:pt x="1212" y="375"/>
                </a:lnTo>
                <a:lnTo>
                  <a:pt x="1201" y="356"/>
                </a:lnTo>
                <a:lnTo>
                  <a:pt x="1188" y="340"/>
                </a:lnTo>
                <a:lnTo>
                  <a:pt x="1173" y="324"/>
                </a:lnTo>
                <a:lnTo>
                  <a:pt x="1157" y="309"/>
                </a:lnTo>
                <a:lnTo>
                  <a:pt x="1140" y="297"/>
                </a:lnTo>
                <a:lnTo>
                  <a:pt x="1122" y="286"/>
                </a:lnTo>
                <a:lnTo>
                  <a:pt x="1103" y="277"/>
                </a:lnTo>
                <a:lnTo>
                  <a:pt x="1082" y="269"/>
                </a:lnTo>
                <a:lnTo>
                  <a:pt x="1062" y="263"/>
                </a:lnTo>
                <a:lnTo>
                  <a:pt x="1040" y="260"/>
                </a:lnTo>
                <a:lnTo>
                  <a:pt x="1017" y="259"/>
                </a:lnTo>
                <a:lnTo>
                  <a:pt x="1017" y="259"/>
                </a:lnTo>
                <a:lnTo>
                  <a:pt x="1000" y="260"/>
                </a:lnTo>
                <a:lnTo>
                  <a:pt x="984" y="261"/>
                </a:lnTo>
                <a:lnTo>
                  <a:pt x="969" y="265"/>
                </a:lnTo>
                <a:lnTo>
                  <a:pt x="953" y="268"/>
                </a:lnTo>
                <a:lnTo>
                  <a:pt x="953" y="268"/>
                </a:lnTo>
                <a:lnTo>
                  <a:pt x="945" y="240"/>
                </a:lnTo>
                <a:lnTo>
                  <a:pt x="935" y="213"/>
                </a:lnTo>
                <a:lnTo>
                  <a:pt x="922" y="186"/>
                </a:lnTo>
                <a:lnTo>
                  <a:pt x="907" y="162"/>
                </a:lnTo>
                <a:lnTo>
                  <a:pt x="890" y="138"/>
                </a:lnTo>
                <a:lnTo>
                  <a:pt x="872" y="116"/>
                </a:lnTo>
                <a:lnTo>
                  <a:pt x="851" y="95"/>
                </a:lnTo>
                <a:lnTo>
                  <a:pt x="830" y="76"/>
                </a:lnTo>
                <a:lnTo>
                  <a:pt x="807" y="59"/>
                </a:lnTo>
                <a:lnTo>
                  <a:pt x="783" y="43"/>
                </a:lnTo>
                <a:lnTo>
                  <a:pt x="756" y="31"/>
                </a:lnTo>
                <a:lnTo>
                  <a:pt x="729" y="20"/>
                </a:lnTo>
                <a:lnTo>
                  <a:pt x="700" y="11"/>
                </a:lnTo>
                <a:lnTo>
                  <a:pt x="671" y="5"/>
                </a:lnTo>
                <a:lnTo>
                  <a:pt x="641" y="1"/>
                </a:lnTo>
                <a:lnTo>
                  <a:pt x="611" y="0"/>
                </a:lnTo>
                <a:lnTo>
                  <a:pt x="611" y="0"/>
                </a:lnTo>
                <a:lnTo>
                  <a:pt x="581" y="1"/>
                </a:lnTo>
                <a:lnTo>
                  <a:pt x="550" y="5"/>
                </a:lnTo>
                <a:lnTo>
                  <a:pt x="521" y="11"/>
                </a:lnTo>
                <a:lnTo>
                  <a:pt x="493" y="19"/>
                </a:lnTo>
                <a:lnTo>
                  <a:pt x="467" y="30"/>
                </a:lnTo>
                <a:lnTo>
                  <a:pt x="440" y="43"/>
                </a:lnTo>
                <a:lnTo>
                  <a:pt x="416" y="58"/>
                </a:lnTo>
                <a:lnTo>
                  <a:pt x="393" y="75"/>
                </a:lnTo>
                <a:lnTo>
                  <a:pt x="371" y="93"/>
                </a:lnTo>
                <a:lnTo>
                  <a:pt x="351" y="113"/>
                </a:lnTo>
                <a:lnTo>
                  <a:pt x="333" y="135"/>
                </a:lnTo>
                <a:lnTo>
                  <a:pt x="316" y="159"/>
                </a:lnTo>
                <a:lnTo>
                  <a:pt x="301" y="184"/>
                </a:lnTo>
                <a:lnTo>
                  <a:pt x="289" y="209"/>
                </a:lnTo>
                <a:lnTo>
                  <a:pt x="278" y="237"/>
                </a:lnTo>
                <a:lnTo>
                  <a:pt x="270" y="265"/>
                </a:lnTo>
                <a:lnTo>
                  <a:pt x="270" y="265"/>
                </a:lnTo>
                <a:lnTo>
                  <a:pt x="246" y="261"/>
                </a:lnTo>
                <a:lnTo>
                  <a:pt x="233" y="260"/>
                </a:lnTo>
                <a:lnTo>
                  <a:pt x="221" y="259"/>
                </a:lnTo>
                <a:lnTo>
                  <a:pt x="221" y="259"/>
                </a:lnTo>
                <a:lnTo>
                  <a:pt x="198" y="260"/>
                </a:lnTo>
                <a:lnTo>
                  <a:pt x="177" y="263"/>
                </a:lnTo>
                <a:lnTo>
                  <a:pt x="155" y="269"/>
                </a:lnTo>
                <a:lnTo>
                  <a:pt x="136" y="277"/>
                </a:lnTo>
                <a:lnTo>
                  <a:pt x="116" y="286"/>
                </a:lnTo>
                <a:lnTo>
                  <a:pt x="97" y="297"/>
                </a:lnTo>
                <a:lnTo>
                  <a:pt x="80" y="309"/>
                </a:lnTo>
                <a:lnTo>
                  <a:pt x="64" y="324"/>
                </a:lnTo>
                <a:lnTo>
                  <a:pt x="51" y="340"/>
                </a:lnTo>
                <a:lnTo>
                  <a:pt x="38" y="356"/>
                </a:lnTo>
                <a:lnTo>
                  <a:pt x="27" y="375"/>
                </a:lnTo>
                <a:lnTo>
                  <a:pt x="17" y="394"/>
                </a:lnTo>
                <a:lnTo>
                  <a:pt x="10" y="414"/>
                </a:lnTo>
                <a:lnTo>
                  <a:pt x="5" y="435"/>
                </a:lnTo>
                <a:lnTo>
                  <a:pt x="1" y="458"/>
                </a:lnTo>
                <a:lnTo>
                  <a:pt x="0" y="480"/>
                </a:lnTo>
                <a:lnTo>
                  <a:pt x="0" y="480"/>
                </a:lnTo>
                <a:lnTo>
                  <a:pt x="1" y="502"/>
                </a:lnTo>
                <a:lnTo>
                  <a:pt x="4" y="522"/>
                </a:lnTo>
                <a:lnTo>
                  <a:pt x="9" y="543"/>
                </a:lnTo>
                <a:lnTo>
                  <a:pt x="16" y="562"/>
                </a:lnTo>
                <a:lnTo>
                  <a:pt x="24" y="581"/>
                </a:lnTo>
                <a:lnTo>
                  <a:pt x="34" y="598"/>
                </a:lnTo>
                <a:lnTo>
                  <a:pt x="46" y="615"/>
                </a:lnTo>
                <a:lnTo>
                  <a:pt x="59" y="631"/>
                </a:lnTo>
                <a:lnTo>
                  <a:pt x="74" y="644"/>
                </a:lnTo>
                <a:lnTo>
                  <a:pt x="90" y="658"/>
                </a:lnTo>
                <a:lnTo>
                  <a:pt x="105" y="668"/>
                </a:lnTo>
                <a:lnTo>
                  <a:pt x="123" y="678"/>
                </a:lnTo>
                <a:lnTo>
                  <a:pt x="143" y="687"/>
                </a:lnTo>
                <a:lnTo>
                  <a:pt x="162" y="693"/>
                </a:lnTo>
                <a:lnTo>
                  <a:pt x="183" y="697"/>
                </a:lnTo>
                <a:lnTo>
                  <a:pt x="203" y="700"/>
                </a:lnTo>
                <a:lnTo>
                  <a:pt x="1029" y="701"/>
                </a:lnTo>
                <a:close/>
              </a:path>
            </a:pathLst>
          </a:custGeom>
          <a:gradFill>
            <a:gsLst>
              <a:gs pos="17000">
                <a:schemeClr val="accent5"/>
              </a:gs>
              <a:gs pos="90000">
                <a:schemeClr val="bg1"/>
              </a:gs>
            </a:gsLst>
            <a:path path="circle">
              <a:fillToRect r="100000" b="10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Title 1">
            <a:extLst>
              <a:ext uri="{FF2B5EF4-FFF2-40B4-BE49-F238E27FC236}">
                <a16:creationId xmlns:a16="http://schemas.microsoft.com/office/drawing/2014/main" id="{CF86772C-DF41-C146-93AE-F48323F073B4}"/>
              </a:ext>
            </a:extLst>
          </p:cNvPr>
          <p:cNvSpPr txBox="1">
            <a:spLocks/>
          </p:cNvSpPr>
          <p:nvPr/>
        </p:nvSpPr>
        <p:spPr>
          <a:xfrm>
            <a:off x="1299411" y="1328992"/>
            <a:ext cx="9593178" cy="498598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200" b="1" kern="120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ea typeface="Open Sans" panose="020B0606030504020204" pitchFamily="34" charset="0"/>
                <a:cs typeface="Arial" panose="020B0604020202020204" pitchFamily="34" charset="0"/>
              </a:defRPr>
            </a:lvl1pPr>
          </a:lstStyle>
          <a:p>
            <a:pPr algn="ctr"/>
            <a:r>
              <a:rPr lang="en-US" sz="3600" dirty="0"/>
              <a:t>Second Study</a:t>
            </a:r>
          </a:p>
        </p:txBody>
      </p: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6D3563D5-3370-9E4B-876E-12C7D04E6903}"/>
              </a:ext>
            </a:extLst>
          </p:cNvPr>
          <p:cNvGrpSpPr/>
          <p:nvPr/>
        </p:nvGrpSpPr>
        <p:grpSpPr>
          <a:xfrm>
            <a:off x="5511985" y="2117512"/>
            <a:ext cx="1168030" cy="200797"/>
            <a:chOff x="5421745" y="2117512"/>
            <a:chExt cx="1168030" cy="200797"/>
          </a:xfrm>
        </p:grpSpPr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E9BF6A8B-F9A1-7143-9596-F6E4CA949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8629" y="2117512"/>
              <a:ext cx="831146" cy="200797"/>
            </a:xfrm>
            <a:custGeom>
              <a:avLst/>
              <a:gdLst>
                <a:gd name="T0" fmla="*/ 305 w 347"/>
                <a:gd name="T1" fmla="*/ 84 h 84"/>
                <a:gd name="T2" fmla="*/ 42 w 347"/>
                <a:gd name="T3" fmla="*/ 84 h 84"/>
                <a:gd name="T4" fmla="*/ 0 w 347"/>
                <a:gd name="T5" fmla="*/ 42 h 84"/>
                <a:gd name="T6" fmla="*/ 42 w 347"/>
                <a:gd name="T7" fmla="*/ 0 h 84"/>
                <a:gd name="T8" fmla="*/ 305 w 347"/>
                <a:gd name="T9" fmla="*/ 0 h 84"/>
                <a:gd name="T10" fmla="*/ 347 w 347"/>
                <a:gd name="T11" fmla="*/ 42 h 84"/>
                <a:gd name="T12" fmla="*/ 305 w 347"/>
                <a:gd name="T13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7" h="84">
                  <a:moveTo>
                    <a:pt x="305" y="84"/>
                  </a:moveTo>
                  <a:cubicBezTo>
                    <a:pt x="42" y="84"/>
                    <a:pt x="42" y="84"/>
                    <a:pt x="42" y="84"/>
                  </a:cubicBezTo>
                  <a:cubicBezTo>
                    <a:pt x="18" y="84"/>
                    <a:pt x="0" y="65"/>
                    <a:pt x="0" y="42"/>
                  </a:cubicBezTo>
                  <a:cubicBezTo>
                    <a:pt x="0" y="19"/>
                    <a:pt x="18" y="0"/>
                    <a:pt x="42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328" y="0"/>
                    <a:pt x="347" y="19"/>
                    <a:pt x="347" y="42"/>
                  </a:cubicBezTo>
                  <a:cubicBezTo>
                    <a:pt x="347" y="65"/>
                    <a:pt x="328" y="84"/>
                    <a:pt x="305" y="84"/>
                  </a:cubicBezTo>
                  <a:close/>
                </a:path>
              </a:pathLst>
            </a:custGeom>
            <a:solidFill>
              <a:schemeClr val="accent4">
                <a:alpha val="37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/>
                <a:ea typeface="+mn-ea"/>
                <a:cs typeface="+mn-cs"/>
              </a:endParaRPr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39063498-F0C0-A34D-8664-F1C9793D9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1745" y="2117512"/>
              <a:ext cx="831146" cy="200797"/>
            </a:xfrm>
            <a:custGeom>
              <a:avLst/>
              <a:gdLst>
                <a:gd name="T0" fmla="*/ 305 w 347"/>
                <a:gd name="T1" fmla="*/ 84 h 84"/>
                <a:gd name="T2" fmla="*/ 42 w 347"/>
                <a:gd name="T3" fmla="*/ 84 h 84"/>
                <a:gd name="T4" fmla="*/ 0 w 347"/>
                <a:gd name="T5" fmla="*/ 42 h 84"/>
                <a:gd name="T6" fmla="*/ 42 w 347"/>
                <a:gd name="T7" fmla="*/ 0 h 84"/>
                <a:gd name="T8" fmla="*/ 305 w 347"/>
                <a:gd name="T9" fmla="*/ 0 h 84"/>
                <a:gd name="T10" fmla="*/ 347 w 347"/>
                <a:gd name="T11" fmla="*/ 42 h 84"/>
                <a:gd name="T12" fmla="*/ 305 w 347"/>
                <a:gd name="T13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7" h="84">
                  <a:moveTo>
                    <a:pt x="305" y="84"/>
                  </a:moveTo>
                  <a:cubicBezTo>
                    <a:pt x="42" y="84"/>
                    <a:pt x="42" y="84"/>
                    <a:pt x="42" y="84"/>
                  </a:cubicBezTo>
                  <a:cubicBezTo>
                    <a:pt x="18" y="84"/>
                    <a:pt x="0" y="65"/>
                    <a:pt x="0" y="42"/>
                  </a:cubicBezTo>
                  <a:cubicBezTo>
                    <a:pt x="0" y="19"/>
                    <a:pt x="18" y="0"/>
                    <a:pt x="42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328" y="0"/>
                    <a:pt x="347" y="19"/>
                    <a:pt x="347" y="42"/>
                  </a:cubicBezTo>
                  <a:cubicBezTo>
                    <a:pt x="347" y="65"/>
                    <a:pt x="328" y="84"/>
                    <a:pt x="305" y="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/>
                <a:ea typeface="+mn-ea"/>
                <a:cs typeface="+mn-cs"/>
              </a:endParaRPr>
            </a:p>
          </p:txBody>
        </p:sp>
      </p:grpSp>
      <p:pic>
        <p:nvPicPr>
          <p:cNvPr id="71" name="Picture 70">
            <a:extLst>
              <a:ext uri="{FF2B5EF4-FFF2-40B4-BE49-F238E27FC236}">
                <a16:creationId xmlns:a16="http://schemas.microsoft.com/office/drawing/2014/main" id="{65AD571C-FF6F-0F49-8C27-EBD05EFCBBE9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grayscl/>
            <a:alphaModFix/>
            <a:extLst>
              <a:ext uri="{BEBA8EAE-BF5A-486C-A8C5-ECC9F3942E4B}">
                <a14:imgProps xmlns:a14="http://schemas.microsoft.com/office/drawing/2010/main">
                  <a14:imgLayer>
                    <a14:imgEffect>
                      <a14:brightnessContrast bright="100000" contrast="100000"/>
                    </a14:imgEffect>
                  </a14:imgLayer>
                </a14:imgProps>
              </a:ext>
            </a:extLst>
          </a:blip>
          <a:srcRect t="30610" b="34958"/>
          <a:stretch/>
        </p:blipFill>
        <p:spPr>
          <a:xfrm>
            <a:off x="10555705" y="6422585"/>
            <a:ext cx="1048920" cy="361165"/>
          </a:xfrm>
          <a:prstGeom prst="rect">
            <a:avLst/>
          </a:prstGeom>
        </p:spPr>
      </p:pic>
      <p:grpSp>
        <p:nvGrpSpPr>
          <p:cNvPr id="179" name="Group 178">
            <a:extLst>
              <a:ext uri="{FF2B5EF4-FFF2-40B4-BE49-F238E27FC236}">
                <a16:creationId xmlns:a16="http://schemas.microsoft.com/office/drawing/2014/main" id="{5ACD4433-EFF2-EF4A-8E3D-412F97573913}"/>
              </a:ext>
            </a:extLst>
          </p:cNvPr>
          <p:cNvGrpSpPr/>
          <p:nvPr/>
        </p:nvGrpSpPr>
        <p:grpSpPr>
          <a:xfrm rot="21343499" flipH="1">
            <a:off x="8825560" y="4829361"/>
            <a:ext cx="3343501" cy="2070062"/>
            <a:chOff x="3363913" y="4510088"/>
            <a:chExt cx="912813" cy="565150"/>
          </a:xfrm>
        </p:grpSpPr>
        <p:sp>
          <p:nvSpPr>
            <p:cNvPr id="180" name="Freeform 581">
              <a:extLst>
                <a:ext uri="{FF2B5EF4-FFF2-40B4-BE49-F238E27FC236}">
                  <a16:creationId xmlns:a16="http://schemas.microsoft.com/office/drawing/2014/main" id="{646F3685-B24E-B449-B11A-AE51F5CB4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913" y="4510088"/>
              <a:ext cx="520700" cy="382588"/>
            </a:xfrm>
            <a:custGeom>
              <a:avLst/>
              <a:gdLst>
                <a:gd name="T0" fmla="*/ 627 w 656"/>
                <a:gd name="T1" fmla="*/ 161 h 483"/>
                <a:gd name="T2" fmla="*/ 566 w 656"/>
                <a:gd name="T3" fmla="*/ 138 h 483"/>
                <a:gd name="T4" fmla="*/ 528 w 656"/>
                <a:gd name="T5" fmla="*/ 224 h 483"/>
                <a:gd name="T6" fmla="*/ 497 w 656"/>
                <a:gd name="T7" fmla="*/ 242 h 483"/>
                <a:gd name="T8" fmla="*/ 486 w 656"/>
                <a:gd name="T9" fmla="*/ 215 h 483"/>
                <a:gd name="T10" fmla="*/ 530 w 656"/>
                <a:gd name="T11" fmla="*/ 114 h 483"/>
                <a:gd name="T12" fmla="*/ 497 w 656"/>
                <a:gd name="T13" fmla="*/ 38 h 483"/>
                <a:gd name="T14" fmla="*/ 429 w 656"/>
                <a:gd name="T15" fmla="*/ 6 h 483"/>
                <a:gd name="T16" fmla="*/ 406 w 656"/>
                <a:gd name="T17" fmla="*/ 14 h 483"/>
                <a:gd name="T18" fmla="*/ 431 w 656"/>
                <a:gd name="T19" fmla="*/ 78 h 483"/>
                <a:gd name="T20" fmla="*/ 406 w 656"/>
                <a:gd name="T21" fmla="*/ 90 h 483"/>
                <a:gd name="T22" fmla="*/ 383 w 656"/>
                <a:gd name="T23" fmla="*/ 53 h 483"/>
                <a:gd name="T24" fmla="*/ 310 w 656"/>
                <a:gd name="T25" fmla="*/ 9 h 483"/>
                <a:gd name="T26" fmla="*/ 244 w 656"/>
                <a:gd name="T27" fmla="*/ 20 h 483"/>
                <a:gd name="T28" fmla="*/ 303 w 656"/>
                <a:gd name="T29" fmla="*/ 81 h 483"/>
                <a:gd name="T30" fmla="*/ 281 w 656"/>
                <a:gd name="T31" fmla="*/ 95 h 483"/>
                <a:gd name="T32" fmla="*/ 247 w 656"/>
                <a:gd name="T33" fmla="*/ 88 h 483"/>
                <a:gd name="T34" fmla="*/ 215 w 656"/>
                <a:gd name="T35" fmla="*/ 45 h 483"/>
                <a:gd name="T36" fmla="*/ 123 w 656"/>
                <a:gd name="T37" fmla="*/ 23 h 483"/>
                <a:gd name="T38" fmla="*/ 79 w 656"/>
                <a:gd name="T39" fmla="*/ 34 h 483"/>
                <a:gd name="T40" fmla="*/ 14 w 656"/>
                <a:gd name="T41" fmla="*/ 6 h 483"/>
                <a:gd name="T42" fmla="*/ 1 w 656"/>
                <a:gd name="T43" fmla="*/ 14 h 483"/>
                <a:gd name="T44" fmla="*/ 29 w 656"/>
                <a:gd name="T45" fmla="*/ 102 h 483"/>
                <a:gd name="T46" fmla="*/ 67 w 656"/>
                <a:gd name="T47" fmla="*/ 130 h 483"/>
                <a:gd name="T48" fmla="*/ 150 w 656"/>
                <a:gd name="T49" fmla="*/ 143 h 483"/>
                <a:gd name="T50" fmla="*/ 177 w 656"/>
                <a:gd name="T51" fmla="*/ 153 h 483"/>
                <a:gd name="T52" fmla="*/ 157 w 656"/>
                <a:gd name="T53" fmla="*/ 182 h 483"/>
                <a:gd name="T54" fmla="*/ 81 w 656"/>
                <a:gd name="T55" fmla="*/ 184 h 483"/>
                <a:gd name="T56" fmla="*/ 78 w 656"/>
                <a:gd name="T57" fmla="*/ 213 h 483"/>
                <a:gd name="T58" fmla="*/ 123 w 656"/>
                <a:gd name="T59" fmla="*/ 251 h 483"/>
                <a:gd name="T60" fmla="*/ 176 w 656"/>
                <a:gd name="T61" fmla="*/ 253 h 483"/>
                <a:gd name="T62" fmla="*/ 251 w 656"/>
                <a:gd name="T63" fmla="*/ 226 h 483"/>
                <a:gd name="T64" fmla="*/ 286 w 656"/>
                <a:gd name="T65" fmla="*/ 232 h 483"/>
                <a:gd name="T66" fmla="*/ 268 w 656"/>
                <a:gd name="T67" fmla="*/ 261 h 483"/>
                <a:gd name="T68" fmla="*/ 202 w 656"/>
                <a:gd name="T69" fmla="*/ 318 h 483"/>
                <a:gd name="T70" fmla="*/ 137 w 656"/>
                <a:gd name="T71" fmla="*/ 319 h 483"/>
                <a:gd name="T72" fmla="*/ 133 w 656"/>
                <a:gd name="T73" fmla="*/ 334 h 483"/>
                <a:gd name="T74" fmla="*/ 195 w 656"/>
                <a:gd name="T75" fmla="*/ 398 h 483"/>
                <a:gd name="T76" fmla="*/ 252 w 656"/>
                <a:gd name="T77" fmla="*/ 413 h 483"/>
                <a:gd name="T78" fmla="*/ 296 w 656"/>
                <a:gd name="T79" fmla="*/ 388 h 483"/>
                <a:gd name="T80" fmla="*/ 348 w 656"/>
                <a:gd name="T81" fmla="*/ 311 h 483"/>
                <a:gd name="T82" fmla="*/ 385 w 656"/>
                <a:gd name="T83" fmla="*/ 295 h 483"/>
                <a:gd name="T84" fmla="*/ 384 w 656"/>
                <a:gd name="T85" fmla="*/ 327 h 483"/>
                <a:gd name="T86" fmla="*/ 351 w 656"/>
                <a:gd name="T87" fmla="*/ 393 h 483"/>
                <a:gd name="T88" fmla="*/ 285 w 656"/>
                <a:gd name="T89" fmla="*/ 446 h 483"/>
                <a:gd name="T90" fmla="*/ 344 w 656"/>
                <a:gd name="T91" fmla="*/ 473 h 483"/>
                <a:gd name="T92" fmla="*/ 447 w 656"/>
                <a:gd name="T93" fmla="*/ 481 h 483"/>
                <a:gd name="T94" fmla="*/ 512 w 656"/>
                <a:gd name="T95" fmla="*/ 443 h 483"/>
                <a:gd name="T96" fmla="*/ 538 w 656"/>
                <a:gd name="T97" fmla="*/ 388 h 483"/>
                <a:gd name="T98" fmla="*/ 516 w 656"/>
                <a:gd name="T99" fmla="*/ 344 h 483"/>
                <a:gd name="T100" fmla="*/ 509 w 656"/>
                <a:gd name="T101" fmla="*/ 309 h 483"/>
                <a:gd name="T102" fmla="*/ 570 w 656"/>
                <a:gd name="T103" fmla="*/ 304 h 483"/>
                <a:gd name="T104" fmla="*/ 621 w 656"/>
                <a:gd name="T105" fmla="*/ 282 h 483"/>
                <a:gd name="T106" fmla="*/ 653 w 656"/>
                <a:gd name="T107" fmla="*/ 242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56" h="483">
                  <a:moveTo>
                    <a:pt x="651" y="202"/>
                  </a:moveTo>
                  <a:lnTo>
                    <a:pt x="651" y="202"/>
                  </a:lnTo>
                  <a:lnTo>
                    <a:pt x="644" y="189"/>
                  </a:lnTo>
                  <a:lnTo>
                    <a:pt x="636" y="174"/>
                  </a:lnTo>
                  <a:lnTo>
                    <a:pt x="636" y="174"/>
                  </a:lnTo>
                  <a:lnTo>
                    <a:pt x="627" y="161"/>
                  </a:lnTo>
                  <a:lnTo>
                    <a:pt x="618" y="148"/>
                  </a:lnTo>
                  <a:lnTo>
                    <a:pt x="596" y="122"/>
                  </a:lnTo>
                  <a:lnTo>
                    <a:pt x="596" y="122"/>
                  </a:lnTo>
                  <a:lnTo>
                    <a:pt x="575" y="102"/>
                  </a:lnTo>
                  <a:lnTo>
                    <a:pt x="575" y="102"/>
                  </a:lnTo>
                  <a:lnTo>
                    <a:pt x="566" y="138"/>
                  </a:lnTo>
                  <a:lnTo>
                    <a:pt x="556" y="169"/>
                  </a:lnTo>
                  <a:lnTo>
                    <a:pt x="556" y="169"/>
                  </a:lnTo>
                  <a:lnTo>
                    <a:pt x="547" y="191"/>
                  </a:lnTo>
                  <a:lnTo>
                    <a:pt x="541" y="203"/>
                  </a:lnTo>
                  <a:lnTo>
                    <a:pt x="535" y="214"/>
                  </a:lnTo>
                  <a:lnTo>
                    <a:pt x="528" y="224"/>
                  </a:lnTo>
                  <a:lnTo>
                    <a:pt x="521" y="232"/>
                  </a:lnTo>
                  <a:lnTo>
                    <a:pt x="514" y="238"/>
                  </a:lnTo>
                  <a:lnTo>
                    <a:pt x="509" y="241"/>
                  </a:lnTo>
                  <a:lnTo>
                    <a:pt x="505" y="242"/>
                  </a:lnTo>
                  <a:lnTo>
                    <a:pt x="505" y="242"/>
                  </a:lnTo>
                  <a:lnTo>
                    <a:pt x="497" y="242"/>
                  </a:lnTo>
                  <a:lnTo>
                    <a:pt x="491" y="241"/>
                  </a:lnTo>
                  <a:lnTo>
                    <a:pt x="487" y="238"/>
                  </a:lnTo>
                  <a:lnTo>
                    <a:pt x="485" y="234"/>
                  </a:lnTo>
                  <a:lnTo>
                    <a:pt x="483" y="229"/>
                  </a:lnTo>
                  <a:lnTo>
                    <a:pt x="483" y="223"/>
                  </a:lnTo>
                  <a:lnTo>
                    <a:pt x="486" y="215"/>
                  </a:lnTo>
                  <a:lnTo>
                    <a:pt x="489" y="208"/>
                  </a:lnTo>
                  <a:lnTo>
                    <a:pt x="489" y="208"/>
                  </a:lnTo>
                  <a:lnTo>
                    <a:pt x="498" y="191"/>
                  </a:lnTo>
                  <a:lnTo>
                    <a:pt x="506" y="173"/>
                  </a:lnTo>
                  <a:lnTo>
                    <a:pt x="530" y="114"/>
                  </a:lnTo>
                  <a:lnTo>
                    <a:pt x="530" y="114"/>
                  </a:lnTo>
                  <a:lnTo>
                    <a:pt x="534" y="103"/>
                  </a:lnTo>
                  <a:lnTo>
                    <a:pt x="538" y="92"/>
                  </a:lnTo>
                  <a:lnTo>
                    <a:pt x="541" y="72"/>
                  </a:lnTo>
                  <a:lnTo>
                    <a:pt x="541" y="72"/>
                  </a:lnTo>
                  <a:lnTo>
                    <a:pt x="518" y="55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86" y="32"/>
                  </a:lnTo>
                  <a:lnTo>
                    <a:pt x="486" y="32"/>
                  </a:lnTo>
                  <a:lnTo>
                    <a:pt x="453" y="17"/>
                  </a:lnTo>
                  <a:lnTo>
                    <a:pt x="453" y="17"/>
                  </a:lnTo>
                  <a:lnTo>
                    <a:pt x="429" y="6"/>
                  </a:lnTo>
                  <a:lnTo>
                    <a:pt x="429" y="6"/>
                  </a:lnTo>
                  <a:lnTo>
                    <a:pt x="422" y="3"/>
                  </a:lnTo>
                  <a:lnTo>
                    <a:pt x="422" y="3"/>
                  </a:lnTo>
                  <a:lnTo>
                    <a:pt x="402" y="0"/>
                  </a:lnTo>
                  <a:lnTo>
                    <a:pt x="402" y="0"/>
                  </a:lnTo>
                  <a:lnTo>
                    <a:pt x="406" y="14"/>
                  </a:lnTo>
                  <a:lnTo>
                    <a:pt x="414" y="32"/>
                  </a:lnTo>
                  <a:lnTo>
                    <a:pt x="414" y="32"/>
                  </a:lnTo>
                  <a:lnTo>
                    <a:pt x="422" y="47"/>
                  </a:lnTo>
                  <a:lnTo>
                    <a:pt x="426" y="59"/>
                  </a:lnTo>
                  <a:lnTo>
                    <a:pt x="430" y="69"/>
                  </a:lnTo>
                  <a:lnTo>
                    <a:pt x="431" y="78"/>
                  </a:lnTo>
                  <a:lnTo>
                    <a:pt x="430" y="84"/>
                  </a:lnTo>
                  <a:lnTo>
                    <a:pt x="428" y="87"/>
                  </a:lnTo>
                  <a:lnTo>
                    <a:pt x="423" y="90"/>
                  </a:lnTo>
                  <a:lnTo>
                    <a:pt x="418" y="90"/>
                  </a:lnTo>
                  <a:lnTo>
                    <a:pt x="418" y="90"/>
                  </a:lnTo>
                  <a:lnTo>
                    <a:pt x="406" y="90"/>
                  </a:lnTo>
                  <a:lnTo>
                    <a:pt x="401" y="88"/>
                  </a:lnTo>
                  <a:lnTo>
                    <a:pt x="397" y="86"/>
                  </a:lnTo>
                  <a:lnTo>
                    <a:pt x="393" y="82"/>
                  </a:lnTo>
                  <a:lnTo>
                    <a:pt x="389" y="75"/>
                  </a:lnTo>
                  <a:lnTo>
                    <a:pt x="385" y="66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73" y="12"/>
                  </a:lnTo>
                  <a:lnTo>
                    <a:pt x="371" y="3"/>
                  </a:lnTo>
                  <a:lnTo>
                    <a:pt x="371" y="3"/>
                  </a:lnTo>
                  <a:lnTo>
                    <a:pt x="351" y="5"/>
                  </a:lnTo>
                  <a:lnTo>
                    <a:pt x="310" y="9"/>
                  </a:lnTo>
                  <a:lnTo>
                    <a:pt x="310" y="9"/>
                  </a:lnTo>
                  <a:lnTo>
                    <a:pt x="258" y="9"/>
                  </a:lnTo>
                  <a:lnTo>
                    <a:pt x="228" y="9"/>
                  </a:lnTo>
                  <a:lnTo>
                    <a:pt x="228" y="9"/>
                  </a:lnTo>
                  <a:lnTo>
                    <a:pt x="233" y="12"/>
                  </a:lnTo>
                  <a:lnTo>
                    <a:pt x="244" y="20"/>
                  </a:lnTo>
                  <a:lnTo>
                    <a:pt x="261" y="34"/>
                  </a:lnTo>
                  <a:lnTo>
                    <a:pt x="280" y="53"/>
                  </a:lnTo>
                  <a:lnTo>
                    <a:pt x="280" y="53"/>
                  </a:lnTo>
                  <a:lnTo>
                    <a:pt x="297" y="70"/>
                  </a:lnTo>
                  <a:lnTo>
                    <a:pt x="302" y="76"/>
                  </a:lnTo>
                  <a:lnTo>
                    <a:pt x="303" y="81"/>
                  </a:lnTo>
                  <a:lnTo>
                    <a:pt x="303" y="82"/>
                  </a:lnTo>
                  <a:lnTo>
                    <a:pt x="303" y="84"/>
                  </a:lnTo>
                  <a:lnTo>
                    <a:pt x="298" y="87"/>
                  </a:lnTo>
                  <a:lnTo>
                    <a:pt x="292" y="91"/>
                  </a:lnTo>
                  <a:lnTo>
                    <a:pt x="281" y="95"/>
                  </a:lnTo>
                  <a:lnTo>
                    <a:pt x="281" y="95"/>
                  </a:lnTo>
                  <a:lnTo>
                    <a:pt x="275" y="96"/>
                  </a:lnTo>
                  <a:lnTo>
                    <a:pt x="270" y="97"/>
                  </a:lnTo>
                  <a:lnTo>
                    <a:pt x="266" y="97"/>
                  </a:lnTo>
                  <a:lnTo>
                    <a:pt x="261" y="97"/>
                  </a:lnTo>
                  <a:lnTo>
                    <a:pt x="254" y="93"/>
                  </a:lnTo>
                  <a:lnTo>
                    <a:pt x="247" y="88"/>
                  </a:lnTo>
                  <a:lnTo>
                    <a:pt x="241" y="81"/>
                  </a:lnTo>
                  <a:lnTo>
                    <a:pt x="237" y="74"/>
                  </a:lnTo>
                  <a:lnTo>
                    <a:pt x="228" y="59"/>
                  </a:lnTo>
                  <a:lnTo>
                    <a:pt x="228" y="59"/>
                  </a:lnTo>
                  <a:lnTo>
                    <a:pt x="222" y="52"/>
                  </a:lnTo>
                  <a:lnTo>
                    <a:pt x="215" y="45"/>
                  </a:lnTo>
                  <a:lnTo>
                    <a:pt x="198" y="29"/>
                  </a:lnTo>
                  <a:lnTo>
                    <a:pt x="177" y="14"/>
                  </a:lnTo>
                  <a:lnTo>
                    <a:pt x="177" y="14"/>
                  </a:lnTo>
                  <a:lnTo>
                    <a:pt x="169" y="15"/>
                  </a:lnTo>
                  <a:lnTo>
                    <a:pt x="148" y="17"/>
                  </a:lnTo>
                  <a:lnTo>
                    <a:pt x="123" y="23"/>
                  </a:lnTo>
                  <a:lnTo>
                    <a:pt x="111" y="27"/>
                  </a:lnTo>
                  <a:lnTo>
                    <a:pt x="100" y="32"/>
                  </a:lnTo>
                  <a:lnTo>
                    <a:pt x="100" y="32"/>
                  </a:lnTo>
                  <a:lnTo>
                    <a:pt x="95" y="33"/>
                  </a:lnTo>
                  <a:lnTo>
                    <a:pt x="90" y="34"/>
                  </a:lnTo>
                  <a:lnTo>
                    <a:pt x="79" y="34"/>
                  </a:lnTo>
                  <a:lnTo>
                    <a:pt x="67" y="33"/>
                  </a:lnTo>
                  <a:lnTo>
                    <a:pt x="55" y="28"/>
                  </a:lnTo>
                  <a:lnTo>
                    <a:pt x="43" y="23"/>
                  </a:lnTo>
                  <a:lnTo>
                    <a:pt x="32" y="17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7" y="3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4"/>
                  </a:lnTo>
                  <a:lnTo>
                    <a:pt x="0" y="7"/>
                  </a:lnTo>
                  <a:lnTo>
                    <a:pt x="1" y="14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12" y="50"/>
                  </a:lnTo>
                  <a:lnTo>
                    <a:pt x="19" y="78"/>
                  </a:lnTo>
                  <a:lnTo>
                    <a:pt x="24" y="91"/>
                  </a:lnTo>
                  <a:lnTo>
                    <a:pt x="29" y="102"/>
                  </a:lnTo>
                  <a:lnTo>
                    <a:pt x="33" y="111"/>
                  </a:lnTo>
                  <a:lnTo>
                    <a:pt x="38" y="118"/>
                  </a:lnTo>
                  <a:lnTo>
                    <a:pt x="38" y="118"/>
                  </a:lnTo>
                  <a:lnTo>
                    <a:pt x="44" y="121"/>
                  </a:lnTo>
                  <a:lnTo>
                    <a:pt x="55" y="126"/>
                  </a:lnTo>
                  <a:lnTo>
                    <a:pt x="67" y="130"/>
                  </a:lnTo>
                  <a:lnTo>
                    <a:pt x="82" y="134"/>
                  </a:lnTo>
                  <a:lnTo>
                    <a:pt x="99" y="138"/>
                  </a:lnTo>
                  <a:lnTo>
                    <a:pt x="116" y="140"/>
                  </a:lnTo>
                  <a:lnTo>
                    <a:pt x="133" y="143"/>
                  </a:lnTo>
                  <a:lnTo>
                    <a:pt x="150" y="143"/>
                  </a:lnTo>
                  <a:lnTo>
                    <a:pt x="150" y="143"/>
                  </a:lnTo>
                  <a:lnTo>
                    <a:pt x="164" y="143"/>
                  </a:lnTo>
                  <a:lnTo>
                    <a:pt x="169" y="144"/>
                  </a:lnTo>
                  <a:lnTo>
                    <a:pt x="173" y="145"/>
                  </a:lnTo>
                  <a:lnTo>
                    <a:pt x="175" y="147"/>
                  </a:lnTo>
                  <a:lnTo>
                    <a:pt x="177" y="149"/>
                  </a:lnTo>
                  <a:lnTo>
                    <a:pt x="177" y="153"/>
                  </a:lnTo>
                  <a:lnTo>
                    <a:pt x="177" y="155"/>
                  </a:lnTo>
                  <a:lnTo>
                    <a:pt x="175" y="162"/>
                  </a:lnTo>
                  <a:lnTo>
                    <a:pt x="171" y="168"/>
                  </a:lnTo>
                  <a:lnTo>
                    <a:pt x="164" y="176"/>
                  </a:lnTo>
                  <a:lnTo>
                    <a:pt x="157" y="182"/>
                  </a:lnTo>
                  <a:lnTo>
                    <a:pt x="157" y="182"/>
                  </a:lnTo>
                  <a:lnTo>
                    <a:pt x="153" y="184"/>
                  </a:lnTo>
                  <a:lnTo>
                    <a:pt x="147" y="186"/>
                  </a:lnTo>
                  <a:lnTo>
                    <a:pt x="135" y="188"/>
                  </a:lnTo>
                  <a:lnTo>
                    <a:pt x="121" y="188"/>
                  </a:lnTo>
                  <a:lnTo>
                    <a:pt x="106" y="186"/>
                  </a:lnTo>
                  <a:lnTo>
                    <a:pt x="81" y="184"/>
                  </a:lnTo>
                  <a:lnTo>
                    <a:pt x="72" y="184"/>
                  </a:lnTo>
                  <a:lnTo>
                    <a:pt x="71" y="185"/>
                  </a:lnTo>
                  <a:lnTo>
                    <a:pt x="70" y="186"/>
                  </a:lnTo>
                  <a:lnTo>
                    <a:pt x="70" y="186"/>
                  </a:lnTo>
                  <a:lnTo>
                    <a:pt x="72" y="197"/>
                  </a:lnTo>
                  <a:lnTo>
                    <a:pt x="78" y="213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90" y="236"/>
                  </a:lnTo>
                  <a:lnTo>
                    <a:pt x="104" y="243"/>
                  </a:lnTo>
                  <a:lnTo>
                    <a:pt x="112" y="247"/>
                  </a:lnTo>
                  <a:lnTo>
                    <a:pt x="123" y="251"/>
                  </a:lnTo>
                  <a:lnTo>
                    <a:pt x="135" y="254"/>
                  </a:lnTo>
                  <a:lnTo>
                    <a:pt x="148" y="257"/>
                  </a:lnTo>
                  <a:lnTo>
                    <a:pt x="148" y="257"/>
                  </a:lnTo>
                  <a:lnTo>
                    <a:pt x="154" y="257"/>
                  </a:lnTo>
                  <a:lnTo>
                    <a:pt x="162" y="257"/>
                  </a:lnTo>
                  <a:lnTo>
                    <a:pt x="176" y="253"/>
                  </a:lnTo>
                  <a:lnTo>
                    <a:pt x="189" y="247"/>
                  </a:lnTo>
                  <a:lnTo>
                    <a:pt x="204" y="241"/>
                  </a:lnTo>
                  <a:lnTo>
                    <a:pt x="220" y="235"/>
                  </a:lnTo>
                  <a:lnTo>
                    <a:pt x="235" y="230"/>
                  </a:lnTo>
                  <a:lnTo>
                    <a:pt x="243" y="228"/>
                  </a:lnTo>
                  <a:lnTo>
                    <a:pt x="251" y="226"/>
                  </a:lnTo>
                  <a:lnTo>
                    <a:pt x="260" y="226"/>
                  </a:lnTo>
                  <a:lnTo>
                    <a:pt x="269" y="226"/>
                  </a:lnTo>
                  <a:lnTo>
                    <a:pt x="269" y="226"/>
                  </a:lnTo>
                  <a:lnTo>
                    <a:pt x="277" y="228"/>
                  </a:lnTo>
                  <a:lnTo>
                    <a:pt x="283" y="230"/>
                  </a:lnTo>
                  <a:lnTo>
                    <a:pt x="286" y="232"/>
                  </a:lnTo>
                  <a:lnTo>
                    <a:pt x="289" y="235"/>
                  </a:lnTo>
                  <a:lnTo>
                    <a:pt x="289" y="238"/>
                  </a:lnTo>
                  <a:lnTo>
                    <a:pt x="286" y="242"/>
                  </a:lnTo>
                  <a:lnTo>
                    <a:pt x="284" y="246"/>
                  </a:lnTo>
                  <a:lnTo>
                    <a:pt x="279" y="251"/>
                  </a:lnTo>
                  <a:lnTo>
                    <a:pt x="268" y="261"/>
                  </a:lnTo>
                  <a:lnTo>
                    <a:pt x="254" y="275"/>
                  </a:lnTo>
                  <a:lnTo>
                    <a:pt x="237" y="289"/>
                  </a:lnTo>
                  <a:lnTo>
                    <a:pt x="220" y="305"/>
                  </a:lnTo>
                  <a:lnTo>
                    <a:pt x="220" y="305"/>
                  </a:lnTo>
                  <a:lnTo>
                    <a:pt x="211" y="312"/>
                  </a:lnTo>
                  <a:lnTo>
                    <a:pt x="202" y="318"/>
                  </a:lnTo>
                  <a:lnTo>
                    <a:pt x="193" y="322"/>
                  </a:lnTo>
                  <a:lnTo>
                    <a:pt x="183" y="323"/>
                  </a:lnTo>
                  <a:lnTo>
                    <a:pt x="175" y="324"/>
                  </a:lnTo>
                  <a:lnTo>
                    <a:pt x="166" y="324"/>
                  </a:lnTo>
                  <a:lnTo>
                    <a:pt x="151" y="322"/>
                  </a:lnTo>
                  <a:lnTo>
                    <a:pt x="137" y="319"/>
                  </a:lnTo>
                  <a:lnTo>
                    <a:pt x="133" y="319"/>
                  </a:lnTo>
                  <a:lnTo>
                    <a:pt x="130" y="319"/>
                  </a:lnTo>
                  <a:lnTo>
                    <a:pt x="128" y="321"/>
                  </a:lnTo>
                  <a:lnTo>
                    <a:pt x="128" y="323"/>
                  </a:lnTo>
                  <a:lnTo>
                    <a:pt x="129" y="328"/>
                  </a:lnTo>
                  <a:lnTo>
                    <a:pt x="133" y="334"/>
                  </a:lnTo>
                  <a:lnTo>
                    <a:pt x="133" y="334"/>
                  </a:lnTo>
                  <a:lnTo>
                    <a:pt x="142" y="348"/>
                  </a:lnTo>
                  <a:lnTo>
                    <a:pt x="153" y="363"/>
                  </a:lnTo>
                  <a:lnTo>
                    <a:pt x="165" y="375"/>
                  </a:lnTo>
                  <a:lnTo>
                    <a:pt x="180" y="387"/>
                  </a:lnTo>
                  <a:lnTo>
                    <a:pt x="195" y="398"/>
                  </a:lnTo>
                  <a:lnTo>
                    <a:pt x="204" y="402"/>
                  </a:lnTo>
                  <a:lnTo>
                    <a:pt x="212" y="405"/>
                  </a:lnTo>
                  <a:lnTo>
                    <a:pt x="222" y="409"/>
                  </a:lnTo>
                  <a:lnTo>
                    <a:pt x="232" y="410"/>
                  </a:lnTo>
                  <a:lnTo>
                    <a:pt x="241" y="413"/>
                  </a:lnTo>
                  <a:lnTo>
                    <a:pt x="252" y="413"/>
                  </a:lnTo>
                  <a:lnTo>
                    <a:pt x="252" y="413"/>
                  </a:lnTo>
                  <a:lnTo>
                    <a:pt x="262" y="413"/>
                  </a:lnTo>
                  <a:lnTo>
                    <a:pt x="272" y="409"/>
                  </a:lnTo>
                  <a:lnTo>
                    <a:pt x="280" y="404"/>
                  </a:lnTo>
                  <a:lnTo>
                    <a:pt x="289" y="397"/>
                  </a:lnTo>
                  <a:lnTo>
                    <a:pt x="296" y="388"/>
                  </a:lnTo>
                  <a:lnTo>
                    <a:pt x="303" y="379"/>
                  </a:lnTo>
                  <a:lnTo>
                    <a:pt x="315" y="358"/>
                  </a:lnTo>
                  <a:lnTo>
                    <a:pt x="329" y="338"/>
                  </a:lnTo>
                  <a:lnTo>
                    <a:pt x="335" y="328"/>
                  </a:lnTo>
                  <a:lnTo>
                    <a:pt x="341" y="318"/>
                  </a:lnTo>
                  <a:lnTo>
                    <a:pt x="348" y="311"/>
                  </a:lnTo>
                  <a:lnTo>
                    <a:pt x="355" y="304"/>
                  </a:lnTo>
                  <a:lnTo>
                    <a:pt x="362" y="299"/>
                  </a:lnTo>
                  <a:lnTo>
                    <a:pt x="371" y="296"/>
                  </a:lnTo>
                  <a:lnTo>
                    <a:pt x="371" y="296"/>
                  </a:lnTo>
                  <a:lnTo>
                    <a:pt x="379" y="295"/>
                  </a:lnTo>
                  <a:lnTo>
                    <a:pt x="385" y="295"/>
                  </a:lnTo>
                  <a:lnTo>
                    <a:pt x="389" y="296"/>
                  </a:lnTo>
                  <a:lnTo>
                    <a:pt x="393" y="299"/>
                  </a:lnTo>
                  <a:lnTo>
                    <a:pt x="394" y="301"/>
                  </a:lnTo>
                  <a:lnTo>
                    <a:pt x="393" y="305"/>
                  </a:lnTo>
                  <a:lnTo>
                    <a:pt x="390" y="315"/>
                  </a:lnTo>
                  <a:lnTo>
                    <a:pt x="384" y="327"/>
                  </a:lnTo>
                  <a:lnTo>
                    <a:pt x="376" y="341"/>
                  </a:lnTo>
                  <a:lnTo>
                    <a:pt x="367" y="358"/>
                  </a:lnTo>
                  <a:lnTo>
                    <a:pt x="360" y="376"/>
                  </a:lnTo>
                  <a:lnTo>
                    <a:pt x="360" y="376"/>
                  </a:lnTo>
                  <a:lnTo>
                    <a:pt x="356" y="385"/>
                  </a:lnTo>
                  <a:lnTo>
                    <a:pt x="351" y="393"/>
                  </a:lnTo>
                  <a:lnTo>
                    <a:pt x="345" y="402"/>
                  </a:lnTo>
                  <a:lnTo>
                    <a:pt x="339" y="409"/>
                  </a:lnTo>
                  <a:lnTo>
                    <a:pt x="325" y="422"/>
                  </a:lnTo>
                  <a:lnTo>
                    <a:pt x="310" y="432"/>
                  </a:lnTo>
                  <a:lnTo>
                    <a:pt x="296" y="440"/>
                  </a:lnTo>
                  <a:lnTo>
                    <a:pt x="285" y="446"/>
                  </a:lnTo>
                  <a:lnTo>
                    <a:pt x="274" y="451"/>
                  </a:lnTo>
                  <a:lnTo>
                    <a:pt x="274" y="451"/>
                  </a:lnTo>
                  <a:lnTo>
                    <a:pt x="286" y="456"/>
                  </a:lnTo>
                  <a:lnTo>
                    <a:pt x="302" y="461"/>
                  </a:lnTo>
                  <a:lnTo>
                    <a:pt x="321" y="467"/>
                  </a:lnTo>
                  <a:lnTo>
                    <a:pt x="344" y="473"/>
                  </a:lnTo>
                  <a:lnTo>
                    <a:pt x="371" y="478"/>
                  </a:lnTo>
                  <a:lnTo>
                    <a:pt x="401" y="481"/>
                  </a:lnTo>
                  <a:lnTo>
                    <a:pt x="416" y="483"/>
                  </a:lnTo>
                  <a:lnTo>
                    <a:pt x="431" y="483"/>
                  </a:lnTo>
                  <a:lnTo>
                    <a:pt x="431" y="483"/>
                  </a:lnTo>
                  <a:lnTo>
                    <a:pt x="447" y="481"/>
                  </a:lnTo>
                  <a:lnTo>
                    <a:pt x="460" y="478"/>
                  </a:lnTo>
                  <a:lnTo>
                    <a:pt x="474" y="473"/>
                  </a:lnTo>
                  <a:lnTo>
                    <a:pt x="486" y="467"/>
                  </a:lnTo>
                  <a:lnTo>
                    <a:pt x="495" y="460"/>
                  </a:lnTo>
                  <a:lnTo>
                    <a:pt x="505" y="451"/>
                  </a:lnTo>
                  <a:lnTo>
                    <a:pt x="512" y="443"/>
                  </a:lnTo>
                  <a:lnTo>
                    <a:pt x="520" y="433"/>
                  </a:lnTo>
                  <a:lnTo>
                    <a:pt x="526" y="423"/>
                  </a:lnTo>
                  <a:lnTo>
                    <a:pt x="530" y="414"/>
                  </a:lnTo>
                  <a:lnTo>
                    <a:pt x="534" y="405"/>
                  </a:lnTo>
                  <a:lnTo>
                    <a:pt x="537" y="397"/>
                  </a:lnTo>
                  <a:lnTo>
                    <a:pt x="538" y="388"/>
                  </a:lnTo>
                  <a:lnTo>
                    <a:pt x="538" y="382"/>
                  </a:lnTo>
                  <a:lnTo>
                    <a:pt x="538" y="376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26" y="358"/>
                  </a:lnTo>
                  <a:lnTo>
                    <a:pt x="516" y="344"/>
                  </a:lnTo>
                  <a:lnTo>
                    <a:pt x="505" y="325"/>
                  </a:lnTo>
                  <a:lnTo>
                    <a:pt x="505" y="325"/>
                  </a:lnTo>
                  <a:lnTo>
                    <a:pt x="505" y="318"/>
                  </a:lnTo>
                  <a:lnTo>
                    <a:pt x="505" y="315"/>
                  </a:lnTo>
                  <a:lnTo>
                    <a:pt x="505" y="311"/>
                  </a:lnTo>
                  <a:lnTo>
                    <a:pt x="509" y="309"/>
                  </a:lnTo>
                  <a:lnTo>
                    <a:pt x="514" y="306"/>
                  </a:lnTo>
                  <a:lnTo>
                    <a:pt x="521" y="305"/>
                  </a:lnTo>
                  <a:lnTo>
                    <a:pt x="532" y="305"/>
                  </a:lnTo>
                  <a:lnTo>
                    <a:pt x="532" y="305"/>
                  </a:lnTo>
                  <a:lnTo>
                    <a:pt x="551" y="306"/>
                  </a:lnTo>
                  <a:lnTo>
                    <a:pt x="570" y="304"/>
                  </a:lnTo>
                  <a:lnTo>
                    <a:pt x="580" y="301"/>
                  </a:lnTo>
                  <a:lnTo>
                    <a:pt x="590" y="299"/>
                  </a:lnTo>
                  <a:lnTo>
                    <a:pt x="598" y="295"/>
                  </a:lnTo>
                  <a:lnTo>
                    <a:pt x="608" y="292"/>
                  </a:lnTo>
                  <a:lnTo>
                    <a:pt x="608" y="292"/>
                  </a:lnTo>
                  <a:lnTo>
                    <a:pt x="621" y="282"/>
                  </a:lnTo>
                  <a:lnTo>
                    <a:pt x="634" y="271"/>
                  </a:lnTo>
                  <a:lnTo>
                    <a:pt x="639" y="264"/>
                  </a:lnTo>
                  <a:lnTo>
                    <a:pt x="644" y="258"/>
                  </a:lnTo>
                  <a:lnTo>
                    <a:pt x="649" y="251"/>
                  </a:lnTo>
                  <a:lnTo>
                    <a:pt x="653" y="242"/>
                  </a:lnTo>
                  <a:lnTo>
                    <a:pt x="653" y="242"/>
                  </a:lnTo>
                  <a:lnTo>
                    <a:pt x="655" y="232"/>
                  </a:lnTo>
                  <a:lnTo>
                    <a:pt x="656" y="221"/>
                  </a:lnTo>
                  <a:lnTo>
                    <a:pt x="655" y="212"/>
                  </a:lnTo>
                  <a:lnTo>
                    <a:pt x="651" y="202"/>
                  </a:lnTo>
                  <a:lnTo>
                    <a:pt x="651" y="202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582">
              <a:extLst>
                <a:ext uri="{FF2B5EF4-FFF2-40B4-BE49-F238E27FC236}">
                  <a16:creationId xmlns:a16="http://schemas.microsoft.com/office/drawing/2014/main" id="{0755310F-681E-6E4C-9E89-1979BAB61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776" y="4721225"/>
              <a:ext cx="361950" cy="274638"/>
            </a:xfrm>
            <a:custGeom>
              <a:avLst/>
              <a:gdLst>
                <a:gd name="T0" fmla="*/ 23 w 456"/>
                <a:gd name="T1" fmla="*/ 176 h 346"/>
                <a:gd name="T2" fmla="*/ 1 w 456"/>
                <a:gd name="T3" fmla="*/ 139 h 346"/>
                <a:gd name="T4" fmla="*/ 5 w 456"/>
                <a:gd name="T5" fmla="*/ 98 h 346"/>
                <a:gd name="T6" fmla="*/ 36 w 456"/>
                <a:gd name="T7" fmla="*/ 59 h 346"/>
                <a:gd name="T8" fmla="*/ 112 w 456"/>
                <a:gd name="T9" fmla="*/ 15 h 346"/>
                <a:gd name="T10" fmla="*/ 100 w 456"/>
                <a:gd name="T11" fmla="*/ 53 h 346"/>
                <a:gd name="T12" fmla="*/ 105 w 456"/>
                <a:gd name="T13" fmla="*/ 92 h 346"/>
                <a:gd name="T14" fmla="*/ 124 w 456"/>
                <a:gd name="T15" fmla="*/ 143 h 346"/>
                <a:gd name="T16" fmla="*/ 138 w 456"/>
                <a:gd name="T17" fmla="*/ 136 h 346"/>
                <a:gd name="T18" fmla="*/ 139 w 456"/>
                <a:gd name="T19" fmla="*/ 96 h 346"/>
                <a:gd name="T20" fmla="*/ 130 w 456"/>
                <a:gd name="T21" fmla="*/ 41 h 346"/>
                <a:gd name="T22" fmla="*/ 151 w 456"/>
                <a:gd name="T23" fmla="*/ 15 h 346"/>
                <a:gd name="T24" fmla="*/ 211 w 456"/>
                <a:gd name="T25" fmla="*/ 1 h 346"/>
                <a:gd name="T26" fmla="*/ 244 w 456"/>
                <a:gd name="T27" fmla="*/ 9 h 346"/>
                <a:gd name="T28" fmla="*/ 215 w 456"/>
                <a:gd name="T29" fmla="*/ 34 h 346"/>
                <a:gd name="T30" fmla="*/ 207 w 456"/>
                <a:gd name="T31" fmla="*/ 59 h 346"/>
                <a:gd name="T32" fmla="*/ 205 w 456"/>
                <a:gd name="T33" fmla="*/ 125 h 346"/>
                <a:gd name="T34" fmla="*/ 220 w 456"/>
                <a:gd name="T35" fmla="*/ 121 h 346"/>
                <a:gd name="T36" fmla="*/ 248 w 456"/>
                <a:gd name="T37" fmla="*/ 74 h 346"/>
                <a:gd name="T38" fmla="*/ 272 w 456"/>
                <a:gd name="T39" fmla="*/ 45 h 346"/>
                <a:gd name="T40" fmla="*/ 304 w 456"/>
                <a:gd name="T41" fmla="*/ 32 h 346"/>
                <a:gd name="T42" fmla="*/ 336 w 456"/>
                <a:gd name="T43" fmla="*/ 47 h 346"/>
                <a:gd name="T44" fmla="*/ 303 w 456"/>
                <a:gd name="T45" fmla="*/ 76 h 346"/>
                <a:gd name="T46" fmla="*/ 295 w 456"/>
                <a:gd name="T47" fmla="*/ 97 h 346"/>
                <a:gd name="T48" fmla="*/ 304 w 456"/>
                <a:gd name="T49" fmla="*/ 115 h 346"/>
                <a:gd name="T50" fmla="*/ 335 w 456"/>
                <a:gd name="T51" fmla="*/ 90 h 346"/>
                <a:gd name="T52" fmla="*/ 383 w 456"/>
                <a:gd name="T53" fmla="*/ 66 h 346"/>
                <a:gd name="T54" fmla="*/ 441 w 456"/>
                <a:gd name="T55" fmla="*/ 93 h 346"/>
                <a:gd name="T56" fmla="*/ 447 w 456"/>
                <a:gd name="T57" fmla="*/ 107 h 346"/>
                <a:gd name="T58" fmla="*/ 422 w 456"/>
                <a:gd name="T59" fmla="*/ 120 h 346"/>
                <a:gd name="T60" fmla="*/ 404 w 456"/>
                <a:gd name="T61" fmla="*/ 145 h 346"/>
                <a:gd name="T62" fmla="*/ 354 w 456"/>
                <a:gd name="T63" fmla="*/ 189 h 346"/>
                <a:gd name="T64" fmla="*/ 292 w 456"/>
                <a:gd name="T65" fmla="*/ 174 h 346"/>
                <a:gd name="T66" fmla="*/ 251 w 456"/>
                <a:gd name="T67" fmla="*/ 174 h 346"/>
                <a:gd name="T68" fmla="*/ 244 w 456"/>
                <a:gd name="T69" fmla="*/ 188 h 346"/>
                <a:gd name="T70" fmla="*/ 266 w 456"/>
                <a:gd name="T71" fmla="*/ 206 h 346"/>
                <a:gd name="T72" fmla="*/ 317 w 456"/>
                <a:gd name="T73" fmla="*/ 213 h 346"/>
                <a:gd name="T74" fmla="*/ 334 w 456"/>
                <a:gd name="T75" fmla="*/ 243 h 346"/>
                <a:gd name="T76" fmla="*/ 294 w 456"/>
                <a:gd name="T77" fmla="*/ 288 h 346"/>
                <a:gd name="T78" fmla="*/ 215 w 456"/>
                <a:gd name="T79" fmla="*/ 242 h 346"/>
                <a:gd name="T80" fmla="*/ 192 w 456"/>
                <a:gd name="T81" fmla="*/ 242 h 346"/>
                <a:gd name="T82" fmla="*/ 196 w 456"/>
                <a:gd name="T83" fmla="*/ 261 h 346"/>
                <a:gd name="T84" fmla="*/ 232 w 456"/>
                <a:gd name="T85" fmla="*/ 278 h 346"/>
                <a:gd name="T86" fmla="*/ 271 w 456"/>
                <a:gd name="T87" fmla="*/ 305 h 346"/>
                <a:gd name="T88" fmla="*/ 220 w 456"/>
                <a:gd name="T89" fmla="*/ 336 h 346"/>
                <a:gd name="T90" fmla="*/ 164 w 456"/>
                <a:gd name="T91" fmla="*/ 329 h 346"/>
                <a:gd name="T92" fmla="*/ 130 w 456"/>
                <a:gd name="T93" fmla="*/ 259 h 346"/>
                <a:gd name="T94" fmla="*/ 118 w 456"/>
                <a:gd name="T95" fmla="*/ 224 h 346"/>
                <a:gd name="T96" fmla="*/ 103 w 456"/>
                <a:gd name="T97" fmla="*/ 220 h 346"/>
                <a:gd name="T98" fmla="*/ 95 w 456"/>
                <a:gd name="T99" fmla="*/ 245 h 346"/>
                <a:gd name="T100" fmla="*/ 128 w 456"/>
                <a:gd name="T101" fmla="*/ 321 h 346"/>
                <a:gd name="T102" fmla="*/ 93 w 456"/>
                <a:gd name="T103" fmla="*/ 345 h 346"/>
                <a:gd name="T104" fmla="*/ 47 w 456"/>
                <a:gd name="T105" fmla="*/ 327 h 346"/>
                <a:gd name="T106" fmla="*/ 25 w 456"/>
                <a:gd name="T107" fmla="*/ 292 h 346"/>
                <a:gd name="T108" fmla="*/ 24 w 456"/>
                <a:gd name="T109" fmla="*/ 252 h 346"/>
                <a:gd name="T110" fmla="*/ 55 w 456"/>
                <a:gd name="T111" fmla="*/ 207 h 346"/>
                <a:gd name="T112" fmla="*/ 65 w 456"/>
                <a:gd name="T113" fmla="*/ 191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56" h="346">
                  <a:moveTo>
                    <a:pt x="59" y="184"/>
                  </a:moveTo>
                  <a:lnTo>
                    <a:pt x="59" y="184"/>
                  </a:lnTo>
                  <a:lnTo>
                    <a:pt x="46" y="180"/>
                  </a:lnTo>
                  <a:lnTo>
                    <a:pt x="23" y="176"/>
                  </a:lnTo>
                  <a:lnTo>
                    <a:pt x="23" y="176"/>
                  </a:lnTo>
                  <a:lnTo>
                    <a:pt x="19" y="174"/>
                  </a:lnTo>
                  <a:lnTo>
                    <a:pt x="17" y="173"/>
                  </a:lnTo>
                  <a:lnTo>
                    <a:pt x="11" y="165"/>
                  </a:lnTo>
                  <a:lnTo>
                    <a:pt x="5" y="154"/>
                  </a:lnTo>
                  <a:lnTo>
                    <a:pt x="1" y="139"/>
                  </a:lnTo>
                  <a:lnTo>
                    <a:pt x="0" y="132"/>
                  </a:lnTo>
                  <a:lnTo>
                    <a:pt x="0" y="124"/>
                  </a:lnTo>
                  <a:lnTo>
                    <a:pt x="1" y="115"/>
                  </a:lnTo>
                  <a:lnTo>
                    <a:pt x="2" y="107"/>
                  </a:lnTo>
                  <a:lnTo>
                    <a:pt x="5" y="98"/>
                  </a:lnTo>
                  <a:lnTo>
                    <a:pt x="8" y="90"/>
                  </a:lnTo>
                  <a:lnTo>
                    <a:pt x="14" y="82"/>
                  </a:lnTo>
                  <a:lnTo>
                    <a:pt x="20" y="74"/>
                  </a:lnTo>
                  <a:lnTo>
                    <a:pt x="20" y="74"/>
                  </a:lnTo>
                  <a:lnTo>
                    <a:pt x="36" y="59"/>
                  </a:lnTo>
                  <a:lnTo>
                    <a:pt x="52" y="47"/>
                  </a:lnTo>
                  <a:lnTo>
                    <a:pt x="67" y="38"/>
                  </a:lnTo>
                  <a:lnTo>
                    <a:pt x="81" y="29"/>
                  </a:lnTo>
                  <a:lnTo>
                    <a:pt x="104" y="18"/>
                  </a:lnTo>
                  <a:lnTo>
                    <a:pt x="112" y="15"/>
                  </a:lnTo>
                  <a:lnTo>
                    <a:pt x="112" y="15"/>
                  </a:lnTo>
                  <a:lnTo>
                    <a:pt x="109" y="22"/>
                  </a:lnTo>
                  <a:lnTo>
                    <a:pt x="106" y="30"/>
                  </a:lnTo>
                  <a:lnTo>
                    <a:pt x="103" y="41"/>
                  </a:lnTo>
                  <a:lnTo>
                    <a:pt x="100" y="53"/>
                  </a:lnTo>
                  <a:lnTo>
                    <a:pt x="100" y="66"/>
                  </a:lnTo>
                  <a:lnTo>
                    <a:pt x="101" y="79"/>
                  </a:lnTo>
                  <a:lnTo>
                    <a:pt x="103" y="85"/>
                  </a:lnTo>
                  <a:lnTo>
                    <a:pt x="105" y="92"/>
                  </a:lnTo>
                  <a:lnTo>
                    <a:pt x="105" y="92"/>
                  </a:lnTo>
                  <a:lnTo>
                    <a:pt x="110" y="104"/>
                  </a:lnTo>
                  <a:lnTo>
                    <a:pt x="115" y="116"/>
                  </a:lnTo>
                  <a:lnTo>
                    <a:pt x="119" y="136"/>
                  </a:lnTo>
                  <a:lnTo>
                    <a:pt x="123" y="142"/>
                  </a:lnTo>
                  <a:lnTo>
                    <a:pt x="124" y="143"/>
                  </a:lnTo>
                  <a:lnTo>
                    <a:pt x="127" y="144"/>
                  </a:lnTo>
                  <a:lnTo>
                    <a:pt x="129" y="144"/>
                  </a:lnTo>
                  <a:lnTo>
                    <a:pt x="132" y="143"/>
                  </a:lnTo>
                  <a:lnTo>
                    <a:pt x="138" y="136"/>
                  </a:lnTo>
                  <a:lnTo>
                    <a:pt x="138" y="136"/>
                  </a:lnTo>
                  <a:lnTo>
                    <a:pt x="140" y="130"/>
                  </a:lnTo>
                  <a:lnTo>
                    <a:pt x="141" y="125"/>
                  </a:lnTo>
                  <a:lnTo>
                    <a:pt x="142" y="118"/>
                  </a:lnTo>
                  <a:lnTo>
                    <a:pt x="142" y="110"/>
                  </a:lnTo>
                  <a:lnTo>
                    <a:pt x="139" y="96"/>
                  </a:lnTo>
                  <a:lnTo>
                    <a:pt x="135" y="79"/>
                  </a:lnTo>
                  <a:lnTo>
                    <a:pt x="132" y="63"/>
                  </a:lnTo>
                  <a:lnTo>
                    <a:pt x="130" y="56"/>
                  </a:lnTo>
                  <a:lnTo>
                    <a:pt x="130" y="49"/>
                  </a:lnTo>
                  <a:lnTo>
                    <a:pt x="130" y="41"/>
                  </a:lnTo>
                  <a:lnTo>
                    <a:pt x="133" y="34"/>
                  </a:lnTo>
                  <a:lnTo>
                    <a:pt x="135" y="28"/>
                  </a:lnTo>
                  <a:lnTo>
                    <a:pt x="140" y="23"/>
                  </a:lnTo>
                  <a:lnTo>
                    <a:pt x="140" y="23"/>
                  </a:lnTo>
                  <a:lnTo>
                    <a:pt x="151" y="15"/>
                  </a:lnTo>
                  <a:lnTo>
                    <a:pt x="163" y="7"/>
                  </a:lnTo>
                  <a:lnTo>
                    <a:pt x="175" y="4"/>
                  </a:lnTo>
                  <a:lnTo>
                    <a:pt x="187" y="1"/>
                  </a:lnTo>
                  <a:lnTo>
                    <a:pt x="199" y="0"/>
                  </a:lnTo>
                  <a:lnTo>
                    <a:pt x="211" y="1"/>
                  </a:lnTo>
                  <a:lnTo>
                    <a:pt x="223" y="3"/>
                  </a:lnTo>
                  <a:lnTo>
                    <a:pt x="236" y="5"/>
                  </a:lnTo>
                  <a:lnTo>
                    <a:pt x="236" y="5"/>
                  </a:lnTo>
                  <a:lnTo>
                    <a:pt x="243" y="7"/>
                  </a:lnTo>
                  <a:lnTo>
                    <a:pt x="244" y="9"/>
                  </a:lnTo>
                  <a:lnTo>
                    <a:pt x="243" y="11"/>
                  </a:lnTo>
                  <a:lnTo>
                    <a:pt x="239" y="15"/>
                  </a:lnTo>
                  <a:lnTo>
                    <a:pt x="232" y="18"/>
                  </a:lnTo>
                  <a:lnTo>
                    <a:pt x="223" y="26"/>
                  </a:lnTo>
                  <a:lnTo>
                    <a:pt x="215" y="34"/>
                  </a:lnTo>
                  <a:lnTo>
                    <a:pt x="211" y="39"/>
                  </a:lnTo>
                  <a:lnTo>
                    <a:pt x="209" y="45"/>
                  </a:lnTo>
                  <a:lnTo>
                    <a:pt x="208" y="52"/>
                  </a:lnTo>
                  <a:lnTo>
                    <a:pt x="207" y="59"/>
                  </a:lnTo>
                  <a:lnTo>
                    <a:pt x="207" y="59"/>
                  </a:lnTo>
                  <a:lnTo>
                    <a:pt x="207" y="76"/>
                  </a:lnTo>
                  <a:lnTo>
                    <a:pt x="205" y="91"/>
                  </a:lnTo>
                  <a:lnTo>
                    <a:pt x="203" y="114"/>
                  </a:lnTo>
                  <a:lnTo>
                    <a:pt x="204" y="122"/>
                  </a:lnTo>
                  <a:lnTo>
                    <a:pt x="205" y="125"/>
                  </a:lnTo>
                  <a:lnTo>
                    <a:pt x="207" y="126"/>
                  </a:lnTo>
                  <a:lnTo>
                    <a:pt x="209" y="126"/>
                  </a:lnTo>
                  <a:lnTo>
                    <a:pt x="211" y="126"/>
                  </a:lnTo>
                  <a:lnTo>
                    <a:pt x="220" y="121"/>
                  </a:lnTo>
                  <a:lnTo>
                    <a:pt x="220" y="121"/>
                  </a:lnTo>
                  <a:lnTo>
                    <a:pt x="228" y="113"/>
                  </a:lnTo>
                  <a:lnTo>
                    <a:pt x="234" y="104"/>
                  </a:lnTo>
                  <a:lnTo>
                    <a:pt x="240" y="93"/>
                  </a:lnTo>
                  <a:lnTo>
                    <a:pt x="244" y="84"/>
                  </a:lnTo>
                  <a:lnTo>
                    <a:pt x="248" y="74"/>
                  </a:lnTo>
                  <a:lnTo>
                    <a:pt x="252" y="64"/>
                  </a:lnTo>
                  <a:lnTo>
                    <a:pt x="257" y="56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72" y="45"/>
                  </a:lnTo>
                  <a:lnTo>
                    <a:pt x="279" y="40"/>
                  </a:lnTo>
                  <a:lnTo>
                    <a:pt x="292" y="35"/>
                  </a:lnTo>
                  <a:lnTo>
                    <a:pt x="301" y="32"/>
                  </a:lnTo>
                  <a:lnTo>
                    <a:pt x="304" y="32"/>
                  </a:lnTo>
                  <a:lnTo>
                    <a:pt x="304" y="32"/>
                  </a:lnTo>
                  <a:lnTo>
                    <a:pt x="318" y="38"/>
                  </a:lnTo>
                  <a:lnTo>
                    <a:pt x="329" y="43"/>
                  </a:lnTo>
                  <a:lnTo>
                    <a:pt x="335" y="46"/>
                  </a:lnTo>
                  <a:lnTo>
                    <a:pt x="335" y="46"/>
                  </a:lnTo>
                  <a:lnTo>
                    <a:pt x="336" y="47"/>
                  </a:lnTo>
                  <a:lnTo>
                    <a:pt x="335" y="49"/>
                  </a:lnTo>
                  <a:lnTo>
                    <a:pt x="331" y="53"/>
                  </a:lnTo>
                  <a:lnTo>
                    <a:pt x="318" y="63"/>
                  </a:lnTo>
                  <a:lnTo>
                    <a:pt x="311" y="70"/>
                  </a:lnTo>
                  <a:lnTo>
                    <a:pt x="303" y="76"/>
                  </a:lnTo>
                  <a:lnTo>
                    <a:pt x="297" y="84"/>
                  </a:lnTo>
                  <a:lnTo>
                    <a:pt x="296" y="87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7"/>
                  </a:lnTo>
                  <a:lnTo>
                    <a:pt x="295" y="103"/>
                  </a:lnTo>
                  <a:lnTo>
                    <a:pt x="296" y="108"/>
                  </a:lnTo>
                  <a:lnTo>
                    <a:pt x="297" y="113"/>
                  </a:lnTo>
                  <a:lnTo>
                    <a:pt x="301" y="115"/>
                  </a:lnTo>
                  <a:lnTo>
                    <a:pt x="304" y="115"/>
                  </a:lnTo>
                  <a:lnTo>
                    <a:pt x="311" y="111"/>
                  </a:lnTo>
                  <a:lnTo>
                    <a:pt x="317" y="105"/>
                  </a:lnTo>
                  <a:lnTo>
                    <a:pt x="317" y="105"/>
                  </a:lnTo>
                  <a:lnTo>
                    <a:pt x="325" y="97"/>
                  </a:lnTo>
                  <a:lnTo>
                    <a:pt x="335" y="90"/>
                  </a:lnTo>
                  <a:lnTo>
                    <a:pt x="344" y="84"/>
                  </a:lnTo>
                  <a:lnTo>
                    <a:pt x="354" y="78"/>
                  </a:lnTo>
                  <a:lnTo>
                    <a:pt x="371" y="69"/>
                  </a:lnTo>
                  <a:lnTo>
                    <a:pt x="383" y="66"/>
                  </a:lnTo>
                  <a:lnTo>
                    <a:pt x="383" y="66"/>
                  </a:lnTo>
                  <a:lnTo>
                    <a:pt x="388" y="66"/>
                  </a:lnTo>
                  <a:lnTo>
                    <a:pt x="394" y="68"/>
                  </a:lnTo>
                  <a:lnTo>
                    <a:pt x="411" y="75"/>
                  </a:lnTo>
                  <a:lnTo>
                    <a:pt x="441" y="93"/>
                  </a:lnTo>
                  <a:lnTo>
                    <a:pt x="441" y="93"/>
                  </a:lnTo>
                  <a:lnTo>
                    <a:pt x="451" y="98"/>
                  </a:lnTo>
                  <a:lnTo>
                    <a:pt x="456" y="102"/>
                  </a:lnTo>
                  <a:lnTo>
                    <a:pt x="456" y="103"/>
                  </a:lnTo>
                  <a:lnTo>
                    <a:pt x="454" y="104"/>
                  </a:lnTo>
                  <a:lnTo>
                    <a:pt x="447" y="107"/>
                  </a:lnTo>
                  <a:lnTo>
                    <a:pt x="447" y="107"/>
                  </a:lnTo>
                  <a:lnTo>
                    <a:pt x="441" y="109"/>
                  </a:lnTo>
                  <a:lnTo>
                    <a:pt x="435" y="111"/>
                  </a:lnTo>
                  <a:lnTo>
                    <a:pt x="428" y="116"/>
                  </a:lnTo>
                  <a:lnTo>
                    <a:pt x="422" y="120"/>
                  </a:lnTo>
                  <a:lnTo>
                    <a:pt x="416" y="126"/>
                  </a:lnTo>
                  <a:lnTo>
                    <a:pt x="411" y="132"/>
                  </a:lnTo>
                  <a:lnTo>
                    <a:pt x="406" y="138"/>
                  </a:lnTo>
                  <a:lnTo>
                    <a:pt x="404" y="145"/>
                  </a:lnTo>
                  <a:lnTo>
                    <a:pt x="404" y="145"/>
                  </a:lnTo>
                  <a:lnTo>
                    <a:pt x="396" y="160"/>
                  </a:lnTo>
                  <a:lnTo>
                    <a:pt x="388" y="176"/>
                  </a:lnTo>
                  <a:lnTo>
                    <a:pt x="378" y="191"/>
                  </a:lnTo>
                  <a:lnTo>
                    <a:pt x="378" y="191"/>
                  </a:lnTo>
                  <a:lnTo>
                    <a:pt x="354" y="189"/>
                  </a:lnTo>
                  <a:lnTo>
                    <a:pt x="334" y="185"/>
                  </a:lnTo>
                  <a:lnTo>
                    <a:pt x="319" y="183"/>
                  </a:lnTo>
                  <a:lnTo>
                    <a:pt x="319" y="183"/>
                  </a:lnTo>
                  <a:lnTo>
                    <a:pt x="302" y="178"/>
                  </a:lnTo>
                  <a:lnTo>
                    <a:pt x="292" y="174"/>
                  </a:lnTo>
                  <a:lnTo>
                    <a:pt x="280" y="172"/>
                  </a:lnTo>
                  <a:lnTo>
                    <a:pt x="269" y="171"/>
                  </a:lnTo>
                  <a:lnTo>
                    <a:pt x="260" y="172"/>
                  </a:lnTo>
                  <a:lnTo>
                    <a:pt x="255" y="172"/>
                  </a:lnTo>
                  <a:lnTo>
                    <a:pt x="251" y="174"/>
                  </a:lnTo>
                  <a:lnTo>
                    <a:pt x="249" y="177"/>
                  </a:lnTo>
                  <a:lnTo>
                    <a:pt x="246" y="180"/>
                  </a:lnTo>
                  <a:lnTo>
                    <a:pt x="246" y="180"/>
                  </a:lnTo>
                  <a:lnTo>
                    <a:pt x="245" y="184"/>
                  </a:lnTo>
                  <a:lnTo>
                    <a:pt x="244" y="188"/>
                  </a:lnTo>
                  <a:lnTo>
                    <a:pt x="245" y="191"/>
                  </a:lnTo>
                  <a:lnTo>
                    <a:pt x="246" y="194"/>
                  </a:lnTo>
                  <a:lnTo>
                    <a:pt x="250" y="199"/>
                  </a:lnTo>
                  <a:lnTo>
                    <a:pt x="257" y="202"/>
                  </a:lnTo>
                  <a:lnTo>
                    <a:pt x="266" y="206"/>
                  </a:lnTo>
                  <a:lnTo>
                    <a:pt x="275" y="208"/>
                  </a:lnTo>
                  <a:lnTo>
                    <a:pt x="296" y="211"/>
                  </a:lnTo>
                  <a:lnTo>
                    <a:pt x="296" y="211"/>
                  </a:lnTo>
                  <a:lnTo>
                    <a:pt x="307" y="211"/>
                  </a:lnTo>
                  <a:lnTo>
                    <a:pt x="317" y="213"/>
                  </a:lnTo>
                  <a:lnTo>
                    <a:pt x="337" y="218"/>
                  </a:lnTo>
                  <a:lnTo>
                    <a:pt x="356" y="224"/>
                  </a:lnTo>
                  <a:lnTo>
                    <a:pt x="356" y="224"/>
                  </a:lnTo>
                  <a:lnTo>
                    <a:pt x="344" y="234"/>
                  </a:lnTo>
                  <a:lnTo>
                    <a:pt x="334" y="243"/>
                  </a:lnTo>
                  <a:lnTo>
                    <a:pt x="323" y="253"/>
                  </a:lnTo>
                  <a:lnTo>
                    <a:pt x="323" y="253"/>
                  </a:lnTo>
                  <a:lnTo>
                    <a:pt x="303" y="276"/>
                  </a:lnTo>
                  <a:lnTo>
                    <a:pt x="294" y="288"/>
                  </a:lnTo>
                  <a:lnTo>
                    <a:pt x="294" y="288"/>
                  </a:lnTo>
                  <a:lnTo>
                    <a:pt x="279" y="278"/>
                  </a:lnTo>
                  <a:lnTo>
                    <a:pt x="246" y="259"/>
                  </a:lnTo>
                  <a:lnTo>
                    <a:pt x="246" y="259"/>
                  </a:lnTo>
                  <a:lnTo>
                    <a:pt x="230" y="248"/>
                  </a:lnTo>
                  <a:lnTo>
                    <a:pt x="215" y="242"/>
                  </a:lnTo>
                  <a:lnTo>
                    <a:pt x="208" y="240"/>
                  </a:lnTo>
                  <a:lnTo>
                    <a:pt x="202" y="238"/>
                  </a:lnTo>
                  <a:lnTo>
                    <a:pt x="197" y="240"/>
                  </a:lnTo>
                  <a:lnTo>
                    <a:pt x="192" y="242"/>
                  </a:lnTo>
                  <a:lnTo>
                    <a:pt x="192" y="242"/>
                  </a:lnTo>
                  <a:lnTo>
                    <a:pt x="190" y="245"/>
                  </a:lnTo>
                  <a:lnTo>
                    <a:pt x="188" y="248"/>
                  </a:lnTo>
                  <a:lnTo>
                    <a:pt x="190" y="253"/>
                  </a:lnTo>
                  <a:lnTo>
                    <a:pt x="192" y="257"/>
                  </a:lnTo>
                  <a:lnTo>
                    <a:pt x="196" y="261"/>
                  </a:lnTo>
                  <a:lnTo>
                    <a:pt x="202" y="266"/>
                  </a:lnTo>
                  <a:lnTo>
                    <a:pt x="210" y="270"/>
                  </a:lnTo>
                  <a:lnTo>
                    <a:pt x="220" y="275"/>
                  </a:lnTo>
                  <a:lnTo>
                    <a:pt x="220" y="275"/>
                  </a:lnTo>
                  <a:lnTo>
                    <a:pt x="232" y="278"/>
                  </a:lnTo>
                  <a:lnTo>
                    <a:pt x="242" y="283"/>
                  </a:lnTo>
                  <a:lnTo>
                    <a:pt x="257" y="294"/>
                  </a:lnTo>
                  <a:lnTo>
                    <a:pt x="267" y="301"/>
                  </a:lnTo>
                  <a:lnTo>
                    <a:pt x="271" y="305"/>
                  </a:lnTo>
                  <a:lnTo>
                    <a:pt x="271" y="305"/>
                  </a:lnTo>
                  <a:lnTo>
                    <a:pt x="251" y="319"/>
                  </a:lnTo>
                  <a:lnTo>
                    <a:pt x="234" y="330"/>
                  </a:lnTo>
                  <a:lnTo>
                    <a:pt x="227" y="334"/>
                  </a:lnTo>
                  <a:lnTo>
                    <a:pt x="220" y="336"/>
                  </a:lnTo>
                  <a:lnTo>
                    <a:pt x="220" y="336"/>
                  </a:lnTo>
                  <a:lnTo>
                    <a:pt x="182" y="345"/>
                  </a:lnTo>
                  <a:lnTo>
                    <a:pt x="182" y="345"/>
                  </a:lnTo>
                  <a:lnTo>
                    <a:pt x="179" y="342"/>
                  </a:lnTo>
                  <a:lnTo>
                    <a:pt x="170" y="335"/>
                  </a:lnTo>
                  <a:lnTo>
                    <a:pt x="164" y="329"/>
                  </a:lnTo>
                  <a:lnTo>
                    <a:pt x="158" y="321"/>
                  </a:lnTo>
                  <a:lnTo>
                    <a:pt x="152" y="311"/>
                  </a:lnTo>
                  <a:lnTo>
                    <a:pt x="147" y="299"/>
                  </a:lnTo>
                  <a:lnTo>
                    <a:pt x="147" y="299"/>
                  </a:lnTo>
                  <a:lnTo>
                    <a:pt x="130" y="259"/>
                  </a:lnTo>
                  <a:lnTo>
                    <a:pt x="126" y="246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1" y="229"/>
                  </a:lnTo>
                  <a:lnTo>
                    <a:pt x="118" y="224"/>
                  </a:lnTo>
                  <a:lnTo>
                    <a:pt x="116" y="220"/>
                  </a:lnTo>
                  <a:lnTo>
                    <a:pt x="112" y="219"/>
                  </a:lnTo>
                  <a:lnTo>
                    <a:pt x="109" y="218"/>
                  </a:lnTo>
                  <a:lnTo>
                    <a:pt x="106" y="219"/>
                  </a:lnTo>
                  <a:lnTo>
                    <a:pt x="103" y="220"/>
                  </a:lnTo>
                  <a:lnTo>
                    <a:pt x="99" y="225"/>
                  </a:lnTo>
                  <a:lnTo>
                    <a:pt x="99" y="225"/>
                  </a:lnTo>
                  <a:lnTo>
                    <a:pt x="96" y="230"/>
                  </a:lnTo>
                  <a:lnTo>
                    <a:pt x="95" y="237"/>
                  </a:lnTo>
                  <a:lnTo>
                    <a:pt x="95" y="245"/>
                  </a:lnTo>
                  <a:lnTo>
                    <a:pt x="96" y="253"/>
                  </a:lnTo>
                  <a:lnTo>
                    <a:pt x="103" y="269"/>
                  </a:lnTo>
                  <a:lnTo>
                    <a:pt x="109" y="284"/>
                  </a:lnTo>
                  <a:lnTo>
                    <a:pt x="109" y="284"/>
                  </a:lnTo>
                  <a:lnTo>
                    <a:pt x="128" y="321"/>
                  </a:lnTo>
                  <a:lnTo>
                    <a:pt x="141" y="345"/>
                  </a:lnTo>
                  <a:lnTo>
                    <a:pt x="141" y="345"/>
                  </a:lnTo>
                  <a:lnTo>
                    <a:pt x="127" y="346"/>
                  </a:lnTo>
                  <a:lnTo>
                    <a:pt x="111" y="346"/>
                  </a:lnTo>
                  <a:lnTo>
                    <a:pt x="93" y="345"/>
                  </a:lnTo>
                  <a:lnTo>
                    <a:pt x="83" y="342"/>
                  </a:lnTo>
                  <a:lnTo>
                    <a:pt x="72" y="340"/>
                  </a:lnTo>
                  <a:lnTo>
                    <a:pt x="64" y="338"/>
                  </a:lnTo>
                  <a:lnTo>
                    <a:pt x="54" y="333"/>
                  </a:lnTo>
                  <a:lnTo>
                    <a:pt x="47" y="327"/>
                  </a:lnTo>
                  <a:lnTo>
                    <a:pt x="40" y="321"/>
                  </a:lnTo>
                  <a:lnTo>
                    <a:pt x="34" y="312"/>
                  </a:lnTo>
                  <a:lnTo>
                    <a:pt x="29" y="303"/>
                  </a:lnTo>
                  <a:lnTo>
                    <a:pt x="29" y="303"/>
                  </a:lnTo>
                  <a:lnTo>
                    <a:pt x="25" y="292"/>
                  </a:lnTo>
                  <a:lnTo>
                    <a:pt x="24" y="282"/>
                  </a:lnTo>
                  <a:lnTo>
                    <a:pt x="23" y="274"/>
                  </a:lnTo>
                  <a:lnTo>
                    <a:pt x="22" y="265"/>
                  </a:lnTo>
                  <a:lnTo>
                    <a:pt x="23" y="258"/>
                  </a:lnTo>
                  <a:lnTo>
                    <a:pt x="24" y="252"/>
                  </a:lnTo>
                  <a:lnTo>
                    <a:pt x="28" y="240"/>
                  </a:lnTo>
                  <a:lnTo>
                    <a:pt x="34" y="229"/>
                  </a:lnTo>
                  <a:lnTo>
                    <a:pt x="41" y="220"/>
                  </a:lnTo>
                  <a:lnTo>
                    <a:pt x="48" y="213"/>
                  </a:lnTo>
                  <a:lnTo>
                    <a:pt x="55" y="207"/>
                  </a:lnTo>
                  <a:lnTo>
                    <a:pt x="55" y="207"/>
                  </a:lnTo>
                  <a:lnTo>
                    <a:pt x="61" y="202"/>
                  </a:lnTo>
                  <a:lnTo>
                    <a:pt x="64" y="197"/>
                  </a:lnTo>
                  <a:lnTo>
                    <a:pt x="66" y="194"/>
                  </a:lnTo>
                  <a:lnTo>
                    <a:pt x="65" y="191"/>
                  </a:lnTo>
                  <a:lnTo>
                    <a:pt x="64" y="190"/>
                  </a:lnTo>
                  <a:lnTo>
                    <a:pt x="63" y="188"/>
                  </a:lnTo>
                  <a:lnTo>
                    <a:pt x="59" y="184"/>
                  </a:lnTo>
                  <a:lnTo>
                    <a:pt x="59" y="184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583">
              <a:extLst>
                <a:ext uri="{FF2B5EF4-FFF2-40B4-BE49-F238E27FC236}">
                  <a16:creationId xmlns:a16="http://schemas.microsoft.com/office/drawing/2014/main" id="{65828A4A-7217-3345-93E4-64789C9D4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813" y="4713288"/>
              <a:ext cx="185738" cy="361950"/>
            </a:xfrm>
            <a:custGeom>
              <a:avLst/>
              <a:gdLst>
                <a:gd name="T0" fmla="*/ 233 w 233"/>
                <a:gd name="T1" fmla="*/ 456 h 456"/>
                <a:gd name="T2" fmla="*/ 214 w 233"/>
                <a:gd name="T3" fmla="*/ 456 h 456"/>
                <a:gd name="T4" fmla="*/ 214 w 233"/>
                <a:gd name="T5" fmla="*/ 305 h 456"/>
                <a:gd name="T6" fmla="*/ 214 w 233"/>
                <a:gd name="T7" fmla="*/ 305 h 456"/>
                <a:gd name="T8" fmla="*/ 212 w 233"/>
                <a:gd name="T9" fmla="*/ 277 h 456"/>
                <a:gd name="T10" fmla="*/ 209 w 233"/>
                <a:gd name="T11" fmla="*/ 253 h 456"/>
                <a:gd name="T12" fmla="*/ 209 w 233"/>
                <a:gd name="T13" fmla="*/ 253 h 456"/>
                <a:gd name="T14" fmla="*/ 206 w 233"/>
                <a:gd name="T15" fmla="*/ 237 h 456"/>
                <a:gd name="T16" fmla="*/ 201 w 233"/>
                <a:gd name="T17" fmla="*/ 223 h 456"/>
                <a:gd name="T18" fmla="*/ 197 w 233"/>
                <a:gd name="T19" fmla="*/ 210 h 456"/>
                <a:gd name="T20" fmla="*/ 191 w 233"/>
                <a:gd name="T21" fmla="*/ 195 h 456"/>
                <a:gd name="T22" fmla="*/ 185 w 233"/>
                <a:gd name="T23" fmla="*/ 183 h 456"/>
                <a:gd name="T24" fmla="*/ 179 w 233"/>
                <a:gd name="T25" fmla="*/ 170 h 456"/>
                <a:gd name="T26" fmla="*/ 163 w 233"/>
                <a:gd name="T27" fmla="*/ 147 h 456"/>
                <a:gd name="T28" fmla="*/ 147 w 233"/>
                <a:gd name="T29" fmla="*/ 126 h 456"/>
                <a:gd name="T30" fmla="*/ 129 w 233"/>
                <a:gd name="T31" fmla="*/ 107 h 456"/>
                <a:gd name="T32" fmla="*/ 111 w 233"/>
                <a:gd name="T33" fmla="*/ 89 h 456"/>
                <a:gd name="T34" fmla="*/ 93 w 233"/>
                <a:gd name="T35" fmla="*/ 74 h 456"/>
                <a:gd name="T36" fmla="*/ 76 w 233"/>
                <a:gd name="T37" fmla="*/ 61 h 456"/>
                <a:gd name="T38" fmla="*/ 59 w 233"/>
                <a:gd name="T39" fmla="*/ 49 h 456"/>
                <a:gd name="T40" fmla="*/ 43 w 233"/>
                <a:gd name="T41" fmla="*/ 39 h 456"/>
                <a:gd name="T42" fmla="*/ 29 w 233"/>
                <a:gd name="T43" fmla="*/ 32 h 456"/>
                <a:gd name="T44" fmla="*/ 8 w 233"/>
                <a:gd name="T45" fmla="*/ 21 h 456"/>
                <a:gd name="T46" fmla="*/ 0 w 233"/>
                <a:gd name="T47" fmla="*/ 17 h 456"/>
                <a:gd name="T48" fmla="*/ 7 w 233"/>
                <a:gd name="T49" fmla="*/ 0 h 456"/>
                <a:gd name="T50" fmla="*/ 7 w 233"/>
                <a:gd name="T51" fmla="*/ 0 h 456"/>
                <a:gd name="T52" fmla="*/ 18 w 233"/>
                <a:gd name="T53" fmla="*/ 4 h 456"/>
                <a:gd name="T54" fmla="*/ 39 w 233"/>
                <a:gd name="T55" fmla="*/ 16 h 456"/>
                <a:gd name="T56" fmla="*/ 55 w 233"/>
                <a:gd name="T57" fmla="*/ 25 h 456"/>
                <a:gd name="T58" fmla="*/ 71 w 233"/>
                <a:gd name="T59" fmla="*/ 34 h 456"/>
                <a:gd name="T60" fmla="*/ 89 w 233"/>
                <a:gd name="T61" fmla="*/ 46 h 456"/>
                <a:gd name="T62" fmla="*/ 107 w 233"/>
                <a:gd name="T63" fmla="*/ 61 h 456"/>
                <a:gd name="T64" fmla="*/ 126 w 233"/>
                <a:gd name="T65" fmla="*/ 77 h 456"/>
                <a:gd name="T66" fmla="*/ 145 w 233"/>
                <a:gd name="T67" fmla="*/ 95 h 456"/>
                <a:gd name="T68" fmla="*/ 163 w 233"/>
                <a:gd name="T69" fmla="*/ 115 h 456"/>
                <a:gd name="T70" fmla="*/ 180 w 233"/>
                <a:gd name="T71" fmla="*/ 137 h 456"/>
                <a:gd name="T72" fmla="*/ 195 w 233"/>
                <a:gd name="T73" fmla="*/ 161 h 456"/>
                <a:gd name="T74" fmla="*/ 203 w 233"/>
                <a:gd name="T75" fmla="*/ 174 h 456"/>
                <a:gd name="T76" fmla="*/ 209 w 233"/>
                <a:gd name="T77" fmla="*/ 189 h 456"/>
                <a:gd name="T78" fmla="*/ 215 w 233"/>
                <a:gd name="T79" fmla="*/ 202 h 456"/>
                <a:gd name="T80" fmla="*/ 220 w 233"/>
                <a:gd name="T81" fmla="*/ 218 h 456"/>
                <a:gd name="T82" fmla="*/ 224 w 233"/>
                <a:gd name="T83" fmla="*/ 234 h 456"/>
                <a:gd name="T84" fmla="*/ 228 w 233"/>
                <a:gd name="T85" fmla="*/ 249 h 456"/>
                <a:gd name="T86" fmla="*/ 228 w 233"/>
                <a:gd name="T87" fmla="*/ 249 h 456"/>
                <a:gd name="T88" fmla="*/ 232 w 233"/>
                <a:gd name="T89" fmla="*/ 276 h 456"/>
                <a:gd name="T90" fmla="*/ 233 w 233"/>
                <a:gd name="T91" fmla="*/ 305 h 456"/>
                <a:gd name="T92" fmla="*/ 233 w 233"/>
                <a:gd name="T9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3" h="456">
                  <a:moveTo>
                    <a:pt x="233" y="456"/>
                  </a:moveTo>
                  <a:lnTo>
                    <a:pt x="214" y="456"/>
                  </a:lnTo>
                  <a:lnTo>
                    <a:pt x="214" y="305"/>
                  </a:lnTo>
                  <a:lnTo>
                    <a:pt x="214" y="305"/>
                  </a:lnTo>
                  <a:lnTo>
                    <a:pt x="212" y="277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06" y="237"/>
                  </a:lnTo>
                  <a:lnTo>
                    <a:pt x="201" y="223"/>
                  </a:lnTo>
                  <a:lnTo>
                    <a:pt x="197" y="210"/>
                  </a:lnTo>
                  <a:lnTo>
                    <a:pt x="191" y="195"/>
                  </a:lnTo>
                  <a:lnTo>
                    <a:pt x="185" y="183"/>
                  </a:lnTo>
                  <a:lnTo>
                    <a:pt x="179" y="170"/>
                  </a:lnTo>
                  <a:lnTo>
                    <a:pt x="163" y="147"/>
                  </a:lnTo>
                  <a:lnTo>
                    <a:pt x="147" y="126"/>
                  </a:lnTo>
                  <a:lnTo>
                    <a:pt x="129" y="107"/>
                  </a:lnTo>
                  <a:lnTo>
                    <a:pt x="111" y="89"/>
                  </a:lnTo>
                  <a:lnTo>
                    <a:pt x="93" y="74"/>
                  </a:lnTo>
                  <a:lnTo>
                    <a:pt x="76" y="61"/>
                  </a:lnTo>
                  <a:lnTo>
                    <a:pt x="59" y="49"/>
                  </a:lnTo>
                  <a:lnTo>
                    <a:pt x="43" y="39"/>
                  </a:lnTo>
                  <a:lnTo>
                    <a:pt x="29" y="32"/>
                  </a:lnTo>
                  <a:lnTo>
                    <a:pt x="8" y="21"/>
                  </a:lnTo>
                  <a:lnTo>
                    <a:pt x="0" y="17"/>
                  </a:lnTo>
                  <a:lnTo>
                    <a:pt x="7" y="0"/>
                  </a:lnTo>
                  <a:lnTo>
                    <a:pt x="7" y="0"/>
                  </a:lnTo>
                  <a:lnTo>
                    <a:pt x="18" y="4"/>
                  </a:lnTo>
                  <a:lnTo>
                    <a:pt x="39" y="16"/>
                  </a:lnTo>
                  <a:lnTo>
                    <a:pt x="55" y="25"/>
                  </a:lnTo>
                  <a:lnTo>
                    <a:pt x="71" y="34"/>
                  </a:lnTo>
                  <a:lnTo>
                    <a:pt x="89" y="46"/>
                  </a:lnTo>
                  <a:lnTo>
                    <a:pt x="107" y="61"/>
                  </a:lnTo>
                  <a:lnTo>
                    <a:pt x="126" y="77"/>
                  </a:lnTo>
                  <a:lnTo>
                    <a:pt x="145" y="95"/>
                  </a:lnTo>
                  <a:lnTo>
                    <a:pt x="163" y="115"/>
                  </a:lnTo>
                  <a:lnTo>
                    <a:pt x="180" y="137"/>
                  </a:lnTo>
                  <a:lnTo>
                    <a:pt x="195" y="161"/>
                  </a:lnTo>
                  <a:lnTo>
                    <a:pt x="203" y="174"/>
                  </a:lnTo>
                  <a:lnTo>
                    <a:pt x="209" y="189"/>
                  </a:lnTo>
                  <a:lnTo>
                    <a:pt x="215" y="202"/>
                  </a:lnTo>
                  <a:lnTo>
                    <a:pt x="220" y="218"/>
                  </a:lnTo>
                  <a:lnTo>
                    <a:pt x="224" y="234"/>
                  </a:lnTo>
                  <a:lnTo>
                    <a:pt x="228" y="249"/>
                  </a:lnTo>
                  <a:lnTo>
                    <a:pt x="228" y="249"/>
                  </a:lnTo>
                  <a:lnTo>
                    <a:pt x="232" y="276"/>
                  </a:lnTo>
                  <a:lnTo>
                    <a:pt x="233" y="305"/>
                  </a:lnTo>
                  <a:lnTo>
                    <a:pt x="233" y="456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584">
              <a:extLst>
                <a:ext uri="{FF2B5EF4-FFF2-40B4-BE49-F238E27FC236}">
                  <a16:creationId xmlns:a16="http://schemas.microsoft.com/office/drawing/2014/main" id="{803F1B5C-0F20-3742-BAC2-3BD7B9E9C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438" y="4856163"/>
              <a:ext cx="106363" cy="215900"/>
            </a:xfrm>
            <a:custGeom>
              <a:avLst/>
              <a:gdLst>
                <a:gd name="T0" fmla="*/ 0 w 135"/>
                <a:gd name="T1" fmla="*/ 272 h 272"/>
                <a:gd name="T2" fmla="*/ 0 w 135"/>
                <a:gd name="T3" fmla="*/ 272 h 272"/>
                <a:gd name="T4" fmla="*/ 0 w 135"/>
                <a:gd name="T5" fmla="*/ 262 h 272"/>
                <a:gd name="T6" fmla="*/ 2 w 135"/>
                <a:gd name="T7" fmla="*/ 238 h 272"/>
                <a:gd name="T8" fmla="*/ 3 w 135"/>
                <a:gd name="T9" fmla="*/ 221 h 272"/>
                <a:gd name="T10" fmla="*/ 5 w 135"/>
                <a:gd name="T11" fmla="*/ 201 h 272"/>
                <a:gd name="T12" fmla="*/ 9 w 135"/>
                <a:gd name="T13" fmla="*/ 181 h 272"/>
                <a:gd name="T14" fmla="*/ 14 w 135"/>
                <a:gd name="T15" fmla="*/ 159 h 272"/>
                <a:gd name="T16" fmla="*/ 20 w 135"/>
                <a:gd name="T17" fmla="*/ 136 h 272"/>
                <a:gd name="T18" fmla="*/ 28 w 135"/>
                <a:gd name="T19" fmla="*/ 113 h 272"/>
                <a:gd name="T20" fmla="*/ 39 w 135"/>
                <a:gd name="T21" fmla="*/ 90 h 272"/>
                <a:gd name="T22" fmla="*/ 51 w 135"/>
                <a:gd name="T23" fmla="*/ 68 h 272"/>
                <a:gd name="T24" fmla="*/ 58 w 135"/>
                <a:gd name="T25" fmla="*/ 59 h 272"/>
                <a:gd name="T26" fmla="*/ 67 w 135"/>
                <a:gd name="T27" fmla="*/ 48 h 272"/>
                <a:gd name="T28" fmla="*/ 75 w 135"/>
                <a:gd name="T29" fmla="*/ 38 h 272"/>
                <a:gd name="T30" fmla="*/ 85 w 135"/>
                <a:gd name="T31" fmla="*/ 30 h 272"/>
                <a:gd name="T32" fmla="*/ 95 w 135"/>
                <a:gd name="T33" fmla="*/ 21 h 272"/>
                <a:gd name="T34" fmla="*/ 106 w 135"/>
                <a:gd name="T35" fmla="*/ 13 h 272"/>
                <a:gd name="T36" fmla="*/ 118 w 135"/>
                <a:gd name="T37" fmla="*/ 6 h 272"/>
                <a:gd name="T38" fmla="*/ 131 w 135"/>
                <a:gd name="T39" fmla="*/ 0 h 272"/>
                <a:gd name="T40" fmla="*/ 135 w 135"/>
                <a:gd name="T41" fmla="*/ 8 h 272"/>
                <a:gd name="T42" fmla="*/ 135 w 135"/>
                <a:gd name="T43" fmla="*/ 8 h 272"/>
                <a:gd name="T44" fmla="*/ 123 w 135"/>
                <a:gd name="T45" fmla="*/ 14 h 272"/>
                <a:gd name="T46" fmla="*/ 112 w 135"/>
                <a:gd name="T47" fmla="*/ 21 h 272"/>
                <a:gd name="T48" fmla="*/ 101 w 135"/>
                <a:gd name="T49" fmla="*/ 29 h 272"/>
                <a:gd name="T50" fmla="*/ 91 w 135"/>
                <a:gd name="T51" fmla="*/ 37 h 272"/>
                <a:gd name="T52" fmla="*/ 81 w 135"/>
                <a:gd name="T53" fmla="*/ 45 h 272"/>
                <a:gd name="T54" fmla="*/ 73 w 135"/>
                <a:gd name="T55" fmla="*/ 55 h 272"/>
                <a:gd name="T56" fmla="*/ 66 w 135"/>
                <a:gd name="T57" fmla="*/ 65 h 272"/>
                <a:gd name="T58" fmla="*/ 58 w 135"/>
                <a:gd name="T59" fmla="*/ 75 h 272"/>
                <a:gd name="T60" fmla="*/ 46 w 135"/>
                <a:gd name="T61" fmla="*/ 96 h 272"/>
                <a:gd name="T62" fmla="*/ 37 w 135"/>
                <a:gd name="T63" fmla="*/ 118 h 272"/>
                <a:gd name="T64" fmla="*/ 28 w 135"/>
                <a:gd name="T65" fmla="*/ 140 h 272"/>
                <a:gd name="T66" fmla="*/ 22 w 135"/>
                <a:gd name="T67" fmla="*/ 162 h 272"/>
                <a:gd name="T68" fmla="*/ 17 w 135"/>
                <a:gd name="T69" fmla="*/ 183 h 272"/>
                <a:gd name="T70" fmla="*/ 14 w 135"/>
                <a:gd name="T71" fmla="*/ 204 h 272"/>
                <a:gd name="T72" fmla="*/ 13 w 135"/>
                <a:gd name="T73" fmla="*/ 222 h 272"/>
                <a:gd name="T74" fmla="*/ 10 w 135"/>
                <a:gd name="T75" fmla="*/ 238 h 272"/>
                <a:gd name="T76" fmla="*/ 10 w 135"/>
                <a:gd name="T77" fmla="*/ 262 h 272"/>
                <a:gd name="T78" fmla="*/ 10 w 135"/>
                <a:gd name="T79" fmla="*/ 272 h 272"/>
                <a:gd name="T80" fmla="*/ 0 w 135"/>
                <a:gd name="T81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5" h="272">
                  <a:moveTo>
                    <a:pt x="0" y="272"/>
                  </a:moveTo>
                  <a:lnTo>
                    <a:pt x="0" y="272"/>
                  </a:lnTo>
                  <a:lnTo>
                    <a:pt x="0" y="262"/>
                  </a:lnTo>
                  <a:lnTo>
                    <a:pt x="2" y="238"/>
                  </a:lnTo>
                  <a:lnTo>
                    <a:pt x="3" y="221"/>
                  </a:lnTo>
                  <a:lnTo>
                    <a:pt x="5" y="201"/>
                  </a:lnTo>
                  <a:lnTo>
                    <a:pt x="9" y="181"/>
                  </a:lnTo>
                  <a:lnTo>
                    <a:pt x="14" y="159"/>
                  </a:lnTo>
                  <a:lnTo>
                    <a:pt x="20" y="136"/>
                  </a:lnTo>
                  <a:lnTo>
                    <a:pt x="28" y="113"/>
                  </a:lnTo>
                  <a:lnTo>
                    <a:pt x="39" y="90"/>
                  </a:lnTo>
                  <a:lnTo>
                    <a:pt x="51" y="68"/>
                  </a:lnTo>
                  <a:lnTo>
                    <a:pt x="58" y="59"/>
                  </a:lnTo>
                  <a:lnTo>
                    <a:pt x="67" y="48"/>
                  </a:lnTo>
                  <a:lnTo>
                    <a:pt x="75" y="38"/>
                  </a:lnTo>
                  <a:lnTo>
                    <a:pt x="85" y="30"/>
                  </a:lnTo>
                  <a:lnTo>
                    <a:pt x="95" y="21"/>
                  </a:lnTo>
                  <a:lnTo>
                    <a:pt x="106" y="13"/>
                  </a:lnTo>
                  <a:lnTo>
                    <a:pt x="118" y="6"/>
                  </a:lnTo>
                  <a:lnTo>
                    <a:pt x="131" y="0"/>
                  </a:lnTo>
                  <a:lnTo>
                    <a:pt x="135" y="8"/>
                  </a:lnTo>
                  <a:lnTo>
                    <a:pt x="135" y="8"/>
                  </a:lnTo>
                  <a:lnTo>
                    <a:pt x="123" y="14"/>
                  </a:lnTo>
                  <a:lnTo>
                    <a:pt x="112" y="21"/>
                  </a:lnTo>
                  <a:lnTo>
                    <a:pt x="101" y="29"/>
                  </a:lnTo>
                  <a:lnTo>
                    <a:pt x="91" y="37"/>
                  </a:lnTo>
                  <a:lnTo>
                    <a:pt x="81" y="45"/>
                  </a:lnTo>
                  <a:lnTo>
                    <a:pt x="73" y="55"/>
                  </a:lnTo>
                  <a:lnTo>
                    <a:pt x="66" y="65"/>
                  </a:lnTo>
                  <a:lnTo>
                    <a:pt x="58" y="75"/>
                  </a:lnTo>
                  <a:lnTo>
                    <a:pt x="46" y="96"/>
                  </a:lnTo>
                  <a:lnTo>
                    <a:pt x="37" y="118"/>
                  </a:lnTo>
                  <a:lnTo>
                    <a:pt x="28" y="140"/>
                  </a:lnTo>
                  <a:lnTo>
                    <a:pt x="22" y="162"/>
                  </a:lnTo>
                  <a:lnTo>
                    <a:pt x="17" y="183"/>
                  </a:lnTo>
                  <a:lnTo>
                    <a:pt x="14" y="204"/>
                  </a:lnTo>
                  <a:lnTo>
                    <a:pt x="13" y="222"/>
                  </a:lnTo>
                  <a:lnTo>
                    <a:pt x="10" y="238"/>
                  </a:lnTo>
                  <a:lnTo>
                    <a:pt x="10" y="262"/>
                  </a:lnTo>
                  <a:lnTo>
                    <a:pt x="10" y="272"/>
                  </a:lnTo>
                  <a:lnTo>
                    <a:pt x="0" y="272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77FC75DC-584C-4547-A0B1-88B80D4CFDB0}"/>
              </a:ext>
            </a:extLst>
          </p:cNvPr>
          <p:cNvGrpSpPr/>
          <p:nvPr/>
        </p:nvGrpSpPr>
        <p:grpSpPr>
          <a:xfrm>
            <a:off x="10020315" y="4625791"/>
            <a:ext cx="2171684" cy="1306719"/>
            <a:chOff x="9915526" y="1892300"/>
            <a:chExt cx="1116012" cy="671513"/>
          </a:xfrm>
          <a:solidFill>
            <a:schemeClr val="bg2">
              <a:lumMod val="90000"/>
            </a:schemeClr>
          </a:solidFill>
        </p:grpSpPr>
        <p:sp>
          <p:nvSpPr>
            <p:cNvPr id="80" name="Freeform 80">
              <a:extLst>
                <a:ext uri="{FF2B5EF4-FFF2-40B4-BE49-F238E27FC236}">
                  <a16:creationId xmlns:a16="http://schemas.microsoft.com/office/drawing/2014/main" id="{25EC6A7E-A420-5748-8186-BCF593FA3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81">
              <a:extLst>
                <a:ext uri="{FF2B5EF4-FFF2-40B4-BE49-F238E27FC236}">
                  <a16:creationId xmlns:a16="http://schemas.microsoft.com/office/drawing/2014/main" id="{EF9CEA16-8F7B-3349-BF6A-D898E7676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82">
              <a:extLst>
                <a:ext uri="{FF2B5EF4-FFF2-40B4-BE49-F238E27FC236}">
                  <a16:creationId xmlns:a16="http://schemas.microsoft.com/office/drawing/2014/main" id="{D2DA79CB-01B4-8540-9F0B-206831475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83">
              <a:extLst>
                <a:ext uri="{FF2B5EF4-FFF2-40B4-BE49-F238E27FC236}">
                  <a16:creationId xmlns:a16="http://schemas.microsoft.com/office/drawing/2014/main" id="{A3225041-2805-3347-A972-860CD94B3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84">
              <a:extLst>
                <a:ext uri="{FF2B5EF4-FFF2-40B4-BE49-F238E27FC236}">
                  <a16:creationId xmlns:a16="http://schemas.microsoft.com/office/drawing/2014/main" id="{30B09D1C-4099-6743-B9DD-D94D1027E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85">
              <a:extLst>
                <a:ext uri="{FF2B5EF4-FFF2-40B4-BE49-F238E27FC236}">
                  <a16:creationId xmlns:a16="http://schemas.microsoft.com/office/drawing/2014/main" id="{C2581A64-1A98-964A-8737-C8D75542B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6">
              <a:extLst>
                <a:ext uri="{FF2B5EF4-FFF2-40B4-BE49-F238E27FC236}">
                  <a16:creationId xmlns:a16="http://schemas.microsoft.com/office/drawing/2014/main" id="{E1D9D25E-1C97-0D47-89DE-E3CF16EB3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7">
              <a:extLst>
                <a:ext uri="{FF2B5EF4-FFF2-40B4-BE49-F238E27FC236}">
                  <a16:creationId xmlns:a16="http://schemas.microsoft.com/office/drawing/2014/main" id="{88A52516-E939-4343-AB19-B30E6859E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8">
              <a:extLst>
                <a:ext uri="{FF2B5EF4-FFF2-40B4-BE49-F238E27FC236}">
                  <a16:creationId xmlns:a16="http://schemas.microsoft.com/office/drawing/2014/main" id="{75B77BDF-615C-2E49-8291-E9ECE1BB9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89">
              <a:extLst>
                <a:ext uri="{FF2B5EF4-FFF2-40B4-BE49-F238E27FC236}">
                  <a16:creationId xmlns:a16="http://schemas.microsoft.com/office/drawing/2014/main" id="{ED24E1BA-6C6D-F34E-9EE3-1C3E0E397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90">
              <a:extLst>
                <a:ext uri="{FF2B5EF4-FFF2-40B4-BE49-F238E27FC236}">
                  <a16:creationId xmlns:a16="http://schemas.microsoft.com/office/drawing/2014/main" id="{0BA32972-57BF-B145-9C43-306D44072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91">
              <a:extLst>
                <a:ext uri="{FF2B5EF4-FFF2-40B4-BE49-F238E27FC236}">
                  <a16:creationId xmlns:a16="http://schemas.microsoft.com/office/drawing/2014/main" id="{73300C50-67F2-A340-95C9-23F3BF883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92">
              <a:extLst>
                <a:ext uri="{FF2B5EF4-FFF2-40B4-BE49-F238E27FC236}">
                  <a16:creationId xmlns:a16="http://schemas.microsoft.com/office/drawing/2014/main" id="{55C47912-272A-734A-ACA3-BABC8A22D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93">
              <a:extLst>
                <a:ext uri="{FF2B5EF4-FFF2-40B4-BE49-F238E27FC236}">
                  <a16:creationId xmlns:a16="http://schemas.microsoft.com/office/drawing/2014/main" id="{D1533981-CEDB-3F41-890C-E948D4431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94">
              <a:extLst>
                <a:ext uri="{FF2B5EF4-FFF2-40B4-BE49-F238E27FC236}">
                  <a16:creationId xmlns:a16="http://schemas.microsoft.com/office/drawing/2014/main" id="{F08197C7-4030-0F47-A273-B395C81F0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95">
              <a:extLst>
                <a:ext uri="{FF2B5EF4-FFF2-40B4-BE49-F238E27FC236}">
                  <a16:creationId xmlns:a16="http://schemas.microsoft.com/office/drawing/2014/main" id="{914DE2AA-F2D8-504D-AAB0-16B2EB1B7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6">
              <a:extLst>
                <a:ext uri="{FF2B5EF4-FFF2-40B4-BE49-F238E27FC236}">
                  <a16:creationId xmlns:a16="http://schemas.microsoft.com/office/drawing/2014/main" id="{AC50DF6B-4F75-7540-B54F-AA6C7DE9C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97">
              <a:extLst>
                <a:ext uri="{FF2B5EF4-FFF2-40B4-BE49-F238E27FC236}">
                  <a16:creationId xmlns:a16="http://schemas.microsoft.com/office/drawing/2014/main" id="{EF4D6FC8-E3F1-FC45-A496-E8379027B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98">
              <a:extLst>
                <a:ext uri="{FF2B5EF4-FFF2-40B4-BE49-F238E27FC236}">
                  <a16:creationId xmlns:a16="http://schemas.microsoft.com/office/drawing/2014/main" id="{7AF400B0-0D9D-8B4E-BDED-AE6B0B2C7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99">
              <a:extLst>
                <a:ext uri="{FF2B5EF4-FFF2-40B4-BE49-F238E27FC236}">
                  <a16:creationId xmlns:a16="http://schemas.microsoft.com/office/drawing/2014/main" id="{1B305CB8-A72B-BC47-A952-EBB9A91E2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100">
              <a:extLst>
                <a:ext uri="{FF2B5EF4-FFF2-40B4-BE49-F238E27FC236}">
                  <a16:creationId xmlns:a16="http://schemas.microsoft.com/office/drawing/2014/main" id="{E297DE08-3381-6F42-9E51-57F304299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101">
              <a:extLst>
                <a:ext uri="{FF2B5EF4-FFF2-40B4-BE49-F238E27FC236}">
                  <a16:creationId xmlns:a16="http://schemas.microsoft.com/office/drawing/2014/main" id="{3313C6FC-AE56-E649-8076-764C3B2B2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102">
              <a:extLst>
                <a:ext uri="{FF2B5EF4-FFF2-40B4-BE49-F238E27FC236}">
                  <a16:creationId xmlns:a16="http://schemas.microsoft.com/office/drawing/2014/main" id="{291EEB5A-61DB-754C-A291-D6E952CF1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103">
              <a:extLst>
                <a:ext uri="{FF2B5EF4-FFF2-40B4-BE49-F238E27FC236}">
                  <a16:creationId xmlns:a16="http://schemas.microsoft.com/office/drawing/2014/main" id="{2CFD477C-AE40-A946-8DA5-E7B04AC50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104">
              <a:extLst>
                <a:ext uri="{FF2B5EF4-FFF2-40B4-BE49-F238E27FC236}">
                  <a16:creationId xmlns:a16="http://schemas.microsoft.com/office/drawing/2014/main" id="{9B9E4BD2-8445-D64B-9564-E946A6C00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105">
              <a:extLst>
                <a:ext uri="{FF2B5EF4-FFF2-40B4-BE49-F238E27FC236}">
                  <a16:creationId xmlns:a16="http://schemas.microsoft.com/office/drawing/2014/main" id="{9449E5F6-2DEF-8846-8592-6E2EDDE38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06">
              <a:extLst>
                <a:ext uri="{FF2B5EF4-FFF2-40B4-BE49-F238E27FC236}">
                  <a16:creationId xmlns:a16="http://schemas.microsoft.com/office/drawing/2014/main" id="{E827C407-6BA4-FD42-8887-B5D59C6A8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07">
              <a:extLst>
                <a:ext uri="{FF2B5EF4-FFF2-40B4-BE49-F238E27FC236}">
                  <a16:creationId xmlns:a16="http://schemas.microsoft.com/office/drawing/2014/main" id="{0ADC5224-A4B4-E142-8F52-EE44FEE91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08">
              <a:extLst>
                <a:ext uri="{FF2B5EF4-FFF2-40B4-BE49-F238E27FC236}">
                  <a16:creationId xmlns:a16="http://schemas.microsoft.com/office/drawing/2014/main" id="{BC7B24BC-6F3E-7847-84BD-2B4227B85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09">
              <a:extLst>
                <a:ext uri="{FF2B5EF4-FFF2-40B4-BE49-F238E27FC236}">
                  <a16:creationId xmlns:a16="http://schemas.microsoft.com/office/drawing/2014/main" id="{90569C1E-0582-934A-AEE7-0699B6AA1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10">
              <a:extLst>
                <a:ext uri="{FF2B5EF4-FFF2-40B4-BE49-F238E27FC236}">
                  <a16:creationId xmlns:a16="http://schemas.microsoft.com/office/drawing/2014/main" id="{59A84B04-DB48-5C4A-87CC-AFB331041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11">
              <a:extLst>
                <a:ext uri="{FF2B5EF4-FFF2-40B4-BE49-F238E27FC236}">
                  <a16:creationId xmlns:a16="http://schemas.microsoft.com/office/drawing/2014/main" id="{A37B9354-1CA4-BF4F-9A76-362A3A027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12">
              <a:extLst>
                <a:ext uri="{FF2B5EF4-FFF2-40B4-BE49-F238E27FC236}">
                  <a16:creationId xmlns:a16="http://schemas.microsoft.com/office/drawing/2014/main" id="{E449D676-A31D-1743-B2FA-8EA9B94E6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13">
              <a:extLst>
                <a:ext uri="{FF2B5EF4-FFF2-40B4-BE49-F238E27FC236}">
                  <a16:creationId xmlns:a16="http://schemas.microsoft.com/office/drawing/2014/main" id="{ABC07A24-9F03-9D49-B914-E29A1029B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14">
              <a:extLst>
                <a:ext uri="{FF2B5EF4-FFF2-40B4-BE49-F238E27FC236}">
                  <a16:creationId xmlns:a16="http://schemas.microsoft.com/office/drawing/2014/main" id="{7FAC05F3-8AF3-0D45-9BFE-3C299C6A0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15">
              <a:extLst>
                <a:ext uri="{FF2B5EF4-FFF2-40B4-BE49-F238E27FC236}">
                  <a16:creationId xmlns:a16="http://schemas.microsoft.com/office/drawing/2014/main" id="{D092A91D-4E32-9E41-92A1-E26014B1A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6">
              <a:extLst>
                <a:ext uri="{FF2B5EF4-FFF2-40B4-BE49-F238E27FC236}">
                  <a16:creationId xmlns:a16="http://schemas.microsoft.com/office/drawing/2014/main" id="{3DAE2DEF-FA66-C549-8C85-349F8A2E5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7">
              <a:extLst>
                <a:ext uri="{FF2B5EF4-FFF2-40B4-BE49-F238E27FC236}">
                  <a16:creationId xmlns:a16="http://schemas.microsoft.com/office/drawing/2014/main" id="{E2A16796-A735-6149-A306-5EB558C72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8">
              <a:extLst>
                <a:ext uri="{FF2B5EF4-FFF2-40B4-BE49-F238E27FC236}">
                  <a16:creationId xmlns:a16="http://schemas.microsoft.com/office/drawing/2014/main" id="{89EA0345-C5D7-134C-9906-F80262ACC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19">
              <a:extLst>
                <a:ext uri="{FF2B5EF4-FFF2-40B4-BE49-F238E27FC236}">
                  <a16:creationId xmlns:a16="http://schemas.microsoft.com/office/drawing/2014/main" id="{A1CC92CE-F4CE-ED46-8995-14571C05D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20">
              <a:extLst>
                <a:ext uri="{FF2B5EF4-FFF2-40B4-BE49-F238E27FC236}">
                  <a16:creationId xmlns:a16="http://schemas.microsoft.com/office/drawing/2014/main" id="{7E66F46D-4907-6849-8C35-7BEA22D89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21">
              <a:extLst>
                <a:ext uri="{FF2B5EF4-FFF2-40B4-BE49-F238E27FC236}">
                  <a16:creationId xmlns:a16="http://schemas.microsoft.com/office/drawing/2014/main" id="{D1E4C483-F1E6-3046-B881-CC588C280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22">
              <a:extLst>
                <a:ext uri="{FF2B5EF4-FFF2-40B4-BE49-F238E27FC236}">
                  <a16:creationId xmlns:a16="http://schemas.microsoft.com/office/drawing/2014/main" id="{4B2F63D8-F32E-C140-83C9-C31855DBB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23">
              <a:extLst>
                <a:ext uri="{FF2B5EF4-FFF2-40B4-BE49-F238E27FC236}">
                  <a16:creationId xmlns:a16="http://schemas.microsoft.com/office/drawing/2014/main" id="{9166FEB8-C6D1-A84D-9686-6CC59E51B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24">
              <a:extLst>
                <a:ext uri="{FF2B5EF4-FFF2-40B4-BE49-F238E27FC236}">
                  <a16:creationId xmlns:a16="http://schemas.microsoft.com/office/drawing/2014/main" id="{CE70CFE8-A09F-1C4B-A7A2-680CF4601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25">
              <a:extLst>
                <a:ext uri="{FF2B5EF4-FFF2-40B4-BE49-F238E27FC236}">
                  <a16:creationId xmlns:a16="http://schemas.microsoft.com/office/drawing/2014/main" id="{4BB21D6B-B4BD-A64F-A44B-31D5E7D16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6">
              <a:extLst>
                <a:ext uri="{FF2B5EF4-FFF2-40B4-BE49-F238E27FC236}">
                  <a16:creationId xmlns:a16="http://schemas.microsoft.com/office/drawing/2014/main" id="{F3A31170-AF83-9141-886B-6CD6ED701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7">
              <a:extLst>
                <a:ext uri="{FF2B5EF4-FFF2-40B4-BE49-F238E27FC236}">
                  <a16:creationId xmlns:a16="http://schemas.microsoft.com/office/drawing/2014/main" id="{85DD053C-D073-8640-892F-21C297A94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8">
              <a:extLst>
                <a:ext uri="{FF2B5EF4-FFF2-40B4-BE49-F238E27FC236}">
                  <a16:creationId xmlns:a16="http://schemas.microsoft.com/office/drawing/2014/main" id="{02831477-61AC-E640-AF44-A4CCCAA30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29">
              <a:extLst>
                <a:ext uri="{FF2B5EF4-FFF2-40B4-BE49-F238E27FC236}">
                  <a16:creationId xmlns:a16="http://schemas.microsoft.com/office/drawing/2014/main" id="{A0DE2BA8-F42D-F443-96B6-8E30769EF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30">
              <a:extLst>
                <a:ext uri="{FF2B5EF4-FFF2-40B4-BE49-F238E27FC236}">
                  <a16:creationId xmlns:a16="http://schemas.microsoft.com/office/drawing/2014/main" id="{C4011E20-9E1A-1C4D-ADDA-52F8A429A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31">
              <a:extLst>
                <a:ext uri="{FF2B5EF4-FFF2-40B4-BE49-F238E27FC236}">
                  <a16:creationId xmlns:a16="http://schemas.microsoft.com/office/drawing/2014/main" id="{5EF45C58-A9A8-B049-9C82-545EF2E57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32">
              <a:extLst>
                <a:ext uri="{FF2B5EF4-FFF2-40B4-BE49-F238E27FC236}">
                  <a16:creationId xmlns:a16="http://schemas.microsoft.com/office/drawing/2014/main" id="{371DE11A-01A5-5748-B39B-FCA93102D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33">
              <a:extLst>
                <a:ext uri="{FF2B5EF4-FFF2-40B4-BE49-F238E27FC236}">
                  <a16:creationId xmlns:a16="http://schemas.microsoft.com/office/drawing/2014/main" id="{19E338FC-44C8-4E46-A862-C90B196C6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34">
              <a:extLst>
                <a:ext uri="{FF2B5EF4-FFF2-40B4-BE49-F238E27FC236}">
                  <a16:creationId xmlns:a16="http://schemas.microsoft.com/office/drawing/2014/main" id="{F5F50545-9BD5-1346-A606-FB78639E2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35">
              <a:extLst>
                <a:ext uri="{FF2B5EF4-FFF2-40B4-BE49-F238E27FC236}">
                  <a16:creationId xmlns:a16="http://schemas.microsoft.com/office/drawing/2014/main" id="{6353E59B-B8AE-CF4B-8691-3224AA26B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6">
              <a:extLst>
                <a:ext uri="{FF2B5EF4-FFF2-40B4-BE49-F238E27FC236}">
                  <a16:creationId xmlns:a16="http://schemas.microsoft.com/office/drawing/2014/main" id="{9FE65FAF-A9D4-9041-9926-232B38374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7">
              <a:extLst>
                <a:ext uri="{FF2B5EF4-FFF2-40B4-BE49-F238E27FC236}">
                  <a16:creationId xmlns:a16="http://schemas.microsoft.com/office/drawing/2014/main" id="{A984D1AC-236C-D840-A47C-FB2454483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8">
              <a:extLst>
                <a:ext uri="{FF2B5EF4-FFF2-40B4-BE49-F238E27FC236}">
                  <a16:creationId xmlns:a16="http://schemas.microsoft.com/office/drawing/2014/main" id="{B5FA6B36-5B9C-194E-9FD4-24CAFB7CD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39">
              <a:extLst>
                <a:ext uri="{FF2B5EF4-FFF2-40B4-BE49-F238E27FC236}">
                  <a16:creationId xmlns:a16="http://schemas.microsoft.com/office/drawing/2014/main" id="{75DF8835-D644-0F4A-9F0A-456E65C0A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40">
              <a:extLst>
                <a:ext uri="{FF2B5EF4-FFF2-40B4-BE49-F238E27FC236}">
                  <a16:creationId xmlns:a16="http://schemas.microsoft.com/office/drawing/2014/main" id="{A6D5613D-EDB8-8F40-AC2B-3FF6C5271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41">
              <a:extLst>
                <a:ext uri="{FF2B5EF4-FFF2-40B4-BE49-F238E27FC236}">
                  <a16:creationId xmlns:a16="http://schemas.microsoft.com/office/drawing/2014/main" id="{D3ECD51F-F0A3-364F-BC53-48437E8EF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42">
              <a:extLst>
                <a:ext uri="{FF2B5EF4-FFF2-40B4-BE49-F238E27FC236}">
                  <a16:creationId xmlns:a16="http://schemas.microsoft.com/office/drawing/2014/main" id="{1C534929-4C8A-2B4C-A08B-7A1A91018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43">
              <a:extLst>
                <a:ext uri="{FF2B5EF4-FFF2-40B4-BE49-F238E27FC236}">
                  <a16:creationId xmlns:a16="http://schemas.microsoft.com/office/drawing/2014/main" id="{F228C25F-C162-3649-AF02-669C9F630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44">
              <a:extLst>
                <a:ext uri="{FF2B5EF4-FFF2-40B4-BE49-F238E27FC236}">
                  <a16:creationId xmlns:a16="http://schemas.microsoft.com/office/drawing/2014/main" id="{A777D7E9-1B7A-0E43-BEB3-E5E1F6D9A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45">
              <a:extLst>
                <a:ext uri="{FF2B5EF4-FFF2-40B4-BE49-F238E27FC236}">
                  <a16:creationId xmlns:a16="http://schemas.microsoft.com/office/drawing/2014/main" id="{F2FBA6AC-3070-CA4A-84B6-83E8E2421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6">
              <a:extLst>
                <a:ext uri="{FF2B5EF4-FFF2-40B4-BE49-F238E27FC236}">
                  <a16:creationId xmlns:a16="http://schemas.microsoft.com/office/drawing/2014/main" id="{218C6383-158A-9A4C-BED8-F3265FBFD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7">
              <a:extLst>
                <a:ext uri="{FF2B5EF4-FFF2-40B4-BE49-F238E27FC236}">
                  <a16:creationId xmlns:a16="http://schemas.microsoft.com/office/drawing/2014/main" id="{89A35626-7B67-314D-AC71-EBBC509B5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8">
              <a:extLst>
                <a:ext uri="{FF2B5EF4-FFF2-40B4-BE49-F238E27FC236}">
                  <a16:creationId xmlns:a16="http://schemas.microsoft.com/office/drawing/2014/main" id="{572708DE-BFB5-C346-BBA7-D2F5BCA20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49">
              <a:extLst>
                <a:ext uri="{FF2B5EF4-FFF2-40B4-BE49-F238E27FC236}">
                  <a16:creationId xmlns:a16="http://schemas.microsoft.com/office/drawing/2014/main" id="{EA124F19-4C3C-F042-91C2-3973DEC60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50">
              <a:extLst>
                <a:ext uri="{FF2B5EF4-FFF2-40B4-BE49-F238E27FC236}">
                  <a16:creationId xmlns:a16="http://schemas.microsoft.com/office/drawing/2014/main" id="{85DAE3A0-33A3-004D-8DDC-47A49A36C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51">
              <a:extLst>
                <a:ext uri="{FF2B5EF4-FFF2-40B4-BE49-F238E27FC236}">
                  <a16:creationId xmlns:a16="http://schemas.microsoft.com/office/drawing/2014/main" id="{F0109599-170A-604A-B60B-CB43E0ABB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52">
              <a:extLst>
                <a:ext uri="{FF2B5EF4-FFF2-40B4-BE49-F238E27FC236}">
                  <a16:creationId xmlns:a16="http://schemas.microsoft.com/office/drawing/2014/main" id="{B1EAEA95-0FBE-4E42-906C-3F50B58D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53">
              <a:extLst>
                <a:ext uri="{FF2B5EF4-FFF2-40B4-BE49-F238E27FC236}">
                  <a16:creationId xmlns:a16="http://schemas.microsoft.com/office/drawing/2014/main" id="{4C1B5CD6-EE21-6D4A-8E59-FF77AB57A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54">
              <a:extLst>
                <a:ext uri="{FF2B5EF4-FFF2-40B4-BE49-F238E27FC236}">
                  <a16:creationId xmlns:a16="http://schemas.microsoft.com/office/drawing/2014/main" id="{0304AA1F-5141-8E45-A915-0D8870CC8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55">
              <a:extLst>
                <a:ext uri="{FF2B5EF4-FFF2-40B4-BE49-F238E27FC236}">
                  <a16:creationId xmlns:a16="http://schemas.microsoft.com/office/drawing/2014/main" id="{25A0A7E2-2C62-0448-87EA-7CF12A907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6">
              <a:extLst>
                <a:ext uri="{FF2B5EF4-FFF2-40B4-BE49-F238E27FC236}">
                  <a16:creationId xmlns:a16="http://schemas.microsoft.com/office/drawing/2014/main" id="{5F0933C5-1D79-A244-B279-697359E4C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7">
              <a:extLst>
                <a:ext uri="{FF2B5EF4-FFF2-40B4-BE49-F238E27FC236}">
                  <a16:creationId xmlns:a16="http://schemas.microsoft.com/office/drawing/2014/main" id="{F2635206-12E0-5F4D-A757-B7F623ED2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8">
              <a:extLst>
                <a:ext uri="{FF2B5EF4-FFF2-40B4-BE49-F238E27FC236}">
                  <a16:creationId xmlns:a16="http://schemas.microsoft.com/office/drawing/2014/main" id="{7079DD98-889C-CD41-9AA3-5C4091058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59">
              <a:extLst>
                <a:ext uri="{FF2B5EF4-FFF2-40B4-BE49-F238E27FC236}">
                  <a16:creationId xmlns:a16="http://schemas.microsoft.com/office/drawing/2014/main" id="{BF3B97E5-11E7-7E40-B433-522FA3EA6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60">
              <a:extLst>
                <a:ext uri="{FF2B5EF4-FFF2-40B4-BE49-F238E27FC236}">
                  <a16:creationId xmlns:a16="http://schemas.microsoft.com/office/drawing/2014/main" id="{F035D09F-95DA-8F44-B16E-85C567214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61">
              <a:extLst>
                <a:ext uri="{FF2B5EF4-FFF2-40B4-BE49-F238E27FC236}">
                  <a16:creationId xmlns:a16="http://schemas.microsoft.com/office/drawing/2014/main" id="{FE3CB706-02D6-7645-B0CB-3737B4C1B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62">
              <a:extLst>
                <a:ext uri="{FF2B5EF4-FFF2-40B4-BE49-F238E27FC236}">
                  <a16:creationId xmlns:a16="http://schemas.microsoft.com/office/drawing/2014/main" id="{315D025A-5780-C24E-88D2-7B16E40DC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63">
              <a:extLst>
                <a:ext uri="{FF2B5EF4-FFF2-40B4-BE49-F238E27FC236}">
                  <a16:creationId xmlns:a16="http://schemas.microsoft.com/office/drawing/2014/main" id="{B39EF1B1-40F7-F647-A540-5475899D3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235">
              <a:extLst>
                <a:ext uri="{FF2B5EF4-FFF2-40B4-BE49-F238E27FC236}">
                  <a16:creationId xmlns:a16="http://schemas.microsoft.com/office/drawing/2014/main" id="{724214A9-366C-7F4A-BA2C-73EFF7DEC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242">
              <a:extLst>
                <a:ext uri="{FF2B5EF4-FFF2-40B4-BE49-F238E27FC236}">
                  <a16:creationId xmlns:a16="http://schemas.microsoft.com/office/drawing/2014/main" id="{10DBEDDB-DC7C-5B48-922B-AB7E0F784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249">
              <a:extLst>
                <a:ext uri="{FF2B5EF4-FFF2-40B4-BE49-F238E27FC236}">
                  <a16:creationId xmlns:a16="http://schemas.microsoft.com/office/drawing/2014/main" id="{8E0487D6-9268-8845-A1FA-54787E2B9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256">
              <a:extLst>
                <a:ext uri="{FF2B5EF4-FFF2-40B4-BE49-F238E27FC236}">
                  <a16:creationId xmlns:a16="http://schemas.microsoft.com/office/drawing/2014/main" id="{B2E4790D-8E0D-0444-B1F0-E9E8B55EF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263">
              <a:extLst>
                <a:ext uri="{FF2B5EF4-FFF2-40B4-BE49-F238E27FC236}">
                  <a16:creationId xmlns:a16="http://schemas.microsoft.com/office/drawing/2014/main" id="{F761DDE0-596D-834F-8E3D-2FE4B7232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270">
              <a:extLst>
                <a:ext uri="{FF2B5EF4-FFF2-40B4-BE49-F238E27FC236}">
                  <a16:creationId xmlns:a16="http://schemas.microsoft.com/office/drawing/2014/main" id="{F31A4948-83B2-AF44-938D-6FDB3DFC3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277">
              <a:extLst>
                <a:ext uri="{FF2B5EF4-FFF2-40B4-BE49-F238E27FC236}">
                  <a16:creationId xmlns:a16="http://schemas.microsoft.com/office/drawing/2014/main" id="{A7E8213E-E52C-B34D-ADEA-7CA6DDD98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284">
              <a:extLst>
                <a:ext uri="{FF2B5EF4-FFF2-40B4-BE49-F238E27FC236}">
                  <a16:creationId xmlns:a16="http://schemas.microsoft.com/office/drawing/2014/main" id="{040991ED-C2CC-1E40-B750-9B4FED876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291">
              <a:extLst>
                <a:ext uri="{FF2B5EF4-FFF2-40B4-BE49-F238E27FC236}">
                  <a16:creationId xmlns:a16="http://schemas.microsoft.com/office/drawing/2014/main" id="{87DCB443-3BAB-E244-B24D-F8A3AA8D8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298">
              <a:extLst>
                <a:ext uri="{FF2B5EF4-FFF2-40B4-BE49-F238E27FC236}">
                  <a16:creationId xmlns:a16="http://schemas.microsoft.com/office/drawing/2014/main" id="{45D996D9-7C8A-C645-A5DB-922BDC98D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305">
              <a:extLst>
                <a:ext uri="{FF2B5EF4-FFF2-40B4-BE49-F238E27FC236}">
                  <a16:creationId xmlns:a16="http://schemas.microsoft.com/office/drawing/2014/main" id="{EA08D185-6240-2A40-B1B0-BAA3AAFE8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312">
              <a:extLst>
                <a:ext uri="{FF2B5EF4-FFF2-40B4-BE49-F238E27FC236}">
                  <a16:creationId xmlns:a16="http://schemas.microsoft.com/office/drawing/2014/main" id="{00F877C5-BDB5-484B-8108-30C440348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6" name="Freeform 75">
            <a:extLst>
              <a:ext uri="{FF2B5EF4-FFF2-40B4-BE49-F238E27FC236}">
                <a16:creationId xmlns:a16="http://schemas.microsoft.com/office/drawing/2014/main" id="{2D9E3DB0-3EB7-FF4F-BD3B-21996686C175}"/>
              </a:ext>
            </a:extLst>
          </p:cNvPr>
          <p:cNvSpPr>
            <a:spLocks/>
          </p:cNvSpPr>
          <p:nvPr/>
        </p:nvSpPr>
        <p:spPr bwMode="auto">
          <a:xfrm>
            <a:off x="10019854" y="6171678"/>
            <a:ext cx="506812" cy="122441"/>
          </a:xfrm>
          <a:custGeom>
            <a:avLst/>
            <a:gdLst>
              <a:gd name="T0" fmla="*/ 305 w 347"/>
              <a:gd name="T1" fmla="*/ 84 h 84"/>
              <a:gd name="T2" fmla="*/ 42 w 347"/>
              <a:gd name="T3" fmla="*/ 84 h 84"/>
              <a:gd name="T4" fmla="*/ 0 w 347"/>
              <a:gd name="T5" fmla="*/ 42 h 84"/>
              <a:gd name="T6" fmla="*/ 42 w 347"/>
              <a:gd name="T7" fmla="*/ 0 h 84"/>
              <a:gd name="T8" fmla="*/ 305 w 347"/>
              <a:gd name="T9" fmla="*/ 0 h 84"/>
              <a:gd name="T10" fmla="*/ 347 w 347"/>
              <a:gd name="T11" fmla="*/ 42 h 84"/>
              <a:gd name="T12" fmla="*/ 305 w 347"/>
              <a:gd name="T1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7" h="84">
                <a:moveTo>
                  <a:pt x="305" y="84"/>
                </a:moveTo>
                <a:cubicBezTo>
                  <a:pt x="42" y="84"/>
                  <a:pt x="42" y="84"/>
                  <a:pt x="42" y="84"/>
                </a:cubicBezTo>
                <a:cubicBezTo>
                  <a:pt x="18" y="84"/>
                  <a:pt x="0" y="65"/>
                  <a:pt x="0" y="42"/>
                </a:cubicBezTo>
                <a:cubicBezTo>
                  <a:pt x="0" y="19"/>
                  <a:pt x="18" y="0"/>
                  <a:pt x="42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7" y="19"/>
                  <a:pt x="347" y="42"/>
                </a:cubicBezTo>
                <a:cubicBezTo>
                  <a:pt x="347" y="65"/>
                  <a:pt x="328" y="84"/>
                  <a:pt x="305" y="8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77" name="Freeform 76">
            <a:extLst>
              <a:ext uri="{FF2B5EF4-FFF2-40B4-BE49-F238E27FC236}">
                <a16:creationId xmlns:a16="http://schemas.microsoft.com/office/drawing/2014/main" id="{B3F450B1-D021-F841-B064-711481CE2CC5}"/>
              </a:ext>
            </a:extLst>
          </p:cNvPr>
          <p:cNvSpPr>
            <a:spLocks/>
          </p:cNvSpPr>
          <p:nvPr/>
        </p:nvSpPr>
        <p:spPr bwMode="auto">
          <a:xfrm>
            <a:off x="10995111" y="5878541"/>
            <a:ext cx="831146" cy="200797"/>
          </a:xfrm>
          <a:custGeom>
            <a:avLst/>
            <a:gdLst>
              <a:gd name="T0" fmla="*/ 305 w 347"/>
              <a:gd name="T1" fmla="*/ 84 h 84"/>
              <a:gd name="T2" fmla="*/ 42 w 347"/>
              <a:gd name="T3" fmla="*/ 84 h 84"/>
              <a:gd name="T4" fmla="*/ 0 w 347"/>
              <a:gd name="T5" fmla="*/ 42 h 84"/>
              <a:gd name="T6" fmla="*/ 42 w 347"/>
              <a:gd name="T7" fmla="*/ 0 h 84"/>
              <a:gd name="T8" fmla="*/ 305 w 347"/>
              <a:gd name="T9" fmla="*/ 0 h 84"/>
              <a:gd name="T10" fmla="*/ 347 w 347"/>
              <a:gd name="T11" fmla="*/ 42 h 84"/>
              <a:gd name="T12" fmla="*/ 305 w 347"/>
              <a:gd name="T1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7" h="84">
                <a:moveTo>
                  <a:pt x="305" y="84"/>
                </a:moveTo>
                <a:cubicBezTo>
                  <a:pt x="42" y="84"/>
                  <a:pt x="42" y="84"/>
                  <a:pt x="42" y="84"/>
                </a:cubicBezTo>
                <a:cubicBezTo>
                  <a:pt x="18" y="84"/>
                  <a:pt x="0" y="65"/>
                  <a:pt x="0" y="42"/>
                </a:cubicBezTo>
                <a:cubicBezTo>
                  <a:pt x="0" y="19"/>
                  <a:pt x="18" y="0"/>
                  <a:pt x="42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7" y="19"/>
                  <a:pt x="347" y="42"/>
                </a:cubicBezTo>
                <a:cubicBezTo>
                  <a:pt x="347" y="65"/>
                  <a:pt x="328" y="84"/>
                  <a:pt x="305" y="8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78" name="Freeform 319">
            <a:extLst>
              <a:ext uri="{FF2B5EF4-FFF2-40B4-BE49-F238E27FC236}">
                <a16:creationId xmlns:a16="http://schemas.microsoft.com/office/drawing/2014/main" id="{49F9F458-DBE6-8949-A653-979751F5EC41}"/>
              </a:ext>
            </a:extLst>
          </p:cNvPr>
          <p:cNvSpPr>
            <a:spLocks/>
          </p:cNvSpPr>
          <p:nvPr/>
        </p:nvSpPr>
        <p:spPr bwMode="auto">
          <a:xfrm>
            <a:off x="10625875" y="5880934"/>
            <a:ext cx="195263" cy="195263"/>
          </a:xfrm>
          <a:custGeom>
            <a:avLst/>
            <a:gdLst>
              <a:gd name="T0" fmla="*/ 245 w 245"/>
              <a:gd name="T1" fmla="*/ 123 h 245"/>
              <a:gd name="T2" fmla="*/ 243 w 245"/>
              <a:gd name="T3" fmla="*/ 147 h 245"/>
              <a:gd name="T4" fmla="*/ 235 w 245"/>
              <a:gd name="T5" fmla="*/ 170 h 245"/>
              <a:gd name="T6" fmla="*/ 225 w 245"/>
              <a:gd name="T7" fmla="*/ 191 h 245"/>
              <a:gd name="T8" fmla="*/ 209 w 245"/>
              <a:gd name="T9" fmla="*/ 209 h 245"/>
              <a:gd name="T10" fmla="*/ 191 w 245"/>
              <a:gd name="T11" fmla="*/ 225 h 245"/>
              <a:gd name="T12" fmla="*/ 170 w 245"/>
              <a:gd name="T13" fmla="*/ 236 h 245"/>
              <a:gd name="T14" fmla="*/ 147 w 245"/>
              <a:gd name="T15" fmla="*/ 243 h 245"/>
              <a:gd name="T16" fmla="*/ 123 w 245"/>
              <a:gd name="T17" fmla="*/ 245 h 245"/>
              <a:gd name="T18" fmla="*/ 110 w 245"/>
              <a:gd name="T19" fmla="*/ 245 h 245"/>
              <a:gd name="T20" fmla="*/ 86 w 245"/>
              <a:gd name="T21" fmla="*/ 240 h 245"/>
              <a:gd name="T22" fmla="*/ 64 w 245"/>
              <a:gd name="T23" fmla="*/ 231 h 245"/>
              <a:gd name="T24" fmla="*/ 44 w 245"/>
              <a:gd name="T25" fmla="*/ 217 h 245"/>
              <a:gd name="T26" fmla="*/ 27 w 245"/>
              <a:gd name="T27" fmla="*/ 200 h 245"/>
              <a:gd name="T28" fmla="*/ 14 w 245"/>
              <a:gd name="T29" fmla="*/ 181 h 245"/>
              <a:gd name="T30" fmla="*/ 6 w 245"/>
              <a:gd name="T31" fmla="*/ 159 h 245"/>
              <a:gd name="T32" fmla="*/ 1 w 245"/>
              <a:gd name="T33" fmla="*/ 135 h 245"/>
              <a:gd name="T34" fmla="*/ 0 w 245"/>
              <a:gd name="T35" fmla="*/ 123 h 245"/>
              <a:gd name="T36" fmla="*/ 2 w 245"/>
              <a:gd name="T37" fmla="*/ 98 h 245"/>
              <a:gd name="T38" fmla="*/ 9 w 245"/>
              <a:gd name="T39" fmla="*/ 75 h 245"/>
              <a:gd name="T40" fmla="*/ 21 w 245"/>
              <a:gd name="T41" fmla="*/ 54 h 245"/>
              <a:gd name="T42" fmla="*/ 36 w 245"/>
              <a:gd name="T43" fmla="*/ 36 h 245"/>
              <a:gd name="T44" fmla="*/ 54 w 245"/>
              <a:gd name="T45" fmla="*/ 22 h 245"/>
              <a:gd name="T46" fmla="*/ 75 w 245"/>
              <a:gd name="T47" fmla="*/ 9 h 245"/>
              <a:gd name="T48" fmla="*/ 98 w 245"/>
              <a:gd name="T49" fmla="*/ 2 h 245"/>
              <a:gd name="T50" fmla="*/ 123 w 245"/>
              <a:gd name="T51" fmla="*/ 0 h 245"/>
              <a:gd name="T52" fmla="*/ 135 w 245"/>
              <a:gd name="T53" fmla="*/ 1 h 245"/>
              <a:gd name="T54" fmla="*/ 159 w 245"/>
              <a:gd name="T55" fmla="*/ 6 h 245"/>
              <a:gd name="T56" fmla="*/ 181 w 245"/>
              <a:gd name="T57" fmla="*/ 14 h 245"/>
              <a:gd name="T58" fmla="*/ 200 w 245"/>
              <a:gd name="T59" fmla="*/ 28 h 245"/>
              <a:gd name="T60" fmla="*/ 217 w 245"/>
              <a:gd name="T61" fmla="*/ 44 h 245"/>
              <a:gd name="T62" fmla="*/ 231 w 245"/>
              <a:gd name="T63" fmla="*/ 64 h 245"/>
              <a:gd name="T64" fmla="*/ 240 w 245"/>
              <a:gd name="T65" fmla="*/ 87 h 245"/>
              <a:gd name="T66" fmla="*/ 245 w 245"/>
              <a:gd name="T67" fmla="*/ 110 h 245"/>
              <a:gd name="T68" fmla="*/ 245 w 245"/>
              <a:gd name="T69" fmla="*/ 12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45" h="245">
                <a:moveTo>
                  <a:pt x="245" y="123"/>
                </a:moveTo>
                <a:lnTo>
                  <a:pt x="245" y="123"/>
                </a:lnTo>
                <a:lnTo>
                  <a:pt x="245" y="135"/>
                </a:lnTo>
                <a:lnTo>
                  <a:pt x="243" y="147"/>
                </a:lnTo>
                <a:lnTo>
                  <a:pt x="240" y="159"/>
                </a:lnTo>
                <a:lnTo>
                  <a:pt x="235" y="170"/>
                </a:lnTo>
                <a:lnTo>
                  <a:pt x="231" y="181"/>
                </a:lnTo>
                <a:lnTo>
                  <a:pt x="225" y="191"/>
                </a:lnTo>
                <a:lnTo>
                  <a:pt x="217" y="200"/>
                </a:lnTo>
                <a:lnTo>
                  <a:pt x="209" y="209"/>
                </a:lnTo>
                <a:lnTo>
                  <a:pt x="200" y="217"/>
                </a:lnTo>
                <a:lnTo>
                  <a:pt x="191" y="225"/>
                </a:lnTo>
                <a:lnTo>
                  <a:pt x="181" y="231"/>
                </a:lnTo>
                <a:lnTo>
                  <a:pt x="170" y="236"/>
                </a:lnTo>
                <a:lnTo>
                  <a:pt x="159" y="240"/>
                </a:lnTo>
                <a:lnTo>
                  <a:pt x="147" y="243"/>
                </a:lnTo>
                <a:lnTo>
                  <a:pt x="135" y="245"/>
                </a:lnTo>
                <a:lnTo>
                  <a:pt x="123" y="245"/>
                </a:lnTo>
                <a:lnTo>
                  <a:pt x="123" y="245"/>
                </a:lnTo>
                <a:lnTo>
                  <a:pt x="110" y="245"/>
                </a:lnTo>
                <a:lnTo>
                  <a:pt x="98" y="243"/>
                </a:lnTo>
                <a:lnTo>
                  <a:pt x="86" y="240"/>
                </a:lnTo>
                <a:lnTo>
                  <a:pt x="75" y="236"/>
                </a:lnTo>
                <a:lnTo>
                  <a:pt x="64" y="231"/>
                </a:lnTo>
                <a:lnTo>
                  <a:pt x="54" y="225"/>
                </a:lnTo>
                <a:lnTo>
                  <a:pt x="44" y="217"/>
                </a:lnTo>
                <a:lnTo>
                  <a:pt x="36" y="209"/>
                </a:lnTo>
                <a:lnTo>
                  <a:pt x="27" y="200"/>
                </a:lnTo>
                <a:lnTo>
                  <a:pt x="21" y="191"/>
                </a:lnTo>
                <a:lnTo>
                  <a:pt x="14" y="181"/>
                </a:lnTo>
                <a:lnTo>
                  <a:pt x="9" y="170"/>
                </a:lnTo>
                <a:lnTo>
                  <a:pt x="6" y="159"/>
                </a:lnTo>
                <a:lnTo>
                  <a:pt x="2" y="147"/>
                </a:lnTo>
                <a:lnTo>
                  <a:pt x="1" y="135"/>
                </a:lnTo>
                <a:lnTo>
                  <a:pt x="0" y="123"/>
                </a:lnTo>
                <a:lnTo>
                  <a:pt x="0" y="123"/>
                </a:lnTo>
                <a:lnTo>
                  <a:pt x="1" y="110"/>
                </a:lnTo>
                <a:lnTo>
                  <a:pt x="2" y="98"/>
                </a:lnTo>
                <a:lnTo>
                  <a:pt x="6" y="87"/>
                </a:lnTo>
                <a:lnTo>
                  <a:pt x="9" y="75"/>
                </a:lnTo>
                <a:lnTo>
                  <a:pt x="14" y="64"/>
                </a:lnTo>
                <a:lnTo>
                  <a:pt x="21" y="54"/>
                </a:lnTo>
                <a:lnTo>
                  <a:pt x="27" y="44"/>
                </a:lnTo>
                <a:lnTo>
                  <a:pt x="36" y="36"/>
                </a:lnTo>
                <a:lnTo>
                  <a:pt x="44" y="28"/>
                </a:lnTo>
                <a:lnTo>
                  <a:pt x="54" y="22"/>
                </a:lnTo>
                <a:lnTo>
                  <a:pt x="64" y="14"/>
                </a:lnTo>
                <a:lnTo>
                  <a:pt x="75" y="9"/>
                </a:lnTo>
                <a:lnTo>
                  <a:pt x="86" y="6"/>
                </a:lnTo>
                <a:lnTo>
                  <a:pt x="98" y="2"/>
                </a:lnTo>
                <a:lnTo>
                  <a:pt x="110" y="1"/>
                </a:lnTo>
                <a:lnTo>
                  <a:pt x="123" y="0"/>
                </a:lnTo>
                <a:lnTo>
                  <a:pt x="123" y="0"/>
                </a:lnTo>
                <a:lnTo>
                  <a:pt x="135" y="1"/>
                </a:lnTo>
                <a:lnTo>
                  <a:pt x="147" y="2"/>
                </a:lnTo>
                <a:lnTo>
                  <a:pt x="159" y="6"/>
                </a:lnTo>
                <a:lnTo>
                  <a:pt x="170" y="9"/>
                </a:lnTo>
                <a:lnTo>
                  <a:pt x="181" y="14"/>
                </a:lnTo>
                <a:lnTo>
                  <a:pt x="191" y="22"/>
                </a:lnTo>
                <a:lnTo>
                  <a:pt x="200" y="28"/>
                </a:lnTo>
                <a:lnTo>
                  <a:pt x="209" y="36"/>
                </a:lnTo>
                <a:lnTo>
                  <a:pt x="217" y="44"/>
                </a:lnTo>
                <a:lnTo>
                  <a:pt x="225" y="54"/>
                </a:lnTo>
                <a:lnTo>
                  <a:pt x="231" y="64"/>
                </a:lnTo>
                <a:lnTo>
                  <a:pt x="235" y="75"/>
                </a:lnTo>
                <a:lnTo>
                  <a:pt x="240" y="87"/>
                </a:lnTo>
                <a:lnTo>
                  <a:pt x="243" y="98"/>
                </a:lnTo>
                <a:lnTo>
                  <a:pt x="245" y="110"/>
                </a:lnTo>
                <a:lnTo>
                  <a:pt x="245" y="123"/>
                </a:lnTo>
                <a:lnTo>
                  <a:pt x="245" y="123"/>
                </a:lnTo>
                <a:close/>
              </a:path>
            </a:pathLst>
          </a:custGeom>
          <a:solidFill>
            <a:schemeClr val="accent1"/>
          </a:solidFill>
          <a:ln w="3810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0" name="Group 69">
            <a:extLst>
              <a:ext uri="{FF2B5EF4-FFF2-40B4-BE49-F238E27FC236}">
                <a16:creationId xmlns:a16="http://schemas.microsoft.com/office/drawing/2014/main" id="{B774FB0F-6EE9-614C-B567-B0C166244E01}"/>
              </a:ext>
            </a:extLst>
          </p:cNvPr>
          <p:cNvGrpSpPr/>
          <p:nvPr/>
        </p:nvGrpSpPr>
        <p:grpSpPr>
          <a:xfrm>
            <a:off x="1492162" y="5545237"/>
            <a:ext cx="2169608" cy="1336166"/>
            <a:chOff x="3710490" y="4168662"/>
            <a:chExt cx="2357504" cy="1451883"/>
          </a:xfrm>
        </p:grpSpPr>
        <p:sp>
          <p:nvSpPr>
            <p:cNvPr id="13" name="Freeform 586">
              <a:extLst>
                <a:ext uri="{FF2B5EF4-FFF2-40B4-BE49-F238E27FC236}">
                  <a16:creationId xmlns:a16="http://schemas.microsoft.com/office/drawing/2014/main" id="{B69FEBA2-4ECD-A843-A4C7-0A61EFF27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960" y="4483615"/>
              <a:ext cx="2325929" cy="282952"/>
            </a:xfrm>
            <a:custGeom>
              <a:avLst/>
              <a:gdLst>
                <a:gd name="T0" fmla="*/ 2762 w 2762"/>
                <a:gd name="T1" fmla="*/ 256 h 336"/>
                <a:gd name="T2" fmla="*/ 2762 w 2762"/>
                <a:gd name="T3" fmla="*/ 264 h 336"/>
                <a:gd name="T4" fmla="*/ 2759 w 2762"/>
                <a:gd name="T5" fmla="*/ 280 h 336"/>
                <a:gd name="T6" fmla="*/ 2753 w 2762"/>
                <a:gd name="T7" fmla="*/ 295 h 336"/>
                <a:gd name="T8" fmla="*/ 2744 w 2762"/>
                <a:gd name="T9" fmla="*/ 307 h 336"/>
                <a:gd name="T10" fmla="*/ 2733 w 2762"/>
                <a:gd name="T11" fmla="*/ 318 h 336"/>
                <a:gd name="T12" fmla="*/ 2720 w 2762"/>
                <a:gd name="T13" fmla="*/ 326 h 336"/>
                <a:gd name="T14" fmla="*/ 2707 w 2762"/>
                <a:gd name="T15" fmla="*/ 332 h 336"/>
                <a:gd name="T16" fmla="*/ 2691 w 2762"/>
                <a:gd name="T17" fmla="*/ 336 h 336"/>
                <a:gd name="T18" fmla="*/ 81 w 2762"/>
                <a:gd name="T19" fmla="*/ 336 h 336"/>
                <a:gd name="T20" fmla="*/ 73 w 2762"/>
                <a:gd name="T21" fmla="*/ 336 h 336"/>
                <a:gd name="T22" fmla="*/ 57 w 2762"/>
                <a:gd name="T23" fmla="*/ 332 h 336"/>
                <a:gd name="T24" fmla="*/ 42 w 2762"/>
                <a:gd name="T25" fmla="*/ 326 h 336"/>
                <a:gd name="T26" fmla="*/ 29 w 2762"/>
                <a:gd name="T27" fmla="*/ 318 h 336"/>
                <a:gd name="T28" fmla="*/ 18 w 2762"/>
                <a:gd name="T29" fmla="*/ 307 h 336"/>
                <a:gd name="T30" fmla="*/ 10 w 2762"/>
                <a:gd name="T31" fmla="*/ 295 h 336"/>
                <a:gd name="T32" fmla="*/ 4 w 2762"/>
                <a:gd name="T33" fmla="*/ 280 h 336"/>
                <a:gd name="T34" fmla="*/ 0 w 2762"/>
                <a:gd name="T35" fmla="*/ 264 h 336"/>
                <a:gd name="T36" fmla="*/ 0 w 2762"/>
                <a:gd name="T37" fmla="*/ 79 h 336"/>
                <a:gd name="T38" fmla="*/ 0 w 2762"/>
                <a:gd name="T39" fmla="*/ 72 h 336"/>
                <a:gd name="T40" fmla="*/ 4 w 2762"/>
                <a:gd name="T41" fmla="*/ 56 h 336"/>
                <a:gd name="T42" fmla="*/ 10 w 2762"/>
                <a:gd name="T43" fmla="*/ 42 h 336"/>
                <a:gd name="T44" fmla="*/ 18 w 2762"/>
                <a:gd name="T45" fmla="*/ 29 h 336"/>
                <a:gd name="T46" fmla="*/ 29 w 2762"/>
                <a:gd name="T47" fmla="*/ 18 h 336"/>
                <a:gd name="T48" fmla="*/ 42 w 2762"/>
                <a:gd name="T49" fmla="*/ 9 h 336"/>
                <a:gd name="T50" fmla="*/ 57 w 2762"/>
                <a:gd name="T51" fmla="*/ 3 h 336"/>
                <a:gd name="T52" fmla="*/ 73 w 2762"/>
                <a:gd name="T53" fmla="*/ 0 h 336"/>
                <a:gd name="T54" fmla="*/ 2683 w 2762"/>
                <a:gd name="T55" fmla="*/ 0 h 336"/>
                <a:gd name="T56" fmla="*/ 2691 w 2762"/>
                <a:gd name="T57" fmla="*/ 0 h 336"/>
                <a:gd name="T58" fmla="*/ 2707 w 2762"/>
                <a:gd name="T59" fmla="*/ 3 h 336"/>
                <a:gd name="T60" fmla="*/ 2720 w 2762"/>
                <a:gd name="T61" fmla="*/ 9 h 336"/>
                <a:gd name="T62" fmla="*/ 2733 w 2762"/>
                <a:gd name="T63" fmla="*/ 18 h 336"/>
                <a:gd name="T64" fmla="*/ 2744 w 2762"/>
                <a:gd name="T65" fmla="*/ 29 h 336"/>
                <a:gd name="T66" fmla="*/ 2753 w 2762"/>
                <a:gd name="T67" fmla="*/ 42 h 336"/>
                <a:gd name="T68" fmla="*/ 2759 w 2762"/>
                <a:gd name="T69" fmla="*/ 56 h 336"/>
                <a:gd name="T70" fmla="*/ 2762 w 2762"/>
                <a:gd name="T71" fmla="*/ 72 h 336"/>
                <a:gd name="T72" fmla="*/ 2762 w 2762"/>
                <a:gd name="T73" fmla="*/ 79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762" h="336">
                  <a:moveTo>
                    <a:pt x="2762" y="79"/>
                  </a:moveTo>
                  <a:lnTo>
                    <a:pt x="2762" y="256"/>
                  </a:lnTo>
                  <a:lnTo>
                    <a:pt x="2762" y="256"/>
                  </a:lnTo>
                  <a:lnTo>
                    <a:pt x="2762" y="264"/>
                  </a:lnTo>
                  <a:lnTo>
                    <a:pt x="2761" y="272"/>
                  </a:lnTo>
                  <a:lnTo>
                    <a:pt x="2759" y="280"/>
                  </a:lnTo>
                  <a:lnTo>
                    <a:pt x="2756" y="287"/>
                  </a:lnTo>
                  <a:lnTo>
                    <a:pt x="2753" y="295"/>
                  </a:lnTo>
                  <a:lnTo>
                    <a:pt x="2749" y="301"/>
                  </a:lnTo>
                  <a:lnTo>
                    <a:pt x="2744" y="307"/>
                  </a:lnTo>
                  <a:lnTo>
                    <a:pt x="2739" y="313"/>
                  </a:lnTo>
                  <a:lnTo>
                    <a:pt x="2733" y="318"/>
                  </a:lnTo>
                  <a:lnTo>
                    <a:pt x="2727" y="323"/>
                  </a:lnTo>
                  <a:lnTo>
                    <a:pt x="2720" y="326"/>
                  </a:lnTo>
                  <a:lnTo>
                    <a:pt x="2714" y="330"/>
                  </a:lnTo>
                  <a:lnTo>
                    <a:pt x="2707" y="332"/>
                  </a:lnTo>
                  <a:lnTo>
                    <a:pt x="2698" y="335"/>
                  </a:lnTo>
                  <a:lnTo>
                    <a:pt x="2691" y="336"/>
                  </a:lnTo>
                  <a:lnTo>
                    <a:pt x="2683" y="336"/>
                  </a:lnTo>
                  <a:lnTo>
                    <a:pt x="81" y="336"/>
                  </a:lnTo>
                  <a:lnTo>
                    <a:pt x="81" y="336"/>
                  </a:lnTo>
                  <a:lnTo>
                    <a:pt x="73" y="336"/>
                  </a:lnTo>
                  <a:lnTo>
                    <a:pt x="64" y="335"/>
                  </a:lnTo>
                  <a:lnTo>
                    <a:pt x="57" y="332"/>
                  </a:lnTo>
                  <a:lnTo>
                    <a:pt x="50" y="330"/>
                  </a:lnTo>
                  <a:lnTo>
                    <a:pt x="42" y="326"/>
                  </a:lnTo>
                  <a:lnTo>
                    <a:pt x="35" y="323"/>
                  </a:lnTo>
                  <a:lnTo>
                    <a:pt x="29" y="318"/>
                  </a:lnTo>
                  <a:lnTo>
                    <a:pt x="24" y="313"/>
                  </a:lnTo>
                  <a:lnTo>
                    <a:pt x="18" y="307"/>
                  </a:lnTo>
                  <a:lnTo>
                    <a:pt x="13" y="301"/>
                  </a:lnTo>
                  <a:lnTo>
                    <a:pt x="10" y="295"/>
                  </a:lnTo>
                  <a:lnTo>
                    <a:pt x="6" y="287"/>
                  </a:lnTo>
                  <a:lnTo>
                    <a:pt x="4" y="280"/>
                  </a:lnTo>
                  <a:lnTo>
                    <a:pt x="1" y="272"/>
                  </a:lnTo>
                  <a:lnTo>
                    <a:pt x="0" y="264"/>
                  </a:lnTo>
                  <a:lnTo>
                    <a:pt x="0" y="256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72"/>
                  </a:lnTo>
                  <a:lnTo>
                    <a:pt x="1" y="64"/>
                  </a:lnTo>
                  <a:lnTo>
                    <a:pt x="4" y="56"/>
                  </a:lnTo>
                  <a:lnTo>
                    <a:pt x="6" y="49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4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50" y="6"/>
                  </a:lnTo>
                  <a:lnTo>
                    <a:pt x="57" y="3"/>
                  </a:lnTo>
                  <a:lnTo>
                    <a:pt x="64" y="1"/>
                  </a:lnTo>
                  <a:lnTo>
                    <a:pt x="73" y="0"/>
                  </a:lnTo>
                  <a:lnTo>
                    <a:pt x="81" y="0"/>
                  </a:lnTo>
                  <a:lnTo>
                    <a:pt x="2683" y="0"/>
                  </a:lnTo>
                  <a:lnTo>
                    <a:pt x="2683" y="0"/>
                  </a:lnTo>
                  <a:lnTo>
                    <a:pt x="2691" y="0"/>
                  </a:lnTo>
                  <a:lnTo>
                    <a:pt x="2698" y="1"/>
                  </a:lnTo>
                  <a:lnTo>
                    <a:pt x="2707" y="3"/>
                  </a:lnTo>
                  <a:lnTo>
                    <a:pt x="2714" y="6"/>
                  </a:lnTo>
                  <a:lnTo>
                    <a:pt x="2720" y="9"/>
                  </a:lnTo>
                  <a:lnTo>
                    <a:pt x="2727" y="13"/>
                  </a:lnTo>
                  <a:lnTo>
                    <a:pt x="2733" y="18"/>
                  </a:lnTo>
                  <a:lnTo>
                    <a:pt x="2739" y="23"/>
                  </a:lnTo>
                  <a:lnTo>
                    <a:pt x="2744" y="29"/>
                  </a:lnTo>
                  <a:lnTo>
                    <a:pt x="2749" y="35"/>
                  </a:lnTo>
                  <a:lnTo>
                    <a:pt x="2753" y="42"/>
                  </a:lnTo>
                  <a:lnTo>
                    <a:pt x="2756" y="49"/>
                  </a:lnTo>
                  <a:lnTo>
                    <a:pt x="2759" y="56"/>
                  </a:lnTo>
                  <a:lnTo>
                    <a:pt x="2761" y="64"/>
                  </a:lnTo>
                  <a:lnTo>
                    <a:pt x="2762" y="72"/>
                  </a:lnTo>
                  <a:lnTo>
                    <a:pt x="2762" y="79"/>
                  </a:lnTo>
                  <a:lnTo>
                    <a:pt x="2762" y="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587">
              <a:extLst>
                <a:ext uri="{FF2B5EF4-FFF2-40B4-BE49-F238E27FC236}">
                  <a16:creationId xmlns:a16="http://schemas.microsoft.com/office/drawing/2014/main" id="{64A61B77-DA56-DF4E-91F4-2D32EEBEF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913" y="4483615"/>
              <a:ext cx="1882975" cy="282952"/>
            </a:xfrm>
            <a:custGeom>
              <a:avLst/>
              <a:gdLst>
                <a:gd name="T0" fmla="*/ 2236 w 2236"/>
                <a:gd name="T1" fmla="*/ 256 h 336"/>
                <a:gd name="T2" fmla="*/ 2236 w 2236"/>
                <a:gd name="T3" fmla="*/ 264 h 336"/>
                <a:gd name="T4" fmla="*/ 2233 w 2236"/>
                <a:gd name="T5" fmla="*/ 280 h 336"/>
                <a:gd name="T6" fmla="*/ 2227 w 2236"/>
                <a:gd name="T7" fmla="*/ 295 h 336"/>
                <a:gd name="T8" fmla="*/ 2218 w 2236"/>
                <a:gd name="T9" fmla="*/ 307 h 336"/>
                <a:gd name="T10" fmla="*/ 2207 w 2236"/>
                <a:gd name="T11" fmla="*/ 318 h 336"/>
                <a:gd name="T12" fmla="*/ 2194 w 2236"/>
                <a:gd name="T13" fmla="*/ 326 h 336"/>
                <a:gd name="T14" fmla="*/ 2181 w 2236"/>
                <a:gd name="T15" fmla="*/ 332 h 336"/>
                <a:gd name="T16" fmla="*/ 2165 w 2236"/>
                <a:gd name="T17" fmla="*/ 336 h 336"/>
                <a:gd name="T18" fmla="*/ 168 w 2236"/>
                <a:gd name="T19" fmla="*/ 336 h 336"/>
                <a:gd name="T20" fmla="*/ 151 w 2236"/>
                <a:gd name="T21" fmla="*/ 336 h 336"/>
                <a:gd name="T22" fmla="*/ 119 w 2236"/>
                <a:gd name="T23" fmla="*/ 329 h 336"/>
                <a:gd name="T24" fmla="*/ 89 w 2236"/>
                <a:gd name="T25" fmla="*/ 316 h 336"/>
                <a:gd name="T26" fmla="*/ 62 w 2236"/>
                <a:gd name="T27" fmla="*/ 298 h 336"/>
                <a:gd name="T28" fmla="*/ 39 w 2236"/>
                <a:gd name="T29" fmla="*/ 275 h 336"/>
                <a:gd name="T30" fmla="*/ 21 w 2236"/>
                <a:gd name="T31" fmla="*/ 248 h 336"/>
                <a:gd name="T32" fmla="*/ 9 w 2236"/>
                <a:gd name="T33" fmla="*/ 219 h 336"/>
                <a:gd name="T34" fmla="*/ 1 w 2236"/>
                <a:gd name="T35" fmla="*/ 185 h 336"/>
                <a:gd name="T36" fmla="*/ 0 w 2236"/>
                <a:gd name="T37" fmla="*/ 168 h 336"/>
                <a:gd name="T38" fmla="*/ 4 w 2236"/>
                <a:gd name="T39" fmla="*/ 134 h 336"/>
                <a:gd name="T40" fmla="*/ 14 w 2236"/>
                <a:gd name="T41" fmla="*/ 102 h 336"/>
                <a:gd name="T42" fmla="*/ 29 w 2236"/>
                <a:gd name="T43" fmla="*/ 73 h 336"/>
                <a:gd name="T44" fmla="*/ 50 w 2236"/>
                <a:gd name="T45" fmla="*/ 49 h 336"/>
                <a:gd name="T46" fmla="*/ 62 w 2236"/>
                <a:gd name="T47" fmla="*/ 38 h 336"/>
                <a:gd name="T48" fmla="*/ 89 w 2236"/>
                <a:gd name="T49" fmla="*/ 20 h 336"/>
                <a:gd name="T50" fmla="*/ 119 w 2236"/>
                <a:gd name="T51" fmla="*/ 7 h 336"/>
                <a:gd name="T52" fmla="*/ 151 w 2236"/>
                <a:gd name="T53" fmla="*/ 1 h 336"/>
                <a:gd name="T54" fmla="*/ 2157 w 2236"/>
                <a:gd name="T55" fmla="*/ 0 h 336"/>
                <a:gd name="T56" fmla="*/ 2165 w 2236"/>
                <a:gd name="T57" fmla="*/ 0 h 336"/>
                <a:gd name="T58" fmla="*/ 2181 w 2236"/>
                <a:gd name="T59" fmla="*/ 3 h 336"/>
                <a:gd name="T60" fmla="*/ 2194 w 2236"/>
                <a:gd name="T61" fmla="*/ 9 h 336"/>
                <a:gd name="T62" fmla="*/ 2207 w 2236"/>
                <a:gd name="T63" fmla="*/ 18 h 336"/>
                <a:gd name="T64" fmla="*/ 2218 w 2236"/>
                <a:gd name="T65" fmla="*/ 29 h 336"/>
                <a:gd name="T66" fmla="*/ 2227 w 2236"/>
                <a:gd name="T67" fmla="*/ 42 h 336"/>
                <a:gd name="T68" fmla="*/ 2233 w 2236"/>
                <a:gd name="T69" fmla="*/ 56 h 336"/>
                <a:gd name="T70" fmla="*/ 2236 w 2236"/>
                <a:gd name="T71" fmla="*/ 72 h 336"/>
                <a:gd name="T72" fmla="*/ 2236 w 2236"/>
                <a:gd name="T73" fmla="*/ 79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36" h="336">
                  <a:moveTo>
                    <a:pt x="2236" y="79"/>
                  </a:moveTo>
                  <a:lnTo>
                    <a:pt x="2236" y="256"/>
                  </a:lnTo>
                  <a:lnTo>
                    <a:pt x="2236" y="256"/>
                  </a:lnTo>
                  <a:lnTo>
                    <a:pt x="2236" y="264"/>
                  </a:lnTo>
                  <a:lnTo>
                    <a:pt x="2235" y="272"/>
                  </a:lnTo>
                  <a:lnTo>
                    <a:pt x="2233" y="280"/>
                  </a:lnTo>
                  <a:lnTo>
                    <a:pt x="2230" y="287"/>
                  </a:lnTo>
                  <a:lnTo>
                    <a:pt x="2227" y="295"/>
                  </a:lnTo>
                  <a:lnTo>
                    <a:pt x="2223" y="301"/>
                  </a:lnTo>
                  <a:lnTo>
                    <a:pt x="2218" y="307"/>
                  </a:lnTo>
                  <a:lnTo>
                    <a:pt x="2213" y="313"/>
                  </a:lnTo>
                  <a:lnTo>
                    <a:pt x="2207" y="318"/>
                  </a:lnTo>
                  <a:lnTo>
                    <a:pt x="2201" y="323"/>
                  </a:lnTo>
                  <a:lnTo>
                    <a:pt x="2194" y="326"/>
                  </a:lnTo>
                  <a:lnTo>
                    <a:pt x="2188" y="330"/>
                  </a:lnTo>
                  <a:lnTo>
                    <a:pt x="2181" y="332"/>
                  </a:lnTo>
                  <a:lnTo>
                    <a:pt x="2172" y="335"/>
                  </a:lnTo>
                  <a:lnTo>
                    <a:pt x="2165" y="336"/>
                  </a:lnTo>
                  <a:lnTo>
                    <a:pt x="2157" y="336"/>
                  </a:lnTo>
                  <a:lnTo>
                    <a:pt x="168" y="336"/>
                  </a:lnTo>
                  <a:lnTo>
                    <a:pt x="168" y="336"/>
                  </a:lnTo>
                  <a:lnTo>
                    <a:pt x="151" y="336"/>
                  </a:lnTo>
                  <a:lnTo>
                    <a:pt x="134" y="333"/>
                  </a:lnTo>
                  <a:lnTo>
                    <a:pt x="119" y="329"/>
                  </a:lnTo>
                  <a:lnTo>
                    <a:pt x="103" y="323"/>
                  </a:lnTo>
                  <a:lnTo>
                    <a:pt x="89" y="316"/>
                  </a:lnTo>
                  <a:lnTo>
                    <a:pt x="75" y="308"/>
                  </a:lnTo>
                  <a:lnTo>
                    <a:pt x="62" y="298"/>
                  </a:lnTo>
                  <a:lnTo>
                    <a:pt x="50" y="287"/>
                  </a:lnTo>
                  <a:lnTo>
                    <a:pt x="39" y="275"/>
                  </a:lnTo>
                  <a:lnTo>
                    <a:pt x="29" y="262"/>
                  </a:lnTo>
                  <a:lnTo>
                    <a:pt x="21" y="248"/>
                  </a:lnTo>
                  <a:lnTo>
                    <a:pt x="14" y="233"/>
                  </a:lnTo>
                  <a:lnTo>
                    <a:pt x="9" y="219"/>
                  </a:lnTo>
                  <a:lnTo>
                    <a:pt x="4" y="202"/>
                  </a:lnTo>
                  <a:lnTo>
                    <a:pt x="1" y="185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1" y="151"/>
                  </a:lnTo>
                  <a:lnTo>
                    <a:pt x="4" y="134"/>
                  </a:lnTo>
                  <a:lnTo>
                    <a:pt x="9" y="118"/>
                  </a:lnTo>
                  <a:lnTo>
                    <a:pt x="14" y="102"/>
                  </a:lnTo>
                  <a:lnTo>
                    <a:pt x="21" y="88"/>
                  </a:lnTo>
                  <a:lnTo>
                    <a:pt x="29" y="73"/>
                  </a:lnTo>
                  <a:lnTo>
                    <a:pt x="39" y="61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62" y="38"/>
                  </a:lnTo>
                  <a:lnTo>
                    <a:pt x="75" y="29"/>
                  </a:lnTo>
                  <a:lnTo>
                    <a:pt x="89" y="20"/>
                  </a:lnTo>
                  <a:lnTo>
                    <a:pt x="103" y="13"/>
                  </a:lnTo>
                  <a:lnTo>
                    <a:pt x="119" y="7"/>
                  </a:lnTo>
                  <a:lnTo>
                    <a:pt x="134" y="3"/>
                  </a:lnTo>
                  <a:lnTo>
                    <a:pt x="151" y="1"/>
                  </a:lnTo>
                  <a:lnTo>
                    <a:pt x="168" y="0"/>
                  </a:lnTo>
                  <a:lnTo>
                    <a:pt x="2157" y="0"/>
                  </a:lnTo>
                  <a:lnTo>
                    <a:pt x="2157" y="0"/>
                  </a:lnTo>
                  <a:lnTo>
                    <a:pt x="2165" y="0"/>
                  </a:lnTo>
                  <a:lnTo>
                    <a:pt x="2172" y="1"/>
                  </a:lnTo>
                  <a:lnTo>
                    <a:pt x="2181" y="3"/>
                  </a:lnTo>
                  <a:lnTo>
                    <a:pt x="2188" y="6"/>
                  </a:lnTo>
                  <a:lnTo>
                    <a:pt x="2194" y="9"/>
                  </a:lnTo>
                  <a:lnTo>
                    <a:pt x="2201" y="13"/>
                  </a:lnTo>
                  <a:lnTo>
                    <a:pt x="2207" y="18"/>
                  </a:lnTo>
                  <a:lnTo>
                    <a:pt x="2213" y="23"/>
                  </a:lnTo>
                  <a:lnTo>
                    <a:pt x="2218" y="29"/>
                  </a:lnTo>
                  <a:lnTo>
                    <a:pt x="2223" y="35"/>
                  </a:lnTo>
                  <a:lnTo>
                    <a:pt x="2227" y="42"/>
                  </a:lnTo>
                  <a:lnTo>
                    <a:pt x="2230" y="49"/>
                  </a:lnTo>
                  <a:lnTo>
                    <a:pt x="2233" y="56"/>
                  </a:lnTo>
                  <a:lnTo>
                    <a:pt x="2235" y="64"/>
                  </a:lnTo>
                  <a:lnTo>
                    <a:pt x="2236" y="72"/>
                  </a:lnTo>
                  <a:lnTo>
                    <a:pt x="2236" y="79"/>
                  </a:lnTo>
                  <a:lnTo>
                    <a:pt x="2236" y="7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Rectangle 588">
              <a:extLst>
                <a:ext uri="{FF2B5EF4-FFF2-40B4-BE49-F238E27FC236}">
                  <a16:creationId xmlns:a16="http://schemas.microsoft.com/office/drawing/2014/main" id="{179465D2-6B32-7545-9DE2-E3D544721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065" y="4766566"/>
              <a:ext cx="2325929" cy="4715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Rectangle 589">
              <a:extLst>
                <a:ext uri="{FF2B5EF4-FFF2-40B4-BE49-F238E27FC236}">
                  <a16:creationId xmlns:a16="http://schemas.microsoft.com/office/drawing/2014/main" id="{78749BCA-987C-524E-9754-08DFA97B0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065" y="5004043"/>
              <a:ext cx="2325929" cy="4715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Rectangle 590">
              <a:extLst>
                <a:ext uri="{FF2B5EF4-FFF2-40B4-BE49-F238E27FC236}">
                  <a16:creationId xmlns:a16="http://schemas.microsoft.com/office/drawing/2014/main" id="{3AAF71F9-7756-974D-BEA8-1B1FAF540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487" y="4813725"/>
              <a:ext cx="2245086" cy="1903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591">
              <a:extLst>
                <a:ext uri="{FF2B5EF4-FFF2-40B4-BE49-F238E27FC236}">
                  <a16:creationId xmlns:a16="http://schemas.microsoft.com/office/drawing/2014/main" id="{11F3C19E-7CC4-5742-9EF4-BFD0D1E3E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960" y="5051201"/>
              <a:ext cx="2325929" cy="282952"/>
            </a:xfrm>
            <a:custGeom>
              <a:avLst/>
              <a:gdLst>
                <a:gd name="T0" fmla="*/ 2762 w 2762"/>
                <a:gd name="T1" fmla="*/ 257 h 336"/>
                <a:gd name="T2" fmla="*/ 2762 w 2762"/>
                <a:gd name="T3" fmla="*/ 265 h 336"/>
                <a:gd name="T4" fmla="*/ 2759 w 2762"/>
                <a:gd name="T5" fmla="*/ 281 h 336"/>
                <a:gd name="T6" fmla="*/ 2753 w 2762"/>
                <a:gd name="T7" fmla="*/ 294 h 336"/>
                <a:gd name="T8" fmla="*/ 2744 w 2762"/>
                <a:gd name="T9" fmla="*/ 307 h 336"/>
                <a:gd name="T10" fmla="*/ 2733 w 2762"/>
                <a:gd name="T11" fmla="*/ 318 h 336"/>
                <a:gd name="T12" fmla="*/ 2720 w 2762"/>
                <a:gd name="T13" fmla="*/ 327 h 336"/>
                <a:gd name="T14" fmla="*/ 2707 w 2762"/>
                <a:gd name="T15" fmla="*/ 333 h 336"/>
                <a:gd name="T16" fmla="*/ 2691 w 2762"/>
                <a:gd name="T17" fmla="*/ 336 h 336"/>
                <a:gd name="T18" fmla="*/ 81 w 2762"/>
                <a:gd name="T19" fmla="*/ 336 h 336"/>
                <a:gd name="T20" fmla="*/ 73 w 2762"/>
                <a:gd name="T21" fmla="*/ 336 h 336"/>
                <a:gd name="T22" fmla="*/ 57 w 2762"/>
                <a:gd name="T23" fmla="*/ 333 h 336"/>
                <a:gd name="T24" fmla="*/ 42 w 2762"/>
                <a:gd name="T25" fmla="*/ 327 h 336"/>
                <a:gd name="T26" fmla="*/ 29 w 2762"/>
                <a:gd name="T27" fmla="*/ 318 h 336"/>
                <a:gd name="T28" fmla="*/ 18 w 2762"/>
                <a:gd name="T29" fmla="*/ 307 h 336"/>
                <a:gd name="T30" fmla="*/ 10 w 2762"/>
                <a:gd name="T31" fmla="*/ 294 h 336"/>
                <a:gd name="T32" fmla="*/ 4 w 2762"/>
                <a:gd name="T33" fmla="*/ 281 h 336"/>
                <a:gd name="T34" fmla="*/ 0 w 2762"/>
                <a:gd name="T35" fmla="*/ 265 h 336"/>
                <a:gd name="T36" fmla="*/ 0 w 2762"/>
                <a:gd name="T37" fmla="*/ 80 h 336"/>
                <a:gd name="T38" fmla="*/ 0 w 2762"/>
                <a:gd name="T39" fmla="*/ 73 h 336"/>
                <a:gd name="T40" fmla="*/ 4 w 2762"/>
                <a:gd name="T41" fmla="*/ 57 h 336"/>
                <a:gd name="T42" fmla="*/ 10 w 2762"/>
                <a:gd name="T43" fmla="*/ 43 h 336"/>
                <a:gd name="T44" fmla="*/ 18 w 2762"/>
                <a:gd name="T45" fmla="*/ 29 h 336"/>
                <a:gd name="T46" fmla="*/ 29 w 2762"/>
                <a:gd name="T47" fmla="*/ 18 h 336"/>
                <a:gd name="T48" fmla="*/ 42 w 2762"/>
                <a:gd name="T49" fmla="*/ 10 h 336"/>
                <a:gd name="T50" fmla="*/ 57 w 2762"/>
                <a:gd name="T51" fmla="*/ 4 h 336"/>
                <a:gd name="T52" fmla="*/ 73 w 2762"/>
                <a:gd name="T53" fmla="*/ 0 h 336"/>
                <a:gd name="T54" fmla="*/ 2683 w 2762"/>
                <a:gd name="T55" fmla="*/ 0 h 336"/>
                <a:gd name="T56" fmla="*/ 2691 w 2762"/>
                <a:gd name="T57" fmla="*/ 0 h 336"/>
                <a:gd name="T58" fmla="*/ 2707 w 2762"/>
                <a:gd name="T59" fmla="*/ 4 h 336"/>
                <a:gd name="T60" fmla="*/ 2720 w 2762"/>
                <a:gd name="T61" fmla="*/ 10 h 336"/>
                <a:gd name="T62" fmla="*/ 2733 w 2762"/>
                <a:gd name="T63" fmla="*/ 18 h 336"/>
                <a:gd name="T64" fmla="*/ 2744 w 2762"/>
                <a:gd name="T65" fmla="*/ 29 h 336"/>
                <a:gd name="T66" fmla="*/ 2753 w 2762"/>
                <a:gd name="T67" fmla="*/ 43 h 336"/>
                <a:gd name="T68" fmla="*/ 2759 w 2762"/>
                <a:gd name="T69" fmla="*/ 57 h 336"/>
                <a:gd name="T70" fmla="*/ 2762 w 2762"/>
                <a:gd name="T71" fmla="*/ 73 h 336"/>
                <a:gd name="T72" fmla="*/ 2762 w 2762"/>
                <a:gd name="T73" fmla="*/ 8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762" h="336">
                  <a:moveTo>
                    <a:pt x="2762" y="80"/>
                  </a:moveTo>
                  <a:lnTo>
                    <a:pt x="2762" y="257"/>
                  </a:lnTo>
                  <a:lnTo>
                    <a:pt x="2762" y="257"/>
                  </a:lnTo>
                  <a:lnTo>
                    <a:pt x="2762" y="265"/>
                  </a:lnTo>
                  <a:lnTo>
                    <a:pt x="2761" y="272"/>
                  </a:lnTo>
                  <a:lnTo>
                    <a:pt x="2759" y="281"/>
                  </a:lnTo>
                  <a:lnTo>
                    <a:pt x="2756" y="288"/>
                  </a:lnTo>
                  <a:lnTo>
                    <a:pt x="2753" y="294"/>
                  </a:lnTo>
                  <a:lnTo>
                    <a:pt x="2749" y="301"/>
                  </a:lnTo>
                  <a:lnTo>
                    <a:pt x="2744" y="307"/>
                  </a:lnTo>
                  <a:lnTo>
                    <a:pt x="2739" y="313"/>
                  </a:lnTo>
                  <a:lnTo>
                    <a:pt x="2733" y="318"/>
                  </a:lnTo>
                  <a:lnTo>
                    <a:pt x="2727" y="323"/>
                  </a:lnTo>
                  <a:lnTo>
                    <a:pt x="2720" y="327"/>
                  </a:lnTo>
                  <a:lnTo>
                    <a:pt x="2714" y="330"/>
                  </a:lnTo>
                  <a:lnTo>
                    <a:pt x="2707" y="333"/>
                  </a:lnTo>
                  <a:lnTo>
                    <a:pt x="2698" y="335"/>
                  </a:lnTo>
                  <a:lnTo>
                    <a:pt x="2691" y="336"/>
                  </a:lnTo>
                  <a:lnTo>
                    <a:pt x="2683" y="336"/>
                  </a:lnTo>
                  <a:lnTo>
                    <a:pt x="81" y="336"/>
                  </a:lnTo>
                  <a:lnTo>
                    <a:pt x="81" y="336"/>
                  </a:lnTo>
                  <a:lnTo>
                    <a:pt x="73" y="336"/>
                  </a:lnTo>
                  <a:lnTo>
                    <a:pt x="64" y="335"/>
                  </a:lnTo>
                  <a:lnTo>
                    <a:pt x="57" y="333"/>
                  </a:lnTo>
                  <a:lnTo>
                    <a:pt x="50" y="330"/>
                  </a:lnTo>
                  <a:lnTo>
                    <a:pt x="42" y="327"/>
                  </a:lnTo>
                  <a:lnTo>
                    <a:pt x="35" y="323"/>
                  </a:lnTo>
                  <a:lnTo>
                    <a:pt x="29" y="318"/>
                  </a:lnTo>
                  <a:lnTo>
                    <a:pt x="24" y="313"/>
                  </a:lnTo>
                  <a:lnTo>
                    <a:pt x="18" y="307"/>
                  </a:lnTo>
                  <a:lnTo>
                    <a:pt x="13" y="301"/>
                  </a:lnTo>
                  <a:lnTo>
                    <a:pt x="10" y="294"/>
                  </a:lnTo>
                  <a:lnTo>
                    <a:pt x="6" y="288"/>
                  </a:lnTo>
                  <a:lnTo>
                    <a:pt x="4" y="281"/>
                  </a:lnTo>
                  <a:lnTo>
                    <a:pt x="1" y="272"/>
                  </a:lnTo>
                  <a:lnTo>
                    <a:pt x="0" y="265"/>
                  </a:lnTo>
                  <a:lnTo>
                    <a:pt x="0" y="257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73"/>
                  </a:lnTo>
                  <a:lnTo>
                    <a:pt x="1" y="64"/>
                  </a:lnTo>
                  <a:lnTo>
                    <a:pt x="4" y="57"/>
                  </a:lnTo>
                  <a:lnTo>
                    <a:pt x="6" y="49"/>
                  </a:lnTo>
                  <a:lnTo>
                    <a:pt x="10" y="43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4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50" y="6"/>
                  </a:lnTo>
                  <a:lnTo>
                    <a:pt x="57" y="4"/>
                  </a:lnTo>
                  <a:lnTo>
                    <a:pt x="64" y="1"/>
                  </a:lnTo>
                  <a:lnTo>
                    <a:pt x="73" y="0"/>
                  </a:lnTo>
                  <a:lnTo>
                    <a:pt x="81" y="0"/>
                  </a:lnTo>
                  <a:lnTo>
                    <a:pt x="2683" y="0"/>
                  </a:lnTo>
                  <a:lnTo>
                    <a:pt x="2683" y="0"/>
                  </a:lnTo>
                  <a:lnTo>
                    <a:pt x="2691" y="0"/>
                  </a:lnTo>
                  <a:lnTo>
                    <a:pt x="2698" y="1"/>
                  </a:lnTo>
                  <a:lnTo>
                    <a:pt x="2707" y="4"/>
                  </a:lnTo>
                  <a:lnTo>
                    <a:pt x="2714" y="6"/>
                  </a:lnTo>
                  <a:lnTo>
                    <a:pt x="2720" y="10"/>
                  </a:lnTo>
                  <a:lnTo>
                    <a:pt x="2727" y="14"/>
                  </a:lnTo>
                  <a:lnTo>
                    <a:pt x="2733" y="18"/>
                  </a:lnTo>
                  <a:lnTo>
                    <a:pt x="2739" y="23"/>
                  </a:lnTo>
                  <a:lnTo>
                    <a:pt x="2744" y="29"/>
                  </a:lnTo>
                  <a:lnTo>
                    <a:pt x="2749" y="35"/>
                  </a:lnTo>
                  <a:lnTo>
                    <a:pt x="2753" y="43"/>
                  </a:lnTo>
                  <a:lnTo>
                    <a:pt x="2756" y="49"/>
                  </a:lnTo>
                  <a:lnTo>
                    <a:pt x="2759" y="57"/>
                  </a:lnTo>
                  <a:lnTo>
                    <a:pt x="2761" y="64"/>
                  </a:lnTo>
                  <a:lnTo>
                    <a:pt x="2762" y="73"/>
                  </a:lnTo>
                  <a:lnTo>
                    <a:pt x="2762" y="80"/>
                  </a:lnTo>
                  <a:lnTo>
                    <a:pt x="2762" y="8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592">
              <a:extLst>
                <a:ext uri="{FF2B5EF4-FFF2-40B4-BE49-F238E27FC236}">
                  <a16:creationId xmlns:a16="http://schemas.microsoft.com/office/drawing/2014/main" id="{01786181-4135-2742-BC3D-0AC416208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913" y="5051201"/>
              <a:ext cx="1882975" cy="282952"/>
            </a:xfrm>
            <a:custGeom>
              <a:avLst/>
              <a:gdLst>
                <a:gd name="T0" fmla="*/ 2236 w 2236"/>
                <a:gd name="T1" fmla="*/ 257 h 336"/>
                <a:gd name="T2" fmla="*/ 2236 w 2236"/>
                <a:gd name="T3" fmla="*/ 265 h 336"/>
                <a:gd name="T4" fmla="*/ 2233 w 2236"/>
                <a:gd name="T5" fmla="*/ 281 h 336"/>
                <a:gd name="T6" fmla="*/ 2227 w 2236"/>
                <a:gd name="T7" fmla="*/ 294 h 336"/>
                <a:gd name="T8" fmla="*/ 2218 w 2236"/>
                <a:gd name="T9" fmla="*/ 307 h 336"/>
                <a:gd name="T10" fmla="*/ 2207 w 2236"/>
                <a:gd name="T11" fmla="*/ 318 h 336"/>
                <a:gd name="T12" fmla="*/ 2194 w 2236"/>
                <a:gd name="T13" fmla="*/ 327 h 336"/>
                <a:gd name="T14" fmla="*/ 2181 w 2236"/>
                <a:gd name="T15" fmla="*/ 333 h 336"/>
                <a:gd name="T16" fmla="*/ 2165 w 2236"/>
                <a:gd name="T17" fmla="*/ 336 h 336"/>
                <a:gd name="T18" fmla="*/ 168 w 2236"/>
                <a:gd name="T19" fmla="*/ 336 h 336"/>
                <a:gd name="T20" fmla="*/ 151 w 2236"/>
                <a:gd name="T21" fmla="*/ 336 h 336"/>
                <a:gd name="T22" fmla="*/ 119 w 2236"/>
                <a:gd name="T23" fmla="*/ 329 h 336"/>
                <a:gd name="T24" fmla="*/ 89 w 2236"/>
                <a:gd name="T25" fmla="*/ 316 h 336"/>
                <a:gd name="T26" fmla="*/ 62 w 2236"/>
                <a:gd name="T27" fmla="*/ 298 h 336"/>
                <a:gd name="T28" fmla="*/ 39 w 2236"/>
                <a:gd name="T29" fmla="*/ 276 h 336"/>
                <a:gd name="T30" fmla="*/ 21 w 2236"/>
                <a:gd name="T31" fmla="*/ 248 h 336"/>
                <a:gd name="T32" fmla="*/ 9 w 2236"/>
                <a:gd name="T33" fmla="*/ 218 h 336"/>
                <a:gd name="T34" fmla="*/ 1 w 2236"/>
                <a:gd name="T35" fmla="*/ 185 h 336"/>
                <a:gd name="T36" fmla="*/ 0 w 2236"/>
                <a:gd name="T37" fmla="*/ 168 h 336"/>
                <a:gd name="T38" fmla="*/ 4 w 2236"/>
                <a:gd name="T39" fmla="*/ 134 h 336"/>
                <a:gd name="T40" fmla="*/ 14 w 2236"/>
                <a:gd name="T41" fmla="*/ 103 h 336"/>
                <a:gd name="T42" fmla="*/ 29 w 2236"/>
                <a:gd name="T43" fmla="*/ 74 h 336"/>
                <a:gd name="T44" fmla="*/ 50 w 2236"/>
                <a:gd name="T45" fmla="*/ 50 h 336"/>
                <a:gd name="T46" fmla="*/ 62 w 2236"/>
                <a:gd name="T47" fmla="*/ 39 h 336"/>
                <a:gd name="T48" fmla="*/ 89 w 2236"/>
                <a:gd name="T49" fmla="*/ 21 h 336"/>
                <a:gd name="T50" fmla="*/ 119 w 2236"/>
                <a:gd name="T51" fmla="*/ 7 h 336"/>
                <a:gd name="T52" fmla="*/ 151 w 2236"/>
                <a:gd name="T53" fmla="*/ 1 h 336"/>
                <a:gd name="T54" fmla="*/ 2157 w 2236"/>
                <a:gd name="T55" fmla="*/ 0 h 336"/>
                <a:gd name="T56" fmla="*/ 2165 w 2236"/>
                <a:gd name="T57" fmla="*/ 0 h 336"/>
                <a:gd name="T58" fmla="*/ 2181 w 2236"/>
                <a:gd name="T59" fmla="*/ 4 h 336"/>
                <a:gd name="T60" fmla="*/ 2194 w 2236"/>
                <a:gd name="T61" fmla="*/ 10 h 336"/>
                <a:gd name="T62" fmla="*/ 2207 w 2236"/>
                <a:gd name="T63" fmla="*/ 18 h 336"/>
                <a:gd name="T64" fmla="*/ 2218 w 2236"/>
                <a:gd name="T65" fmla="*/ 29 h 336"/>
                <a:gd name="T66" fmla="*/ 2227 w 2236"/>
                <a:gd name="T67" fmla="*/ 43 h 336"/>
                <a:gd name="T68" fmla="*/ 2233 w 2236"/>
                <a:gd name="T69" fmla="*/ 57 h 336"/>
                <a:gd name="T70" fmla="*/ 2236 w 2236"/>
                <a:gd name="T71" fmla="*/ 73 h 336"/>
                <a:gd name="T72" fmla="*/ 2236 w 2236"/>
                <a:gd name="T73" fmla="*/ 8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36" h="336">
                  <a:moveTo>
                    <a:pt x="2236" y="80"/>
                  </a:moveTo>
                  <a:lnTo>
                    <a:pt x="2236" y="257"/>
                  </a:lnTo>
                  <a:lnTo>
                    <a:pt x="2236" y="257"/>
                  </a:lnTo>
                  <a:lnTo>
                    <a:pt x="2236" y="265"/>
                  </a:lnTo>
                  <a:lnTo>
                    <a:pt x="2235" y="272"/>
                  </a:lnTo>
                  <a:lnTo>
                    <a:pt x="2233" y="281"/>
                  </a:lnTo>
                  <a:lnTo>
                    <a:pt x="2230" y="288"/>
                  </a:lnTo>
                  <a:lnTo>
                    <a:pt x="2227" y="294"/>
                  </a:lnTo>
                  <a:lnTo>
                    <a:pt x="2223" y="301"/>
                  </a:lnTo>
                  <a:lnTo>
                    <a:pt x="2218" y="307"/>
                  </a:lnTo>
                  <a:lnTo>
                    <a:pt x="2213" y="313"/>
                  </a:lnTo>
                  <a:lnTo>
                    <a:pt x="2207" y="318"/>
                  </a:lnTo>
                  <a:lnTo>
                    <a:pt x="2201" y="323"/>
                  </a:lnTo>
                  <a:lnTo>
                    <a:pt x="2194" y="327"/>
                  </a:lnTo>
                  <a:lnTo>
                    <a:pt x="2188" y="330"/>
                  </a:lnTo>
                  <a:lnTo>
                    <a:pt x="2181" y="333"/>
                  </a:lnTo>
                  <a:lnTo>
                    <a:pt x="2172" y="335"/>
                  </a:lnTo>
                  <a:lnTo>
                    <a:pt x="2165" y="336"/>
                  </a:lnTo>
                  <a:lnTo>
                    <a:pt x="2157" y="336"/>
                  </a:lnTo>
                  <a:lnTo>
                    <a:pt x="168" y="336"/>
                  </a:lnTo>
                  <a:lnTo>
                    <a:pt x="168" y="336"/>
                  </a:lnTo>
                  <a:lnTo>
                    <a:pt x="151" y="336"/>
                  </a:lnTo>
                  <a:lnTo>
                    <a:pt x="134" y="333"/>
                  </a:lnTo>
                  <a:lnTo>
                    <a:pt x="119" y="329"/>
                  </a:lnTo>
                  <a:lnTo>
                    <a:pt x="103" y="323"/>
                  </a:lnTo>
                  <a:lnTo>
                    <a:pt x="89" y="316"/>
                  </a:lnTo>
                  <a:lnTo>
                    <a:pt x="75" y="307"/>
                  </a:lnTo>
                  <a:lnTo>
                    <a:pt x="62" y="298"/>
                  </a:lnTo>
                  <a:lnTo>
                    <a:pt x="50" y="287"/>
                  </a:lnTo>
                  <a:lnTo>
                    <a:pt x="39" y="276"/>
                  </a:lnTo>
                  <a:lnTo>
                    <a:pt x="29" y="263"/>
                  </a:lnTo>
                  <a:lnTo>
                    <a:pt x="21" y="248"/>
                  </a:lnTo>
                  <a:lnTo>
                    <a:pt x="14" y="234"/>
                  </a:lnTo>
                  <a:lnTo>
                    <a:pt x="9" y="218"/>
                  </a:lnTo>
                  <a:lnTo>
                    <a:pt x="4" y="202"/>
                  </a:lnTo>
                  <a:lnTo>
                    <a:pt x="1" y="185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1" y="151"/>
                  </a:lnTo>
                  <a:lnTo>
                    <a:pt x="4" y="134"/>
                  </a:lnTo>
                  <a:lnTo>
                    <a:pt x="9" y="119"/>
                  </a:lnTo>
                  <a:lnTo>
                    <a:pt x="14" y="103"/>
                  </a:lnTo>
                  <a:lnTo>
                    <a:pt x="21" y="88"/>
                  </a:lnTo>
                  <a:lnTo>
                    <a:pt x="29" y="74"/>
                  </a:lnTo>
                  <a:lnTo>
                    <a:pt x="39" y="61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62" y="39"/>
                  </a:lnTo>
                  <a:lnTo>
                    <a:pt x="75" y="29"/>
                  </a:lnTo>
                  <a:lnTo>
                    <a:pt x="89" y="21"/>
                  </a:lnTo>
                  <a:lnTo>
                    <a:pt x="103" y="14"/>
                  </a:lnTo>
                  <a:lnTo>
                    <a:pt x="119" y="7"/>
                  </a:lnTo>
                  <a:lnTo>
                    <a:pt x="134" y="4"/>
                  </a:lnTo>
                  <a:lnTo>
                    <a:pt x="151" y="1"/>
                  </a:lnTo>
                  <a:lnTo>
                    <a:pt x="168" y="0"/>
                  </a:lnTo>
                  <a:lnTo>
                    <a:pt x="2157" y="0"/>
                  </a:lnTo>
                  <a:lnTo>
                    <a:pt x="2157" y="0"/>
                  </a:lnTo>
                  <a:lnTo>
                    <a:pt x="2165" y="0"/>
                  </a:lnTo>
                  <a:lnTo>
                    <a:pt x="2172" y="1"/>
                  </a:lnTo>
                  <a:lnTo>
                    <a:pt x="2181" y="4"/>
                  </a:lnTo>
                  <a:lnTo>
                    <a:pt x="2188" y="6"/>
                  </a:lnTo>
                  <a:lnTo>
                    <a:pt x="2194" y="10"/>
                  </a:lnTo>
                  <a:lnTo>
                    <a:pt x="2201" y="14"/>
                  </a:lnTo>
                  <a:lnTo>
                    <a:pt x="2207" y="18"/>
                  </a:lnTo>
                  <a:lnTo>
                    <a:pt x="2213" y="23"/>
                  </a:lnTo>
                  <a:lnTo>
                    <a:pt x="2218" y="29"/>
                  </a:lnTo>
                  <a:lnTo>
                    <a:pt x="2223" y="35"/>
                  </a:lnTo>
                  <a:lnTo>
                    <a:pt x="2227" y="43"/>
                  </a:lnTo>
                  <a:lnTo>
                    <a:pt x="2230" y="49"/>
                  </a:lnTo>
                  <a:lnTo>
                    <a:pt x="2233" y="57"/>
                  </a:lnTo>
                  <a:lnTo>
                    <a:pt x="2235" y="64"/>
                  </a:lnTo>
                  <a:lnTo>
                    <a:pt x="2236" y="73"/>
                  </a:lnTo>
                  <a:lnTo>
                    <a:pt x="2236" y="80"/>
                  </a:lnTo>
                  <a:lnTo>
                    <a:pt x="2236" y="8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Rectangle 595">
              <a:extLst>
                <a:ext uri="{FF2B5EF4-FFF2-40B4-BE49-F238E27FC236}">
                  <a16:creationId xmlns:a16="http://schemas.microsoft.com/office/drawing/2014/main" id="{4A2805AC-6B2E-6D41-A95A-A2809F586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487" y="5381312"/>
              <a:ext cx="2245086" cy="1903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596">
              <a:extLst>
                <a:ext uri="{FF2B5EF4-FFF2-40B4-BE49-F238E27FC236}">
                  <a16:creationId xmlns:a16="http://schemas.microsoft.com/office/drawing/2014/main" id="{32F1F0CF-11F6-D74E-B8B0-ABC53C155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434" y="4168662"/>
              <a:ext cx="1773500" cy="314953"/>
            </a:xfrm>
            <a:custGeom>
              <a:avLst/>
              <a:gdLst>
                <a:gd name="T0" fmla="*/ 56 w 2105"/>
                <a:gd name="T1" fmla="*/ 57 h 374"/>
                <a:gd name="T2" fmla="*/ 56 w 2105"/>
                <a:gd name="T3" fmla="*/ 317 h 374"/>
                <a:gd name="T4" fmla="*/ 2105 w 2105"/>
                <a:gd name="T5" fmla="*/ 317 h 374"/>
                <a:gd name="T6" fmla="*/ 2105 w 2105"/>
                <a:gd name="T7" fmla="*/ 374 h 374"/>
                <a:gd name="T8" fmla="*/ 29 w 2105"/>
                <a:gd name="T9" fmla="*/ 374 h 374"/>
                <a:gd name="T10" fmla="*/ 29 w 2105"/>
                <a:gd name="T11" fmla="*/ 374 h 374"/>
                <a:gd name="T12" fmla="*/ 23 w 2105"/>
                <a:gd name="T13" fmla="*/ 372 h 374"/>
                <a:gd name="T14" fmla="*/ 18 w 2105"/>
                <a:gd name="T15" fmla="*/ 371 h 374"/>
                <a:gd name="T16" fmla="*/ 13 w 2105"/>
                <a:gd name="T17" fmla="*/ 368 h 374"/>
                <a:gd name="T18" fmla="*/ 8 w 2105"/>
                <a:gd name="T19" fmla="*/ 363 h 374"/>
                <a:gd name="T20" fmla="*/ 5 w 2105"/>
                <a:gd name="T21" fmla="*/ 358 h 374"/>
                <a:gd name="T22" fmla="*/ 2 w 2105"/>
                <a:gd name="T23" fmla="*/ 351 h 374"/>
                <a:gd name="T24" fmla="*/ 1 w 2105"/>
                <a:gd name="T25" fmla="*/ 345 h 374"/>
                <a:gd name="T26" fmla="*/ 0 w 2105"/>
                <a:gd name="T27" fmla="*/ 337 h 374"/>
                <a:gd name="T28" fmla="*/ 0 w 2105"/>
                <a:gd name="T29" fmla="*/ 37 h 374"/>
                <a:gd name="T30" fmla="*/ 0 w 2105"/>
                <a:gd name="T31" fmla="*/ 37 h 374"/>
                <a:gd name="T32" fmla="*/ 1 w 2105"/>
                <a:gd name="T33" fmla="*/ 30 h 374"/>
                <a:gd name="T34" fmla="*/ 2 w 2105"/>
                <a:gd name="T35" fmla="*/ 23 h 374"/>
                <a:gd name="T36" fmla="*/ 5 w 2105"/>
                <a:gd name="T37" fmla="*/ 17 h 374"/>
                <a:gd name="T38" fmla="*/ 8 w 2105"/>
                <a:gd name="T39" fmla="*/ 11 h 374"/>
                <a:gd name="T40" fmla="*/ 13 w 2105"/>
                <a:gd name="T41" fmla="*/ 7 h 374"/>
                <a:gd name="T42" fmla="*/ 18 w 2105"/>
                <a:gd name="T43" fmla="*/ 4 h 374"/>
                <a:gd name="T44" fmla="*/ 23 w 2105"/>
                <a:gd name="T45" fmla="*/ 1 h 374"/>
                <a:gd name="T46" fmla="*/ 29 w 2105"/>
                <a:gd name="T47" fmla="*/ 0 h 374"/>
                <a:gd name="T48" fmla="*/ 2105 w 2105"/>
                <a:gd name="T49" fmla="*/ 0 h 374"/>
                <a:gd name="T50" fmla="*/ 2105 w 2105"/>
                <a:gd name="T51" fmla="*/ 57 h 374"/>
                <a:gd name="T52" fmla="*/ 56 w 2105"/>
                <a:gd name="T53" fmla="*/ 57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05" h="374">
                  <a:moveTo>
                    <a:pt x="56" y="57"/>
                  </a:moveTo>
                  <a:lnTo>
                    <a:pt x="56" y="317"/>
                  </a:lnTo>
                  <a:lnTo>
                    <a:pt x="2105" y="317"/>
                  </a:lnTo>
                  <a:lnTo>
                    <a:pt x="2105" y="374"/>
                  </a:lnTo>
                  <a:lnTo>
                    <a:pt x="29" y="374"/>
                  </a:lnTo>
                  <a:lnTo>
                    <a:pt x="29" y="374"/>
                  </a:lnTo>
                  <a:lnTo>
                    <a:pt x="23" y="372"/>
                  </a:lnTo>
                  <a:lnTo>
                    <a:pt x="18" y="371"/>
                  </a:lnTo>
                  <a:lnTo>
                    <a:pt x="13" y="368"/>
                  </a:lnTo>
                  <a:lnTo>
                    <a:pt x="8" y="363"/>
                  </a:lnTo>
                  <a:lnTo>
                    <a:pt x="5" y="358"/>
                  </a:lnTo>
                  <a:lnTo>
                    <a:pt x="2" y="351"/>
                  </a:lnTo>
                  <a:lnTo>
                    <a:pt x="1" y="345"/>
                  </a:lnTo>
                  <a:lnTo>
                    <a:pt x="0" y="3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1" y="30"/>
                  </a:lnTo>
                  <a:lnTo>
                    <a:pt x="2" y="23"/>
                  </a:lnTo>
                  <a:lnTo>
                    <a:pt x="5" y="17"/>
                  </a:lnTo>
                  <a:lnTo>
                    <a:pt x="8" y="11"/>
                  </a:lnTo>
                  <a:lnTo>
                    <a:pt x="13" y="7"/>
                  </a:lnTo>
                  <a:lnTo>
                    <a:pt x="18" y="4"/>
                  </a:lnTo>
                  <a:lnTo>
                    <a:pt x="23" y="1"/>
                  </a:lnTo>
                  <a:lnTo>
                    <a:pt x="29" y="0"/>
                  </a:lnTo>
                  <a:lnTo>
                    <a:pt x="2105" y="0"/>
                  </a:lnTo>
                  <a:lnTo>
                    <a:pt x="2105" y="57"/>
                  </a:lnTo>
                  <a:lnTo>
                    <a:pt x="56" y="5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Rectangle 597">
              <a:extLst>
                <a:ext uri="{FF2B5EF4-FFF2-40B4-BE49-F238E27FC236}">
                  <a16:creationId xmlns:a16="http://schemas.microsoft.com/office/drawing/2014/main" id="{97CA3BA5-88C2-BC44-8C79-9901D75F65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592" y="4215821"/>
              <a:ext cx="1694341" cy="218951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Rectangle 589">
              <a:extLst>
                <a:ext uri="{FF2B5EF4-FFF2-40B4-BE49-F238E27FC236}">
                  <a16:creationId xmlns:a16="http://schemas.microsoft.com/office/drawing/2014/main" id="{C0B25487-EDA9-E741-8241-C6B5B905E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065" y="5328681"/>
              <a:ext cx="2325929" cy="50325"/>
            </a:xfrm>
            <a:prstGeom prst="roundRect">
              <a:avLst>
                <a:gd name="adj" fmla="val 50000"/>
              </a:avLst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Rectangle 589">
              <a:extLst>
                <a:ext uri="{FF2B5EF4-FFF2-40B4-BE49-F238E27FC236}">
                  <a16:creationId xmlns:a16="http://schemas.microsoft.com/office/drawing/2014/main" id="{D380D7F5-C710-BC41-BA55-93EAEE393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065" y="5570220"/>
              <a:ext cx="2325929" cy="50325"/>
            </a:xfrm>
            <a:prstGeom prst="roundRect">
              <a:avLst>
                <a:gd name="adj" fmla="val 50000"/>
              </a:avLst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Round Same Side Corner Rectangle 68">
              <a:extLst>
                <a:ext uri="{FF2B5EF4-FFF2-40B4-BE49-F238E27FC236}">
                  <a16:creationId xmlns:a16="http://schemas.microsoft.com/office/drawing/2014/main" id="{2268F03F-6E5D-4848-A048-24AE54DB2EA7}"/>
                </a:ext>
              </a:extLst>
            </p:cNvPr>
            <p:cNvSpPr/>
            <p:nvPr/>
          </p:nvSpPr>
          <p:spPr>
            <a:xfrm rot="16200000">
              <a:off x="3601437" y="5437734"/>
              <a:ext cx="290105" cy="71999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36E7CE0C-B590-8046-8FD3-4697CF8F878D}"/>
              </a:ext>
            </a:extLst>
          </p:cNvPr>
          <p:cNvGrpSpPr/>
          <p:nvPr/>
        </p:nvGrpSpPr>
        <p:grpSpPr>
          <a:xfrm>
            <a:off x="652627" y="4266917"/>
            <a:ext cx="1102809" cy="2615146"/>
            <a:chOff x="4892676" y="2293938"/>
            <a:chExt cx="598488" cy="1419225"/>
          </a:xfrm>
        </p:grpSpPr>
        <p:sp>
          <p:nvSpPr>
            <p:cNvPr id="26" name="Freeform 434">
              <a:extLst>
                <a:ext uri="{FF2B5EF4-FFF2-40B4-BE49-F238E27FC236}">
                  <a16:creationId xmlns:a16="http://schemas.microsoft.com/office/drawing/2014/main" id="{B780F224-56B6-ED4D-BF35-E7D32060D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8901" y="2351088"/>
              <a:ext cx="161925" cy="92075"/>
            </a:xfrm>
            <a:custGeom>
              <a:avLst/>
              <a:gdLst>
                <a:gd name="T0" fmla="*/ 171 w 205"/>
                <a:gd name="T1" fmla="*/ 116 h 116"/>
                <a:gd name="T2" fmla="*/ 171 w 205"/>
                <a:gd name="T3" fmla="*/ 116 h 116"/>
                <a:gd name="T4" fmla="*/ 177 w 205"/>
                <a:gd name="T5" fmla="*/ 116 h 116"/>
                <a:gd name="T6" fmla="*/ 184 w 205"/>
                <a:gd name="T7" fmla="*/ 113 h 116"/>
                <a:gd name="T8" fmla="*/ 190 w 205"/>
                <a:gd name="T9" fmla="*/ 110 h 116"/>
                <a:gd name="T10" fmla="*/ 195 w 205"/>
                <a:gd name="T11" fmla="*/ 105 h 116"/>
                <a:gd name="T12" fmla="*/ 198 w 205"/>
                <a:gd name="T13" fmla="*/ 100 h 116"/>
                <a:gd name="T14" fmla="*/ 202 w 205"/>
                <a:gd name="T15" fmla="*/ 94 h 116"/>
                <a:gd name="T16" fmla="*/ 205 w 205"/>
                <a:gd name="T17" fmla="*/ 87 h 116"/>
                <a:gd name="T18" fmla="*/ 205 w 205"/>
                <a:gd name="T19" fmla="*/ 79 h 116"/>
                <a:gd name="T20" fmla="*/ 205 w 205"/>
                <a:gd name="T21" fmla="*/ 79 h 116"/>
                <a:gd name="T22" fmla="*/ 205 w 205"/>
                <a:gd name="T23" fmla="*/ 72 h 116"/>
                <a:gd name="T24" fmla="*/ 202 w 205"/>
                <a:gd name="T25" fmla="*/ 65 h 116"/>
                <a:gd name="T26" fmla="*/ 198 w 205"/>
                <a:gd name="T27" fmla="*/ 59 h 116"/>
                <a:gd name="T28" fmla="*/ 194 w 205"/>
                <a:gd name="T29" fmla="*/ 54 h 116"/>
                <a:gd name="T30" fmla="*/ 189 w 205"/>
                <a:gd name="T31" fmla="*/ 49 h 116"/>
                <a:gd name="T32" fmla="*/ 183 w 205"/>
                <a:gd name="T33" fmla="*/ 46 h 116"/>
                <a:gd name="T34" fmla="*/ 176 w 205"/>
                <a:gd name="T35" fmla="*/ 44 h 116"/>
                <a:gd name="T36" fmla="*/ 168 w 205"/>
                <a:gd name="T37" fmla="*/ 43 h 116"/>
                <a:gd name="T38" fmla="*/ 168 w 205"/>
                <a:gd name="T39" fmla="*/ 43 h 116"/>
                <a:gd name="T40" fmla="*/ 163 w 205"/>
                <a:gd name="T41" fmla="*/ 43 h 116"/>
                <a:gd name="T42" fmla="*/ 157 w 205"/>
                <a:gd name="T43" fmla="*/ 44 h 116"/>
                <a:gd name="T44" fmla="*/ 157 w 205"/>
                <a:gd name="T45" fmla="*/ 44 h 116"/>
                <a:gd name="T46" fmla="*/ 155 w 205"/>
                <a:gd name="T47" fmla="*/ 36 h 116"/>
                <a:gd name="T48" fmla="*/ 150 w 205"/>
                <a:gd name="T49" fmla="*/ 27 h 116"/>
                <a:gd name="T50" fmla="*/ 144 w 205"/>
                <a:gd name="T51" fmla="*/ 19 h 116"/>
                <a:gd name="T52" fmla="*/ 137 w 205"/>
                <a:gd name="T53" fmla="*/ 13 h 116"/>
                <a:gd name="T54" fmla="*/ 130 w 205"/>
                <a:gd name="T55" fmla="*/ 7 h 116"/>
                <a:gd name="T56" fmla="*/ 121 w 205"/>
                <a:gd name="T57" fmla="*/ 3 h 116"/>
                <a:gd name="T58" fmla="*/ 111 w 205"/>
                <a:gd name="T59" fmla="*/ 1 h 116"/>
                <a:gd name="T60" fmla="*/ 101 w 205"/>
                <a:gd name="T61" fmla="*/ 0 h 116"/>
                <a:gd name="T62" fmla="*/ 101 w 205"/>
                <a:gd name="T63" fmla="*/ 0 h 116"/>
                <a:gd name="T64" fmla="*/ 91 w 205"/>
                <a:gd name="T65" fmla="*/ 1 h 116"/>
                <a:gd name="T66" fmla="*/ 81 w 205"/>
                <a:gd name="T67" fmla="*/ 3 h 116"/>
                <a:gd name="T68" fmla="*/ 73 w 205"/>
                <a:gd name="T69" fmla="*/ 7 h 116"/>
                <a:gd name="T70" fmla="*/ 64 w 205"/>
                <a:gd name="T71" fmla="*/ 13 h 116"/>
                <a:gd name="T72" fmla="*/ 58 w 205"/>
                <a:gd name="T73" fmla="*/ 19 h 116"/>
                <a:gd name="T74" fmla="*/ 52 w 205"/>
                <a:gd name="T75" fmla="*/ 26 h 116"/>
                <a:gd name="T76" fmla="*/ 47 w 205"/>
                <a:gd name="T77" fmla="*/ 35 h 116"/>
                <a:gd name="T78" fmla="*/ 45 w 205"/>
                <a:gd name="T79" fmla="*/ 44 h 116"/>
                <a:gd name="T80" fmla="*/ 45 w 205"/>
                <a:gd name="T81" fmla="*/ 44 h 116"/>
                <a:gd name="T82" fmla="*/ 36 w 205"/>
                <a:gd name="T83" fmla="*/ 43 h 116"/>
                <a:gd name="T84" fmla="*/ 36 w 205"/>
                <a:gd name="T85" fmla="*/ 43 h 116"/>
                <a:gd name="T86" fmla="*/ 29 w 205"/>
                <a:gd name="T87" fmla="*/ 44 h 116"/>
                <a:gd name="T88" fmla="*/ 22 w 205"/>
                <a:gd name="T89" fmla="*/ 46 h 116"/>
                <a:gd name="T90" fmla="*/ 16 w 205"/>
                <a:gd name="T91" fmla="*/ 49 h 116"/>
                <a:gd name="T92" fmla="*/ 10 w 205"/>
                <a:gd name="T93" fmla="*/ 54 h 116"/>
                <a:gd name="T94" fmla="*/ 6 w 205"/>
                <a:gd name="T95" fmla="*/ 59 h 116"/>
                <a:gd name="T96" fmla="*/ 3 w 205"/>
                <a:gd name="T97" fmla="*/ 65 h 116"/>
                <a:gd name="T98" fmla="*/ 0 w 205"/>
                <a:gd name="T99" fmla="*/ 72 h 116"/>
                <a:gd name="T100" fmla="*/ 0 w 205"/>
                <a:gd name="T101" fmla="*/ 79 h 116"/>
                <a:gd name="T102" fmla="*/ 0 w 205"/>
                <a:gd name="T103" fmla="*/ 79 h 116"/>
                <a:gd name="T104" fmla="*/ 0 w 205"/>
                <a:gd name="T105" fmla="*/ 87 h 116"/>
                <a:gd name="T106" fmla="*/ 3 w 205"/>
                <a:gd name="T107" fmla="*/ 93 h 116"/>
                <a:gd name="T108" fmla="*/ 5 w 205"/>
                <a:gd name="T109" fmla="*/ 99 h 116"/>
                <a:gd name="T110" fmla="*/ 10 w 205"/>
                <a:gd name="T111" fmla="*/ 105 h 116"/>
                <a:gd name="T112" fmla="*/ 15 w 205"/>
                <a:gd name="T113" fmla="*/ 110 h 116"/>
                <a:gd name="T114" fmla="*/ 21 w 205"/>
                <a:gd name="T115" fmla="*/ 112 h 116"/>
                <a:gd name="T116" fmla="*/ 27 w 205"/>
                <a:gd name="T117" fmla="*/ 115 h 116"/>
                <a:gd name="T118" fmla="*/ 33 w 205"/>
                <a:gd name="T119" fmla="*/ 116 h 116"/>
                <a:gd name="T120" fmla="*/ 171 w 205"/>
                <a:gd name="T121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5" h="116">
                  <a:moveTo>
                    <a:pt x="171" y="116"/>
                  </a:moveTo>
                  <a:lnTo>
                    <a:pt x="171" y="116"/>
                  </a:lnTo>
                  <a:lnTo>
                    <a:pt x="177" y="116"/>
                  </a:lnTo>
                  <a:lnTo>
                    <a:pt x="184" y="113"/>
                  </a:lnTo>
                  <a:lnTo>
                    <a:pt x="190" y="110"/>
                  </a:lnTo>
                  <a:lnTo>
                    <a:pt x="195" y="105"/>
                  </a:lnTo>
                  <a:lnTo>
                    <a:pt x="198" y="100"/>
                  </a:lnTo>
                  <a:lnTo>
                    <a:pt x="202" y="94"/>
                  </a:lnTo>
                  <a:lnTo>
                    <a:pt x="205" y="87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205" y="72"/>
                  </a:lnTo>
                  <a:lnTo>
                    <a:pt x="202" y="65"/>
                  </a:lnTo>
                  <a:lnTo>
                    <a:pt x="198" y="59"/>
                  </a:lnTo>
                  <a:lnTo>
                    <a:pt x="194" y="54"/>
                  </a:lnTo>
                  <a:lnTo>
                    <a:pt x="189" y="49"/>
                  </a:lnTo>
                  <a:lnTo>
                    <a:pt x="183" y="46"/>
                  </a:lnTo>
                  <a:lnTo>
                    <a:pt x="176" y="44"/>
                  </a:lnTo>
                  <a:lnTo>
                    <a:pt x="168" y="43"/>
                  </a:lnTo>
                  <a:lnTo>
                    <a:pt x="168" y="43"/>
                  </a:lnTo>
                  <a:lnTo>
                    <a:pt x="163" y="43"/>
                  </a:lnTo>
                  <a:lnTo>
                    <a:pt x="157" y="44"/>
                  </a:lnTo>
                  <a:lnTo>
                    <a:pt x="157" y="44"/>
                  </a:lnTo>
                  <a:lnTo>
                    <a:pt x="155" y="36"/>
                  </a:lnTo>
                  <a:lnTo>
                    <a:pt x="150" y="27"/>
                  </a:lnTo>
                  <a:lnTo>
                    <a:pt x="144" y="19"/>
                  </a:lnTo>
                  <a:lnTo>
                    <a:pt x="137" y="13"/>
                  </a:lnTo>
                  <a:lnTo>
                    <a:pt x="130" y="7"/>
                  </a:lnTo>
                  <a:lnTo>
                    <a:pt x="121" y="3"/>
                  </a:lnTo>
                  <a:lnTo>
                    <a:pt x="111" y="1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91" y="1"/>
                  </a:lnTo>
                  <a:lnTo>
                    <a:pt x="81" y="3"/>
                  </a:lnTo>
                  <a:lnTo>
                    <a:pt x="73" y="7"/>
                  </a:lnTo>
                  <a:lnTo>
                    <a:pt x="64" y="13"/>
                  </a:lnTo>
                  <a:lnTo>
                    <a:pt x="58" y="19"/>
                  </a:lnTo>
                  <a:lnTo>
                    <a:pt x="52" y="26"/>
                  </a:lnTo>
                  <a:lnTo>
                    <a:pt x="47" y="35"/>
                  </a:lnTo>
                  <a:lnTo>
                    <a:pt x="45" y="44"/>
                  </a:lnTo>
                  <a:lnTo>
                    <a:pt x="45" y="44"/>
                  </a:lnTo>
                  <a:lnTo>
                    <a:pt x="36" y="43"/>
                  </a:lnTo>
                  <a:lnTo>
                    <a:pt x="36" y="43"/>
                  </a:lnTo>
                  <a:lnTo>
                    <a:pt x="29" y="44"/>
                  </a:lnTo>
                  <a:lnTo>
                    <a:pt x="22" y="46"/>
                  </a:lnTo>
                  <a:lnTo>
                    <a:pt x="16" y="49"/>
                  </a:lnTo>
                  <a:lnTo>
                    <a:pt x="10" y="54"/>
                  </a:lnTo>
                  <a:lnTo>
                    <a:pt x="6" y="59"/>
                  </a:lnTo>
                  <a:lnTo>
                    <a:pt x="3" y="65"/>
                  </a:lnTo>
                  <a:lnTo>
                    <a:pt x="0" y="72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7"/>
                  </a:lnTo>
                  <a:lnTo>
                    <a:pt x="3" y="93"/>
                  </a:lnTo>
                  <a:lnTo>
                    <a:pt x="5" y="99"/>
                  </a:lnTo>
                  <a:lnTo>
                    <a:pt x="10" y="105"/>
                  </a:lnTo>
                  <a:lnTo>
                    <a:pt x="15" y="110"/>
                  </a:lnTo>
                  <a:lnTo>
                    <a:pt x="21" y="112"/>
                  </a:lnTo>
                  <a:lnTo>
                    <a:pt x="27" y="115"/>
                  </a:lnTo>
                  <a:lnTo>
                    <a:pt x="33" y="116"/>
                  </a:lnTo>
                  <a:lnTo>
                    <a:pt x="171" y="1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435">
              <a:extLst>
                <a:ext uri="{FF2B5EF4-FFF2-40B4-BE49-F238E27FC236}">
                  <a16:creationId xmlns:a16="http://schemas.microsoft.com/office/drawing/2014/main" id="{0E27C20F-716B-F94B-AEC0-805810F8E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8901" y="2351088"/>
              <a:ext cx="161925" cy="92075"/>
            </a:xfrm>
            <a:custGeom>
              <a:avLst/>
              <a:gdLst>
                <a:gd name="T0" fmla="*/ 171 w 205"/>
                <a:gd name="T1" fmla="*/ 116 h 116"/>
                <a:gd name="T2" fmla="*/ 171 w 205"/>
                <a:gd name="T3" fmla="*/ 116 h 116"/>
                <a:gd name="T4" fmla="*/ 177 w 205"/>
                <a:gd name="T5" fmla="*/ 116 h 116"/>
                <a:gd name="T6" fmla="*/ 184 w 205"/>
                <a:gd name="T7" fmla="*/ 113 h 116"/>
                <a:gd name="T8" fmla="*/ 190 w 205"/>
                <a:gd name="T9" fmla="*/ 110 h 116"/>
                <a:gd name="T10" fmla="*/ 195 w 205"/>
                <a:gd name="T11" fmla="*/ 105 h 116"/>
                <a:gd name="T12" fmla="*/ 198 w 205"/>
                <a:gd name="T13" fmla="*/ 100 h 116"/>
                <a:gd name="T14" fmla="*/ 202 w 205"/>
                <a:gd name="T15" fmla="*/ 94 h 116"/>
                <a:gd name="T16" fmla="*/ 205 w 205"/>
                <a:gd name="T17" fmla="*/ 87 h 116"/>
                <a:gd name="T18" fmla="*/ 205 w 205"/>
                <a:gd name="T19" fmla="*/ 79 h 116"/>
                <a:gd name="T20" fmla="*/ 205 w 205"/>
                <a:gd name="T21" fmla="*/ 79 h 116"/>
                <a:gd name="T22" fmla="*/ 205 w 205"/>
                <a:gd name="T23" fmla="*/ 72 h 116"/>
                <a:gd name="T24" fmla="*/ 202 w 205"/>
                <a:gd name="T25" fmla="*/ 65 h 116"/>
                <a:gd name="T26" fmla="*/ 198 w 205"/>
                <a:gd name="T27" fmla="*/ 59 h 116"/>
                <a:gd name="T28" fmla="*/ 194 w 205"/>
                <a:gd name="T29" fmla="*/ 54 h 116"/>
                <a:gd name="T30" fmla="*/ 189 w 205"/>
                <a:gd name="T31" fmla="*/ 49 h 116"/>
                <a:gd name="T32" fmla="*/ 183 w 205"/>
                <a:gd name="T33" fmla="*/ 46 h 116"/>
                <a:gd name="T34" fmla="*/ 176 w 205"/>
                <a:gd name="T35" fmla="*/ 44 h 116"/>
                <a:gd name="T36" fmla="*/ 168 w 205"/>
                <a:gd name="T37" fmla="*/ 43 h 116"/>
                <a:gd name="T38" fmla="*/ 168 w 205"/>
                <a:gd name="T39" fmla="*/ 43 h 116"/>
                <a:gd name="T40" fmla="*/ 163 w 205"/>
                <a:gd name="T41" fmla="*/ 43 h 116"/>
                <a:gd name="T42" fmla="*/ 157 w 205"/>
                <a:gd name="T43" fmla="*/ 44 h 116"/>
                <a:gd name="T44" fmla="*/ 157 w 205"/>
                <a:gd name="T45" fmla="*/ 44 h 116"/>
                <a:gd name="T46" fmla="*/ 155 w 205"/>
                <a:gd name="T47" fmla="*/ 36 h 116"/>
                <a:gd name="T48" fmla="*/ 150 w 205"/>
                <a:gd name="T49" fmla="*/ 27 h 116"/>
                <a:gd name="T50" fmla="*/ 144 w 205"/>
                <a:gd name="T51" fmla="*/ 19 h 116"/>
                <a:gd name="T52" fmla="*/ 137 w 205"/>
                <a:gd name="T53" fmla="*/ 13 h 116"/>
                <a:gd name="T54" fmla="*/ 130 w 205"/>
                <a:gd name="T55" fmla="*/ 7 h 116"/>
                <a:gd name="T56" fmla="*/ 121 w 205"/>
                <a:gd name="T57" fmla="*/ 3 h 116"/>
                <a:gd name="T58" fmla="*/ 111 w 205"/>
                <a:gd name="T59" fmla="*/ 1 h 116"/>
                <a:gd name="T60" fmla="*/ 101 w 205"/>
                <a:gd name="T61" fmla="*/ 0 h 116"/>
                <a:gd name="T62" fmla="*/ 101 w 205"/>
                <a:gd name="T63" fmla="*/ 0 h 116"/>
                <a:gd name="T64" fmla="*/ 91 w 205"/>
                <a:gd name="T65" fmla="*/ 1 h 116"/>
                <a:gd name="T66" fmla="*/ 81 w 205"/>
                <a:gd name="T67" fmla="*/ 3 h 116"/>
                <a:gd name="T68" fmla="*/ 73 w 205"/>
                <a:gd name="T69" fmla="*/ 7 h 116"/>
                <a:gd name="T70" fmla="*/ 64 w 205"/>
                <a:gd name="T71" fmla="*/ 13 h 116"/>
                <a:gd name="T72" fmla="*/ 58 w 205"/>
                <a:gd name="T73" fmla="*/ 19 h 116"/>
                <a:gd name="T74" fmla="*/ 52 w 205"/>
                <a:gd name="T75" fmla="*/ 26 h 116"/>
                <a:gd name="T76" fmla="*/ 47 w 205"/>
                <a:gd name="T77" fmla="*/ 35 h 116"/>
                <a:gd name="T78" fmla="*/ 45 w 205"/>
                <a:gd name="T79" fmla="*/ 44 h 116"/>
                <a:gd name="T80" fmla="*/ 45 w 205"/>
                <a:gd name="T81" fmla="*/ 44 h 116"/>
                <a:gd name="T82" fmla="*/ 36 w 205"/>
                <a:gd name="T83" fmla="*/ 43 h 116"/>
                <a:gd name="T84" fmla="*/ 36 w 205"/>
                <a:gd name="T85" fmla="*/ 43 h 116"/>
                <a:gd name="T86" fmla="*/ 29 w 205"/>
                <a:gd name="T87" fmla="*/ 44 h 116"/>
                <a:gd name="T88" fmla="*/ 22 w 205"/>
                <a:gd name="T89" fmla="*/ 46 h 116"/>
                <a:gd name="T90" fmla="*/ 16 w 205"/>
                <a:gd name="T91" fmla="*/ 49 h 116"/>
                <a:gd name="T92" fmla="*/ 10 w 205"/>
                <a:gd name="T93" fmla="*/ 54 h 116"/>
                <a:gd name="T94" fmla="*/ 6 w 205"/>
                <a:gd name="T95" fmla="*/ 59 h 116"/>
                <a:gd name="T96" fmla="*/ 3 w 205"/>
                <a:gd name="T97" fmla="*/ 65 h 116"/>
                <a:gd name="T98" fmla="*/ 0 w 205"/>
                <a:gd name="T99" fmla="*/ 72 h 116"/>
                <a:gd name="T100" fmla="*/ 0 w 205"/>
                <a:gd name="T101" fmla="*/ 79 h 116"/>
                <a:gd name="T102" fmla="*/ 0 w 205"/>
                <a:gd name="T103" fmla="*/ 79 h 116"/>
                <a:gd name="T104" fmla="*/ 0 w 205"/>
                <a:gd name="T105" fmla="*/ 87 h 116"/>
                <a:gd name="T106" fmla="*/ 3 w 205"/>
                <a:gd name="T107" fmla="*/ 93 h 116"/>
                <a:gd name="T108" fmla="*/ 5 w 205"/>
                <a:gd name="T109" fmla="*/ 99 h 116"/>
                <a:gd name="T110" fmla="*/ 10 w 205"/>
                <a:gd name="T111" fmla="*/ 105 h 116"/>
                <a:gd name="T112" fmla="*/ 15 w 205"/>
                <a:gd name="T113" fmla="*/ 110 h 116"/>
                <a:gd name="T114" fmla="*/ 21 w 205"/>
                <a:gd name="T115" fmla="*/ 112 h 116"/>
                <a:gd name="T116" fmla="*/ 27 w 205"/>
                <a:gd name="T117" fmla="*/ 115 h 116"/>
                <a:gd name="T118" fmla="*/ 33 w 205"/>
                <a:gd name="T119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5" h="116">
                  <a:moveTo>
                    <a:pt x="171" y="116"/>
                  </a:moveTo>
                  <a:lnTo>
                    <a:pt x="171" y="116"/>
                  </a:lnTo>
                  <a:lnTo>
                    <a:pt x="177" y="116"/>
                  </a:lnTo>
                  <a:lnTo>
                    <a:pt x="184" y="113"/>
                  </a:lnTo>
                  <a:lnTo>
                    <a:pt x="190" y="110"/>
                  </a:lnTo>
                  <a:lnTo>
                    <a:pt x="195" y="105"/>
                  </a:lnTo>
                  <a:lnTo>
                    <a:pt x="198" y="100"/>
                  </a:lnTo>
                  <a:lnTo>
                    <a:pt x="202" y="94"/>
                  </a:lnTo>
                  <a:lnTo>
                    <a:pt x="205" y="87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205" y="72"/>
                  </a:lnTo>
                  <a:lnTo>
                    <a:pt x="202" y="65"/>
                  </a:lnTo>
                  <a:lnTo>
                    <a:pt x="198" y="59"/>
                  </a:lnTo>
                  <a:lnTo>
                    <a:pt x="194" y="54"/>
                  </a:lnTo>
                  <a:lnTo>
                    <a:pt x="189" y="49"/>
                  </a:lnTo>
                  <a:lnTo>
                    <a:pt x="183" y="46"/>
                  </a:lnTo>
                  <a:lnTo>
                    <a:pt x="176" y="44"/>
                  </a:lnTo>
                  <a:lnTo>
                    <a:pt x="168" y="43"/>
                  </a:lnTo>
                  <a:lnTo>
                    <a:pt x="168" y="43"/>
                  </a:lnTo>
                  <a:lnTo>
                    <a:pt x="163" y="43"/>
                  </a:lnTo>
                  <a:lnTo>
                    <a:pt x="157" y="44"/>
                  </a:lnTo>
                  <a:lnTo>
                    <a:pt x="157" y="44"/>
                  </a:lnTo>
                  <a:lnTo>
                    <a:pt x="155" y="36"/>
                  </a:lnTo>
                  <a:lnTo>
                    <a:pt x="150" y="27"/>
                  </a:lnTo>
                  <a:lnTo>
                    <a:pt x="144" y="19"/>
                  </a:lnTo>
                  <a:lnTo>
                    <a:pt x="137" y="13"/>
                  </a:lnTo>
                  <a:lnTo>
                    <a:pt x="130" y="7"/>
                  </a:lnTo>
                  <a:lnTo>
                    <a:pt x="121" y="3"/>
                  </a:lnTo>
                  <a:lnTo>
                    <a:pt x="111" y="1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91" y="1"/>
                  </a:lnTo>
                  <a:lnTo>
                    <a:pt x="81" y="3"/>
                  </a:lnTo>
                  <a:lnTo>
                    <a:pt x="73" y="7"/>
                  </a:lnTo>
                  <a:lnTo>
                    <a:pt x="64" y="13"/>
                  </a:lnTo>
                  <a:lnTo>
                    <a:pt x="58" y="19"/>
                  </a:lnTo>
                  <a:lnTo>
                    <a:pt x="52" y="26"/>
                  </a:lnTo>
                  <a:lnTo>
                    <a:pt x="47" y="35"/>
                  </a:lnTo>
                  <a:lnTo>
                    <a:pt x="45" y="44"/>
                  </a:lnTo>
                  <a:lnTo>
                    <a:pt x="45" y="44"/>
                  </a:lnTo>
                  <a:lnTo>
                    <a:pt x="36" y="43"/>
                  </a:lnTo>
                  <a:lnTo>
                    <a:pt x="36" y="43"/>
                  </a:lnTo>
                  <a:lnTo>
                    <a:pt x="29" y="44"/>
                  </a:lnTo>
                  <a:lnTo>
                    <a:pt x="22" y="46"/>
                  </a:lnTo>
                  <a:lnTo>
                    <a:pt x="16" y="49"/>
                  </a:lnTo>
                  <a:lnTo>
                    <a:pt x="10" y="54"/>
                  </a:lnTo>
                  <a:lnTo>
                    <a:pt x="6" y="59"/>
                  </a:lnTo>
                  <a:lnTo>
                    <a:pt x="3" y="65"/>
                  </a:lnTo>
                  <a:lnTo>
                    <a:pt x="0" y="72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7"/>
                  </a:lnTo>
                  <a:lnTo>
                    <a:pt x="3" y="93"/>
                  </a:lnTo>
                  <a:lnTo>
                    <a:pt x="5" y="99"/>
                  </a:lnTo>
                  <a:lnTo>
                    <a:pt x="10" y="105"/>
                  </a:lnTo>
                  <a:lnTo>
                    <a:pt x="15" y="110"/>
                  </a:lnTo>
                  <a:lnTo>
                    <a:pt x="21" y="112"/>
                  </a:lnTo>
                  <a:lnTo>
                    <a:pt x="27" y="115"/>
                  </a:lnTo>
                  <a:lnTo>
                    <a:pt x="33" y="11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437">
              <a:extLst>
                <a:ext uri="{FF2B5EF4-FFF2-40B4-BE49-F238E27FC236}">
                  <a16:creationId xmlns:a16="http://schemas.microsoft.com/office/drawing/2014/main" id="{8C7EA907-E086-994C-9488-70E9A610F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263" y="2293938"/>
              <a:ext cx="304800" cy="1384300"/>
            </a:xfrm>
            <a:custGeom>
              <a:avLst/>
              <a:gdLst>
                <a:gd name="T0" fmla="*/ 232 w 385"/>
                <a:gd name="T1" fmla="*/ 1744 h 1744"/>
                <a:gd name="T2" fmla="*/ 0 w 385"/>
                <a:gd name="T3" fmla="*/ 1723 h 1744"/>
                <a:gd name="T4" fmla="*/ 153 w 385"/>
                <a:gd name="T5" fmla="*/ 0 h 1744"/>
                <a:gd name="T6" fmla="*/ 385 w 385"/>
                <a:gd name="T7" fmla="*/ 21 h 1744"/>
                <a:gd name="T8" fmla="*/ 232 w 385"/>
                <a:gd name="T9" fmla="*/ 1744 h 1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5" h="1744">
                  <a:moveTo>
                    <a:pt x="232" y="1744"/>
                  </a:moveTo>
                  <a:lnTo>
                    <a:pt x="0" y="1723"/>
                  </a:lnTo>
                  <a:lnTo>
                    <a:pt x="153" y="0"/>
                  </a:lnTo>
                  <a:lnTo>
                    <a:pt x="385" y="21"/>
                  </a:lnTo>
                  <a:lnTo>
                    <a:pt x="232" y="1744"/>
                  </a:lnTo>
                  <a:close/>
                </a:path>
              </a:pathLst>
            </a:custGeom>
            <a:solidFill>
              <a:srgbClr val="F276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438">
              <a:extLst>
                <a:ext uri="{FF2B5EF4-FFF2-40B4-BE49-F238E27FC236}">
                  <a16:creationId xmlns:a16="http://schemas.microsoft.com/office/drawing/2014/main" id="{5665FB28-5001-E944-9634-75CD6499D9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19701" y="2347913"/>
              <a:ext cx="82550" cy="6350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439">
              <a:extLst>
                <a:ext uri="{FF2B5EF4-FFF2-40B4-BE49-F238E27FC236}">
                  <a16:creationId xmlns:a16="http://schemas.microsoft.com/office/drawing/2014/main" id="{D1394B7B-327B-7D4D-B1CB-594B5D0868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53038" y="2387600"/>
              <a:ext cx="44450" cy="4763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440">
              <a:extLst>
                <a:ext uri="{FF2B5EF4-FFF2-40B4-BE49-F238E27FC236}">
                  <a16:creationId xmlns:a16="http://schemas.microsoft.com/office/drawing/2014/main" id="{67B242B9-CF93-164E-9486-D2A93936E6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49863" y="2425700"/>
              <a:ext cx="44450" cy="3175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441">
              <a:extLst>
                <a:ext uri="{FF2B5EF4-FFF2-40B4-BE49-F238E27FC236}">
                  <a16:creationId xmlns:a16="http://schemas.microsoft.com/office/drawing/2014/main" id="{A84167B3-9822-BB4A-ADE7-B97352F374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46688" y="2462213"/>
              <a:ext cx="44450" cy="4763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442">
              <a:extLst>
                <a:ext uri="{FF2B5EF4-FFF2-40B4-BE49-F238E27FC236}">
                  <a16:creationId xmlns:a16="http://schemas.microsoft.com/office/drawing/2014/main" id="{1D114CCB-123F-394A-944B-52E75847A6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43513" y="2498725"/>
              <a:ext cx="44450" cy="4763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443">
              <a:extLst>
                <a:ext uri="{FF2B5EF4-FFF2-40B4-BE49-F238E27FC236}">
                  <a16:creationId xmlns:a16="http://schemas.microsoft.com/office/drawing/2014/main" id="{CA51EEC0-21F5-E946-AE2C-EBCF4E7C62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02238" y="2535238"/>
              <a:ext cx="82550" cy="6350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444">
              <a:extLst>
                <a:ext uri="{FF2B5EF4-FFF2-40B4-BE49-F238E27FC236}">
                  <a16:creationId xmlns:a16="http://schemas.microsoft.com/office/drawing/2014/main" id="{4C971E0E-8099-8048-ABD9-BEE4F4F62F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37163" y="2574925"/>
              <a:ext cx="44450" cy="4763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445">
              <a:extLst>
                <a:ext uri="{FF2B5EF4-FFF2-40B4-BE49-F238E27FC236}">
                  <a16:creationId xmlns:a16="http://schemas.microsoft.com/office/drawing/2014/main" id="{2B7D8C5B-5E19-D74F-9DAC-090616A082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33988" y="2613025"/>
              <a:ext cx="44450" cy="3175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Line 446">
              <a:extLst>
                <a:ext uri="{FF2B5EF4-FFF2-40B4-BE49-F238E27FC236}">
                  <a16:creationId xmlns:a16="http://schemas.microsoft.com/office/drawing/2014/main" id="{5C65CB65-87C5-4148-A5FE-B7583EE3A3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30813" y="2649538"/>
              <a:ext cx="44450" cy="4763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Line 447">
              <a:extLst>
                <a:ext uri="{FF2B5EF4-FFF2-40B4-BE49-F238E27FC236}">
                  <a16:creationId xmlns:a16="http://schemas.microsoft.com/office/drawing/2014/main" id="{79233407-028E-4541-A6A0-6EC70F35D7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26051" y="2686050"/>
              <a:ext cx="46038" cy="4763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Line 448">
              <a:extLst>
                <a:ext uri="{FF2B5EF4-FFF2-40B4-BE49-F238E27FC236}">
                  <a16:creationId xmlns:a16="http://schemas.microsoft.com/office/drawing/2014/main" id="{B5142483-D611-474C-A370-3C2844079D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86363" y="2722563"/>
              <a:ext cx="80963" cy="6350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Line 449">
              <a:extLst>
                <a:ext uri="{FF2B5EF4-FFF2-40B4-BE49-F238E27FC236}">
                  <a16:creationId xmlns:a16="http://schemas.microsoft.com/office/drawing/2014/main" id="{74A0602A-7944-254B-927C-A4F2A6512D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19701" y="2762250"/>
              <a:ext cx="46038" cy="4763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Line 450">
              <a:extLst>
                <a:ext uri="{FF2B5EF4-FFF2-40B4-BE49-F238E27FC236}">
                  <a16:creationId xmlns:a16="http://schemas.microsoft.com/office/drawing/2014/main" id="{72F14859-D87F-EA4C-843A-2C18B5B077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16526" y="2800350"/>
              <a:ext cx="44450" cy="3175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Line 451">
              <a:extLst>
                <a:ext uri="{FF2B5EF4-FFF2-40B4-BE49-F238E27FC236}">
                  <a16:creationId xmlns:a16="http://schemas.microsoft.com/office/drawing/2014/main" id="{8F6A4259-79F9-E843-B010-793F86E4CA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14938" y="2836863"/>
              <a:ext cx="42863" cy="4763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Line 452">
              <a:extLst>
                <a:ext uri="{FF2B5EF4-FFF2-40B4-BE49-F238E27FC236}">
                  <a16:creationId xmlns:a16="http://schemas.microsoft.com/office/drawing/2014/main" id="{9314A510-58A9-1E4D-B34D-1DA0868509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10176" y="2873375"/>
              <a:ext cx="44450" cy="4763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Line 453">
              <a:extLst>
                <a:ext uri="{FF2B5EF4-FFF2-40B4-BE49-F238E27FC236}">
                  <a16:creationId xmlns:a16="http://schemas.microsoft.com/office/drawing/2014/main" id="{19A3D7F3-8C51-D44C-AFA3-B33313AC17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70488" y="2909888"/>
              <a:ext cx="80963" cy="6350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Line 454">
              <a:extLst>
                <a:ext uri="{FF2B5EF4-FFF2-40B4-BE49-F238E27FC236}">
                  <a16:creationId xmlns:a16="http://schemas.microsoft.com/office/drawing/2014/main" id="{2BB18774-330D-9946-A194-42FFF99621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03826" y="2949575"/>
              <a:ext cx="44450" cy="3175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Line 455">
              <a:extLst>
                <a:ext uri="{FF2B5EF4-FFF2-40B4-BE49-F238E27FC236}">
                  <a16:creationId xmlns:a16="http://schemas.microsoft.com/office/drawing/2014/main" id="{F1D0535F-0354-F14C-9A5D-F7C8610A5E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00651" y="2987675"/>
              <a:ext cx="44450" cy="3175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Line 456">
              <a:extLst>
                <a:ext uri="{FF2B5EF4-FFF2-40B4-BE49-F238E27FC236}">
                  <a16:creationId xmlns:a16="http://schemas.microsoft.com/office/drawing/2014/main" id="{CC03D953-5B8C-6D4E-8EA7-0559FEFEC5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97476" y="3024188"/>
              <a:ext cx="44450" cy="4763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Line 457">
              <a:extLst>
                <a:ext uri="{FF2B5EF4-FFF2-40B4-BE49-F238E27FC236}">
                  <a16:creationId xmlns:a16="http://schemas.microsoft.com/office/drawing/2014/main" id="{90903396-5351-7B40-A071-1D745847EB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94301" y="3060700"/>
              <a:ext cx="44450" cy="4763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Line 458">
              <a:extLst>
                <a:ext uri="{FF2B5EF4-FFF2-40B4-BE49-F238E27FC236}">
                  <a16:creationId xmlns:a16="http://schemas.microsoft.com/office/drawing/2014/main" id="{491A98A9-C9D5-F448-AC0D-DE822D9107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54613" y="3095625"/>
              <a:ext cx="80963" cy="7938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Line 459">
              <a:extLst>
                <a:ext uri="{FF2B5EF4-FFF2-40B4-BE49-F238E27FC236}">
                  <a16:creationId xmlns:a16="http://schemas.microsoft.com/office/drawing/2014/main" id="{D7CACBF6-64D5-2647-AE83-CD57717E8F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87951" y="3136900"/>
              <a:ext cx="42863" cy="3175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Line 460">
              <a:extLst>
                <a:ext uri="{FF2B5EF4-FFF2-40B4-BE49-F238E27FC236}">
                  <a16:creationId xmlns:a16="http://schemas.microsoft.com/office/drawing/2014/main" id="{EFBBA439-D514-494A-B622-92C5618EFA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84776" y="3173413"/>
              <a:ext cx="44450" cy="4763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Line 461">
              <a:extLst>
                <a:ext uri="{FF2B5EF4-FFF2-40B4-BE49-F238E27FC236}">
                  <a16:creationId xmlns:a16="http://schemas.microsoft.com/office/drawing/2014/main" id="{3D496FE0-B2FB-2244-AF13-1F60844562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80013" y="3211513"/>
              <a:ext cx="44450" cy="3175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Line 462">
              <a:extLst>
                <a:ext uri="{FF2B5EF4-FFF2-40B4-BE49-F238E27FC236}">
                  <a16:creationId xmlns:a16="http://schemas.microsoft.com/office/drawing/2014/main" id="{5FF1FB83-08F5-3240-A8B3-E23039F157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78426" y="3249613"/>
              <a:ext cx="42863" cy="3175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pic>
          <p:nvPicPr>
            <p:cNvPr id="55" name="Picture 463">
              <a:extLst>
                <a:ext uri="{FF2B5EF4-FFF2-40B4-BE49-F238E27FC236}">
                  <a16:creationId xmlns:a16="http://schemas.microsoft.com/office/drawing/2014/main" id="{8B6ADAED-7326-964D-A0ED-7755978AEF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3788" y="2717800"/>
              <a:ext cx="100013" cy="120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" name="Freeform 464">
              <a:extLst>
                <a:ext uri="{FF2B5EF4-FFF2-40B4-BE49-F238E27FC236}">
                  <a16:creationId xmlns:a16="http://schemas.microsoft.com/office/drawing/2014/main" id="{79F29F7E-8284-4242-884A-6CC672091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813" y="3074988"/>
              <a:ext cx="168275" cy="374650"/>
            </a:xfrm>
            <a:custGeom>
              <a:avLst/>
              <a:gdLst>
                <a:gd name="T0" fmla="*/ 73 w 213"/>
                <a:gd name="T1" fmla="*/ 42 h 472"/>
                <a:gd name="T2" fmla="*/ 73 w 213"/>
                <a:gd name="T3" fmla="*/ 42 h 472"/>
                <a:gd name="T4" fmla="*/ 66 w 213"/>
                <a:gd name="T5" fmla="*/ 43 h 472"/>
                <a:gd name="T6" fmla="*/ 66 w 213"/>
                <a:gd name="T7" fmla="*/ 43 h 472"/>
                <a:gd name="T8" fmla="*/ 57 w 213"/>
                <a:gd name="T9" fmla="*/ 45 h 472"/>
                <a:gd name="T10" fmla="*/ 57 w 213"/>
                <a:gd name="T11" fmla="*/ 45 h 472"/>
                <a:gd name="T12" fmla="*/ 44 w 213"/>
                <a:gd name="T13" fmla="*/ 46 h 472"/>
                <a:gd name="T14" fmla="*/ 35 w 213"/>
                <a:gd name="T15" fmla="*/ 45 h 472"/>
                <a:gd name="T16" fmla="*/ 28 w 213"/>
                <a:gd name="T17" fmla="*/ 44 h 472"/>
                <a:gd name="T18" fmla="*/ 20 w 213"/>
                <a:gd name="T19" fmla="*/ 42 h 472"/>
                <a:gd name="T20" fmla="*/ 12 w 213"/>
                <a:gd name="T21" fmla="*/ 38 h 472"/>
                <a:gd name="T22" fmla="*/ 6 w 213"/>
                <a:gd name="T23" fmla="*/ 33 h 472"/>
                <a:gd name="T24" fmla="*/ 0 w 213"/>
                <a:gd name="T25" fmla="*/ 27 h 472"/>
                <a:gd name="T26" fmla="*/ 96 w 213"/>
                <a:gd name="T27" fmla="*/ 453 h 472"/>
                <a:gd name="T28" fmla="*/ 96 w 213"/>
                <a:gd name="T29" fmla="*/ 453 h 472"/>
                <a:gd name="T30" fmla="*/ 102 w 213"/>
                <a:gd name="T31" fmla="*/ 460 h 472"/>
                <a:gd name="T32" fmla="*/ 109 w 213"/>
                <a:gd name="T33" fmla="*/ 465 h 472"/>
                <a:gd name="T34" fmla="*/ 116 w 213"/>
                <a:gd name="T35" fmla="*/ 468 h 472"/>
                <a:gd name="T36" fmla="*/ 124 w 213"/>
                <a:gd name="T37" fmla="*/ 470 h 472"/>
                <a:gd name="T38" fmla="*/ 132 w 213"/>
                <a:gd name="T39" fmla="*/ 471 h 472"/>
                <a:gd name="T40" fmla="*/ 139 w 213"/>
                <a:gd name="T41" fmla="*/ 472 h 472"/>
                <a:gd name="T42" fmla="*/ 154 w 213"/>
                <a:gd name="T43" fmla="*/ 471 h 472"/>
                <a:gd name="T44" fmla="*/ 154 w 213"/>
                <a:gd name="T45" fmla="*/ 471 h 472"/>
                <a:gd name="T46" fmla="*/ 161 w 213"/>
                <a:gd name="T47" fmla="*/ 470 h 472"/>
                <a:gd name="T48" fmla="*/ 161 w 213"/>
                <a:gd name="T49" fmla="*/ 470 h 472"/>
                <a:gd name="T50" fmla="*/ 170 w 213"/>
                <a:gd name="T51" fmla="*/ 467 h 472"/>
                <a:gd name="T52" fmla="*/ 170 w 213"/>
                <a:gd name="T53" fmla="*/ 467 h 472"/>
                <a:gd name="T54" fmla="*/ 183 w 213"/>
                <a:gd name="T55" fmla="*/ 462 h 472"/>
                <a:gd name="T56" fmla="*/ 190 w 213"/>
                <a:gd name="T57" fmla="*/ 459 h 472"/>
                <a:gd name="T58" fmla="*/ 196 w 213"/>
                <a:gd name="T59" fmla="*/ 454 h 472"/>
                <a:gd name="T60" fmla="*/ 202 w 213"/>
                <a:gd name="T61" fmla="*/ 449 h 472"/>
                <a:gd name="T62" fmla="*/ 207 w 213"/>
                <a:gd name="T63" fmla="*/ 442 h 472"/>
                <a:gd name="T64" fmla="*/ 211 w 213"/>
                <a:gd name="T65" fmla="*/ 435 h 472"/>
                <a:gd name="T66" fmla="*/ 213 w 213"/>
                <a:gd name="T67" fmla="*/ 426 h 472"/>
                <a:gd name="T68" fmla="*/ 118 w 213"/>
                <a:gd name="T69" fmla="*/ 0 h 472"/>
                <a:gd name="T70" fmla="*/ 118 w 213"/>
                <a:gd name="T71" fmla="*/ 0 h 472"/>
                <a:gd name="T72" fmla="*/ 115 w 213"/>
                <a:gd name="T73" fmla="*/ 9 h 472"/>
                <a:gd name="T74" fmla="*/ 112 w 213"/>
                <a:gd name="T75" fmla="*/ 16 h 472"/>
                <a:gd name="T76" fmla="*/ 105 w 213"/>
                <a:gd name="T77" fmla="*/ 22 h 472"/>
                <a:gd name="T78" fmla="*/ 99 w 213"/>
                <a:gd name="T79" fmla="*/ 28 h 472"/>
                <a:gd name="T80" fmla="*/ 93 w 213"/>
                <a:gd name="T81" fmla="*/ 32 h 472"/>
                <a:gd name="T82" fmla="*/ 86 w 213"/>
                <a:gd name="T83" fmla="*/ 35 h 472"/>
                <a:gd name="T84" fmla="*/ 73 w 213"/>
                <a:gd name="T85" fmla="*/ 42 h 472"/>
                <a:gd name="T86" fmla="*/ 73 w 213"/>
                <a:gd name="T87" fmla="*/ 42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3" h="472">
                  <a:moveTo>
                    <a:pt x="73" y="42"/>
                  </a:moveTo>
                  <a:lnTo>
                    <a:pt x="73" y="42"/>
                  </a:lnTo>
                  <a:lnTo>
                    <a:pt x="66" y="43"/>
                  </a:lnTo>
                  <a:lnTo>
                    <a:pt x="66" y="43"/>
                  </a:lnTo>
                  <a:lnTo>
                    <a:pt x="57" y="45"/>
                  </a:lnTo>
                  <a:lnTo>
                    <a:pt x="57" y="45"/>
                  </a:lnTo>
                  <a:lnTo>
                    <a:pt x="44" y="46"/>
                  </a:lnTo>
                  <a:lnTo>
                    <a:pt x="35" y="45"/>
                  </a:lnTo>
                  <a:lnTo>
                    <a:pt x="28" y="44"/>
                  </a:lnTo>
                  <a:lnTo>
                    <a:pt x="20" y="42"/>
                  </a:lnTo>
                  <a:lnTo>
                    <a:pt x="12" y="38"/>
                  </a:lnTo>
                  <a:lnTo>
                    <a:pt x="6" y="33"/>
                  </a:lnTo>
                  <a:lnTo>
                    <a:pt x="0" y="27"/>
                  </a:lnTo>
                  <a:lnTo>
                    <a:pt x="96" y="453"/>
                  </a:lnTo>
                  <a:lnTo>
                    <a:pt x="96" y="453"/>
                  </a:lnTo>
                  <a:lnTo>
                    <a:pt x="102" y="460"/>
                  </a:lnTo>
                  <a:lnTo>
                    <a:pt x="109" y="465"/>
                  </a:lnTo>
                  <a:lnTo>
                    <a:pt x="116" y="468"/>
                  </a:lnTo>
                  <a:lnTo>
                    <a:pt x="124" y="470"/>
                  </a:lnTo>
                  <a:lnTo>
                    <a:pt x="132" y="471"/>
                  </a:lnTo>
                  <a:lnTo>
                    <a:pt x="139" y="472"/>
                  </a:lnTo>
                  <a:lnTo>
                    <a:pt x="154" y="471"/>
                  </a:lnTo>
                  <a:lnTo>
                    <a:pt x="154" y="471"/>
                  </a:lnTo>
                  <a:lnTo>
                    <a:pt x="161" y="470"/>
                  </a:lnTo>
                  <a:lnTo>
                    <a:pt x="161" y="470"/>
                  </a:lnTo>
                  <a:lnTo>
                    <a:pt x="170" y="467"/>
                  </a:lnTo>
                  <a:lnTo>
                    <a:pt x="170" y="467"/>
                  </a:lnTo>
                  <a:lnTo>
                    <a:pt x="183" y="462"/>
                  </a:lnTo>
                  <a:lnTo>
                    <a:pt x="190" y="459"/>
                  </a:lnTo>
                  <a:lnTo>
                    <a:pt x="196" y="454"/>
                  </a:lnTo>
                  <a:lnTo>
                    <a:pt x="202" y="449"/>
                  </a:lnTo>
                  <a:lnTo>
                    <a:pt x="207" y="442"/>
                  </a:lnTo>
                  <a:lnTo>
                    <a:pt x="211" y="435"/>
                  </a:lnTo>
                  <a:lnTo>
                    <a:pt x="213" y="426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5" y="9"/>
                  </a:lnTo>
                  <a:lnTo>
                    <a:pt x="112" y="16"/>
                  </a:lnTo>
                  <a:lnTo>
                    <a:pt x="105" y="22"/>
                  </a:lnTo>
                  <a:lnTo>
                    <a:pt x="99" y="28"/>
                  </a:lnTo>
                  <a:lnTo>
                    <a:pt x="93" y="32"/>
                  </a:lnTo>
                  <a:lnTo>
                    <a:pt x="86" y="35"/>
                  </a:lnTo>
                  <a:lnTo>
                    <a:pt x="73" y="42"/>
                  </a:lnTo>
                  <a:lnTo>
                    <a:pt x="73" y="42"/>
                  </a:lnTo>
                  <a:close/>
                </a:path>
              </a:pathLst>
            </a:custGeom>
            <a:solidFill>
              <a:srgbClr val="F276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465">
              <a:extLst>
                <a:ext uri="{FF2B5EF4-FFF2-40B4-BE49-F238E27FC236}">
                  <a16:creationId xmlns:a16="http://schemas.microsoft.com/office/drawing/2014/main" id="{F50236C3-2A6A-3449-BB2D-2B44F1D53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776" y="2722563"/>
              <a:ext cx="26988" cy="19050"/>
            </a:xfrm>
            <a:custGeom>
              <a:avLst/>
              <a:gdLst>
                <a:gd name="T0" fmla="*/ 9 w 33"/>
                <a:gd name="T1" fmla="*/ 23 h 25"/>
                <a:gd name="T2" fmla="*/ 9 w 33"/>
                <a:gd name="T3" fmla="*/ 23 h 25"/>
                <a:gd name="T4" fmla="*/ 17 w 33"/>
                <a:gd name="T5" fmla="*/ 22 h 25"/>
                <a:gd name="T6" fmla="*/ 17 w 33"/>
                <a:gd name="T7" fmla="*/ 22 h 25"/>
                <a:gd name="T8" fmla="*/ 26 w 33"/>
                <a:gd name="T9" fmla="*/ 20 h 25"/>
                <a:gd name="T10" fmla="*/ 26 w 33"/>
                <a:gd name="T11" fmla="*/ 20 h 25"/>
                <a:gd name="T12" fmla="*/ 33 w 33"/>
                <a:gd name="T13" fmla="*/ 17 h 25"/>
                <a:gd name="T14" fmla="*/ 13 w 33"/>
                <a:gd name="T15" fmla="*/ 0 h 25"/>
                <a:gd name="T16" fmla="*/ 0 w 33"/>
                <a:gd name="T17" fmla="*/ 25 h 25"/>
                <a:gd name="T18" fmla="*/ 0 w 33"/>
                <a:gd name="T19" fmla="*/ 25 h 25"/>
                <a:gd name="T20" fmla="*/ 9 w 33"/>
                <a:gd name="T21" fmla="*/ 23 h 25"/>
                <a:gd name="T22" fmla="*/ 9 w 33"/>
                <a:gd name="T23" fmla="*/ 2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25">
                  <a:moveTo>
                    <a:pt x="9" y="23"/>
                  </a:moveTo>
                  <a:lnTo>
                    <a:pt x="9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33" y="17"/>
                  </a:lnTo>
                  <a:lnTo>
                    <a:pt x="13" y="0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9" y="23"/>
                  </a:lnTo>
                  <a:lnTo>
                    <a:pt x="9" y="23"/>
                  </a:lnTo>
                  <a:close/>
                </a:path>
              </a:pathLst>
            </a:custGeom>
            <a:solidFill>
              <a:srgbClr val="2A2A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466">
              <a:extLst>
                <a:ext uri="{FF2B5EF4-FFF2-40B4-BE49-F238E27FC236}">
                  <a16:creationId xmlns:a16="http://schemas.microsoft.com/office/drawing/2014/main" id="{EEE02ECE-A507-6D49-B9FE-48682BC54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1" y="2786063"/>
              <a:ext cx="173038" cy="636588"/>
            </a:xfrm>
            <a:custGeom>
              <a:avLst/>
              <a:gdLst>
                <a:gd name="T0" fmla="*/ 179 w 218"/>
                <a:gd name="T1" fmla="*/ 803 h 803"/>
                <a:gd name="T2" fmla="*/ 0 w 218"/>
                <a:gd name="T3" fmla="*/ 10 h 803"/>
                <a:gd name="T4" fmla="*/ 39 w 218"/>
                <a:gd name="T5" fmla="*/ 0 h 803"/>
                <a:gd name="T6" fmla="*/ 218 w 218"/>
                <a:gd name="T7" fmla="*/ 793 h 803"/>
                <a:gd name="T8" fmla="*/ 179 w 218"/>
                <a:gd name="T9" fmla="*/ 803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803">
                  <a:moveTo>
                    <a:pt x="179" y="803"/>
                  </a:moveTo>
                  <a:lnTo>
                    <a:pt x="0" y="10"/>
                  </a:lnTo>
                  <a:lnTo>
                    <a:pt x="39" y="0"/>
                  </a:lnTo>
                  <a:lnTo>
                    <a:pt x="218" y="793"/>
                  </a:lnTo>
                  <a:lnTo>
                    <a:pt x="179" y="803"/>
                  </a:lnTo>
                  <a:close/>
                </a:path>
              </a:pathLst>
            </a:custGeom>
            <a:solidFill>
              <a:srgbClr val="F99C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467">
              <a:extLst>
                <a:ext uri="{FF2B5EF4-FFF2-40B4-BE49-F238E27FC236}">
                  <a16:creationId xmlns:a16="http://schemas.microsoft.com/office/drawing/2014/main" id="{716BCDED-6132-104D-B997-C7163F798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713" y="2778125"/>
              <a:ext cx="173038" cy="636588"/>
            </a:xfrm>
            <a:custGeom>
              <a:avLst/>
              <a:gdLst>
                <a:gd name="T0" fmla="*/ 179 w 218"/>
                <a:gd name="T1" fmla="*/ 801 h 801"/>
                <a:gd name="T2" fmla="*/ 0 w 218"/>
                <a:gd name="T3" fmla="*/ 8 h 801"/>
                <a:gd name="T4" fmla="*/ 39 w 218"/>
                <a:gd name="T5" fmla="*/ 0 h 801"/>
                <a:gd name="T6" fmla="*/ 218 w 218"/>
                <a:gd name="T7" fmla="*/ 793 h 801"/>
                <a:gd name="T8" fmla="*/ 179 w 218"/>
                <a:gd name="T9" fmla="*/ 801 h 8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801">
                  <a:moveTo>
                    <a:pt x="179" y="801"/>
                  </a:moveTo>
                  <a:lnTo>
                    <a:pt x="0" y="8"/>
                  </a:lnTo>
                  <a:lnTo>
                    <a:pt x="39" y="0"/>
                  </a:lnTo>
                  <a:lnTo>
                    <a:pt x="218" y="793"/>
                  </a:lnTo>
                  <a:lnTo>
                    <a:pt x="179" y="801"/>
                  </a:lnTo>
                  <a:close/>
                </a:path>
              </a:pathLst>
            </a:custGeom>
            <a:solidFill>
              <a:srgbClr val="F99C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468">
              <a:extLst>
                <a:ext uri="{FF2B5EF4-FFF2-40B4-BE49-F238E27FC236}">
                  <a16:creationId xmlns:a16="http://schemas.microsoft.com/office/drawing/2014/main" id="{6E0AB655-760B-054C-96EF-1A1427743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876" y="2771775"/>
              <a:ext cx="174625" cy="636588"/>
            </a:xfrm>
            <a:custGeom>
              <a:avLst/>
              <a:gdLst>
                <a:gd name="T0" fmla="*/ 179 w 219"/>
                <a:gd name="T1" fmla="*/ 802 h 802"/>
                <a:gd name="T2" fmla="*/ 0 w 219"/>
                <a:gd name="T3" fmla="*/ 9 h 802"/>
                <a:gd name="T4" fmla="*/ 40 w 219"/>
                <a:gd name="T5" fmla="*/ 0 h 802"/>
                <a:gd name="T6" fmla="*/ 219 w 219"/>
                <a:gd name="T7" fmla="*/ 794 h 802"/>
                <a:gd name="T8" fmla="*/ 179 w 219"/>
                <a:gd name="T9" fmla="*/ 802 h 8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9" h="802">
                  <a:moveTo>
                    <a:pt x="179" y="802"/>
                  </a:moveTo>
                  <a:lnTo>
                    <a:pt x="0" y="9"/>
                  </a:lnTo>
                  <a:lnTo>
                    <a:pt x="40" y="0"/>
                  </a:lnTo>
                  <a:lnTo>
                    <a:pt x="219" y="794"/>
                  </a:lnTo>
                  <a:lnTo>
                    <a:pt x="179" y="802"/>
                  </a:lnTo>
                  <a:close/>
                </a:path>
              </a:pathLst>
            </a:custGeom>
            <a:solidFill>
              <a:srgbClr val="F99C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469">
              <a:extLst>
                <a:ext uri="{FF2B5EF4-FFF2-40B4-BE49-F238E27FC236}">
                  <a16:creationId xmlns:a16="http://schemas.microsoft.com/office/drawing/2014/main" id="{B5F4EC3D-864A-C848-B950-9F26E20DA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838" y="3402013"/>
              <a:ext cx="95250" cy="31750"/>
            </a:xfrm>
            <a:custGeom>
              <a:avLst/>
              <a:gdLst>
                <a:gd name="T0" fmla="*/ 118 w 120"/>
                <a:gd name="T1" fmla="*/ 0 h 41"/>
                <a:gd name="T2" fmla="*/ 120 w 120"/>
                <a:gd name="T3" fmla="*/ 14 h 41"/>
                <a:gd name="T4" fmla="*/ 3 w 120"/>
                <a:gd name="T5" fmla="*/ 41 h 41"/>
                <a:gd name="T6" fmla="*/ 0 w 120"/>
                <a:gd name="T7" fmla="*/ 26 h 41"/>
                <a:gd name="T8" fmla="*/ 118 w 120"/>
                <a:gd name="T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41">
                  <a:moveTo>
                    <a:pt x="118" y="0"/>
                  </a:moveTo>
                  <a:lnTo>
                    <a:pt x="120" y="14"/>
                  </a:lnTo>
                  <a:lnTo>
                    <a:pt x="3" y="41"/>
                  </a:lnTo>
                  <a:lnTo>
                    <a:pt x="0" y="26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7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470">
              <a:extLst>
                <a:ext uri="{FF2B5EF4-FFF2-40B4-BE49-F238E27FC236}">
                  <a16:creationId xmlns:a16="http://schemas.microsoft.com/office/drawing/2014/main" id="{2FCC3FF4-FC33-B54B-A274-5EA067C30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813" y="3405188"/>
              <a:ext cx="28575" cy="15875"/>
            </a:xfrm>
            <a:custGeom>
              <a:avLst/>
              <a:gdLst>
                <a:gd name="T0" fmla="*/ 34 w 36"/>
                <a:gd name="T1" fmla="*/ 0 h 22"/>
                <a:gd name="T2" fmla="*/ 36 w 36"/>
                <a:gd name="T3" fmla="*/ 15 h 22"/>
                <a:gd name="T4" fmla="*/ 4 w 36"/>
                <a:gd name="T5" fmla="*/ 22 h 22"/>
                <a:gd name="T6" fmla="*/ 0 w 36"/>
                <a:gd name="T7" fmla="*/ 7 h 22"/>
                <a:gd name="T8" fmla="*/ 34 w 36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2">
                  <a:moveTo>
                    <a:pt x="34" y="0"/>
                  </a:moveTo>
                  <a:lnTo>
                    <a:pt x="36" y="15"/>
                  </a:lnTo>
                  <a:lnTo>
                    <a:pt x="4" y="22"/>
                  </a:lnTo>
                  <a:lnTo>
                    <a:pt x="0" y="7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B5B5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471">
              <a:extLst>
                <a:ext uri="{FF2B5EF4-FFF2-40B4-BE49-F238E27FC236}">
                  <a16:creationId xmlns:a16="http://schemas.microsoft.com/office/drawing/2014/main" id="{3511D83F-AB9E-9446-9E9C-57A80B68F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863" y="3405188"/>
              <a:ext cx="6350" cy="12700"/>
            </a:xfrm>
            <a:custGeom>
              <a:avLst/>
              <a:gdLst>
                <a:gd name="T0" fmla="*/ 5 w 9"/>
                <a:gd name="T1" fmla="*/ 0 h 16"/>
                <a:gd name="T2" fmla="*/ 9 w 9"/>
                <a:gd name="T3" fmla="*/ 15 h 16"/>
                <a:gd name="T4" fmla="*/ 4 w 9"/>
                <a:gd name="T5" fmla="*/ 16 h 16"/>
                <a:gd name="T6" fmla="*/ 0 w 9"/>
                <a:gd name="T7" fmla="*/ 2 h 16"/>
                <a:gd name="T8" fmla="*/ 5 w 9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6">
                  <a:moveTo>
                    <a:pt x="5" y="0"/>
                  </a:moveTo>
                  <a:lnTo>
                    <a:pt x="9" y="15"/>
                  </a:lnTo>
                  <a:lnTo>
                    <a:pt x="4" y="16"/>
                  </a:lnTo>
                  <a:lnTo>
                    <a:pt x="0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9B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472">
              <a:extLst>
                <a:ext uri="{FF2B5EF4-FFF2-40B4-BE49-F238E27FC236}">
                  <a16:creationId xmlns:a16="http://schemas.microsoft.com/office/drawing/2014/main" id="{C88641F8-CEAB-AC4F-96DA-5A08E7EEF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976" y="3402013"/>
              <a:ext cx="6350" cy="12700"/>
            </a:xfrm>
            <a:custGeom>
              <a:avLst/>
              <a:gdLst>
                <a:gd name="T0" fmla="*/ 6 w 8"/>
                <a:gd name="T1" fmla="*/ 0 h 15"/>
                <a:gd name="T2" fmla="*/ 8 w 8"/>
                <a:gd name="T3" fmla="*/ 14 h 15"/>
                <a:gd name="T4" fmla="*/ 2 w 8"/>
                <a:gd name="T5" fmla="*/ 15 h 15"/>
                <a:gd name="T6" fmla="*/ 0 w 8"/>
                <a:gd name="T7" fmla="*/ 1 h 15"/>
                <a:gd name="T8" fmla="*/ 6 w 8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5">
                  <a:moveTo>
                    <a:pt x="6" y="0"/>
                  </a:moveTo>
                  <a:lnTo>
                    <a:pt x="8" y="14"/>
                  </a:lnTo>
                  <a:lnTo>
                    <a:pt x="2" y="15"/>
                  </a:lnTo>
                  <a:lnTo>
                    <a:pt x="0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9B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pic>
          <p:nvPicPr>
            <p:cNvPr id="65" name="Picture 473">
              <a:extLst>
                <a:ext uri="{FF2B5EF4-FFF2-40B4-BE49-F238E27FC236}">
                  <a16:creationId xmlns:a16="http://schemas.microsoft.com/office/drawing/2014/main" id="{26E669F9-9823-4844-BBF8-4D9F7EE06C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3788" y="2767013"/>
              <a:ext cx="100013" cy="53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74">
              <a:extLst>
                <a:ext uri="{FF2B5EF4-FFF2-40B4-BE49-F238E27FC236}">
                  <a16:creationId xmlns:a16="http://schemas.microsoft.com/office/drawing/2014/main" id="{6C2041D3-D733-3945-95C5-978C4C61B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6" y="3152775"/>
              <a:ext cx="598488" cy="560388"/>
            </a:xfrm>
            <a:custGeom>
              <a:avLst/>
              <a:gdLst>
                <a:gd name="T0" fmla="*/ 648 w 754"/>
                <a:gd name="T1" fmla="*/ 705 h 705"/>
                <a:gd name="T2" fmla="*/ 106 w 754"/>
                <a:gd name="T3" fmla="*/ 705 h 705"/>
                <a:gd name="T4" fmla="*/ 0 w 754"/>
                <a:gd name="T5" fmla="*/ 0 h 705"/>
                <a:gd name="T6" fmla="*/ 754 w 754"/>
                <a:gd name="T7" fmla="*/ 0 h 705"/>
                <a:gd name="T8" fmla="*/ 648 w 754"/>
                <a:gd name="T9" fmla="*/ 705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4" h="705">
                  <a:moveTo>
                    <a:pt x="648" y="705"/>
                  </a:moveTo>
                  <a:lnTo>
                    <a:pt x="106" y="705"/>
                  </a:lnTo>
                  <a:lnTo>
                    <a:pt x="0" y="0"/>
                  </a:lnTo>
                  <a:lnTo>
                    <a:pt x="754" y="0"/>
                  </a:lnTo>
                  <a:lnTo>
                    <a:pt x="648" y="70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85" name="Freeform 534">
            <a:extLst>
              <a:ext uri="{FF2B5EF4-FFF2-40B4-BE49-F238E27FC236}">
                <a16:creationId xmlns:a16="http://schemas.microsoft.com/office/drawing/2014/main" id="{329E011F-EE69-9342-9AFD-877B937EAFFF}"/>
              </a:ext>
            </a:extLst>
          </p:cNvPr>
          <p:cNvSpPr>
            <a:spLocks/>
          </p:cNvSpPr>
          <p:nvPr/>
        </p:nvSpPr>
        <p:spPr bwMode="auto">
          <a:xfrm>
            <a:off x="9781244" y="5382213"/>
            <a:ext cx="238610" cy="238610"/>
          </a:xfrm>
          <a:custGeom>
            <a:avLst/>
            <a:gdLst>
              <a:gd name="T0" fmla="*/ 575 w 575"/>
              <a:gd name="T1" fmla="*/ 188 h 575"/>
              <a:gd name="T2" fmla="*/ 387 w 575"/>
              <a:gd name="T3" fmla="*/ 188 h 575"/>
              <a:gd name="T4" fmla="*/ 387 w 575"/>
              <a:gd name="T5" fmla="*/ 0 h 575"/>
              <a:gd name="T6" fmla="*/ 188 w 575"/>
              <a:gd name="T7" fmla="*/ 0 h 575"/>
              <a:gd name="T8" fmla="*/ 188 w 575"/>
              <a:gd name="T9" fmla="*/ 188 h 575"/>
              <a:gd name="T10" fmla="*/ 0 w 575"/>
              <a:gd name="T11" fmla="*/ 188 h 575"/>
              <a:gd name="T12" fmla="*/ 0 w 575"/>
              <a:gd name="T13" fmla="*/ 385 h 575"/>
              <a:gd name="T14" fmla="*/ 188 w 575"/>
              <a:gd name="T15" fmla="*/ 385 h 575"/>
              <a:gd name="T16" fmla="*/ 188 w 575"/>
              <a:gd name="T17" fmla="*/ 575 h 575"/>
              <a:gd name="T18" fmla="*/ 387 w 575"/>
              <a:gd name="T19" fmla="*/ 575 h 575"/>
              <a:gd name="T20" fmla="*/ 387 w 575"/>
              <a:gd name="T21" fmla="*/ 385 h 575"/>
              <a:gd name="T22" fmla="*/ 575 w 575"/>
              <a:gd name="T23" fmla="*/ 385 h 575"/>
              <a:gd name="T24" fmla="*/ 575 w 575"/>
              <a:gd name="T25" fmla="*/ 188 h 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75" h="575">
                <a:moveTo>
                  <a:pt x="575" y="188"/>
                </a:moveTo>
                <a:lnTo>
                  <a:pt x="387" y="188"/>
                </a:lnTo>
                <a:lnTo>
                  <a:pt x="387" y="0"/>
                </a:lnTo>
                <a:lnTo>
                  <a:pt x="188" y="0"/>
                </a:lnTo>
                <a:lnTo>
                  <a:pt x="188" y="188"/>
                </a:lnTo>
                <a:lnTo>
                  <a:pt x="0" y="188"/>
                </a:lnTo>
                <a:lnTo>
                  <a:pt x="0" y="385"/>
                </a:lnTo>
                <a:lnTo>
                  <a:pt x="188" y="385"/>
                </a:lnTo>
                <a:lnTo>
                  <a:pt x="188" y="575"/>
                </a:lnTo>
                <a:lnTo>
                  <a:pt x="387" y="575"/>
                </a:lnTo>
                <a:lnTo>
                  <a:pt x="387" y="385"/>
                </a:lnTo>
                <a:lnTo>
                  <a:pt x="575" y="385"/>
                </a:lnTo>
                <a:lnTo>
                  <a:pt x="575" y="18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cxnSp>
        <p:nvCxnSpPr>
          <p:cNvPr id="188" name="Straight Connector 187">
            <a:extLst>
              <a:ext uri="{FF2B5EF4-FFF2-40B4-BE49-F238E27FC236}">
                <a16:creationId xmlns:a16="http://schemas.microsoft.com/office/drawing/2014/main" id="{F570328C-E65C-E14C-BD69-5685F99F7031}"/>
              </a:ext>
            </a:extLst>
          </p:cNvPr>
          <p:cNvCxnSpPr>
            <a:cxnSpLocks/>
          </p:cNvCxnSpPr>
          <p:nvPr/>
        </p:nvCxnSpPr>
        <p:spPr>
          <a:xfrm>
            <a:off x="6096000" y="2807368"/>
            <a:ext cx="0" cy="2437666"/>
          </a:xfrm>
          <a:prstGeom prst="line">
            <a:avLst/>
          </a:prstGeom>
          <a:ln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Rounded Rectangle 199">
            <a:extLst>
              <a:ext uri="{FF2B5EF4-FFF2-40B4-BE49-F238E27FC236}">
                <a16:creationId xmlns:a16="http://schemas.microsoft.com/office/drawing/2014/main" id="{04DF251B-FB45-8143-BC5E-3DC7F298118B}"/>
              </a:ext>
            </a:extLst>
          </p:cNvPr>
          <p:cNvSpPr/>
          <p:nvPr/>
        </p:nvSpPr>
        <p:spPr>
          <a:xfrm>
            <a:off x="6624370" y="2807368"/>
            <a:ext cx="4268219" cy="770021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48000" rIns="0" rtlCol="0" anchor="ctr"/>
          <a:lstStyle/>
          <a:p>
            <a:pPr algn="ctr"/>
            <a:r>
              <a:rPr lang="en-ID" sz="20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</a:t>
            </a:r>
            <a:r>
              <a:rPr lang="en-ID" sz="2000" b="1" dirty="0" err="1">
                <a:solidFill>
                  <a:schemeClr val="tx1">
                    <a:lumMod val="75000"/>
                    <a:lumOff val="25000"/>
                  </a:schemeClr>
                </a:solidFill>
              </a:rPr>
              <a:t>dolor</a:t>
            </a:r>
            <a:endParaRPr lang="en-ID" sz="2000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97" name="Oval 196">
            <a:extLst>
              <a:ext uri="{FF2B5EF4-FFF2-40B4-BE49-F238E27FC236}">
                <a16:creationId xmlns:a16="http://schemas.microsoft.com/office/drawing/2014/main" id="{E95A2A5F-DDA1-7544-A74F-C57F24A0E0CC}"/>
              </a:ext>
            </a:extLst>
          </p:cNvPr>
          <p:cNvSpPr/>
          <p:nvPr/>
        </p:nvSpPr>
        <p:spPr>
          <a:xfrm>
            <a:off x="6589775" y="2823303"/>
            <a:ext cx="788758" cy="788758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2400" b="1" dirty="0">
                <a:solidFill>
                  <a:prstClr val="white"/>
                </a:solidFill>
                <a:latin typeface="Segoe UI"/>
              </a:rPr>
              <a:t>01</a:t>
            </a:r>
          </a:p>
        </p:txBody>
      </p:sp>
      <p:sp>
        <p:nvSpPr>
          <p:cNvPr id="202" name="Rounded Rectangle 201">
            <a:extLst>
              <a:ext uri="{FF2B5EF4-FFF2-40B4-BE49-F238E27FC236}">
                <a16:creationId xmlns:a16="http://schemas.microsoft.com/office/drawing/2014/main" id="{EB6B2A10-AAFD-4E44-A3C9-A8A09D51C341}"/>
              </a:ext>
            </a:extLst>
          </p:cNvPr>
          <p:cNvSpPr/>
          <p:nvPr/>
        </p:nvSpPr>
        <p:spPr>
          <a:xfrm>
            <a:off x="6624370" y="3689684"/>
            <a:ext cx="4268219" cy="770021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48000" rIns="0" rtlCol="0" anchor="ctr"/>
          <a:lstStyle/>
          <a:p>
            <a:pPr algn="ctr"/>
            <a:r>
              <a:rPr lang="en-ID" sz="20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</a:t>
            </a:r>
            <a:r>
              <a:rPr lang="en-ID" sz="2000" b="1" dirty="0" err="1">
                <a:solidFill>
                  <a:schemeClr val="tx1">
                    <a:lumMod val="75000"/>
                    <a:lumOff val="25000"/>
                  </a:schemeClr>
                </a:solidFill>
              </a:rPr>
              <a:t>dolor</a:t>
            </a:r>
            <a:endParaRPr lang="en-ID" sz="2000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04" name="Oval 203">
            <a:extLst>
              <a:ext uri="{FF2B5EF4-FFF2-40B4-BE49-F238E27FC236}">
                <a16:creationId xmlns:a16="http://schemas.microsoft.com/office/drawing/2014/main" id="{B026DA02-3986-2B46-818D-E59BBAE3B877}"/>
              </a:ext>
            </a:extLst>
          </p:cNvPr>
          <p:cNvSpPr/>
          <p:nvPr/>
        </p:nvSpPr>
        <p:spPr>
          <a:xfrm>
            <a:off x="6589775" y="3705619"/>
            <a:ext cx="788758" cy="78875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2400" b="1" dirty="0">
                <a:solidFill>
                  <a:prstClr val="white"/>
                </a:solidFill>
                <a:latin typeface="Segoe UI"/>
              </a:rPr>
              <a:t>02</a:t>
            </a:r>
          </a:p>
        </p:txBody>
      </p:sp>
      <p:sp>
        <p:nvSpPr>
          <p:cNvPr id="206" name="Rounded Rectangle 205">
            <a:extLst>
              <a:ext uri="{FF2B5EF4-FFF2-40B4-BE49-F238E27FC236}">
                <a16:creationId xmlns:a16="http://schemas.microsoft.com/office/drawing/2014/main" id="{B1EC1954-8BF3-F643-A5BB-050CBAF53E62}"/>
              </a:ext>
            </a:extLst>
          </p:cNvPr>
          <p:cNvSpPr/>
          <p:nvPr/>
        </p:nvSpPr>
        <p:spPr>
          <a:xfrm>
            <a:off x="6624370" y="4572000"/>
            <a:ext cx="4268219" cy="770021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48000" rIns="0" rtlCol="0" anchor="ctr"/>
          <a:lstStyle/>
          <a:p>
            <a:pPr algn="ctr"/>
            <a:r>
              <a:rPr lang="en-ID" sz="20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</a:t>
            </a:r>
            <a:r>
              <a:rPr lang="en-ID" sz="2000" b="1" dirty="0" err="1">
                <a:solidFill>
                  <a:schemeClr val="tx1">
                    <a:lumMod val="75000"/>
                    <a:lumOff val="25000"/>
                  </a:schemeClr>
                </a:solidFill>
              </a:rPr>
              <a:t>dolor</a:t>
            </a:r>
            <a:endParaRPr lang="en-ID" sz="2000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08" name="Oval 207">
            <a:extLst>
              <a:ext uri="{FF2B5EF4-FFF2-40B4-BE49-F238E27FC236}">
                <a16:creationId xmlns:a16="http://schemas.microsoft.com/office/drawing/2014/main" id="{52EB7814-152D-6541-99CA-A57E868254B5}"/>
              </a:ext>
            </a:extLst>
          </p:cNvPr>
          <p:cNvSpPr/>
          <p:nvPr/>
        </p:nvSpPr>
        <p:spPr>
          <a:xfrm>
            <a:off x="6589775" y="4587935"/>
            <a:ext cx="788758" cy="78875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2400" b="1" dirty="0">
                <a:solidFill>
                  <a:prstClr val="white"/>
                </a:solidFill>
                <a:latin typeface="Segoe UI"/>
              </a:rPr>
              <a:t>03</a:t>
            </a:r>
          </a:p>
        </p:txBody>
      </p:sp>
      <p:sp>
        <p:nvSpPr>
          <p:cNvPr id="210" name="Title 1">
            <a:extLst>
              <a:ext uri="{FF2B5EF4-FFF2-40B4-BE49-F238E27FC236}">
                <a16:creationId xmlns:a16="http://schemas.microsoft.com/office/drawing/2014/main" id="{19820469-F115-5347-8608-A94A66D0A4FC}"/>
              </a:ext>
            </a:extLst>
          </p:cNvPr>
          <p:cNvSpPr txBox="1">
            <a:spLocks/>
          </p:cNvSpPr>
          <p:nvPr/>
        </p:nvSpPr>
        <p:spPr>
          <a:xfrm>
            <a:off x="1956116" y="3689684"/>
            <a:ext cx="3774141" cy="1329595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200" b="1" kern="120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ea typeface="Open Sans" panose="020B0606030504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sz="2400" dirty="0"/>
              <a:t>It is the supreme art of the teacher to awaken joy in creative expression and knowledge.</a:t>
            </a:r>
          </a:p>
        </p:txBody>
      </p:sp>
    </p:spTree>
    <p:extLst>
      <p:ext uri="{BB962C8B-B14F-4D97-AF65-F5344CB8AC3E}">
        <p14:creationId xmlns:p14="http://schemas.microsoft.com/office/powerpoint/2010/main" val="332611984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" name="Freeform 579">
            <a:extLst>
              <a:ext uri="{FF2B5EF4-FFF2-40B4-BE49-F238E27FC236}">
                <a16:creationId xmlns:a16="http://schemas.microsoft.com/office/drawing/2014/main" id="{DEFA2BE6-15AF-224D-ABB2-BF47A97F5923}"/>
              </a:ext>
            </a:extLst>
          </p:cNvPr>
          <p:cNvSpPr>
            <a:spLocks/>
          </p:cNvSpPr>
          <p:nvPr/>
        </p:nvSpPr>
        <p:spPr bwMode="auto">
          <a:xfrm flipH="1" flipV="1">
            <a:off x="0" y="0"/>
            <a:ext cx="5090938" cy="4574199"/>
          </a:xfrm>
          <a:custGeom>
            <a:avLst/>
            <a:gdLst>
              <a:gd name="T0" fmla="*/ 3290 w 3332"/>
              <a:gd name="T1" fmla="*/ 2991 h 2992"/>
              <a:gd name="T2" fmla="*/ 3316 w 3332"/>
              <a:gd name="T3" fmla="*/ 2976 h 2992"/>
              <a:gd name="T4" fmla="*/ 3331 w 3332"/>
              <a:gd name="T5" fmla="*/ 2950 h 2992"/>
              <a:gd name="T6" fmla="*/ 3332 w 3332"/>
              <a:gd name="T7" fmla="*/ 0 h 2992"/>
              <a:gd name="T8" fmla="*/ 3313 w 3332"/>
              <a:gd name="T9" fmla="*/ 97 h 2992"/>
              <a:gd name="T10" fmla="*/ 3288 w 3332"/>
              <a:gd name="T11" fmla="*/ 183 h 2992"/>
              <a:gd name="T12" fmla="*/ 3259 w 3332"/>
              <a:gd name="T13" fmla="*/ 258 h 2992"/>
              <a:gd name="T14" fmla="*/ 3226 w 3332"/>
              <a:gd name="T15" fmla="*/ 323 h 2992"/>
              <a:gd name="T16" fmla="*/ 3188 w 3332"/>
              <a:gd name="T17" fmla="*/ 379 h 2992"/>
              <a:gd name="T18" fmla="*/ 3148 w 3332"/>
              <a:gd name="T19" fmla="*/ 427 h 2992"/>
              <a:gd name="T20" fmla="*/ 3103 w 3332"/>
              <a:gd name="T21" fmla="*/ 468 h 2992"/>
              <a:gd name="T22" fmla="*/ 3056 w 3332"/>
              <a:gd name="T23" fmla="*/ 504 h 2992"/>
              <a:gd name="T24" fmla="*/ 2953 w 3332"/>
              <a:gd name="T25" fmla="*/ 556 h 2992"/>
              <a:gd name="T26" fmla="*/ 2843 w 3332"/>
              <a:gd name="T27" fmla="*/ 591 h 2992"/>
              <a:gd name="T28" fmla="*/ 2686 w 3332"/>
              <a:gd name="T29" fmla="*/ 623 h 2992"/>
              <a:gd name="T30" fmla="*/ 2485 w 3332"/>
              <a:gd name="T31" fmla="*/ 661 h 2992"/>
              <a:gd name="T32" fmla="*/ 2367 w 3332"/>
              <a:gd name="T33" fmla="*/ 693 h 2992"/>
              <a:gd name="T34" fmla="*/ 2290 w 3332"/>
              <a:gd name="T35" fmla="*/ 722 h 2992"/>
              <a:gd name="T36" fmla="*/ 2182 w 3332"/>
              <a:gd name="T37" fmla="*/ 776 h 2992"/>
              <a:gd name="T38" fmla="*/ 2081 w 3332"/>
              <a:gd name="T39" fmla="*/ 836 h 2992"/>
              <a:gd name="T40" fmla="*/ 1990 w 3332"/>
              <a:gd name="T41" fmla="*/ 907 h 2992"/>
              <a:gd name="T42" fmla="*/ 1904 w 3332"/>
              <a:gd name="T43" fmla="*/ 988 h 2992"/>
              <a:gd name="T44" fmla="*/ 1821 w 3332"/>
              <a:gd name="T45" fmla="*/ 1083 h 2992"/>
              <a:gd name="T46" fmla="*/ 1743 w 3332"/>
              <a:gd name="T47" fmla="*/ 1192 h 2992"/>
              <a:gd name="T48" fmla="*/ 1667 w 3332"/>
              <a:gd name="T49" fmla="*/ 1316 h 2992"/>
              <a:gd name="T50" fmla="*/ 1589 w 3332"/>
              <a:gd name="T51" fmla="*/ 1459 h 2992"/>
              <a:gd name="T52" fmla="*/ 1483 w 3332"/>
              <a:gd name="T53" fmla="*/ 1679 h 2992"/>
              <a:gd name="T54" fmla="*/ 1370 w 3332"/>
              <a:gd name="T55" fmla="*/ 1936 h 2992"/>
              <a:gd name="T56" fmla="*/ 1327 w 3332"/>
              <a:gd name="T57" fmla="*/ 2024 h 2992"/>
              <a:gd name="T58" fmla="*/ 1293 w 3332"/>
              <a:gd name="T59" fmla="*/ 2076 h 2992"/>
              <a:gd name="T60" fmla="*/ 1258 w 3332"/>
              <a:gd name="T61" fmla="*/ 2119 h 2992"/>
              <a:gd name="T62" fmla="*/ 1220 w 3332"/>
              <a:gd name="T63" fmla="*/ 2154 h 2992"/>
              <a:gd name="T64" fmla="*/ 1183 w 3332"/>
              <a:gd name="T65" fmla="*/ 2181 h 2992"/>
              <a:gd name="T66" fmla="*/ 1130 w 3332"/>
              <a:gd name="T67" fmla="*/ 2205 h 2992"/>
              <a:gd name="T68" fmla="*/ 1046 w 3332"/>
              <a:gd name="T69" fmla="*/ 2224 h 2992"/>
              <a:gd name="T70" fmla="*/ 959 w 3332"/>
              <a:gd name="T71" fmla="*/ 2225 h 2992"/>
              <a:gd name="T72" fmla="*/ 839 w 3332"/>
              <a:gd name="T73" fmla="*/ 2213 h 2992"/>
              <a:gd name="T74" fmla="*/ 716 w 3332"/>
              <a:gd name="T75" fmla="*/ 2201 h 2992"/>
              <a:gd name="T76" fmla="*/ 624 w 3332"/>
              <a:gd name="T77" fmla="*/ 2201 h 2992"/>
              <a:gd name="T78" fmla="*/ 531 w 3332"/>
              <a:gd name="T79" fmla="*/ 2218 h 2992"/>
              <a:gd name="T80" fmla="*/ 471 w 3332"/>
              <a:gd name="T81" fmla="*/ 2240 h 2992"/>
              <a:gd name="T82" fmla="*/ 373 w 3332"/>
              <a:gd name="T83" fmla="*/ 2294 h 2992"/>
              <a:gd name="T84" fmla="*/ 289 w 3332"/>
              <a:gd name="T85" fmla="*/ 2355 h 2992"/>
              <a:gd name="T86" fmla="*/ 218 w 3332"/>
              <a:gd name="T87" fmla="*/ 2421 h 2992"/>
              <a:gd name="T88" fmla="*/ 160 w 3332"/>
              <a:gd name="T89" fmla="*/ 2491 h 2992"/>
              <a:gd name="T90" fmla="*/ 111 w 3332"/>
              <a:gd name="T91" fmla="*/ 2566 h 2992"/>
              <a:gd name="T92" fmla="*/ 74 w 3332"/>
              <a:gd name="T93" fmla="*/ 2643 h 2992"/>
              <a:gd name="T94" fmla="*/ 46 w 3332"/>
              <a:gd name="T95" fmla="*/ 2720 h 2992"/>
              <a:gd name="T96" fmla="*/ 24 w 3332"/>
              <a:gd name="T97" fmla="*/ 2797 h 2992"/>
              <a:gd name="T98" fmla="*/ 4 w 3332"/>
              <a:gd name="T99" fmla="*/ 2945 h 29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332" h="2992">
                <a:moveTo>
                  <a:pt x="3279" y="2992"/>
                </a:moveTo>
                <a:lnTo>
                  <a:pt x="3279" y="2992"/>
                </a:lnTo>
                <a:lnTo>
                  <a:pt x="3290" y="2991"/>
                </a:lnTo>
                <a:lnTo>
                  <a:pt x="3299" y="2987"/>
                </a:lnTo>
                <a:lnTo>
                  <a:pt x="3309" y="2982"/>
                </a:lnTo>
                <a:lnTo>
                  <a:pt x="3316" y="2976"/>
                </a:lnTo>
                <a:lnTo>
                  <a:pt x="3324" y="2969"/>
                </a:lnTo>
                <a:lnTo>
                  <a:pt x="3328" y="2959"/>
                </a:lnTo>
                <a:lnTo>
                  <a:pt x="3331" y="2950"/>
                </a:lnTo>
                <a:lnTo>
                  <a:pt x="3332" y="2939"/>
                </a:lnTo>
                <a:lnTo>
                  <a:pt x="3332" y="0"/>
                </a:lnTo>
                <a:lnTo>
                  <a:pt x="3332" y="0"/>
                </a:lnTo>
                <a:lnTo>
                  <a:pt x="3326" y="34"/>
                </a:lnTo>
                <a:lnTo>
                  <a:pt x="3320" y="66"/>
                </a:lnTo>
                <a:lnTo>
                  <a:pt x="3313" y="97"/>
                </a:lnTo>
                <a:lnTo>
                  <a:pt x="3305" y="126"/>
                </a:lnTo>
                <a:lnTo>
                  <a:pt x="3297" y="155"/>
                </a:lnTo>
                <a:lnTo>
                  <a:pt x="3288" y="183"/>
                </a:lnTo>
                <a:lnTo>
                  <a:pt x="3279" y="208"/>
                </a:lnTo>
                <a:lnTo>
                  <a:pt x="3269" y="234"/>
                </a:lnTo>
                <a:lnTo>
                  <a:pt x="3259" y="258"/>
                </a:lnTo>
                <a:lnTo>
                  <a:pt x="3249" y="281"/>
                </a:lnTo>
                <a:lnTo>
                  <a:pt x="3238" y="303"/>
                </a:lnTo>
                <a:lnTo>
                  <a:pt x="3226" y="323"/>
                </a:lnTo>
                <a:lnTo>
                  <a:pt x="3213" y="343"/>
                </a:lnTo>
                <a:lnTo>
                  <a:pt x="3201" y="362"/>
                </a:lnTo>
                <a:lnTo>
                  <a:pt x="3188" y="379"/>
                </a:lnTo>
                <a:lnTo>
                  <a:pt x="3176" y="396"/>
                </a:lnTo>
                <a:lnTo>
                  <a:pt x="3161" y="413"/>
                </a:lnTo>
                <a:lnTo>
                  <a:pt x="3148" y="427"/>
                </a:lnTo>
                <a:lnTo>
                  <a:pt x="3134" y="442"/>
                </a:lnTo>
                <a:lnTo>
                  <a:pt x="3118" y="456"/>
                </a:lnTo>
                <a:lnTo>
                  <a:pt x="3103" y="468"/>
                </a:lnTo>
                <a:lnTo>
                  <a:pt x="3088" y="481"/>
                </a:lnTo>
                <a:lnTo>
                  <a:pt x="3072" y="493"/>
                </a:lnTo>
                <a:lnTo>
                  <a:pt x="3056" y="504"/>
                </a:lnTo>
                <a:lnTo>
                  <a:pt x="3024" y="523"/>
                </a:lnTo>
                <a:lnTo>
                  <a:pt x="2989" y="540"/>
                </a:lnTo>
                <a:lnTo>
                  <a:pt x="2953" y="556"/>
                </a:lnTo>
                <a:lnTo>
                  <a:pt x="2917" y="569"/>
                </a:lnTo>
                <a:lnTo>
                  <a:pt x="2881" y="581"/>
                </a:lnTo>
                <a:lnTo>
                  <a:pt x="2843" y="591"/>
                </a:lnTo>
                <a:lnTo>
                  <a:pt x="2805" y="600"/>
                </a:lnTo>
                <a:lnTo>
                  <a:pt x="2766" y="609"/>
                </a:lnTo>
                <a:lnTo>
                  <a:pt x="2686" y="623"/>
                </a:lnTo>
                <a:lnTo>
                  <a:pt x="2606" y="638"/>
                </a:lnTo>
                <a:lnTo>
                  <a:pt x="2525" y="652"/>
                </a:lnTo>
                <a:lnTo>
                  <a:pt x="2485" y="661"/>
                </a:lnTo>
                <a:lnTo>
                  <a:pt x="2446" y="670"/>
                </a:lnTo>
                <a:lnTo>
                  <a:pt x="2406" y="681"/>
                </a:lnTo>
                <a:lnTo>
                  <a:pt x="2367" y="693"/>
                </a:lnTo>
                <a:lnTo>
                  <a:pt x="2328" y="707"/>
                </a:lnTo>
                <a:lnTo>
                  <a:pt x="2290" y="722"/>
                </a:lnTo>
                <a:lnTo>
                  <a:pt x="2290" y="722"/>
                </a:lnTo>
                <a:lnTo>
                  <a:pt x="2253" y="739"/>
                </a:lnTo>
                <a:lnTo>
                  <a:pt x="2217" y="756"/>
                </a:lnTo>
                <a:lnTo>
                  <a:pt x="2182" y="776"/>
                </a:lnTo>
                <a:lnTo>
                  <a:pt x="2147" y="795"/>
                </a:lnTo>
                <a:lnTo>
                  <a:pt x="2114" y="815"/>
                </a:lnTo>
                <a:lnTo>
                  <a:pt x="2081" y="836"/>
                </a:lnTo>
                <a:lnTo>
                  <a:pt x="2050" y="859"/>
                </a:lnTo>
                <a:lnTo>
                  <a:pt x="2020" y="882"/>
                </a:lnTo>
                <a:lnTo>
                  <a:pt x="1990" y="907"/>
                </a:lnTo>
                <a:lnTo>
                  <a:pt x="1961" y="933"/>
                </a:lnTo>
                <a:lnTo>
                  <a:pt x="1932" y="961"/>
                </a:lnTo>
                <a:lnTo>
                  <a:pt x="1904" y="988"/>
                </a:lnTo>
                <a:lnTo>
                  <a:pt x="1876" y="1019"/>
                </a:lnTo>
                <a:lnTo>
                  <a:pt x="1849" y="1050"/>
                </a:lnTo>
                <a:lnTo>
                  <a:pt x="1821" y="1083"/>
                </a:lnTo>
                <a:lnTo>
                  <a:pt x="1796" y="1118"/>
                </a:lnTo>
                <a:lnTo>
                  <a:pt x="1769" y="1154"/>
                </a:lnTo>
                <a:lnTo>
                  <a:pt x="1743" y="1192"/>
                </a:lnTo>
                <a:lnTo>
                  <a:pt x="1717" y="1231"/>
                </a:lnTo>
                <a:lnTo>
                  <a:pt x="1692" y="1273"/>
                </a:lnTo>
                <a:lnTo>
                  <a:pt x="1667" y="1316"/>
                </a:lnTo>
                <a:lnTo>
                  <a:pt x="1640" y="1362"/>
                </a:lnTo>
                <a:lnTo>
                  <a:pt x="1615" y="1409"/>
                </a:lnTo>
                <a:lnTo>
                  <a:pt x="1589" y="1459"/>
                </a:lnTo>
                <a:lnTo>
                  <a:pt x="1563" y="1511"/>
                </a:lnTo>
                <a:lnTo>
                  <a:pt x="1536" y="1564"/>
                </a:lnTo>
                <a:lnTo>
                  <a:pt x="1483" y="1679"/>
                </a:lnTo>
                <a:lnTo>
                  <a:pt x="1427" y="1802"/>
                </a:lnTo>
                <a:lnTo>
                  <a:pt x="1370" y="1936"/>
                </a:lnTo>
                <a:lnTo>
                  <a:pt x="1370" y="1936"/>
                </a:lnTo>
                <a:lnTo>
                  <a:pt x="1349" y="1982"/>
                </a:lnTo>
                <a:lnTo>
                  <a:pt x="1338" y="2003"/>
                </a:lnTo>
                <a:lnTo>
                  <a:pt x="1327" y="2024"/>
                </a:lnTo>
                <a:lnTo>
                  <a:pt x="1316" y="2042"/>
                </a:lnTo>
                <a:lnTo>
                  <a:pt x="1305" y="2060"/>
                </a:lnTo>
                <a:lnTo>
                  <a:pt x="1293" y="2076"/>
                </a:lnTo>
                <a:lnTo>
                  <a:pt x="1282" y="2091"/>
                </a:lnTo>
                <a:lnTo>
                  <a:pt x="1270" y="2106"/>
                </a:lnTo>
                <a:lnTo>
                  <a:pt x="1258" y="2119"/>
                </a:lnTo>
                <a:lnTo>
                  <a:pt x="1246" y="2132"/>
                </a:lnTo>
                <a:lnTo>
                  <a:pt x="1234" y="2143"/>
                </a:lnTo>
                <a:lnTo>
                  <a:pt x="1220" y="2154"/>
                </a:lnTo>
                <a:lnTo>
                  <a:pt x="1208" y="2164"/>
                </a:lnTo>
                <a:lnTo>
                  <a:pt x="1195" y="2172"/>
                </a:lnTo>
                <a:lnTo>
                  <a:pt x="1183" y="2181"/>
                </a:lnTo>
                <a:lnTo>
                  <a:pt x="1170" y="2188"/>
                </a:lnTo>
                <a:lnTo>
                  <a:pt x="1156" y="2194"/>
                </a:lnTo>
                <a:lnTo>
                  <a:pt x="1130" y="2205"/>
                </a:lnTo>
                <a:lnTo>
                  <a:pt x="1102" y="2213"/>
                </a:lnTo>
                <a:lnTo>
                  <a:pt x="1074" y="2219"/>
                </a:lnTo>
                <a:lnTo>
                  <a:pt x="1046" y="2224"/>
                </a:lnTo>
                <a:lnTo>
                  <a:pt x="1017" y="2225"/>
                </a:lnTo>
                <a:lnTo>
                  <a:pt x="988" y="2227"/>
                </a:lnTo>
                <a:lnTo>
                  <a:pt x="959" y="2225"/>
                </a:lnTo>
                <a:lnTo>
                  <a:pt x="930" y="2223"/>
                </a:lnTo>
                <a:lnTo>
                  <a:pt x="900" y="2221"/>
                </a:lnTo>
                <a:lnTo>
                  <a:pt x="839" y="2213"/>
                </a:lnTo>
                <a:lnTo>
                  <a:pt x="778" y="2207"/>
                </a:lnTo>
                <a:lnTo>
                  <a:pt x="748" y="2204"/>
                </a:lnTo>
                <a:lnTo>
                  <a:pt x="716" y="2201"/>
                </a:lnTo>
                <a:lnTo>
                  <a:pt x="686" y="2200"/>
                </a:lnTo>
                <a:lnTo>
                  <a:pt x="654" y="2200"/>
                </a:lnTo>
                <a:lnTo>
                  <a:pt x="624" y="2201"/>
                </a:lnTo>
                <a:lnTo>
                  <a:pt x="593" y="2205"/>
                </a:lnTo>
                <a:lnTo>
                  <a:pt x="563" y="2210"/>
                </a:lnTo>
                <a:lnTo>
                  <a:pt x="531" y="2218"/>
                </a:lnTo>
                <a:lnTo>
                  <a:pt x="501" y="2228"/>
                </a:lnTo>
                <a:lnTo>
                  <a:pt x="471" y="2240"/>
                </a:lnTo>
                <a:lnTo>
                  <a:pt x="471" y="2240"/>
                </a:lnTo>
                <a:lnTo>
                  <a:pt x="437" y="2257"/>
                </a:lnTo>
                <a:lnTo>
                  <a:pt x="404" y="2275"/>
                </a:lnTo>
                <a:lnTo>
                  <a:pt x="373" y="2294"/>
                </a:lnTo>
                <a:lnTo>
                  <a:pt x="344" y="2314"/>
                </a:lnTo>
                <a:lnTo>
                  <a:pt x="316" y="2333"/>
                </a:lnTo>
                <a:lnTo>
                  <a:pt x="289" y="2355"/>
                </a:lnTo>
                <a:lnTo>
                  <a:pt x="264" y="2377"/>
                </a:lnTo>
                <a:lnTo>
                  <a:pt x="241" y="2398"/>
                </a:lnTo>
                <a:lnTo>
                  <a:pt x="218" y="2421"/>
                </a:lnTo>
                <a:lnTo>
                  <a:pt x="197" y="2444"/>
                </a:lnTo>
                <a:lnTo>
                  <a:pt x="178" y="2467"/>
                </a:lnTo>
                <a:lnTo>
                  <a:pt x="160" y="2491"/>
                </a:lnTo>
                <a:lnTo>
                  <a:pt x="143" y="2517"/>
                </a:lnTo>
                <a:lnTo>
                  <a:pt x="126" y="2541"/>
                </a:lnTo>
                <a:lnTo>
                  <a:pt x="111" y="2566"/>
                </a:lnTo>
                <a:lnTo>
                  <a:pt x="98" y="2592"/>
                </a:lnTo>
                <a:lnTo>
                  <a:pt x="86" y="2617"/>
                </a:lnTo>
                <a:lnTo>
                  <a:pt x="74" y="2643"/>
                </a:lnTo>
                <a:lnTo>
                  <a:pt x="64" y="2668"/>
                </a:lnTo>
                <a:lnTo>
                  <a:pt x="55" y="2695"/>
                </a:lnTo>
                <a:lnTo>
                  <a:pt x="46" y="2720"/>
                </a:lnTo>
                <a:lnTo>
                  <a:pt x="38" y="2745"/>
                </a:lnTo>
                <a:lnTo>
                  <a:pt x="32" y="2772"/>
                </a:lnTo>
                <a:lnTo>
                  <a:pt x="24" y="2797"/>
                </a:lnTo>
                <a:lnTo>
                  <a:pt x="15" y="2848"/>
                </a:lnTo>
                <a:lnTo>
                  <a:pt x="7" y="2898"/>
                </a:lnTo>
                <a:lnTo>
                  <a:pt x="4" y="2945"/>
                </a:lnTo>
                <a:lnTo>
                  <a:pt x="0" y="2992"/>
                </a:lnTo>
                <a:lnTo>
                  <a:pt x="3279" y="2992"/>
                </a:lnTo>
                <a:close/>
              </a:path>
            </a:pathLst>
          </a:custGeom>
          <a:gradFill flip="none" rotWithShape="1">
            <a:gsLst>
              <a:gs pos="42000">
                <a:srgbClr val="F4AAA6"/>
              </a:gs>
              <a:gs pos="0">
                <a:schemeClr val="accent1"/>
              </a:gs>
              <a:gs pos="100000">
                <a:schemeClr val="accent4">
                  <a:lumMod val="40000"/>
                  <a:lumOff val="6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>
              <a:solidFill>
                <a:schemeClr val="lt1"/>
              </a:solidFill>
            </a:endParaRPr>
          </a:p>
        </p:txBody>
      </p:sp>
      <p:sp>
        <p:nvSpPr>
          <p:cNvPr id="449" name="Freeform 433">
            <a:extLst>
              <a:ext uri="{FF2B5EF4-FFF2-40B4-BE49-F238E27FC236}">
                <a16:creationId xmlns:a16="http://schemas.microsoft.com/office/drawing/2014/main" id="{4C6DB622-1347-EC44-9887-D4CA8E87224A}"/>
              </a:ext>
            </a:extLst>
          </p:cNvPr>
          <p:cNvSpPr>
            <a:spLocks/>
          </p:cNvSpPr>
          <p:nvPr/>
        </p:nvSpPr>
        <p:spPr bwMode="auto">
          <a:xfrm>
            <a:off x="2129200" y="226285"/>
            <a:ext cx="1874519" cy="1062934"/>
          </a:xfrm>
          <a:custGeom>
            <a:avLst/>
            <a:gdLst>
              <a:gd name="T0" fmla="*/ 1029 w 1238"/>
              <a:gd name="T1" fmla="*/ 701 h 701"/>
              <a:gd name="T2" fmla="*/ 1072 w 1238"/>
              <a:gd name="T3" fmla="*/ 694 h 701"/>
              <a:gd name="T4" fmla="*/ 1110 w 1238"/>
              <a:gd name="T5" fmla="*/ 681 h 701"/>
              <a:gd name="T6" fmla="*/ 1147 w 1238"/>
              <a:gd name="T7" fmla="*/ 659 h 701"/>
              <a:gd name="T8" fmla="*/ 1177 w 1238"/>
              <a:gd name="T9" fmla="*/ 632 h 701"/>
              <a:gd name="T10" fmla="*/ 1202 w 1238"/>
              <a:gd name="T11" fmla="*/ 601 h 701"/>
              <a:gd name="T12" fmla="*/ 1222 w 1238"/>
              <a:gd name="T13" fmla="*/ 563 h 701"/>
              <a:gd name="T14" fmla="*/ 1234 w 1238"/>
              <a:gd name="T15" fmla="*/ 523 h 701"/>
              <a:gd name="T16" fmla="*/ 1238 w 1238"/>
              <a:gd name="T17" fmla="*/ 480 h 701"/>
              <a:gd name="T18" fmla="*/ 1237 w 1238"/>
              <a:gd name="T19" fmla="*/ 458 h 701"/>
              <a:gd name="T20" fmla="*/ 1229 w 1238"/>
              <a:gd name="T21" fmla="*/ 414 h 701"/>
              <a:gd name="T22" fmla="*/ 1212 w 1238"/>
              <a:gd name="T23" fmla="*/ 375 h 701"/>
              <a:gd name="T24" fmla="*/ 1188 w 1238"/>
              <a:gd name="T25" fmla="*/ 340 h 701"/>
              <a:gd name="T26" fmla="*/ 1157 w 1238"/>
              <a:gd name="T27" fmla="*/ 309 h 701"/>
              <a:gd name="T28" fmla="*/ 1122 w 1238"/>
              <a:gd name="T29" fmla="*/ 286 h 701"/>
              <a:gd name="T30" fmla="*/ 1082 w 1238"/>
              <a:gd name="T31" fmla="*/ 269 h 701"/>
              <a:gd name="T32" fmla="*/ 1040 w 1238"/>
              <a:gd name="T33" fmla="*/ 260 h 701"/>
              <a:gd name="T34" fmla="*/ 1017 w 1238"/>
              <a:gd name="T35" fmla="*/ 259 h 701"/>
              <a:gd name="T36" fmla="*/ 984 w 1238"/>
              <a:gd name="T37" fmla="*/ 261 h 701"/>
              <a:gd name="T38" fmla="*/ 953 w 1238"/>
              <a:gd name="T39" fmla="*/ 268 h 701"/>
              <a:gd name="T40" fmla="*/ 945 w 1238"/>
              <a:gd name="T41" fmla="*/ 240 h 701"/>
              <a:gd name="T42" fmla="*/ 922 w 1238"/>
              <a:gd name="T43" fmla="*/ 186 h 701"/>
              <a:gd name="T44" fmla="*/ 890 w 1238"/>
              <a:gd name="T45" fmla="*/ 138 h 701"/>
              <a:gd name="T46" fmla="*/ 851 w 1238"/>
              <a:gd name="T47" fmla="*/ 95 h 701"/>
              <a:gd name="T48" fmla="*/ 807 w 1238"/>
              <a:gd name="T49" fmla="*/ 59 h 701"/>
              <a:gd name="T50" fmla="*/ 756 w 1238"/>
              <a:gd name="T51" fmla="*/ 31 h 701"/>
              <a:gd name="T52" fmla="*/ 700 w 1238"/>
              <a:gd name="T53" fmla="*/ 11 h 701"/>
              <a:gd name="T54" fmla="*/ 641 w 1238"/>
              <a:gd name="T55" fmla="*/ 1 h 701"/>
              <a:gd name="T56" fmla="*/ 611 w 1238"/>
              <a:gd name="T57" fmla="*/ 0 h 701"/>
              <a:gd name="T58" fmla="*/ 550 w 1238"/>
              <a:gd name="T59" fmla="*/ 5 h 701"/>
              <a:gd name="T60" fmla="*/ 493 w 1238"/>
              <a:gd name="T61" fmla="*/ 19 h 701"/>
              <a:gd name="T62" fmla="*/ 440 w 1238"/>
              <a:gd name="T63" fmla="*/ 43 h 701"/>
              <a:gd name="T64" fmla="*/ 393 w 1238"/>
              <a:gd name="T65" fmla="*/ 75 h 701"/>
              <a:gd name="T66" fmla="*/ 351 w 1238"/>
              <a:gd name="T67" fmla="*/ 113 h 701"/>
              <a:gd name="T68" fmla="*/ 316 w 1238"/>
              <a:gd name="T69" fmla="*/ 159 h 701"/>
              <a:gd name="T70" fmla="*/ 289 w 1238"/>
              <a:gd name="T71" fmla="*/ 209 h 701"/>
              <a:gd name="T72" fmla="*/ 270 w 1238"/>
              <a:gd name="T73" fmla="*/ 265 h 701"/>
              <a:gd name="T74" fmla="*/ 246 w 1238"/>
              <a:gd name="T75" fmla="*/ 261 h 701"/>
              <a:gd name="T76" fmla="*/ 221 w 1238"/>
              <a:gd name="T77" fmla="*/ 259 h 701"/>
              <a:gd name="T78" fmla="*/ 198 w 1238"/>
              <a:gd name="T79" fmla="*/ 260 h 701"/>
              <a:gd name="T80" fmla="*/ 155 w 1238"/>
              <a:gd name="T81" fmla="*/ 269 h 701"/>
              <a:gd name="T82" fmla="*/ 116 w 1238"/>
              <a:gd name="T83" fmla="*/ 286 h 701"/>
              <a:gd name="T84" fmla="*/ 80 w 1238"/>
              <a:gd name="T85" fmla="*/ 309 h 701"/>
              <a:gd name="T86" fmla="*/ 51 w 1238"/>
              <a:gd name="T87" fmla="*/ 340 h 701"/>
              <a:gd name="T88" fmla="*/ 27 w 1238"/>
              <a:gd name="T89" fmla="*/ 375 h 701"/>
              <a:gd name="T90" fmla="*/ 10 w 1238"/>
              <a:gd name="T91" fmla="*/ 414 h 701"/>
              <a:gd name="T92" fmla="*/ 1 w 1238"/>
              <a:gd name="T93" fmla="*/ 458 h 701"/>
              <a:gd name="T94" fmla="*/ 0 w 1238"/>
              <a:gd name="T95" fmla="*/ 480 h 701"/>
              <a:gd name="T96" fmla="*/ 4 w 1238"/>
              <a:gd name="T97" fmla="*/ 522 h 701"/>
              <a:gd name="T98" fmla="*/ 16 w 1238"/>
              <a:gd name="T99" fmla="*/ 562 h 701"/>
              <a:gd name="T100" fmla="*/ 34 w 1238"/>
              <a:gd name="T101" fmla="*/ 598 h 701"/>
              <a:gd name="T102" fmla="*/ 59 w 1238"/>
              <a:gd name="T103" fmla="*/ 631 h 701"/>
              <a:gd name="T104" fmla="*/ 90 w 1238"/>
              <a:gd name="T105" fmla="*/ 658 h 701"/>
              <a:gd name="T106" fmla="*/ 123 w 1238"/>
              <a:gd name="T107" fmla="*/ 678 h 701"/>
              <a:gd name="T108" fmla="*/ 162 w 1238"/>
              <a:gd name="T109" fmla="*/ 693 h 701"/>
              <a:gd name="T110" fmla="*/ 203 w 1238"/>
              <a:gd name="T111" fmla="*/ 70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38" h="701">
                <a:moveTo>
                  <a:pt x="1029" y="701"/>
                </a:moveTo>
                <a:lnTo>
                  <a:pt x="1029" y="701"/>
                </a:lnTo>
                <a:lnTo>
                  <a:pt x="1051" y="699"/>
                </a:lnTo>
                <a:lnTo>
                  <a:pt x="1072" y="694"/>
                </a:lnTo>
                <a:lnTo>
                  <a:pt x="1091" y="688"/>
                </a:lnTo>
                <a:lnTo>
                  <a:pt x="1110" y="681"/>
                </a:lnTo>
                <a:lnTo>
                  <a:pt x="1130" y="671"/>
                </a:lnTo>
                <a:lnTo>
                  <a:pt x="1147" y="659"/>
                </a:lnTo>
                <a:lnTo>
                  <a:pt x="1162" y="647"/>
                </a:lnTo>
                <a:lnTo>
                  <a:pt x="1177" y="632"/>
                </a:lnTo>
                <a:lnTo>
                  <a:pt x="1191" y="616"/>
                </a:lnTo>
                <a:lnTo>
                  <a:pt x="1202" y="601"/>
                </a:lnTo>
                <a:lnTo>
                  <a:pt x="1213" y="583"/>
                </a:lnTo>
                <a:lnTo>
                  <a:pt x="1222" y="563"/>
                </a:lnTo>
                <a:lnTo>
                  <a:pt x="1229" y="544"/>
                </a:lnTo>
                <a:lnTo>
                  <a:pt x="1234" y="523"/>
                </a:lnTo>
                <a:lnTo>
                  <a:pt x="1237" y="502"/>
                </a:lnTo>
                <a:lnTo>
                  <a:pt x="1238" y="480"/>
                </a:lnTo>
                <a:lnTo>
                  <a:pt x="1238" y="480"/>
                </a:lnTo>
                <a:lnTo>
                  <a:pt x="1237" y="458"/>
                </a:lnTo>
                <a:lnTo>
                  <a:pt x="1234" y="435"/>
                </a:lnTo>
                <a:lnTo>
                  <a:pt x="1229" y="414"/>
                </a:lnTo>
                <a:lnTo>
                  <a:pt x="1220" y="394"/>
                </a:lnTo>
                <a:lnTo>
                  <a:pt x="1212" y="375"/>
                </a:lnTo>
                <a:lnTo>
                  <a:pt x="1201" y="356"/>
                </a:lnTo>
                <a:lnTo>
                  <a:pt x="1188" y="340"/>
                </a:lnTo>
                <a:lnTo>
                  <a:pt x="1173" y="324"/>
                </a:lnTo>
                <a:lnTo>
                  <a:pt x="1157" y="309"/>
                </a:lnTo>
                <a:lnTo>
                  <a:pt x="1140" y="297"/>
                </a:lnTo>
                <a:lnTo>
                  <a:pt x="1122" y="286"/>
                </a:lnTo>
                <a:lnTo>
                  <a:pt x="1103" y="277"/>
                </a:lnTo>
                <a:lnTo>
                  <a:pt x="1082" y="269"/>
                </a:lnTo>
                <a:lnTo>
                  <a:pt x="1062" y="263"/>
                </a:lnTo>
                <a:lnTo>
                  <a:pt x="1040" y="260"/>
                </a:lnTo>
                <a:lnTo>
                  <a:pt x="1017" y="259"/>
                </a:lnTo>
                <a:lnTo>
                  <a:pt x="1017" y="259"/>
                </a:lnTo>
                <a:lnTo>
                  <a:pt x="1000" y="260"/>
                </a:lnTo>
                <a:lnTo>
                  <a:pt x="984" y="261"/>
                </a:lnTo>
                <a:lnTo>
                  <a:pt x="969" y="265"/>
                </a:lnTo>
                <a:lnTo>
                  <a:pt x="953" y="268"/>
                </a:lnTo>
                <a:lnTo>
                  <a:pt x="953" y="268"/>
                </a:lnTo>
                <a:lnTo>
                  <a:pt x="945" y="240"/>
                </a:lnTo>
                <a:lnTo>
                  <a:pt x="935" y="213"/>
                </a:lnTo>
                <a:lnTo>
                  <a:pt x="922" y="186"/>
                </a:lnTo>
                <a:lnTo>
                  <a:pt x="907" y="162"/>
                </a:lnTo>
                <a:lnTo>
                  <a:pt x="890" y="138"/>
                </a:lnTo>
                <a:lnTo>
                  <a:pt x="872" y="116"/>
                </a:lnTo>
                <a:lnTo>
                  <a:pt x="851" y="95"/>
                </a:lnTo>
                <a:lnTo>
                  <a:pt x="830" y="76"/>
                </a:lnTo>
                <a:lnTo>
                  <a:pt x="807" y="59"/>
                </a:lnTo>
                <a:lnTo>
                  <a:pt x="783" y="43"/>
                </a:lnTo>
                <a:lnTo>
                  <a:pt x="756" y="31"/>
                </a:lnTo>
                <a:lnTo>
                  <a:pt x="729" y="20"/>
                </a:lnTo>
                <a:lnTo>
                  <a:pt x="700" y="11"/>
                </a:lnTo>
                <a:lnTo>
                  <a:pt x="671" y="5"/>
                </a:lnTo>
                <a:lnTo>
                  <a:pt x="641" y="1"/>
                </a:lnTo>
                <a:lnTo>
                  <a:pt x="611" y="0"/>
                </a:lnTo>
                <a:lnTo>
                  <a:pt x="611" y="0"/>
                </a:lnTo>
                <a:lnTo>
                  <a:pt x="581" y="1"/>
                </a:lnTo>
                <a:lnTo>
                  <a:pt x="550" y="5"/>
                </a:lnTo>
                <a:lnTo>
                  <a:pt x="521" y="11"/>
                </a:lnTo>
                <a:lnTo>
                  <a:pt x="493" y="19"/>
                </a:lnTo>
                <a:lnTo>
                  <a:pt x="467" y="30"/>
                </a:lnTo>
                <a:lnTo>
                  <a:pt x="440" y="43"/>
                </a:lnTo>
                <a:lnTo>
                  <a:pt x="416" y="58"/>
                </a:lnTo>
                <a:lnTo>
                  <a:pt x="393" y="75"/>
                </a:lnTo>
                <a:lnTo>
                  <a:pt x="371" y="93"/>
                </a:lnTo>
                <a:lnTo>
                  <a:pt x="351" y="113"/>
                </a:lnTo>
                <a:lnTo>
                  <a:pt x="333" y="135"/>
                </a:lnTo>
                <a:lnTo>
                  <a:pt x="316" y="159"/>
                </a:lnTo>
                <a:lnTo>
                  <a:pt x="301" y="184"/>
                </a:lnTo>
                <a:lnTo>
                  <a:pt x="289" y="209"/>
                </a:lnTo>
                <a:lnTo>
                  <a:pt x="278" y="237"/>
                </a:lnTo>
                <a:lnTo>
                  <a:pt x="270" y="265"/>
                </a:lnTo>
                <a:lnTo>
                  <a:pt x="270" y="265"/>
                </a:lnTo>
                <a:lnTo>
                  <a:pt x="246" y="261"/>
                </a:lnTo>
                <a:lnTo>
                  <a:pt x="233" y="260"/>
                </a:lnTo>
                <a:lnTo>
                  <a:pt x="221" y="259"/>
                </a:lnTo>
                <a:lnTo>
                  <a:pt x="221" y="259"/>
                </a:lnTo>
                <a:lnTo>
                  <a:pt x="198" y="260"/>
                </a:lnTo>
                <a:lnTo>
                  <a:pt x="177" y="263"/>
                </a:lnTo>
                <a:lnTo>
                  <a:pt x="155" y="269"/>
                </a:lnTo>
                <a:lnTo>
                  <a:pt x="136" y="277"/>
                </a:lnTo>
                <a:lnTo>
                  <a:pt x="116" y="286"/>
                </a:lnTo>
                <a:lnTo>
                  <a:pt x="97" y="297"/>
                </a:lnTo>
                <a:lnTo>
                  <a:pt x="80" y="309"/>
                </a:lnTo>
                <a:lnTo>
                  <a:pt x="64" y="324"/>
                </a:lnTo>
                <a:lnTo>
                  <a:pt x="51" y="340"/>
                </a:lnTo>
                <a:lnTo>
                  <a:pt x="38" y="356"/>
                </a:lnTo>
                <a:lnTo>
                  <a:pt x="27" y="375"/>
                </a:lnTo>
                <a:lnTo>
                  <a:pt x="17" y="394"/>
                </a:lnTo>
                <a:lnTo>
                  <a:pt x="10" y="414"/>
                </a:lnTo>
                <a:lnTo>
                  <a:pt x="5" y="435"/>
                </a:lnTo>
                <a:lnTo>
                  <a:pt x="1" y="458"/>
                </a:lnTo>
                <a:lnTo>
                  <a:pt x="0" y="480"/>
                </a:lnTo>
                <a:lnTo>
                  <a:pt x="0" y="480"/>
                </a:lnTo>
                <a:lnTo>
                  <a:pt x="1" y="502"/>
                </a:lnTo>
                <a:lnTo>
                  <a:pt x="4" y="522"/>
                </a:lnTo>
                <a:lnTo>
                  <a:pt x="9" y="543"/>
                </a:lnTo>
                <a:lnTo>
                  <a:pt x="16" y="562"/>
                </a:lnTo>
                <a:lnTo>
                  <a:pt x="24" y="581"/>
                </a:lnTo>
                <a:lnTo>
                  <a:pt x="34" y="598"/>
                </a:lnTo>
                <a:lnTo>
                  <a:pt x="46" y="615"/>
                </a:lnTo>
                <a:lnTo>
                  <a:pt x="59" y="631"/>
                </a:lnTo>
                <a:lnTo>
                  <a:pt x="74" y="644"/>
                </a:lnTo>
                <a:lnTo>
                  <a:pt x="90" y="658"/>
                </a:lnTo>
                <a:lnTo>
                  <a:pt x="105" y="668"/>
                </a:lnTo>
                <a:lnTo>
                  <a:pt x="123" y="678"/>
                </a:lnTo>
                <a:lnTo>
                  <a:pt x="143" y="687"/>
                </a:lnTo>
                <a:lnTo>
                  <a:pt x="162" y="693"/>
                </a:lnTo>
                <a:lnTo>
                  <a:pt x="183" y="697"/>
                </a:lnTo>
                <a:lnTo>
                  <a:pt x="203" y="700"/>
                </a:lnTo>
                <a:lnTo>
                  <a:pt x="1029" y="701"/>
                </a:lnTo>
                <a:close/>
              </a:path>
            </a:pathLst>
          </a:custGeom>
          <a:gradFill>
            <a:gsLst>
              <a:gs pos="17000">
                <a:schemeClr val="bg1"/>
              </a:gs>
              <a:gs pos="77000">
                <a:schemeClr val="bg1">
                  <a:alpha val="0"/>
                </a:schemeClr>
              </a:gs>
            </a:gsLst>
            <a:path path="circle">
              <a:fillToRect r="100000" b="10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8" name="Freeform 433">
            <a:extLst>
              <a:ext uri="{FF2B5EF4-FFF2-40B4-BE49-F238E27FC236}">
                <a16:creationId xmlns:a16="http://schemas.microsoft.com/office/drawing/2014/main" id="{4C06530E-9F6B-F64D-8F7E-17715D1686E5}"/>
              </a:ext>
            </a:extLst>
          </p:cNvPr>
          <p:cNvSpPr>
            <a:spLocks/>
          </p:cNvSpPr>
          <p:nvPr/>
        </p:nvSpPr>
        <p:spPr bwMode="auto">
          <a:xfrm>
            <a:off x="306761" y="978259"/>
            <a:ext cx="1874519" cy="1062934"/>
          </a:xfrm>
          <a:custGeom>
            <a:avLst/>
            <a:gdLst>
              <a:gd name="T0" fmla="*/ 1029 w 1238"/>
              <a:gd name="T1" fmla="*/ 701 h 701"/>
              <a:gd name="T2" fmla="*/ 1072 w 1238"/>
              <a:gd name="T3" fmla="*/ 694 h 701"/>
              <a:gd name="T4" fmla="*/ 1110 w 1238"/>
              <a:gd name="T5" fmla="*/ 681 h 701"/>
              <a:gd name="T6" fmla="*/ 1147 w 1238"/>
              <a:gd name="T7" fmla="*/ 659 h 701"/>
              <a:gd name="T8" fmla="*/ 1177 w 1238"/>
              <a:gd name="T9" fmla="*/ 632 h 701"/>
              <a:gd name="T10" fmla="*/ 1202 w 1238"/>
              <a:gd name="T11" fmla="*/ 601 h 701"/>
              <a:gd name="T12" fmla="*/ 1222 w 1238"/>
              <a:gd name="T13" fmla="*/ 563 h 701"/>
              <a:gd name="T14" fmla="*/ 1234 w 1238"/>
              <a:gd name="T15" fmla="*/ 523 h 701"/>
              <a:gd name="T16" fmla="*/ 1238 w 1238"/>
              <a:gd name="T17" fmla="*/ 480 h 701"/>
              <a:gd name="T18" fmla="*/ 1237 w 1238"/>
              <a:gd name="T19" fmla="*/ 458 h 701"/>
              <a:gd name="T20" fmla="*/ 1229 w 1238"/>
              <a:gd name="T21" fmla="*/ 414 h 701"/>
              <a:gd name="T22" fmla="*/ 1212 w 1238"/>
              <a:gd name="T23" fmla="*/ 375 h 701"/>
              <a:gd name="T24" fmla="*/ 1188 w 1238"/>
              <a:gd name="T25" fmla="*/ 340 h 701"/>
              <a:gd name="T26" fmla="*/ 1157 w 1238"/>
              <a:gd name="T27" fmla="*/ 309 h 701"/>
              <a:gd name="T28" fmla="*/ 1122 w 1238"/>
              <a:gd name="T29" fmla="*/ 286 h 701"/>
              <a:gd name="T30" fmla="*/ 1082 w 1238"/>
              <a:gd name="T31" fmla="*/ 269 h 701"/>
              <a:gd name="T32" fmla="*/ 1040 w 1238"/>
              <a:gd name="T33" fmla="*/ 260 h 701"/>
              <a:gd name="T34" fmla="*/ 1017 w 1238"/>
              <a:gd name="T35" fmla="*/ 259 h 701"/>
              <a:gd name="T36" fmla="*/ 984 w 1238"/>
              <a:gd name="T37" fmla="*/ 261 h 701"/>
              <a:gd name="T38" fmla="*/ 953 w 1238"/>
              <a:gd name="T39" fmla="*/ 268 h 701"/>
              <a:gd name="T40" fmla="*/ 945 w 1238"/>
              <a:gd name="T41" fmla="*/ 240 h 701"/>
              <a:gd name="T42" fmla="*/ 922 w 1238"/>
              <a:gd name="T43" fmla="*/ 186 h 701"/>
              <a:gd name="T44" fmla="*/ 890 w 1238"/>
              <a:gd name="T45" fmla="*/ 138 h 701"/>
              <a:gd name="T46" fmla="*/ 851 w 1238"/>
              <a:gd name="T47" fmla="*/ 95 h 701"/>
              <a:gd name="T48" fmla="*/ 807 w 1238"/>
              <a:gd name="T49" fmla="*/ 59 h 701"/>
              <a:gd name="T50" fmla="*/ 756 w 1238"/>
              <a:gd name="T51" fmla="*/ 31 h 701"/>
              <a:gd name="T52" fmla="*/ 700 w 1238"/>
              <a:gd name="T53" fmla="*/ 11 h 701"/>
              <a:gd name="T54" fmla="*/ 641 w 1238"/>
              <a:gd name="T55" fmla="*/ 1 h 701"/>
              <a:gd name="T56" fmla="*/ 611 w 1238"/>
              <a:gd name="T57" fmla="*/ 0 h 701"/>
              <a:gd name="T58" fmla="*/ 550 w 1238"/>
              <a:gd name="T59" fmla="*/ 5 h 701"/>
              <a:gd name="T60" fmla="*/ 493 w 1238"/>
              <a:gd name="T61" fmla="*/ 19 h 701"/>
              <a:gd name="T62" fmla="*/ 440 w 1238"/>
              <a:gd name="T63" fmla="*/ 43 h 701"/>
              <a:gd name="T64" fmla="*/ 393 w 1238"/>
              <a:gd name="T65" fmla="*/ 75 h 701"/>
              <a:gd name="T66" fmla="*/ 351 w 1238"/>
              <a:gd name="T67" fmla="*/ 113 h 701"/>
              <a:gd name="T68" fmla="*/ 316 w 1238"/>
              <a:gd name="T69" fmla="*/ 159 h 701"/>
              <a:gd name="T70" fmla="*/ 289 w 1238"/>
              <a:gd name="T71" fmla="*/ 209 h 701"/>
              <a:gd name="T72" fmla="*/ 270 w 1238"/>
              <a:gd name="T73" fmla="*/ 265 h 701"/>
              <a:gd name="T74" fmla="*/ 246 w 1238"/>
              <a:gd name="T75" fmla="*/ 261 h 701"/>
              <a:gd name="T76" fmla="*/ 221 w 1238"/>
              <a:gd name="T77" fmla="*/ 259 h 701"/>
              <a:gd name="T78" fmla="*/ 198 w 1238"/>
              <a:gd name="T79" fmla="*/ 260 h 701"/>
              <a:gd name="T80" fmla="*/ 155 w 1238"/>
              <a:gd name="T81" fmla="*/ 269 h 701"/>
              <a:gd name="T82" fmla="*/ 116 w 1238"/>
              <a:gd name="T83" fmla="*/ 286 h 701"/>
              <a:gd name="T84" fmla="*/ 80 w 1238"/>
              <a:gd name="T85" fmla="*/ 309 h 701"/>
              <a:gd name="T86" fmla="*/ 51 w 1238"/>
              <a:gd name="T87" fmla="*/ 340 h 701"/>
              <a:gd name="T88" fmla="*/ 27 w 1238"/>
              <a:gd name="T89" fmla="*/ 375 h 701"/>
              <a:gd name="T90" fmla="*/ 10 w 1238"/>
              <a:gd name="T91" fmla="*/ 414 h 701"/>
              <a:gd name="T92" fmla="*/ 1 w 1238"/>
              <a:gd name="T93" fmla="*/ 458 h 701"/>
              <a:gd name="T94" fmla="*/ 0 w 1238"/>
              <a:gd name="T95" fmla="*/ 480 h 701"/>
              <a:gd name="T96" fmla="*/ 4 w 1238"/>
              <a:gd name="T97" fmla="*/ 522 h 701"/>
              <a:gd name="T98" fmla="*/ 16 w 1238"/>
              <a:gd name="T99" fmla="*/ 562 h 701"/>
              <a:gd name="T100" fmla="*/ 34 w 1238"/>
              <a:gd name="T101" fmla="*/ 598 h 701"/>
              <a:gd name="T102" fmla="*/ 59 w 1238"/>
              <a:gd name="T103" fmla="*/ 631 h 701"/>
              <a:gd name="T104" fmla="*/ 90 w 1238"/>
              <a:gd name="T105" fmla="*/ 658 h 701"/>
              <a:gd name="T106" fmla="*/ 123 w 1238"/>
              <a:gd name="T107" fmla="*/ 678 h 701"/>
              <a:gd name="T108" fmla="*/ 162 w 1238"/>
              <a:gd name="T109" fmla="*/ 693 h 701"/>
              <a:gd name="T110" fmla="*/ 203 w 1238"/>
              <a:gd name="T111" fmla="*/ 70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38" h="701">
                <a:moveTo>
                  <a:pt x="1029" y="701"/>
                </a:moveTo>
                <a:lnTo>
                  <a:pt x="1029" y="701"/>
                </a:lnTo>
                <a:lnTo>
                  <a:pt x="1051" y="699"/>
                </a:lnTo>
                <a:lnTo>
                  <a:pt x="1072" y="694"/>
                </a:lnTo>
                <a:lnTo>
                  <a:pt x="1091" y="688"/>
                </a:lnTo>
                <a:lnTo>
                  <a:pt x="1110" y="681"/>
                </a:lnTo>
                <a:lnTo>
                  <a:pt x="1130" y="671"/>
                </a:lnTo>
                <a:lnTo>
                  <a:pt x="1147" y="659"/>
                </a:lnTo>
                <a:lnTo>
                  <a:pt x="1162" y="647"/>
                </a:lnTo>
                <a:lnTo>
                  <a:pt x="1177" y="632"/>
                </a:lnTo>
                <a:lnTo>
                  <a:pt x="1191" y="616"/>
                </a:lnTo>
                <a:lnTo>
                  <a:pt x="1202" y="601"/>
                </a:lnTo>
                <a:lnTo>
                  <a:pt x="1213" y="583"/>
                </a:lnTo>
                <a:lnTo>
                  <a:pt x="1222" y="563"/>
                </a:lnTo>
                <a:lnTo>
                  <a:pt x="1229" y="544"/>
                </a:lnTo>
                <a:lnTo>
                  <a:pt x="1234" y="523"/>
                </a:lnTo>
                <a:lnTo>
                  <a:pt x="1237" y="502"/>
                </a:lnTo>
                <a:lnTo>
                  <a:pt x="1238" y="480"/>
                </a:lnTo>
                <a:lnTo>
                  <a:pt x="1238" y="480"/>
                </a:lnTo>
                <a:lnTo>
                  <a:pt x="1237" y="458"/>
                </a:lnTo>
                <a:lnTo>
                  <a:pt x="1234" y="435"/>
                </a:lnTo>
                <a:lnTo>
                  <a:pt x="1229" y="414"/>
                </a:lnTo>
                <a:lnTo>
                  <a:pt x="1220" y="394"/>
                </a:lnTo>
                <a:lnTo>
                  <a:pt x="1212" y="375"/>
                </a:lnTo>
                <a:lnTo>
                  <a:pt x="1201" y="356"/>
                </a:lnTo>
                <a:lnTo>
                  <a:pt x="1188" y="340"/>
                </a:lnTo>
                <a:lnTo>
                  <a:pt x="1173" y="324"/>
                </a:lnTo>
                <a:lnTo>
                  <a:pt x="1157" y="309"/>
                </a:lnTo>
                <a:lnTo>
                  <a:pt x="1140" y="297"/>
                </a:lnTo>
                <a:lnTo>
                  <a:pt x="1122" y="286"/>
                </a:lnTo>
                <a:lnTo>
                  <a:pt x="1103" y="277"/>
                </a:lnTo>
                <a:lnTo>
                  <a:pt x="1082" y="269"/>
                </a:lnTo>
                <a:lnTo>
                  <a:pt x="1062" y="263"/>
                </a:lnTo>
                <a:lnTo>
                  <a:pt x="1040" y="260"/>
                </a:lnTo>
                <a:lnTo>
                  <a:pt x="1017" y="259"/>
                </a:lnTo>
                <a:lnTo>
                  <a:pt x="1017" y="259"/>
                </a:lnTo>
                <a:lnTo>
                  <a:pt x="1000" y="260"/>
                </a:lnTo>
                <a:lnTo>
                  <a:pt x="984" y="261"/>
                </a:lnTo>
                <a:lnTo>
                  <a:pt x="969" y="265"/>
                </a:lnTo>
                <a:lnTo>
                  <a:pt x="953" y="268"/>
                </a:lnTo>
                <a:lnTo>
                  <a:pt x="953" y="268"/>
                </a:lnTo>
                <a:lnTo>
                  <a:pt x="945" y="240"/>
                </a:lnTo>
                <a:lnTo>
                  <a:pt x="935" y="213"/>
                </a:lnTo>
                <a:lnTo>
                  <a:pt x="922" y="186"/>
                </a:lnTo>
                <a:lnTo>
                  <a:pt x="907" y="162"/>
                </a:lnTo>
                <a:lnTo>
                  <a:pt x="890" y="138"/>
                </a:lnTo>
                <a:lnTo>
                  <a:pt x="872" y="116"/>
                </a:lnTo>
                <a:lnTo>
                  <a:pt x="851" y="95"/>
                </a:lnTo>
                <a:lnTo>
                  <a:pt x="830" y="76"/>
                </a:lnTo>
                <a:lnTo>
                  <a:pt x="807" y="59"/>
                </a:lnTo>
                <a:lnTo>
                  <a:pt x="783" y="43"/>
                </a:lnTo>
                <a:lnTo>
                  <a:pt x="756" y="31"/>
                </a:lnTo>
                <a:lnTo>
                  <a:pt x="729" y="20"/>
                </a:lnTo>
                <a:lnTo>
                  <a:pt x="700" y="11"/>
                </a:lnTo>
                <a:lnTo>
                  <a:pt x="671" y="5"/>
                </a:lnTo>
                <a:lnTo>
                  <a:pt x="641" y="1"/>
                </a:lnTo>
                <a:lnTo>
                  <a:pt x="611" y="0"/>
                </a:lnTo>
                <a:lnTo>
                  <a:pt x="611" y="0"/>
                </a:lnTo>
                <a:lnTo>
                  <a:pt x="581" y="1"/>
                </a:lnTo>
                <a:lnTo>
                  <a:pt x="550" y="5"/>
                </a:lnTo>
                <a:lnTo>
                  <a:pt x="521" y="11"/>
                </a:lnTo>
                <a:lnTo>
                  <a:pt x="493" y="19"/>
                </a:lnTo>
                <a:lnTo>
                  <a:pt x="467" y="30"/>
                </a:lnTo>
                <a:lnTo>
                  <a:pt x="440" y="43"/>
                </a:lnTo>
                <a:lnTo>
                  <a:pt x="416" y="58"/>
                </a:lnTo>
                <a:lnTo>
                  <a:pt x="393" y="75"/>
                </a:lnTo>
                <a:lnTo>
                  <a:pt x="371" y="93"/>
                </a:lnTo>
                <a:lnTo>
                  <a:pt x="351" y="113"/>
                </a:lnTo>
                <a:lnTo>
                  <a:pt x="333" y="135"/>
                </a:lnTo>
                <a:lnTo>
                  <a:pt x="316" y="159"/>
                </a:lnTo>
                <a:lnTo>
                  <a:pt x="301" y="184"/>
                </a:lnTo>
                <a:lnTo>
                  <a:pt x="289" y="209"/>
                </a:lnTo>
                <a:lnTo>
                  <a:pt x="278" y="237"/>
                </a:lnTo>
                <a:lnTo>
                  <a:pt x="270" y="265"/>
                </a:lnTo>
                <a:lnTo>
                  <a:pt x="270" y="265"/>
                </a:lnTo>
                <a:lnTo>
                  <a:pt x="246" y="261"/>
                </a:lnTo>
                <a:lnTo>
                  <a:pt x="233" y="260"/>
                </a:lnTo>
                <a:lnTo>
                  <a:pt x="221" y="259"/>
                </a:lnTo>
                <a:lnTo>
                  <a:pt x="221" y="259"/>
                </a:lnTo>
                <a:lnTo>
                  <a:pt x="198" y="260"/>
                </a:lnTo>
                <a:lnTo>
                  <a:pt x="177" y="263"/>
                </a:lnTo>
                <a:lnTo>
                  <a:pt x="155" y="269"/>
                </a:lnTo>
                <a:lnTo>
                  <a:pt x="136" y="277"/>
                </a:lnTo>
                <a:lnTo>
                  <a:pt x="116" y="286"/>
                </a:lnTo>
                <a:lnTo>
                  <a:pt x="97" y="297"/>
                </a:lnTo>
                <a:lnTo>
                  <a:pt x="80" y="309"/>
                </a:lnTo>
                <a:lnTo>
                  <a:pt x="64" y="324"/>
                </a:lnTo>
                <a:lnTo>
                  <a:pt x="51" y="340"/>
                </a:lnTo>
                <a:lnTo>
                  <a:pt x="38" y="356"/>
                </a:lnTo>
                <a:lnTo>
                  <a:pt x="27" y="375"/>
                </a:lnTo>
                <a:lnTo>
                  <a:pt x="17" y="394"/>
                </a:lnTo>
                <a:lnTo>
                  <a:pt x="10" y="414"/>
                </a:lnTo>
                <a:lnTo>
                  <a:pt x="5" y="435"/>
                </a:lnTo>
                <a:lnTo>
                  <a:pt x="1" y="458"/>
                </a:lnTo>
                <a:lnTo>
                  <a:pt x="0" y="480"/>
                </a:lnTo>
                <a:lnTo>
                  <a:pt x="0" y="480"/>
                </a:lnTo>
                <a:lnTo>
                  <a:pt x="1" y="502"/>
                </a:lnTo>
                <a:lnTo>
                  <a:pt x="4" y="522"/>
                </a:lnTo>
                <a:lnTo>
                  <a:pt x="9" y="543"/>
                </a:lnTo>
                <a:lnTo>
                  <a:pt x="16" y="562"/>
                </a:lnTo>
                <a:lnTo>
                  <a:pt x="24" y="581"/>
                </a:lnTo>
                <a:lnTo>
                  <a:pt x="34" y="598"/>
                </a:lnTo>
                <a:lnTo>
                  <a:pt x="46" y="615"/>
                </a:lnTo>
                <a:lnTo>
                  <a:pt x="59" y="631"/>
                </a:lnTo>
                <a:lnTo>
                  <a:pt x="74" y="644"/>
                </a:lnTo>
                <a:lnTo>
                  <a:pt x="90" y="658"/>
                </a:lnTo>
                <a:lnTo>
                  <a:pt x="105" y="668"/>
                </a:lnTo>
                <a:lnTo>
                  <a:pt x="123" y="678"/>
                </a:lnTo>
                <a:lnTo>
                  <a:pt x="143" y="687"/>
                </a:lnTo>
                <a:lnTo>
                  <a:pt x="162" y="693"/>
                </a:lnTo>
                <a:lnTo>
                  <a:pt x="183" y="697"/>
                </a:lnTo>
                <a:lnTo>
                  <a:pt x="203" y="700"/>
                </a:lnTo>
                <a:lnTo>
                  <a:pt x="1029" y="701"/>
                </a:lnTo>
                <a:close/>
              </a:path>
            </a:pathLst>
          </a:custGeom>
          <a:gradFill>
            <a:gsLst>
              <a:gs pos="17000">
                <a:schemeClr val="bg1"/>
              </a:gs>
              <a:gs pos="77000">
                <a:schemeClr val="bg1">
                  <a:alpha val="0"/>
                </a:schemeClr>
              </a:gs>
            </a:gsLst>
            <a:path path="circle">
              <a:fillToRect r="100000" b="10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5D78F017-1AAB-CE48-8B89-11FFAF088D1D}"/>
              </a:ext>
            </a:extLst>
          </p:cNvPr>
          <p:cNvGrpSpPr/>
          <p:nvPr/>
        </p:nvGrpSpPr>
        <p:grpSpPr>
          <a:xfrm>
            <a:off x="5253644" y="5111092"/>
            <a:ext cx="2171684" cy="1306719"/>
            <a:chOff x="9915526" y="1892300"/>
            <a:chExt cx="1116012" cy="671513"/>
          </a:xfrm>
          <a:solidFill>
            <a:schemeClr val="bg2">
              <a:lumMod val="90000"/>
            </a:schemeClr>
          </a:solidFill>
        </p:grpSpPr>
        <p:sp>
          <p:nvSpPr>
            <p:cNvPr id="157" name="Freeform 80">
              <a:extLst>
                <a:ext uri="{FF2B5EF4-FFF2-40B4-BE49-F238E27FC236}">
                  <a16:creationId xmlns:a16="http://schemas.microsoft.com/office/drawing/2014/main" id="{E78DA3FF-D709-5748-8C6D-965FD6907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81">
              <a:extLst>
                <a:ext uri="{FF2B5EF4-FFF2-40B4-BE49-F238E27FC236}">
                  <a16:creationId xmlns:a16="http://schemas.microsoft.com/office/drawing/2014/main" id="{BE4EC66D-E33C-5247-A9CE-CBB35BB8D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82">
              <a:extLst>
                <a:ext uri="{FF2B5EF4-FFF2-40B4-BE49-F238E27FC236}">
                  <a16:creationId xmlns:a16="http://schemas.microsoft.com/office/drawing/2014/main" id="{F0F9C47B-D476-7D41-988F-C8D87AFEB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83">
              <a:extLst>
                <a:ext uri="{FF2B5EF4-FFF2-40B4-BE49-F238E27FC236}">
                  <a16:creationId xmlns:a16="http://schemas.microsoft.com/office/drawing/2014/main" id="{197B532F-E924-B14C-9F91-9404F4FD3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84">
              <a:extLst>
                <a:ext uri="{FF2B5EF4-FFF2-40B4-BE49-F238E27FC236}">
                  <a16:creationId xmlns:a16="http://schemas.microsoft.com/office/drawing/2014/main" id="{54C9FE49-0D2F-5847-ABF0-54A1813AB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85">
              <a:extLst>
                <a:ext uri="{FF2B5EF4-FFF2-40B4-BE49-F238E27FC236}">
                  <a16:creationId xmlns:a16="http://schemas.microsoft.com/office/drawing/2014/main" id="{ECFE20F1-B22A-5343-AA91-2D94A3614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86">
              <a:extLst>
                <a:ext uri="{FF2B5EF4-FFF2-40B4-BE49-F238E27FC236}">
                  <a16:creationId xmlns:a16="http://schemas.microsoft.com/office/drawing/2014/main" id="{027BAEA1-A8DA-E342-B1C9-68AA1562A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87">
              <a:extLst>
                <a:ext uri="{FF2B5EF4-FFF2-40B4-BE49-F238E27FC236}">
                  <a16:creationId xmlns:a16="http://schemas.microsoft.com/office/drawing/2014/main" id="{C4048579-15AC-2448-9EC4-2537A8F4E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88">
              <a:extLst>
                <a:ext uri="{FF2B5EF4-FFF2-40B4-BE49-F238E27FC236}">
                  <a16:creationId xmlns:a16="http://schemas.microsoft.com/office/drawing/2014/main" id="{A5F51FDD-9E1D-A247-AC46-1034E6ABF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89">
              <a:extLst>
                <a:ext uri="{FF2B5EF4-FFF2-40B4-BE49-F238E27FC236}">
                  <a16:creationId xmlns:a16="http://schemas.microsoft.com/office/drawing/2014/main" id="{07E2E93F-5701-CC4C-9B4C-F61992881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90">
              <a:extLst>
                <a:ext uri="{FF2B5EF4-FFF2-40B4-BE49-F238E27FC236}">
                  <a16:creationId xmlns:a16="http://schemas.microsoft.com/office/drawing/2014/main" id="{18AD25AD-D9E9-634D-8916-45EBCD09A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91">
              <a:extLst>
                <a:ext uri="{FF2B5EF4-FFF2-40B4-BE49-F238E27FC236}">
                  <a16:creationId xmlns:a16="http://schemas.microsoft.com/office/drawing/2014/main" id="{B148E340-8175-EB49-B9BA-B9ADCB7AB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92">
              <a:extLst>
                <a:ext uri="{FF2B5EF4-FFF2-40B4-BE49-F238E27FC236}">
                  <a16:creationId xmlns:a16="http://schemas.microsoft.com/office/drawing/2014/main" id="{2E03EB0F-AE39-2F4F-9317-870A3E6E5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93">
              <a:extLst>
                <a:ext uri="{FF2B5EF4-FFF2-40B4-BE49-F238E27FC236}">
                  <a16:creationId xmlns:a16="http://schemas.microsoft.com/office/drawing/2014/main" id="{5DCFC2FC-D51C-0A4C-9AD5-8710283E5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94">
              <a:extLst>
                <a:ext uri="{FF2B5EF4-FFF2-40B4-BE49-F238E27FC236}">
                  <a16:creationId xmlns:a16="http://schemas.microsoft.com/office/drawing/2014/main" id="{C3B4D5BC-7871-5A49-A0B6-65432B365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95">
              <a:extLst>
                <a:ext uri="{FF2B5EF4-FFF2-40B4-BE49-F238E27FC236}">
                  <a16:creationId xmlns:a16="http://schemas.microsoft.com/office/drawing/2014/main" id="{3ABA25C9-FC24-9341-82E2-9DD2A9CD2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96">
              <a:extLst>
                <a:ext uri="{FF2B5EF4-FFF2-40B4-BE49-F238E27FC236}">
                  <a16:creationId xmlns:a16="http://schemas.microsoft.com/office/drawing/2014/main" id="{48639EF9-4DE8-D84F-9D11-5DABC8F67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97">
              <a:extLst>
                <a:ext uri="{FF2B5EF4-FFF2-40B4-BE49-F238E27FC236}">
                  <a16:creationId xmlns:a16="http://schemas.microsoft.com/office/drawing/2014/main" id="{636DEBBA-372E-5C45-A33A-B3762CB09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98">
              <a:extLst>
                <a:ext uri="{FF2B5EF4-FFF2-40B4-BE49-F238E27FC236}">
                  <a16:creationId xmlns:a16="http://schemas.microsoft.com/office/drawing/2014/main" id="{D2848A45-6C70-AF40-AD3D-EB2A6DDA2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99">
              <a:extLst>
                <a:ext uri="{FF2B5EF4-FFF2-40B4-BE49-F238E27FC236}">
                  <a16:creationId xmlns:a16="http://schemas.microsoft.com/office/drawing/2014/main" id="{A812887C-6881-9E4B-94F2-42C674CB2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100">
              <a:extLst>
                <a:ext uri="{FF2B5EF4-FFF2-40B4-BE49-F238E27FC236}">
                  <a16:creationId xmlns:a16="http://schemas.microsoft.com/office/drawing/2014/main" id="{B894C1C8-522E-3A46-9F40-AD0A19306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101">
              <a:extLst>
                <a:ext uri="{FF2B5EF4-FFF2-40B4-BE49-F238E27FC236}">
                  <a16:creationId xmlns:a16="http://schemas.microsoft.com/office/drawing/2014/main" id="{F8DBF772-54BC-664E-8D1D-FB5CAD847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102">
              <a:extLst>
                <a:ext uri="{FF2B5EF4-FFF2-40B4-BE49-F238E27FC236}">
                  <a16:creationId xmlns:a16="http://schemas.microsoft.com/office/drawing/2014/main" id="{6D073E73-3DAA-1D41-B241-609A0C209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103">
              <a:extLst>
                <a:ext uri="{FF2B5EF4-FFF2-40B4-BE49-F238E27FC236}">
                  <a16:creationId xmlns:a16="http://schemas.microsoft.com/office/drawing/2014/main" id="{7546D935-15E4-144E-B799-96B520BDF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104">
              <a:extLst>
                <a:ext uri="{FF2B5EF4-FFF2-40B4-BE49-F238E27FC236}">
                  <a16:creationId xmlns:a16="http://schemas.microsoft.com/office/drawing/2014/main" id="{C1ECE0C1-FCDD-E04A-8F18-3B260E0EE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105">
              <a:extLst>
                <a:ext uri="{FF2B5EF4-FFF2-40B4-BE49-F238E27FC236}">
                  <a16:creationId xmlns:a16="http://schemas.microsoft.com/office/drawing/2014/main" id="{A194A4B7-344E-7547-9CD0-387463DE3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106">
              <a:extLst>
                <a:ext uri="{FF2B5EF4-FFF2-40B4-BE49-F238E27FC236}">
                  <a16:creationId xmlns:a16="http://schemas.microsoft.com/office/drawing/2014/main" id="{A5E3F8F7-A18C-BB48-8585-BAF31D879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107">
              <a:extLst>
                <a:ext uri="{FF2B5EF4-FFF2-40B4-BE49-F238E27FC236}">
                  <a16:creationId xmlns:a16="http://schemas.microsoft.com/office/drawing/2014/main" id="{53A202A1-DDEC-D84C-B7E6-3959F370D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108">
              <a:extLst>
                <a:ext uri="{FF2B5EF4-FFF2-40B4-BE49-F238E27FC236}">
                  <a16:creationId xmlns:a16="http://schemas.microsoft.com/office/drawing/2014/main" id="{9A26E124-AE71-EC46-BEA5-482C1EC39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109">
              <a:extLst>
                <a:ext uri="{FF2B5EF4-FFF2-40B4-BE49-F238E27FC236}">
                  <a16:creationId xmlns:a16="http://schemas.microsoft.com/office/drawing/2014/main" id="{9851DEF0-6C71-F244-9ED5-90C280E12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110">
              <a:extLst>
                <a:ext uri="{FF2B5EF4-FFF2-40B4-BE49-F238E27FC236}">
                  <a16:creationId xmlns:a16="http://schemas.microsoft.com/office/drawing/2014/main" id="{BA165738-BD48-844C-BB20-0B578C55E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111">
              <a:extLst>
                <a:ext uri="{FF2B5EF4-FFF2-40B4-BE49-F238E27FC236}">
                  <a16:creationId xmlns:a16="http://schemas.microsoft.com/office/drawing/2014/main" id="{CAB5D428-0A0E-1943-AA07-370430D24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112">
              <a:extLst>
                <a:ext uri="{FF2B5EF4-FFF2-40B4-BE49-F238E27FC236}">
                  <a16:creationId xmlns:a16="http://schemas.microsoft.com/office/drawing/2014/main" id="{03CF6E7E-3C30-7043-A8B1-E8DA5DA1C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113">
              <a:extLst>
                <a:ext uri="{FF2B5EF4-FFF2-40B4-BE49-F238E27FC236}">
                  <a16:creationId xmlns:a16="http://schemas.microsoft.com/office/drawing/2014/main" id="{4AEF325A-6D47-2048-96E0-675FCA274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114">
              <a:extLst>
                <a:ext uri="{FF2B5EF4-FFF2-40B4-BE49-F238E27FC236}">
                  <a16:creationId xmlns:a16="http://schemas.microsoft.com/office/drawing/2014/main" id="{F177B3F6-DF85-EF47-B5F0-193A6977F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115">
              <a:extLst>
                <a:ext uri="{FF2B5EF4-FFF2-40B4-BE49-F238E27FC236}">
                  <a16:creationId xmlns:a16="http://schemas.microsoft.com/office/drawing/2014/main" id="{4F02374B-809B-C147-9E3A-5AEE551FD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116">
              <a:extLst>
                <a:ext uri="{FF2B5EF4-FFF2-40B4-BE49-F238E27FC236}">
                  <a16:creationId xmlns:a16="http://schemas.microsoft.com/office/drawing/2014/main" id="{A237BE18-1D13-934E-A394-8FF47AFF5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117">
              <a:extLst>
                <a:ext uri="{FF2B5EF4-FFF2-40B4-BE49-F238E27FC236}">
                  <a16:creationId xmlns:a16="http://schemas.microsoft.com/office/drawing/2014/main" id="{0DE716FA-C85A-F24D-A97D-D7195B8C0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118">
              <a:extLst>
                <a:ext uri="{FF2B5EF4-FFF2-40B4-BE49-F238E27FC236}">
                  <a16:creationId xmlns:a16="http://schemas.microsoft.com/office/drawing/2014/main" id="{7C36D382-B888-7143-ACA7-25B142EE5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119">
              <a:extLst>
                <a:ext uri="{FF2B5EF4-FFF2-40B4-BE49-F238E27FC236}">
                  <a16:creationId xmlns:a16="http://schemas.microsoft.com/office/drawing/2014/main" id="{16EC5A46-1853-6046-9F1E-F2C1BD352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120">
              <a:extLst>
                <a:ext uri="{FF2B5EF4-FFF2-40B4-BE49-F238E27FC236}">
                  <a16:creationId xmlns:a16="http://schemas.microsoft.com/office/drawing/2014/main" id="{6270162D-CFC4-8B4D-8E49-1BD50F21D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121">
              <a:extLst>
                <a:ext uri="{FF2B5EF4-FFF2-40B4-BE49-F238E27FC236}">
                  <a16:creationId xmlns:a16="http://schemas.microsoft.com/office/drawing/2014/main" id="{E6E4E897-A158-B344-A17E-53C3B8F9A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122">
              <a:extLst>
                <a:ext uri="{FF2B5EF4-FFF2-40B4-BE49-F238E27FC236}">
                  <a16:creationId xmlns:a16="http://schemas.microsoft.com/office/drawing/2014/main" id="{C4A1E796-BC0D-2840-9FBE-A777FAAF9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123">
              <a:extLst>
                <a:ext uri="{FF2B5EF4-FFF2-40B4-BE49-F238E27FC236}">
                  <a16:creationId xmlns:a16="http://schemas.microsoft.com/office/drawing/2014/main" id="{4CE28EED-1B22-6D40-A823-3419729D4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124">
              <a:extLst>
                <a:ext uri="{FF2B5EF4-FFF2-40B4-BE49-F238E27FC236}">
                  <a16:creationId xmlns:a16="http://schemas.microsoft.com/office/drawing/2014/main" id="{1E96396D-4BA0-9F47-BAD3-187F9077A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125">
              <a:extLst>
                <a:ext uri="{FF2B5EF4-FFF2-40B4-BE49-F238E27FC236}">
                  <a16:creationId xmlns:a16="http://schemas.microsoft.com/office/drawing/2014/main" id="{D47D4359-C992-2A4E-A30F-71F3F13B8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126">
              <a:extLst>
                <a:ext uri="{FF2B5EF4-FFF2-40B4-BE49-F238E27FC236}">
                  <a16:creationId xmlns:a16="http://schemas.microsoft.com/office/drawing/2014/main" id="{F91728AA-AA3F-A540-BBC0-C24C99A8F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127">
              <a:extLst>
                <a:ext uri="{FF2B5EF4-FFF2-40B4-BE49-F238E27FC236}">
                  <a16:creationId xmlns:a16="http://schemas.microsoft.com/office/drawing/2014/main" id="{EC97AABD-38B9-EF4E-B471-DEE2FEAD4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128">
              <a:extLst>
                <a:ext uri="{FF2B5EF4-FFF2-40B4-BE49-F238E27FC236}">
                  <a16:creationId xmlns:a16="http://schemas.microsoft.com/office/drawing/2014/main" id="{8AFFBB01-42FD-8B4A-BE90-1AB34638A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129">
              <a:extLst>
                <a:ext uri="{FF2B5EF4-FFF2-40B4-BE49-F238E27FC236}">
                  <a16:creationId xmlns:a16="http://schemas.microsoft.com/office/drawing/2014/main" id="{F25297EC-B2F2-6046-AFEA-463F5E9E1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130">
              <a:extLst>
                <a:ext uri="{FF2B5EF4-FFF2-40B4-BE49-F238E27FC236}">
                  <a16:creationId xmlns:a16="http://schemas.microsoft.com/office/drawing/2014/main" id="{3D5B0834-C8AD-404E-AC77-BE92BC075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131">
              <a:extLst>
                <a:ext uri="{FF2B5EF4-FFF2-40B4-BE49-F238E27FC236}">
                  <a16:creationId xmlns:a16="http://schemas.microsoft.com/office/drawing/2014/main" id="{4AB00711-6897-F746-B23D-A7C960070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132">
              <a:extLst>
                <a:ext uri="{FF2B5EF4-FFF2-40B4-BE49-F238E27FC236}">
                  <a16:creationId xmlns:a16="http://schemas.microsoft.com/office/drawing/2014/main" id="{81693785-FFC4-0745-B6A2-8253CDBFD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133">
              <a:extLst>
                <a:ext uri="{FF2B5EF4-FFF2-40B4-BE49-F238E27FC236}">
                  <a16:creationId xmlns:a16="http://schemas.microsoft.com/office/drawing/2014/main" id="{41564A44-2B24-A04F-BE0E-C046FFAC5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134">
              <a:extLst>
                <a:ext uri="{FF2B5EF4-FFF2-40B4-BE49-F238E27FC236}">
                  <a16:creationId xmlns:a16="http://schemas.microsoft.com/office/drawing/2014/main" id="{48B1EEBE-5AC6-6B45-AE81-D541E41F6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135">
              <a:extLst>
                <a:ext uri="{FF2B5EF4-FFF2-40B4-BE49-F238E27FC236}">
                  <a16:creationId xmlns:a16="http://schemas.microsoft.com/office/drawing/2014/main" id="{31A7CAC9-E949-CF40-A0DF-EC0394D97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136">
              <a:extLst>
                <a:ext uri="{FF2B5EF4-FFF2-40B4-BE49-F238E27FC236}">
                  <a16:creationId xmlns:a16="http://schemas.microsoft.com/office/drawing/2014/main" id="{83BEE95A-E8D0-0E4B-9762-35C626FEC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137">
              <a:extLst>
                <a:ext uri="{FF2B5EF4-FFF2-40B4-BE49-F238E27FC236}">
                  <a16:creationId xmlns:a16="http://schemas.microsoft.com/office/drawing/2014/main" id="{FDEC5EFC-AB7A-5F49-9435-22C889376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138">
              <a:extLst>
                <a:ext uri="{FF2B5EF4-FFF2-40B4-BE49-F238E27FC236}">
                  <a16:creationId xmlns:a16="http://schemas.microsoft.com/office/drawing/2014/main" id="{033245B2-5447-504E-81FF-0B8D18684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139">
              <a:extLst>
                <a:ext uri="{FF2B5EF4-FFF2-40B4-BE49-F238E27FC236}">
                  <a16:creationId xmlns:a16="http://schemas.microsoft.com/office/drawing/2014/main" id="{0A6C7ED1-7328-0441-943A-47FC12E65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140">
              <a:extLst>
                <a:ext uri="{FF2B5EF4-FFF2-40B4-BE49-F238E27FC236}">
                  <a16:creationId xmlns:a16="http://schemas.microsoft.com/office/drawing/2014/main" id="{BD70A415-994D-184B-AC91-82C6414E0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141">
              <a:extLst>
                <a:ext uri="{FF2B5EF4-FFF2-40B4-BE49-F238E27FC236}">
                  <a16:creationId xmlns:a16="http://schemas.microsoft.com/office/drawing/2014/main" id="{1CA5FE7E-3B8A-6548-A4FA-A814A3026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142">
              <a:extLst>
                <a:ext uri="{FF2B5EF4-FFF2-40B4-BE49-F238E27FC236}">
                  <a16:creationId xmlns:a16="http://schemas.microsoft.com/office/drawing/2014/main" id="{1A9BB87D-5052-6743-AB40-492FF57C0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143">
              <a:extLst>
                <a:ext uri="{FF2B5EF4-FFF2-40B4-BE49-F238E27FC236}">
                  <a16:creationId xmlns:a16="http://schemas.microsoft.com/office/drawing/2014/main" id="{89E2A721-F469-094C-81A4-F8596611C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144">
              <a:extLst>
                <a:ext uri="{FF2B5EF4-FFF2-40B4-BE49-F238E27FC236}">
                  <a16:creationId xmlns:a16="http://schemas.microsoft.com/office/drawing/2014/main" id="{B1C1F380-7C47-874B-91B3-5F6954D63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145">
              <a:extLst>
                <a:ext uri="{FF2B5EF4-FFF2-40B4-BE49-F238E27FC236}">
                  <a16:creationId xmlns:a16="http://schemas.microsoft.com/office/drawing/2014/main" id="{C5258A37-EEE7-2A4A-A374-C2A5D257C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146">
              <a:extLst>
                <a:ext uri="{FF2B5EF4-FFF2-40B4-BE49-F238E27FC236}">
                  <a16:creationId xmlns:a16="http://schemas.microsoft.com/office/drawing/2014/main" id="{E5FC8EF7-52EB-4A4F-A688-BF50904CC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147">
              <a:extLst>
                <a:ext uri="{FF2B5EF4-FFF2-40B4-BE49-F238E27FC236}">
                  <a16:creationId xmlns:a16="http://schemas.microsoft.com/office/drawing/2014/main" id="{6396575B-C327-3C42-90C9-93E1C77EC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148">
              <a:extLst>
                <a:ext uri="{FF2B5EF4-FFF2-40B4-BE49-F238E27FC236}">
                  <a16:creationId xmlns:a16="http://schemas.microsoft.com/office/drawing/2014/main" id="{D7C872E3-EFD3-1843-ADC0-865B5E93C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149">
              <a:extLst>
                <a:ext uri="{FF2B5EF4-FFF2-40B4-BE49-F238E27FC236}">
                  <a16:creationId xmlns:a16="http://schemas.microsoft.com/office/drawing/2014/main" id="{B15CECE3-5539-1A45-A223-F8DE00878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150">
              <a:extLst>
                <a:ext uri="{FF2B5EF4-FFF2-40B4-BE49-F238E27FC236}">
                  <a16:creationId xmlns:a16="http://schemas.microsoft.com/office/drawing/2014/main" id="{2888F1FF-90C7-8841-BCFC-E8387042B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151">
              <a:extLst>
                <a:ext uri="{FF2B5EF4-FFF2-40B4-BE49-F238E27FC236}">
                  <a16:creationId xmlns:a16="http://schemas.microsoft.com/office/drawing/2014/main" id="{06D82A49-8A50-4D4E-9EBC-7BF6EF8F4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152">
              <a:extLst>
                <a:ext uri="{FF2B5EF4-FFF2-40B4-BE49-F238E27FC236}">
                  <a16:creationId xmlns:a16="http://schemas.microsoft.com/office/drawing/2014/main" id="{E84FEE16-F9F7-1547-AA70-39B147114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153">
              <a:extLst>
                <a:ext uri="{FF2B5EF4-FFF2-40B4-BE49-F238E27FC236}">
                  <a16:creationId xmlns:a16="http://schemas.microsoft.com/office/drawing/2014/main" id="{48DF1C44-9862-614B-82AA-4B9C24FCD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154">
              <a:extLst>
                <a:ext uri="{FF2B5EF4-FFF2-40B4-BE49-F238E27FC236}">
                  <a16:creationId xmlns:a16="http://schemas.microsoft.com/office/drawing/2014/main" id="{65A80457-9B69-6D42-B032-3253ACE91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155">
              <a:extLst>
                <a:ext uri="{FF2B5EF4-FFF2-40B4-BE49-F238E27FC236}">
                  <a16:creationId xmlns:a16="http://schemas.microsoft.com/office/drawing/2014/main" id="{9840CA66-11A3-944D-BF72-C576A726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156">
              <a:extLst>
                <a:ext uri="{FF2B5EF4-FFF2-40B4-BE49-F238E27FC236}">
                  <a16:creationId xmlns:a16="http://schemas.microsoft.com/office/drawing/2014/main" id="{542082FF-0315-EC44-A131-4591ECFE0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157">
              <a:extLst>
                <a:ext uri="{FF2B5EF4-FFF2-40B4-BE49-F238E27FC236}">
                  <a16:creationId xmlns:a16="http://schemas.microsoft.com/office/drawing/2014/main" id="{EA57E02A-561A-B840-BFFF-548C8856D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158">
              <a:extLst>
                <a:ext uri="{FF2B5EF4-FFF2-40B4-BE49-F238E27FC236}">
                  <a16:creationId xmlns:a16="http://schemas.microsoft.com/office/drawing/2014/main" id="{97BF45B7-23E1-0A4C-9F63-4D27292BD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159">
              <a:extLst>
                <a:ext uri="{FF2B5EF4-FFF2-40B4-BE49-F238E27FC236}">
                  <a16:creationId xmlns:a16="http://schemas.microsoft.com/office/drawing/2014/main" id="{FF7F15E7-AB1B-AD47-90C3-5A660424F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160">
              <a:extLst>
                <a:ext uri="{FF2B5EF4-FFF2-40B4-BE49-F238E27FC236}">
                  <a16:creationId xmlns:a16="http://schemas.microsoft.com/office/drawing/2014/main" id="{0A14B8CF-756B-A34C-80AD-A0F8DAD9D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161">
              <a:extLst>
                <a:ext uri="{FF2B5EF4-FFF2-40B4-BE49-F238E27FC236}">
                  <a16:creationId xmlns:a16="http://schemas.microsoft.com/office/drawing/2014/main" id="{A67ABDED-C007-3341-97C2-79F686288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162">
              <a:extLst>
                <a:ext uri="{FF2B5EF4-FFF2-40B4-BE49-F238E27FC236}">
                  <a16:creationId xmlns:a16="http://schemas.microsoft.com/office/drawing/2014/main" id="{B8E564EE-AA09-7349-B9CE-A4B6ECA3A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163">
              <a:extLst>
                <a:ext uri="{FF2B5EF4-FFF2-40B4-BE49-F238E27FC236}">
                  <a16:creationId xmlns:a16="http://schemas.microsoft.com/office/drawing/2014/main" id="{E23C5B0E-8659-E44F-B076-E3BD72DBD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235">
              <a:extLst>
                <a:ext uri="{FF2B5EF4-FFF2-40B4-BE49-F238E27FC236}">
                  <a16:creationId xmlns:a16="http://schemas.microsoft.com/office/drawing/2014/main" id="{911CBF39-521D-B241-8AE7-3051384A8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242">
              <a:extLst>
                <a:ext uri="{FF2B5EF4-FFF2-40B4-BE49-F238E27FC236}">
                  <a16:creationId xmlns:a16="http://schemas.microsoft.com/office/drawing/2014/main" id="{61D4C261-51F9-F441-843E-3017F98FC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249">
              <a:extLst>
                <a:ext uri="{FF2B5EF4-FFF2-40B4-BE49-F238E27FC236}">
                  <a16:creationId xmlns:a16="http://schemas.microsoft.com/office/drawing/2014/main" id="{F8EE8D97-0B12-A64C-94F6-6EAD2517C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256">
              <a:extLst>
                <a:ext uri="{FF2B5EF4-FFF2-40B4-BE49-F238E27FC236}">
                  <a16:creationId xmlns:a16="http://schemas.microsoft.com/office/drawing/2014/main" id="{2ABF639C-829C-C147-94FA-666C1B4AA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263">
              <a:extLst>
                <a:ext uri="{FF2B5EF4-FFF2-40B4-BE49-F238E27FC236}">
                  <a16:creationId xmlns:a16="http://schemas.microsoft.com/office/drawing/2014/main" id="{02092EF1-34EF-5241-A5F5-04FE4B320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270">
              <a:extLst>
                <a:ext uri="{FF2B5EF4-FFF2-40B4-BE49-F238E27FC236}">
                  <a16:creationId xmlns:a16="http://schemas.microsoft.com/office/drawing/2014/main" id="{DC5004C3-677A-3C4D-8730-656CD56BA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277">
              <a:extLst>
                <a:ext uri="{FF2B5EF4-FFF2-40B4-BE49-F238E27FC236}">
                  <a16:creationId xmlns:a16="http://schemas.microsoft.com/office/drawing/2014/main" id="{0DB9444D-55F4-E143-B68C-0C90FCC65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284">
              <a:extLst>
                <a:ext uri="{FF2B5EF4-FFF2-40B4-BE49-F238E27FC236}">
                  <a16:creationId xmlns:a16="http://schemas.microsoft.com/office/drawing/2014/main" id="{486F419F-FEDF-C442-BE5C-C56FF78B4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291">
              <a:extLst>
                <a:ext uri="{FF2B5EF4-FFF2-40B4-BE49-F238E27FC236}">
                  <a16:creationId xmlns:a16="http://schemas.microsoft.com/office/drawing/2014/main" id="{6F9709E8-C2C7-F749-BB25-393BDE7D5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298">
              <a:extLst>
                <a:ext uri="{FF2B5EF4-FFF2-40B4-BE49-F238E27FC236}">
                  <a16:creationId xmlns:a16="http://schemas.microsoft.com/office/drawing/2014/main" id="{326FE29C-6C03-6D43-97F1-E08AF7978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305">
              <a:extLst>
                <a:ext uri="{FF2B5EF4-FFF2-40B4-BE49-F238E27FC236}">
                  <a16:creationId xmlns:a16="http://schemas.microsoft.com/office/drawing/2014/main" id="{D521D358-F54F-2145-B678-9722FF82C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312">
              <a:extLst>
                <a:ext uri="{FF2B5EF4-FFF2-40B4-BE49-F238E27FC236}">
                  <a16:creationId xmlns:a16="http://schemas.microsoft.com/office/drawing/2014/main" id="{336E228D-E153-1A42-BE9B-1E75A2839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7B659E86-D0F8-DD44-A097-058FC98D7D7F}"/>
              </a:ext>
            </a:extLst>
          </p:cNvPr>
          <p:cNvGrpSpPr/>
          <p:nvPr/>
        </p:nvGrpSpPr>
        <p:grpSpPr>
          <a:xfrm>
            <a:off x="7600604" y="5111092"/>
            <a:ext cx="2171684" cy="1306719"/>
            <a:chOff x="9915526" y="1892300"/>
            <a:chExt cx="1116012" cy="671513"/>
          </a:xfrm>
          <a:solidFill>
            <a:schemeClr val="bg2">
              <a:lumMod val="90000"/>
            </a:schemeClr>
          </a:solidFill>
        </p:grpSpPr>
        <p:sp>
          <p:nvSpPr>
            <p:cNvPr id="254" name="Freeform 80">
              <a:extLst>
                <a:ext uri="{FF2B5EF4-FFF2-40B4-BE49-F238E27FC236}">
                  <a16:creationId xmlns:a16="http://schemas.microsoft.com/office/drawing/2014/main" id="{97E74F54-AEDF-D94E-8339-40077B933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81">
              <a:extLst>
                <a:ext uri="{FF2B5EF4-FFF2-40B4-BE49-F238E27FC236}">
                  <a16:creationId xmlns:a16="http://schemas.microsoft.com/office/drawing/2014/main" id="{725E75E2-6B8B-F844-8FC6-16789A92C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82">
              <a:extLst>
                <a:ext uri="{FF2B5EF4-FFF2-40B4-BE49-F238E27FC236}">
                  <a16:creationId xmlns:a16="http://schemas.microsoft.com/office/drawing/2014/main" id="{B6F92463-5B23-4D44-851B-9CFCD8BE3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83">
              <a:extLst>
                <a:ext uri="{FF2B5EF4-FFF2-40B4-BE49-F238E27FC236}">
                  <a16:creationId xmlns:a16="http://schemas.microsoft.com/office/drawing/2014/main" id="{A32F9A9E-0287-594F-9B66-4EA5F60E7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84">
              <a:extLst>
                <a:ext uri="{FF2B5EF4-FFF2-40B4-BE49-F238E27FC236}">
                  <a16:creationId xmlns:a16="http://schemas.microsoft.com/office/drawing/2014/main" id="{B31FF6F8-9C34-0F4D-955F-273BD27EC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85">
              <a:extLst>
                <a:ext uri="{FF2B5EF4-FFF2-40B4-BE49-F238E27FC236}">
                  <a16:creationId xmlns:a16="http://schemas.microsoft.com/office/drawing/2014/main" id="{6CEDC959-826E-784F-AEDB-2093F1B80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86">
              <a:extLst>
                <a:ext uri="{FF2B5EF4-FFF2-40B4-BE49-F238E27FC236}">
                  <a16:creationId xmlns:a16="http://schemas.microsoft.com/office/drawing/2014/main" id="{4BE2D5F1-A644-DC40-86AD-562B2B922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87">
              <a:extLst>
                <a:ext uri="{FF2B5EF4-FFF2-40B4-BE49-F238E27FC236}">
                  <a16:creationId xmlns:a16="http://schemas.microsoft.com/office/drawing/2014/main" id="{6CC4EC82-2D0B-BA40-8544-E899D7D3F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88">
              <a:extLst>
                <a:ext uri="{FF2B5EF4-FFF2-40B4-BE49-F238E27FC236}">
                  <a16:creationId xmlns:a16="http://schemas.microsoft.com/office/drawing/2014/main" id="{BF04200B-0A71-3F48-8366-6C5E86B5D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89">
              <a:extLst>
                <a:ext uri="{FF2B5EF4-FFF2-40B4-BE49-F238E27FC236}">
                  <a16:creationId xmlns:a16="http://schemas.microsoft.com/office/drawing/2014/main" id="{24469982-668E-8345-9DB7-44246B7F8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90">
              <a:extLst>
                <a:ext uri="{FF2B5EF4-FFF2-40B4-BE49-F238E27FC236}">
                  <a16:creationId xmlns:a16="http://schemas.microsoft.com/office/drawing/2014/main" id="{F7D47BF5-A448-FE41-BA85-DD81FF85E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91">
              <a:extLst>
                <a:ext uri="{FF2B5EF4-FFF2-40B4-BE49-F238E27FC236}">
                  <a16:creationId xmlns:a16="http://schemas.microsoft.com/office/drawing/2014/main" id="{C7F518DC-19DB-F643-ABD0-995C96633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92">
              <a:extLst>
                <a:ext uri="{FF2B5EF4-FFF2-40B4-BE49-F238E27FC236}">
                  <a16:creationId xmlns:a16="http://schemas.microsoft.com/office/drawing/2014/main" id="{2362FF89-1345-DA4F-AFB1-C08908412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93">
              <a:extLst>
                <a:ext uri="{FF2B5EF4-FFF2-40B4-BE49-F238E27FC236}">
                  <a16:creationId xmlns:a16="http://schemas.microsoft.com/office/drawing/2014/main" id="{B80BFFDF-38E3-144C-9246-C58009E17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94">
              <a:extLst>
                <a:ext uri="{FF2B5EF4-FFF2-40B4-BE49-F238E27FC236}">
                  <a16:creationId xmlns:a16="http://schemas.microsoft.com/office/drawing/2014/main" id="{5DF2ADA6-1C70-7347-BF7F-106D2B89F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95">
              <a:extLst>
                <a:ext uri="{FF2B5EF4-FFF2-40B4-BE49-F238E27FC236}">
                  <a16:creationId xmlns:a16="http://schemas.microsoft.com/office/drawing/2014/main" id="{FE03BBAE-EA55-9E46-A857-7D8A8B796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96">
              <a:extLst>
                <a:ext uri="{FF2B5EF4-FFF2-40B4-BE49-F238E27FC236}">
                  <a16:creationId xmlns:a16="http://schemas.microsoft.com/office/drawing/2014/main" id="{FBFFDB03-82D7-7A45-BAE8-8E6A335FC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97">
              <a:extLst>
                <a:ext uri="{FF2B5EF4-FFF2-40B4-BE49-F238E27FC236}">
                  <a16:creationId xmlns:a16="http://schemas.microsoft.com/office/drawing/2014/main" id="{F8FF19BE-BFDB-9647-AE1A-A89C4B834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98">
              <a:extLst>
                <a:ext uri="{FF2B5EF4-FFF2-40B4-BE49-F238E27FC236}">
                  <a16:creationId xmlns:a16="http://schemas.microsoft.com/office/drawing/2014/main" id="{BA44D615-0E7A-FD4C-942C-E294C9519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99">
              <a:extLst>
                <a:ext uri="{FF2B5EF4-FFF2-40B4-BE49-F238E27FC236}">
                  <a16:creationId xmlns:a16="http://schemas.microsoft.com/office/drawing/2014/main" id="{70926152-396B-124A-A036-25064C117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100">
              <a:extLst>
                <a:ext uri="{FF2B5EF4-FFF2-40B4-BE49-F238E27FC236}">
                  <a16:creationId xmlns:a16="http://schemas.microsoft.com/office/drawing/2014/main" id="{16112153-A101-D641-9DDD-EC6F60465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101">
              <a:extLst>
                <a:ext uri="{FF2B5EF4-FFF2-40B4-BE49-F238E27FC236}">
                  <a16:creationId xmlns:a16="http://schemas.microsoft.com/office/drawing/2014/main" id="{9CC36F7E-BB51-6A48-84B4-EC3166BC2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102">
              <a:extLst>
                <a:ext uri="{FF2B5EF4-FFF2-40B4-BE49-F238E27FC236}">
                  <a16:creationId xmlns:a16="http://schemas.microsoft.com/office/drawing/2014/main" id="{3AD152A3-56BE-814D-AFFC-A74AFF015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103">
              <a:extLst>
                <a:ext uri="{FF2B5EF4-FFF2-40B4-BE49-F238E27FC236}">
                  <a16:creationId xmlns:a16="http://schemas.microsoft.com/office/drawing/2014/main" id="{A80AE2E5-93C7-2442-A73E-1126984B4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104">
              <a:extLst>
                <a:ext uri="{FF2B5EF4-FFF2-40B4-BE49-F238E27FC236}">
                  <a16:creationId xmlns:a16="http://schemas.microsoft.com/office/drawing/2014/main" id="{BEF65CE7-B8E6-CD4D-9106-86D9B79CD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105">
              <a:extLst>
                <a:ext uri="{FF2B5EF4-FFF2-40B4-BE49-F238E27FC236}">
                  <a16:creationId xmlns:a16="http://schemas.microsoft.com/office/drawing/2014/main" id="{B466BB66-A5DD-F24D-A830-6DFC54D56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106">
              <a:extLst>
                <a:ext uri="{FF2B5EF4-FFF2-40B4-BE49-F238E27FC236}">
                  <a16:creationId xmlns:a16="http://schemas.microsoft.com/office/drawing/2014/main" id="{D542128F-ACB1-5443-A450-D7621B057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107">
              <a:extLst>
                <a:ext uri="{FF2B5EF4-FFF2-40B4-BE49-F238E27FC236}">
                  <a16:creationId xmlns:a16="http://schemas.microsoft.com/office/drawing/2014/main" id="{05EC329C-8569-FF46-A9EA-7258196A9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108">
              <a:extLst>
                <a:ext uri="{FF2B5EF4-FFF2-40B4-BE49-F238E27FC236}">
                  <a16:creationId xmlns:a16="http://schemas.microsoft.com/office/drawing/2014/main" id="{FF06018A-71FE-FF40-95A0-8E296AB0F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109">
              <a:extLst>
                <a:ext uri="{FF2B5EF4-FFF2-40B4-BE49-F238E27FC236}">
                  <a16:creationId xmlns:a16="http://schemas.microsoft.com/office/drawing/2014/main" id="{B45887CB-3540-DC4B-B168-C6D7FBDB3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110">
              <a:extLst>
                <a:ext uri="{FF2B5EF4-FFF2-40B4-BE49-F238E27FC236}">
                  <a16:creationId xmlns:a16="http://schemas.microsoft.com/office/drawing/2014/main" id="{D31627FE-06A8-004C-B137-6EC6795B6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111">
              <a:extLst>
                <a:ext uri="{FF2B5EF4-FFF2-40B4-BE49-F238E27FC236}">
                  <a16:creationId xmlns:a16="http://schemas.microsoft.com/office/drawing/2014/main" id="{C990379E-A338-A841-8F01-FB581F6D5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112">
              <a:extLst>
                <a:ext uri="{FF2B5EF4-FFF2-40B4-BE49-F238E27FC236}">
                  <a16:creationId xmlns:a16="http://schemas.microsoft.com/office/drawing/2014/main" id="{E9DCD0A9-6F4C-D84D-B12B-7738AA230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113">
              <a:extLst>
                <a:ext uri="{FF2B5EF4-FFF2-40B4-BE49-F238E27FC236}">
                  <a16:creationId xmlns:a16="http://schemas.microsoft.com/office/drawing/2014/main" id="{1725F666-5923-814F-A75D-BF7C4620E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114">
              <a:extLst>
                <a:ext uri="{FF2B5EF4-FFF2-40B4-BE49-F238E27FC236}">
                  <a16:creationId xmlns:a16="http://schemas.microsoft.com/office/drawing/2014/main" id="{CFF26D13-800F-C84D-905D-417A27EB8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115">
              <a:extLst>
                <a:ext uri="{FF2B5EF4-FFF2-40B4-BE49-F238E27FC236}">
                  <a16:creationId xmlns:a16="http://schemas.microsoft.com/office/drawing/2014/main" id="{1C7F14E7-2A7F-814D-9271-7CD195C3C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116">
              <a:extLst>
                <a:ext uri="{FF2B5EF4-FFF2-40B4-BE49-F238E27FC236}">
                  <a16:creationId xmlns:a16="http://schemas.microsoft.com/office/drawing/2014/main" id="{255D84B9-24CB-D14E-9909-DB05698B9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117">
              <a:extLst>
                <a:ext uri="{FF2B5EF4-FFF2-40B4-BE49-F238E27FC236}">
                  <a16:creationId xmlns:a16="http://schemas.microsoft.com/office/drawing/2014/main" id="{28D0FD90-EF67-F548-AC28-1877CF7C7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118">
              <a:extLst>
                <a:ext uri="{FF2B5EF4-FFF2-40B4-BE49-F238E27FC236}">
                  <a16:creationId xmlns:a16="http://schemas.microsoft.com/office/drawing/2014/main" id="{724E5432-47C0-7E4F-9BC9-F4B39499E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119">
              <a:extLst>
                <a:ext uri="{FF2B5EF4-FFF2-40B4-BE49-F238E27FC236}">
                  <a16:creationId xmlns:a16="http://schemas.microsoft.com/office/drawing/2014/main" id="{90B68513-AC4E-1C40-A580-A424FB4F1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120">
              <a:extLst>
                <a:ext uri="{FF2B5EF4-FFF2-40B4-BE49-F238E27FC236}">
                  <a16:creationId xmlns:a16="http://schemas.microsoft.com/office/drawing/2014/main" id="{302B8415-36A1-204E-A7BA-A2708E5A2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121">
              <a:extLst>
                <a:ext uri="{FF2B5EF4-FFF2-40B4-BE49-F238E27FC236}">
                  <a16:creationId xmlns:a16="http://schemas.microsoft.com/office/drawing/2014/main" id="{F02B948E-8C17-374D-A601-DEA3746B2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122">
              <a:extLst>
                <a:ext uri="{FF2B5EF4-FFF2-40B4-BE49-F238E27FC236}">
                  <a16:creationId xmlns:a16="http://schemas.microsoft.com/office/drawing/2014/main" id="{9F979512-0505-AB42-82F3-FFBC1D621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123">
              <a:extLst>
                <a:ext uri="{FF2B5EF4-FFF2-40B4-BE49-F238E27FC236}">
                  <a16:creationId xmlns:a16="http://schemas.microsoft.com/office/drawing/2014/main" id="{40BE01EF-A2DE-6D4C-83FC-A7BFB8539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124">
              <a:extLst>
                <a:ext uri="{FF2B5EF4-FFF2-40B4-BE49-F238E27FC236}">
                  <a16:creationId xmlns:a16="http://schemas.microsoft.com/office/drawing/2014/main" id="{03CAE399-A2A9-3C4F-AF20-33E9750F7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125">
              <a:extLst>
                <a:ext uri="{FF2B5EF4-FFF2-40B4-BE49-F238E27FC236}">
                  <a16:creationId xmlns:a16="http://schemas.microsoft.com/office/drawing/2014/main" id="{5071C6DB-BF7F-5244-8790-BF5F40F99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126">
              <a:extLst>
                <a:ext uri="{FF2B5EF4-FFF2-40B4-BE49-F238E27FC236}">
                  <a16:creationId xmlns:a16="http://schemas.microsoft.com/office/drawing/2014/main" id="{7F633123-3404-BC4C-8E11-F073AEB03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127">
              <a:extLst>
                <a:ext uri="{FF2B5EF4-FFF2-40B4-BE49-F238E27FC236}">
                  <a16:creationId xmlns:a16="http://schemas.microsoft.com/office/drawing/2014/main" id="{5786EBE7-6C3F-7C41-A5AD-B7F4E9FB5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128">
              <a:extLst>
                <a:ext uri="{FF2B5EF4-FFF2-40B4-BE49-F238E27FC236}">
                  <a16:creationId xmlns:a16="http://schemas.microsoft.com/office/drawing/2014/main" id="{D84691BF-DCE0-F84E-BA4D-EEDC61A1F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129">
              <a:extLst>
                <a:ext uri="{FF2B5EF4-FFF2-40B4-BE49-F238E27FC236}">
                  <a16:creationId xmlns:a16="http://schemas.microsoft.com/office/drawing/2014/main" id="{1F386CC9-9144-8342-8BDF-1F2FEED96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130">
              <a:extLst>
                <a:ext uri="{FF2B5EF4-FFF2-40B4-BE49-F238E27FC236}">
                  <a16:creationId xmlns:a16="http://schemas.microsoft.com/office/drawing/2014/main" id="{5FA4454E-5292-CE41-8C1C-846CC3B00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131">
              <a:extLst>
                <a:ext uri="{FF2B5EF4-FFF2-40B4-BE49-F238E27FC236}">
                  <a16:creationId xmlns:a16="http://schemas.microsoft.com/office/drawing/2014/main" id="{F3A91623-C6A3-A847-9B55-A4628DCE9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132">
              <a:extLst>
                <a:ext uri="{FF2B5EF4-FFF2-40B4-BE49-F238E27FC236}">
                  <a16:creationId xmlns:a16="http://schemas.microsoft.com/office/drawing/2014/main" id="{496D797E-B7F4-D341-B96F-E3E42DA72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133">
              <a:extLst>
                <a:ext uri="{FF2B5EF4-FFF2-40B4-BE49-F238E27FC236}">
                  <a16:creationId xmlns:a16="http://schemas.microsoft.com/office/drawing/2014/main" id="{FE37E726-E38C-6D44-AFE6-B8AFD94AD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134">
              <a:extLst>
                <a:ext uri="{FF2B5EF4-FFF2-40B4-BE49-F238E27FC236}">
                  <a16:creationId xmlns:a16="http://schemas.microsoft.com/office/drawing/2014/main" id="{B6599546-ACF8-0348-BF2F-E711DD46C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135">
              <a:extLst>
                <a:ext uri="{FF2B5EF4-FFF2-40B4-BE49-F238E27FC236}">
                  <a16:creationId xmlns:a16="http://schemas.microsoft.com/office/drawing/2014/main" id="{B8D08B20-2D40-5C42-A253-2F5E72CBD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136">
              <a:extLst>
                <a:ext uri="{FF2B5EF4-FFF2-40B4-BE49-F238E27FC236}">
                  <a16:creationId xmlns:a16="http://schemas.microsoft.com/office/drawing/2014/main" id="{D2F44F79-8166-F94A-AFB9-92A12A753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137">
              <a:extLst>
                <a:ext uri="{FF2B5EF4-FFF2-40B4-BE49-F238E27FC236}">
                  <a16:creationId xmlns:a16="http://schemas.microsoft.com/office/drawing/2014/main" id="{748C7744-AD71-2848-9CCC-99E45F563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138">
              <a:extLst>
                <a:ext uri="{FF2B5EF4-FFF2-40B4-BE49-F238E27FC236}">
                  <a16:creationId xmlns:a16="http://schemas.microsoft.com/office/drawing/2014/main" id="{ABC97512-B28D-3D4A-BE8B-741FC0A87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139">
              <a:extLst>
                <a:ext uri="{FF2B5EF4-FFF2-40B4-BE49-F238E27FC236}">
                  <a16:creationId xmlns:a16="http://schemas.microsoft.com/office/drawing/2014/main" id="{17980A82-C7D3-D744-8A14-997062EEA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140">
              <a:extLst>
                <a:ext uri="{FF2B5EF4-FFF2-40B4-BE49-F238E27FC236}">
                  <a16:creationId xmlns:a16="http://schemas.microsoft.com/office/drawing/2014/main" id="{3B49F415-D6F5-7647-B8AF-E06AF73CD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141">
              <a:extLst>
                <a:ext uri="{FF2B5EF4-FFF2-40B4-BE49-F238E27FC236}">
                  <a16:creationId xmlns:a16="http://schemas.microsoft.com/office/drawing/2014/main" id="{460B183B-53C6-AA44-B5E9-77D1D1E50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142">
              <a:extLst>
                <a:ext uri="{FF2B5EF4-FFF2-40B4-BE49-F238E27FC236}">
                  <a16:creationId xmlns:a16="http://schemas.microsoft.com/office/drawing/2014/main" id="{54A9D2B5-A85F-104A-9F97-240B0A76F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143">
              <a:extLst>
                <a:ext uri="{FF2B5EF4-FFF2-40B4-BE49-F238E27FC236}">
                  <a16:creationId xmlns:a16="http://schemas.microsoft.com/office/drawing/2014/main" id="{8CCDF89E-DC9A-B74A-B554-9B8C47177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144">
              <a:extLst>
                <a:ext uri="{FF2B5EF4-FFF2-40B4-BE49-F238E27FC236}">
                  <a16:creationId xmlns:a16="http://schemas.microsoft.com/office/drawing/2014/main" id="{91752185-18B0-AF4D-A736-7897CC1C4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145">
              <a:extLst>
                <a:ext uri="{FF2B5EF4-FFF2-40B4-BE49-F238E27FC236}">
                  <a16:creationId xmlns:a16="http://schemas.microsoft.com/office/drawing/2014/main" id="{339A9703-4686-3A4B-9F6D-896E7D321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146">
              <a:extLst>
                <a:ext uri="{FF2B5EF4-FFF2-40B4-BE49-F238E27FC236}">
                  <a16:creationId xmlns:a16="http://schemas.microsoft.com/office/drawing/2014/main" id="{6D19D6F3-4F57-0A48-A264-08DDBF922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147">
              <a:extLst>
                <a:ext uri="{FF2B5EF4-FFF2-40B4-BE49-F238E27FC236}">
                  <a16:creationId xmlns:a16="http://schemas.microsoft.com/office/drawing/2014/main" id="{401E1534-DE6F-684C-BDB2-33C6BEF2C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148">
              <a:extLst>
                <a:ext uri="{FF2B5EF4-FFF2-40B4-BE49-F238E27FC236}">
                  <a16:creationId xmlns:a16="http://schemas.microsoft.com/office/drawing/2014/main" id="{A1D05122-E854-F444-9627-B90A9487F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149">
              <a:extLst>
                <a:ext uri="{FF2B5EF4-FFF2-40B4-BE49-F238E27FC236}">
                  <a16:creationId xmlns:a16="http://schemas.microsoft.com/office/drawing/2014/main" id="{425E3D11-7DA9-6A4B-ADE0-1951182C3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150">
              <a:extLst>
                <a:ext uri="{FF2B5EF4-FFF2-40B4-BE49-F238E27FC236}">
                  <a16:creationId xmlns:a16="http://schemas.microsoft.com/office/drawing/2014/main" id="{ACD44172-263D-DE4F-B9C3-3A1D4210D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151">
              <a:extLst>
                <a:ext uri="{FF2B5EF4-FFF2-40B4-BE49-F238E27FC236}">
                  <a16:creationId xmlns:a16="http://schemas.microsoft.com/office/drawing/2014/main" id="{CD7F6FE0-A03F-B842-A743-094B15849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152">
              <a:extLst>
                <a:ext uri="{FF2B5EF4-FFF2-40B4-BE49-F238E27FC236}">
                  <a16:creationId xmlns:a16="http://schemas.microsoft.com/office/drawing/2014/main" id="{164732F8-873B-0848-8CF1-CD0C4B5BA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153">
              <a:extLst>
                <a:ext uri="{FF2B5EF4-FFF2-40B4-BE49-F238E27FC236}">
                  <a16:creationId xmlns:a16="http://schemas.microsoft.com/office/drawing/2014/main" id="{6FA5662D-C351-4548-B360-46C0DE72F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154">
              <a:extLst>
                <a:ext uri="{FF2B5EF4-FFF2-40B4-BE49-F238E27FC236}">
                  <a16:creationId xmlns:a16="http://schemas.microsoft.com/office/drawing/2014/main" id="{C741F7D9-1CA5-564A-B4F2-891DDA703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155">
              <a:extLst>
                <a:ext uri="{FF2B5EF4-FFF2-40B4-BE49-F238E27FC236}">
                  <a16:creationId xmlns:a16="http://schemas.microsoft.com/office/drawing/2014/main" id="{7E6BA192-A5E5-6E47-B378-9E8406C26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156">
              <a:extLst>
                <a:ext uri="{FF2B5EF4-FFF2-40B4-BE49-F238E27FC236}">
                  <a16:creationId xmlns:a16="http://schemas.microsoft.com/office/drawing/2014/main" id="{A01C283E-7459-934E-A6C7-307784448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157">
              <a:extLst>
                <a:ext uri="{FF2B5EF4-FFF2-40B4-BE49-F238E27FC236}">
                  <a16:creationId xmlns:a16="http://schemas.microsoft.com/office/drawing/2014/main" id="{BCA1724E-CEA6-6D48-9055-EF0BA5DCF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158">
              <a:extLst>
                <a:ext uri="{FF2B5EF4-FFF2-40B4-BE49-F238E27FC236}">
                  <a16:creationId xmlns:a16="http://schemas.microsoft.com/office/drawing/2014/main" id="{ECA7AB10-532B-614F-8457-51F39F55C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159">
              <a:extLst>
                <a:ext uri="{FF2B5EF4-FFF2-40B4-BE49-F238E27FC236}">
                  <a16:creationId xmlns:a16="http://schemas.microsoft.com/office/drawing/2014/main" id="{E88B939F-3702-5346-A775-42CFBB061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160">
              <a:extLst>
                <a:ext uri="{FF2B5EF4-FFF2-40B4-BE49-F238E27FC236}">
                  <a16:creationId xmlns:a16="http://schemas.microsoft.com/office/drawing/2014/main" id="{1AFF4C9C-EB96-544B-BFE7-663FB8C7C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161">
              <a:extLst>
                <a:ext uri="{FF2B5EF4-FFF2-40B4-BE49-F238E27FC236}">
                  <a16:creationId xmlns:a16="http://schemas.microsoft.com/office/drawing/2014/main" id="{9180147F-3C8D-5F46-AF46-E65357548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162">
              <a:extLst>
                <a:ext uri="{FF2B5EF4-FFF2-40B4-BE49-F238E27FC236}">
                  <a16:creationId xmlns:a16="http://schemas.microsoft.com/office/drawing/2014/main" id="{C8B5AC15-F25B-A846-8EA1-FC50E35FD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163">
              <a:extLst>
                <a:ext uri="{FF2B5EF4-FFF2-40B4-BE49-F238E27FC236}">
                  <a16:creationId xmlns:a16="http://schemas.microsoft.com/office/drawing/2014/main" id="{06940480-451E-7A49-9CE6-EE05B6622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235">
              <a:extLst>
                <a:ext uri="{FF2B5EF4-FFF2-40B4-BE49-F238E27FC236}">
                  <a16:creationId xmlns:a16="http://schemas.microsoft.com/office/drawing/2014/main" id="{34D403DC-2CD3-DF46-8958-E6F8336CC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Freeform 242">
              <a:extLst>
                <a:ext uri="{FF2B5EF4-FFF2-40B4-BE49-F238E27FC236}">
                  <a16:creationId xmlns:a16="http://schemas.microsoft.com/office/drawing/2014/main" id="{8D8D4E41-B0F5-0740-A2AC-DD3C00460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249">
              <a:extLst>
                <a:ext uri="{FF2B5EF4-FFF2-40B4-BE49-F238E27FC236}">
                  <a16:creationId xmlns:a16="http://schemas.microsoft.com/office/drawing/2014/main" id="{58C48854-B07A-E94F-B03C-856931EED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256">
              <a:extLst>
                <a:ext uri="{FF2B5EF4-FFF2-40B4-BE49-F238E27FC236}">
                  <a16:creationId xmlns:a16="http://schemas.microsoft.com/office/drawing/2014/main" id="{FE892311-197B-B146-A720-821E26121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263">
              <a:extLst>
                <a:ext uri="{FF2B5EF4-FFF2-40B4-BE49-F238E27FC236}">
                  <a16:creationId xmlns:a16="http://schemas.microsoft.com/office/drawing/2014/main" id="{52DC476E-8436-644C-B5A8-23336008D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270">
              <a:extLst>
                <a:ext uri="{FF2B5EF4-FFF2-40B4-BE49-F238E27FC236}">
                  <a16:creationId xmlns:a16="http://schemas.microsoft.com/office/drawing/2014/main" id="{D61BDF2E-0873-1045-93C3-67F73AC23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277">
              <a:extLst>
                <a:ext uri="{FF2B5EF4-FFF2-40B4-BE49-F238E27FC236}">
                  <a16:creationId xmlns:a16="http://schemas.microsoft.com/office/drawing/2014/main" id="{C746DB72-393C-B646-9A2A-D5F8DE158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284">
              <a:extLst>
                <a:ext uri="{FF2B5EF4-FFF2-40B4-BE49-F238E27FC236}">
                  <a16:creationId xmlns:a16="http://schemas.microsoft.com/office/drawing/2014/main" id="{70019661-C453-0C4C-B9D4-4D3577C9C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291">
              <a:extLst>
                <a:ext uri="{FF2B5EF4-FFF2-40B4-BE49-F238E27FC236}">
                  <a16:creationId xmlns:a16="http://schemas.microsoft.com/office/drawing/2014/main" id="{1F5E1227-C8D2-E648-92D6-61211E33C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298">
              <a:extLst>
                <a:ext uri="{FF2B5EF4-FFF2-40B4-BE49-F238E27FC236}">
                  <a16:creationId xmlns:a16="http://schemas.microsoft.com/office/drawing/2014/main" id="{72FAA45C-E427-FD4A-8B81-0E15E3F6D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305">
              <a:extLst>
                <a:ext uri="{FF2B5EF4-FFF2-40B4-BE49-F238E27FC236}">
                  <a16:creationId xmlns:a16="http://schemas.microsoft.com/office/drawing/2014/main" id="{81E4B53F-B77F-154B-8551-B0978166F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312">
              <a:extLst>
                <a:ext uri="{FF2B5EF4-FFF2-40B4-BE49-F238E27FC236}">
                  <a16:creationId xmlns:a16="http://schemas.microsoft.com/office/drawing/2014/main" id="{4AA13618-A6D7-9D47-A749-407CD1506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D45B1C6E-489C-884A-830F-1F5C1FAB032C}"/>
              </a:ext>
            </a:extLst>
          </p:cNvPr>
          <p:cNvGrpSpPr/>
          <p:nvPr/>
        </p:nvGrpSpPr>
        <p:grpSpPr>
          <a:xfrm>
            <a:off x="9917084" y="5111092"/>
            <a:ext cx="2171684" cy="1306719"/>
            <a:chOff x="9915526" y="1892300"/>
            <a:chExt cx="1116012" cy="671513"/>
          </a:xfrm>
          <a:solidFill>
            <a:schemeClr val="bg2">
              <a:lumMod val="90000"/>
            </a:schemeClr>
          </a:solidFill>
        </p:grpSpPr>
        <p:sp>
          <p:nvSpPr>
            <p:cNvPr id="351" name="Freeform 80">
              <a:extLst>
                <a:ext uri="{FF2B5EF4-FFF2-40B4-BE49-F238E27FC236}">
                  <a16:creationId xmlns:a16="http://schemas.microsoft.com/office/drawing/2014/main" id="{0EF11E1F-26EA-104C-A0B1-A407447FB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81">
              <a:extLst>
                <a:ext uri="{FF2B5EF4-FFF2-40B4-BE49-F238E27FC236}">
                  <a16:creationId xmlns:a16="http://schemas.microsoft.com/office/drawing/2014/main" id="{95FC3EC9-35B9-8742-9374-8170B8255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82">
              <a:extLst>
                <a:ext uri="{FF2B5EF4-FFF2-40B4-BE49-F238E27FC236}">
                  <a16:creationId xmlns:a16="http://schemas.microsoft.com/office/drawing/2014/main" id="{7B6D7263-E51D-5E4E-BE50-7FB6386AC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83">
              <a:extLst>
                <a:ext uri="{FF2B5EF4-FFF2-40B4-BE49-F238E27FC236}">
                  <a16:creationId xmlns:a16="http://schemas.microsoft.com/office/drawing/2014/main" id="{1A3C994A-0189-C14D-BF17-503AB14EA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84">
              <a:extLst>
                <a:ext uri="{FF2B5EF4-FFF2-40B4-BE49-F238E27FC236}">
                  <a16:creationId xmlns:a16="http://schemas.microsoft.com/office/drawing/2014/main" id="{DA3BE29D-ABEE-A144-BC59-E8AC3EC98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85">
              <a:extLst>
                <a:ext uri="{FF2B5EF4-FFF2-40B4-BE49-F238E27FC236}">
                  <a16:creationId xmlns:a16="http://schemas.microsoft.com/office/drawing/2014/main" id="{5AB7FFFA-8571-EE46-BDEC-C8C5512F8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86">
              <a:extLst>
                <a:ext uri="{FF2B5EF4-FFF2-40B4-BE49-F238E27FC236}">
                  <a16:creationId xmlns:a16="http://schemas.microsoft.com/office/drawing/2014/main" id="{E4980947-AACF-7A41-91D3-D5A4BA7BF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87">
              <a:extLst>
                <a:ext uri="{FF2B5EF4-FFF2-40B4-BE49-F238E27FC236}">
                  <a16:creationId xmlns:a16="http://schemas.microsoft.com/office/drawing/2014/main" id="{A0AC204D-915D-CF4F-A4D7-B591486D3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88">
              <a:extLst>
                <a:ext uri="{FF2B5EF4-FFF2-40B4-BE49-F238E27FC236}">
                  <a16:creationId xmlns:a16="http://schemas.microsoft.com/office/drawing/2014/main" id="{84E0A0C6-0155-E046-8681-1024EE1FB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89">
              <a:extLst>
                <a:ext uri="{FF2B5EF4-FFF2-40B4-BE49-F238E27FC236}">
                  <a16:creationId xmlns:a16="http://schemas.microsoft.com/office/drawing/2014/main" id="{6C55EEC5-5F07-8A4E-843F-440F3F0F1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90">
              <a:extLst>
                <a:ext uri="{FF2B5EF4-FFF2-40B4-BE49-F238E27FC236}">
                  <a16:creationId xmlns:a16="http://schemas.microsoft.com/office/drawing/2014/main" id="{389856E1-6E9B-8444-B2F9-BD73DF66E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91">
              <a:extLst>
                <a:ext uri="{FF2B5EF4-FFF2-40B4-BE49-F238E27FC236}">
                  <a16:creationId xmlns:a16="http://schemas.microsoft.com/office/drawing/2014/main" id="{89CC3085-265E-F543-905B-96BAB6D34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92">
              <a:extLst>
                <a:ext uri="{FF2B5EF4-FFF2-40B4-BE49-F238E27FC236}">
                  <a16:creationId xmlns:a16="http://schemas.microsoft.com/office/drawing/2014/main" id="{F4C5F92B-2594-2D49-B266-D77E8AF52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93">
              <a:extLst>
                <a:ext uri="{FF2B5EF4-FFF2-40B4-BE49-F238E27FC236}">
                  <a16:creationId xmlns:a16="http://schemas.microsoft.com/office/drawing/2014/main" id="{33B04776-0495-F94F-AD7E-87435DB55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94">
              <a:extLst>
                <a:ext uri="{FF2B5EF4-FFF2-40B4-BE49-F238E27FC236}">
                  <a16:creationId xmlns:a16="http://schemas.microsoft.com/office/drawing/2014/main" id="{490D1CB1-7FD9-7F43-BA1F-DD50CF19F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95">
              <a:extLst>
                <a:ext uri="{FF2B5EF4-FFF2-40B4-BE49-F238E27FC236}">
                  <a16:creationId xmlns:a16="http://schemas.microsoft.com/office/drawing/2014/main" id="{D7CF5329-AC5D-8145-8FA6-7DA6FAA67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96">
              <a:extLst>
                <a:ext uri="{FF2B5EF4-FFF2-40B4-BE49-F238E27FC236}">
                  <a16:creationId xmlns:a16="http://schemas.microsoft.com/office/drawing/2014/main" id="{C77538CD-B28B-3E41-AE47-CB4910920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97">
              <a:extLst>
                <a:ext uri="{FF2B5EF4-FFF2-40B4-BE49-F238E27FC236}">
                  <a16:creationId xmlns:a16="http://schemas.microsoft.com/office/drawing/2014/main" id="{21B95B14-F087-6F4A-BA4D-89986A702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98">
              <a:extLst>
                <a:ext uri="{FF2B5EF4-FFF2-40B4-BE49-F238E27FC236}">
                  <a16:creationId xmlns:a16="http://schemas.microsoft.com/office/drawing/2014/main" id="{26D67C17-1B25-914F-B563-9AA316ABE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99">
              <a:extLst>
                <a:ext uri="{FF2B5EF4-FFF2-40B4-BE49-F238E27FC236}">
                  <a16:creationId xmlns:a16="http://schemas.microsoft.com/office/drawing/2014/main" id="{25301F9F-D89F-584E-9E46-B9C412F90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100">
              <a:extLst>
                <a:ext uri="{FF2B5EF4-FFF2-40B4-BE49-F238E27FC236}">
                  <a16:creationId xmlns:a16="http://schemas.microsoft.com/office/drawing/2014/main" id="{F4D57EC9-56A6-6E4F-9B2F-A2743FF6B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101">
              <a:extLst>
                <a:ext uri="{FF2B5EF4-FFF2-40B4-BE49-F238E27FC236}">
                  <a16:creationId xmlns:a16="http://schemas.microsoft.com/office/drawing/2014/main" id="{B7DDFDBC-7CA0-9B46-BBBD-B01F530A7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102">
              <a:extLst>
                <a:ext uri="{FF2B5EF4-FFF2-40B4-BE49-F238E27FC236}">
                  <a16:creationId xmlns:a16="http://schemas.microsoft.com/office/drawing/2014/main" id="{0E69A29B-4EA5-1142-AA15-DE11E07E2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103">
              <a:extLst>
                <a:ext uri="{FF2B5EF4-FFF2-40B4-BE49-F238E27FC236}">
                  <a16:creationId xmlns:a16="http://schemas.microsoft.com/office/drawing/2014/main" id="{17414C04-E683-AD41-8DC5-542248C0C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104">
              <a:extLst>
                <a:ext uri="{FF2B5EF4-FFF2-40B4-BE49-F238E27FC236}">
                  <a16:creationId xmlns:a16="http://schemas.microsoft.com/office/drawing/2014/main" id="{BB7241A8-B066-324B-915E-CDC2CAA26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105">
              <a:extLst>
                <a:ext uri="{FF2B5EF4-FFF2-40B4-BE49-F238E27FC236}">
                  <a16:creationId xmlns:a16="http://schemas.microsoft.com/office/drawing/2014/main" id="{9714354D-CAFC-034F-B73A-3B8F30054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106">
              <a:extLst>
                <a:ext uri="{FF2B5EF4-FFF2-40B4-BE49-F238E27FC236}">
                  <a16:creationId xmlns:a16="http://schemas.microsoft.com/office/drawing/2014/main" id="{C02DA91A-C5E5-314C-84E2-69CC666EA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107">
              <a:extLst>
                <a:ext uri="{FF2B5EF4-FFF2-40B4-BE49-F238E27FC236}">
                  <a16:creationId xmlns:a16="http://schemas.microsoft.com/office/drawing/2014/main" id="{26A8F814-412D-0543-9CE0-CE7791CEA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108">
              <a:extLst>
                <a:ext uri="{FF2B5EF4-FFF2-40B4-BE49-F238E27FC236}">
                  <a16:creationId xmlns:a16="http://schemas.microsoft.com/office/drawing/2014/main" id="{7C30FA1C-C82C-4644-9D99-FE1B6E490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109">
              <a:extLst>
                <a:ext uri="{FF2B5EF4-FFF2-40B4-BE49-F238E27FC236}">
                  <a16:creationId xmlns:a16="http://schemas.microsoft.com/office/drawing/2014/main" id="{06F49C7B-D443-7B40-AF5F-EDB0843B5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110">
              <a:extLst>
                <a:ext uri="{FF2B5EF4-FFF2-40B4-BE49-F238E27FC236}">
                  <a16:creationId xmlns:a16="http://schemas.microsoft.com/office/drawing/2014/main" id="{127B70E7-5CA9-BC46-93AF-A7DAF93B5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111">
              <a:extLst>
                <a:ext uri="{FF2B5EF4-FFF2-40B4-BE49-F238E27FC236}">
                  <a16:creationId xmlns:a16="http://schemas.microsoft.com/office/drawing/2014/main" id="{7A354230-502E-FC4A-B378-909AC5976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112">
              <a:extLst>
                <a:ext uri="{FF2B5EF4-FFF2-40B4-BE49-F238E27FC236}">
                  <a16:creationId xmlns:a16="http://schemas.microsoft.com/office/drawing/2014/main" id="{2FB31C05-2709-7648-A165-2239F5212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113">
              <a:extLst>
                <a:ext uri="{FF2B5EF4-FFF2-40B4-BE49-F238E27FC236}">
                  <a16:creationId xmlns:a16="http://schemas.microsoft.com/office/drawing/2014/main" id="{6297C0FD-90A7-4541-A59D-018224872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114">
              <a:extLst>
                <a:ext uri="{FF2B5EF4-FFF2-40B4-BE49-F238E27FC236}">
                  <a16:creationId xmlns:a16="http://schemas.microsoft.com/office/drawing/2014/main" id="{78C0D009-9983-FB46-89D8-704F5A409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115">
              <a:extLst>
                <a:ext uri="{FF2B5EF4-FFF2-40B4-BE49-F238E27FC236}">
                  <a16:creationId xmlns:a16="http://schemas.microsoft.com/office/drawing/2014/main" id="{D6B59BF3-6614-BB4E-B890-BC027C1B9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116">
              <a:extLst>
                <a:ext uri="{FF2B5EF4-FFF2-40B4-BE49-F238E27FC236}">
                  <a16:creationId xmlns:a16="http://schemas.microsoft.com/office/drawing/2014/main" id="{FB1E533E-A72F-5147-99A8-23C04F272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117">
              <a:extLst>
                <a:ext uri="{FF2B5EF4-FFF2-40B4-BE49-F238E27FC236}">
                  <a16:creationId xmlns:a16="http://schemas.microsoft.com/office/drawing/2014/main" id="{20F4DE57-D931-564B-A666-E22F913D0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118">
              <a:extLst>
                <a:ext uri="{FF2B5EF4-FFF2-40B4-BE49-F238E27FC236}">
                  <a16:creationId xmlns:a16="http://schemas.microsoft.com/office/drawing/2014/main" id="{AC184AEC-6E5C-7346-A61E-B04958DCC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119">
              <a:extLst>
                <a:ext uri="{FF2B5EF4-FFF2-40B4-BE49-F238E27FC236}">
                  <a16:creationId xmlns:a16="http://schemas.microsoft.com/office/drawing/2014/main" id="{8E05FFD8-747F-A349-B3FF-CA44BA5EB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120">
              <a:extLst>
                <a:ext uri="{FF2B5EF4-FFF2-40B4-BE49-F238E27FC236}">
                  <a16:creationId xmlns:a16="http://schemas.microsoft.com/office/drawing/2014/main" id="{7CAEFAB0-09EA-C74D-BA79-991B3048A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121">
              <a:extLst>
                <a:ext uri="{FF2B5EF4-FFF2-40B4-BE49-F238E27FC236}">
                  <a16:creationId xmlns:a16="http://schemas.microsoft.com/office/drawing/2014/main" id="{000774A1-63C3-284D-BFCE-32A8E2500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122">
              <a:extLst>
                <a:ext uri="{FF2B5EF4-FFF2-40B4-BE49-F238E27FC236}">
                  <a16:creationId xmlns:a16="http://schemas.microsoft.com/office/drawing/2014/main" id="{7E438ABA-1111-9E48-8098-F8A661F16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123">
              <a:extLst>
                <a:ext uri="{FF2B5EF4-FFF2-40B4-BE49-F238E27FC236}">
                  <a16:creationId xmlns:a16="http://schemas.microsoft.com/office/drawing/2014/main" id="{3225131B-59DF-364E-94B7-944EBC1B6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124">
              <a:extLst>
                <a:ext uri="{FF2B5EF4-FFF2-40B4-BE49-F238E27FC236}">
                  <a16:creationId xmlns:a16="http://schemas.microsoft.com/office/drawing/2014/main" id="{0C6FD6B1-A26A-B945-B1A6-6EE73A31D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125">
              <a:extLst>
                <a:ext uri="{FF2B5EF4-FFF2-40B4-BE49-F238E27FC236}">
                  <a16:creationId xmlns:a16="http://schemas.microsoft.com/office/drawing/2014/main" id="{D4E881E3-3582-F445-A29F-A80C4E90D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126">
              <a:extLst>
                <a:ext uri="{FF2B5EF4-FFF2-40B4-BE49-F238E27FC236}">
                  <a16:creationId xmlns:a16="http://schemas.microsoft.com/office/drawing/2014/main" id="{16D53342-4728-D440-A294-346BFD7D0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127">
              <a:extLst>
                <a:ext uri="{FF2B5EF4-FFF2-40B4-BE49-F238E27FC236}">
                  <a16:creationId xmlns:a16="http://schemas.microsoft.com/office/drawing/2014/main" id="{AD224B9E-3425-F947-9D49-88A7F728D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128">
              <a:extLst>
                <a:ext uri="{FF2B5EF4-FFF2-40B4-BE49-F238E27FC236}">
                  <a16:creationId xmlns:a16="http://schemas.microsoft.com/office/drawing/2014/main" id="{759225D3-18D9-AA4D-95FF-B5060108C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129">
              <a:extLst>
                <a:ext uri="{FF2B5EF4-FFF2-40B4-BE49-F238E27FC236}">
                  <a16:creationId xmlns:a16="http://schemas.microsoft.com/office/drawing/2014/main" id="{13E45D57-F819-B846-A3F3-3B755F08D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130">
              <a:extLst>
                <a:ext uri="{FF2B5EF4-FFF2-40B4-BE49-F238E27FC236}">
                  <a16:creationId xmlns:a16="http://schemas.microsoft.com/office/drawing/2014/main" id="{D6CB975F-00AF-A74D-9BDE-55B20E73A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131">
              <a:extLst>
                <a:ext uri="{FF2B5EF4-FFF2-40B4-BE49-F238E27FC236}">
                  <a16:creationId xmlns:a16="http://schemas.microsoft.com/office/drawing/2014/main" id="{78ACFE13-AFCB-E54E-9101-FACE2C665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132">
              <a:extLst>
                <a:ext uri="{FF2B5EF4-FFF2-40B4-BE49-F238E27FC236}">
                  <a16:creationId xmlns:a16="http://schemas.microsoft.com/office/drawing/2014/main" id="{D5094114-1817-E648-A726-71F480D0D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133">
              <a:extLst>
                <a:ext uri="{FF2B5EF4-FFF2-40B4-BE49-F238E27FC236}">
                  <a16:creationId xmlns:a16="http://schemas.microsoft.com/office/drawing/2014/main" id="{15E61D85-6932-8542-A056-B3F5DAE62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134">
              <a:extLst>
                <a:ext uri="{FF2B5EF4-FFF2-40B4-BE49-F238E27FC236}">
                  <a16:creationId xmlns:a16="http://schemas.microsoft.com/office/drawing/2014/main" id="{AC106AB5-2181-5D49-8ADC-04776772E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135">
              <a:extLst>
                <a:ext uri="{FF2B5EF4-FFF2-40B4-BE49-F238E27FC236}">
                  <a16:creationId xmlns:a16="http://schemas.microsoft.com/office/drawing/2014/main" id="{70896188-F11D-7348-9F64-F0ABBDFB9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136">
              <a:extLst>
                <a:ext uri="{FF2B5EF4-FFF2-40B4-BE49-F238E27FC236}">
                  <a16:creationId xmlns:a16="http://schemas.microsoft.com/office/drawing/2014/main" id="{6B431F0F-0245-204B-961B-F90B149E9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137">
              <a:extLst>
                <a:ext uri="{FF2B5EF4-FFF2-40B4-BE49-F238E27FC236}">
                  <a16:creationId xmlns:a16="http://schemas.microsoft.com/office/drawing/2014/main" id="{D2F29AB1-B532-8045-B9AC-48A007486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138">
              <a:extLst>
                <a:ext uri="{FF2B5EF4-FFF2-40B4-BE49-F238E27FC236}">
                  <a16:creationId xmlns:a16="http://schemas.microsoft.com/office/drawing/2014/main" id="{B1C54140-455C-D64D-B1D5-1B55442F3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139">
              <a:extLst>
                <a:ext uri="{FF2B5EF4-FFF2-40B4-BE49-F238E27FC236}">
                  <a16:creationId xmlns:a16="http://schemas.microsoft.com/office/drawing/2014/main" id="{7F29E169-53BF-E345-810C-7A533481E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140">
              <a:extLst>
                <a:ext uri="{FF2B5EF4-FFF2-40B4-BE49-F238E27FC236}">
                  <a16:creationId xmlns:a16="http://schemas.microsoft.com/office/drawing/2014/main" id="{D4B32178-0717-7648-BD67-835DE70CA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141">
              <a:extLst>
                <a:ext uri="{FF2B5EF4-FFF2-40B4-BE49-F238E27FC236}">
                  <a16:creationId xmlns:a16="http://schemas.microsoft.com/office/drawing/2014/main" id="{D3A12F08-14E6-0446-AB66-F148C541D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142">
              <a:extLst>
                <a:ext uri="{FF2B5EF4-FFF2-40B4-BE49-F238E27FC236}">
                  <a16:creationId xmlns:a16="http://schemas.microsoft.com/office/drawing/2014/main" id="{2BADA4E1-F29E-3D4E-9850-A998EC868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143">
              <a:extLst>
                <a:ext uri="{FF2B5EF4-FFF2-40B4-BE49-F238E27FC236}">
                  <a16:creationId xmlns:a16="http://schemas.microsoft.com/office/drawing/2014/main" id="{770F1758-A69C-9043-9FAA-91340EB6A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144">
              <a:extLst>
                <a:ext uri="{FF2B5EF4-FFF2-40B4-BE49-F238E27FC236}">
                  <a16:creationId xmlns:a16="http://schemas.microsoft.com/office/drawing/2014/main" id="{5D21A0F2-8843-0246-B6BD-963570DFC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145">
              <a:extLst>
                <a:ext uri="{FF2B5EF4-FFF2-40B4-BE49-F238E27FC236}">
                  <a16:creationId xmlns:a16="http://schemas.microsoft.com/office/drawing/2014/main" id="{E8F473AF-0745-9446-8D9B-F8DD73177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146">
              <a:extLst>
                <a:ext uri="{FF2B5EF4-FFF2-40B4-BE49-F238E27FC236}">
                  <a16:creationId xmlns:a16="http://schemas.microsoft.com/office/drawing/2014/main" id="{790208A3-CAC5-6046-905B-10D1B7F24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147">
              <a:extLst>
                <a:ext uri="{FF2B5EF4-FFF2-40B4-BE49-F238E27FC236}">
                  <a16:creationId xmlns:a16="http://schemas.microsoft.com/office/drawing/2014/main" id="{A6A6062E-BFC3-E545-B9BF-2E03CE530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148">
              <a:extLst>
                <a:ext uri="{FF2B5EF4-FFF2-40B4-BE49-F238E27FC236}">
                  <a16:creationId xmlns:a16="http://schemas.microsoft.com/office/drawing/2014/main" id="{85851CCC-E6E0-7F4D-B5C3-031DA8390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149">
              <a:extLst>
                <a:ext uri="{FF2B5EF4-FFF2-40B4-BE49-F238E27FC236}">
                  <a16:creationId xmlns:a16="http://schemas.microsoft.com/office/drawing/2014/main" id="{8269F36C-8850-1741-997A-C5A078FB6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150">
              <a:extLst>
                <a:ext uri="{FF2B5EF4-FFF2-40B4-BE49-F238E27FC236}">
                  <a16:creationId xmlns:a16="http://schemas.microsoft.com/office/drawing/2014/main" id="{AB53BB13-229E-B44F-B8CD-C433BC812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151">
              <a:extLst>
                <a:ext uri="{FF2B5EF4-FFF2-40B4-BE49-F238E27FC236}">
                  <a16:creationId xmlns:a16="http://schemas.microsoft.com/office/drawing/2014/main" id="{CC6B21FA-2DCE-3E4F-8785-D3A881A66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152">
              <a:extLst>
                <a:ext uri="{FF2B5EF4-FFF2-40B4-BE49-F238E27FC236}">
                  <a16:creationId xmlns:a16="http://schemas.microsoft.com/office/drawing/2014/main" id="{0A1295F2-588C-4B44-93DB-088944600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153">
              <a:extLst>
                <a:ext uri="{FF2B5EF4-FFF2-40B4-BE49-F238E27FC236}">
                  <a16:creationId xmlns:a16="http://schemas.microsoft.com/office/drawing/2014/main" id="{BF641662-3A45-274E-8911-D324AAF7B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154">
              <a:extLst>
                <a:ext uri="{FF2B5EF4-FFF2-40B4-BE49-F238E27FC236}">
                  <a16:creationId xmlns:a16="http://schemas.microsoft.com/office/drawing/2014/main" id="{1FACBBBC-FDC4-874A-8EA1-88B2DA488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155">
              <a:extLst>
                <a:ext uri="{FF2B5EF4-FFF2-40B4-BE49-F238E27FC236}">
                  <a16:creationId xmlns:a16="http://schemas.microsoft.com/office/drawing/2014/main" id="{9DA14707-0E53-2844-AFE8-7EEA0477C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156">
              <a:extLst>
                <a:ext uri="{FF2B5EF4-FFF2-40B4-BE49-F238E27FC236}">
                  <a16:creationId xmlns:a16="http://schemas.microsoft.com/office/drawing/2014/main" id="{AA827BBA-97A0-F446-8062-323641347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157">
              <a:extLst>
                <a:ext uri="{FF2B5EF4-FFF2-40B4-BE49-F238E27FC236}">
                  <a16:creationId xmlns:a16="http://schemas.microsoft.com/office/drawing/2014/main" id="{A7BE6D88-B7B2-4E48-8884-4F6C46EF7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158">
              <a:extLst>
                <a:ext uri="{FF2B5EF4-FFF2-40B4-BE49-F238E27FC236}">
                  <a16:creationId xmlns:a16="http://schemas.microsoft.com/office/drawing/2014/main" id="{317FB221-E3E3-C64B-A026-DF053C963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159">
              <a:extLst>
                <a:ext uri="{FF2B5EF4-FFF2-40B4-BE49-F238E27FC236}">
                  <a16:creationId xmlns:a16="http://schemas.microsoft.com/office/drawing/2014/main" id="{47F048A2-5135-A942-B19A-49B5C08D4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160">
              <a:extLst>
                <a:ext uri="{FF2B5EF4-FFF2-40B4-BE49-F238E27FC236}">
                  <a16:creationId xmlns:a16="http://schemas.microsoft.com/office/drawing/2014/main" id="{F6A22F35-3DE0-8A4A-BA3B-507559548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161">
              <a:extLst>
                <a:ext uri="{FF2B5EF4-FFF2-40B4-BE49-F238E27FC236}">
                  <a16:creationId xmlns:a16="http://schemas.microsoft.com/office/drawing/2014/main" id="{31BEDFF5-446D-8540-80E3-DB4DEE298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162">
              <a:extLst>
                <a:ext uri="{FF2B5EF4-FFF2-40B4-BE49-F238E27FC236}">
                  <a16:creationId xmlns:a16="http://schemas.microsoft.com/office/drawing/2014/main" id="{23F33EB7-5D6B-8348-94F2-291449FDF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163">
              <a:extLst>
                <a:ext uri="{FF2B5EF4-FFF2-40B4-BE49-F238E27FC236}">
                  <a16:creationId xmlns:a16="http://schemas.microsoft.com/office/drawing/2014/main" id="{8FCD295B-66EF-8545-A5E5-D90208B6D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235">
              <a:extLst>
                <a:ext uri="{FF2B5EF4-FFF2-40B4-BE49-F238E27FC236}">
                  <a16:creationId xmlns:a16="http://schemas.microsoft.com/office/drawing/2014/main" id="{545ADD08-B583-8C41-8099-4965A5407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242">
              <a:extLst>
                <a:ext uri="{FF2B5EF4-FFF2-40B4-BE49-F238E27FC236}">
                  <a16:creationId xmlns:a16="http://schemas.microsoft.com/office/drawing/2014/main" id="{966FC520-8731-AF43-B709-D9E6D6572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249">
              <a:extLst>
                <a:ext uri="{FF2B5EF4-FFF2-40B4-BE49-F238E27FC236}">
                  <a16:creationId xmlns:a16="http://schemas.microsoft.com/office/drawing/2014/main" id="{DB7F297F-C09C-DA47-A713-8B3515ED2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256">
              <a:extLst>
                <a:ext uri="{FF2B5EF4-FFF2-40B4-BE49-F238E27FC236}">
                  <a16:creationId xmlns:a16="http://schemas.microsoft.com/office/drawing/2014/main" id="{773BFDC0-DC55-EC42-883E-DE8E11DBF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263">
              <a:extLst>
                <a:ext uri="{FF2B5EF4-FFF2-40B4-BE49-F238E27FC236}">
                  <a16:creationId xmlns:a16="http://schemas.microsoft.com/office/drawing/2014/main" id="{9BF6BA77-6FAB-4847-A703-D524F8806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270">
              <a:extLst>
                <a:ext uri="{FF2B5EF4-FFF2-40B4-BE49-F238E27FC236}">
                  <a16:creationId xmlns:a16="http://schemas.microsoft.com/office/drawing/2014/main" id="{C3F42E7C-DB1C-F042-96B6-88837A12B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277">
              <a:extLst>
                <a:ext uri="{FF2B5EF4-FFF2-40B4-BE49-F238E27FC236}">
                  <a16:creationId xmlns:a16="http://schemas.microsoft.com/office/drawing/2014/main" id="{558FFCE9-1FA4-2742-BFCF-FA4544CCB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284">
              <a:extLst>
                <a:ext uri="{FF2B5EF4-FFF2-40B4-BE49-F238E27FC236}">
                  <a16:creationId xmlns:a16="http://schemas.microsoft.com/office/drawing/2014/main" id="{247C1342-648D-7B41-A003-704AEAD3B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291">
              <a:extLst>
                <a:ext uri="{FF2B5EF4-FFF2-40B4-BE49-F238E27FC236}">
                  <a16:creationId xmlns:a16="http://schemas.microsoft.com/office/drawing/2014/main" id="{E7FCB585-8C55-284E-80C8-5DAA3B68E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298">
              <a:extLst>
                <a:ext uri="{FF2B5EF4-FFF2-40B4-BE49-F238E27FC236}">
                  <a16:creationId xmlns:a16="http://schemas.microsoft.com/office/drawing/2014/main" id="{7AEF3EFE-6A86-3A4C-92F2-10125E32C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305">
              <a:extLst>
                <a:ext uri="{FF2B5EF4-FFF2-40B4-BE49-F238E27FC236}">
                  <a16:creationId xmlns:a16="http://schemas.microsoft.com/office/drawing/2014/main" id="{D5C3C96D-B01B-414A-A91D-C3EE94101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312">
              <a:extLst>
                <a:ext uri="{FF2B5EF4-FFF2-40B4-BE49-F238E27FC236}">
                  <a16:creationId xmlns:a16="http://schemas.microsoft.com/office/drawing/2014/main" id="{4A964AA6-C85C-EF47-9D64-CFEAEA938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0" name="Freeform 579">
            <a:extLst>
              <a:ext uri="{FF2B5EF4-FFF2-40B4-BE49-F238E27FC236}">
                <a16:creationId xmlns:a16="http://schemas.microsoft.com/office/drawing/2014/main" id="{55CB3586-B147-6F49-95CC-4C4AAD8E530B}"/>
              </a:ext>
            </a:extLst>
          </p:cNvPr>
          <p:cNvSpPr>
            <a:spLocks/>
          </p:cNvSpPr>
          <p:nvPr/>
        </p:nvSpPr>
        <p:spPr bwMode="auto">
          <a:xfrm>
            <a:off x="7773878" y="3716486"/>
            <a:ext cx="4458967" cy="3141514"/>
          </a:xfrm>
          <a:custGeom>
            <a:avLst/>
            <a:gdLst>
              <a:gd name="T0" fmla="*/ 3290 w 3332"/>
              <a:gd name="T1" fmla="*/ 2991 h 2992"/>
              <a:gd name="T2" fmla="*/ 3316 w 3332"/>
              <a:gd name="T3" fmla="*/ 2976 h 2992"/>
              <a:gd name="T4" fmla="*/ 3331 w 3332"/>
              <a:gd name="T5" fmla="*/ 2950 h 2992"/>
              <a:gd name="T6" fmla="*/ 3332 w 3332"/>
              <a:gd name="T7" fmla="*/ 0 h 2992"/>
              <a:gd name="T8" fmla="*/ 3313 w 3332"/>
              <a:gd name="T9" fmla="*/ 97 h 2992"/>
              <a:gd name="T10" fmla="*/ 3288 w 3332"/>
              <a:gd name="T11" fmla="*/ 183 h 2992"/>
              <a:gd name="T12" fmla="*/ 3259 w 3332"/>
              <a:gd name="T13" fmla="*/ 258 h 2992"/>
              <a:gd name="T14" fmla="*/ 3226 w 3332"/>
              <a:gd name="T15" fmla="*/ 323 h 2992"/>
              <a:gd name="T16" fmla="*/ 3188 w 3332"/>
              <a:gd name="T17" fmla="*/ 379 h 2992"/>
              <a:gd name="T18" fmla="*/ 3148 w 3332"/>
              <a:gd name="T19" fmla="*/ 427 h 2992"/>
              <a:gd name="T20" fmla="*/ 3103 w 3332"/>
              <a:gd name="T21" fmla="*/ 468 h 2992"/>
              <a:gd name="T22" fmla="*/ 3056 w 3332"/>
              <a:gd name="T23" fmla="*/ 504 h 2992"/>
              <a:gd name="T24" fmla="*/ 2953 w 3332"/>
              <a:gd name="T25" fmla="*/ 556 h 2992"/>
              <a:gd name="T26" fmla="*/ 2843 w 3332"/>
              <a:gd name="T27" fmla="*/ 591 h 2992"/>
              <a:gd name="T28" fmla="*/ 2686 w 3332"/>
              <a:gd name="T29" fmla="*/ 623 h 2992"/>
              <a:gd name="T30" fmla="*/ 2485 w 3332"/>
              <a:gd name="T31" fmla="*/ 661 h 2992"/>
              <a:gd name="T32" fmla="*/ 2367 w 3332"/>
              <a:gd name="T33" fmla="*/ 693 h 2992"/>
              <a:gd name="T34" fmla="*/ 2290 w 3332"/>
              <a:gd name="T35" fmla="*/ 722 h 2992"/>
              <a:gd name="T36" fmla="*/ 2182 w 3332"/>
              <a:gd name="T37" fmla="*/ 776 h 2992"/>
              <a:gd name="T38" fmla="*/ 2081 w 3332"/>
              <a:gd name="T39" fmla="*/ 836 h 2992"/>
              <a:gd name="T40" fmla="*/ 1990 w 3332"/>
              <a:gd name="T41" fmla="*/ 907 h 2992"/>
              <a:gd name="T42" fmla="*/ 1904 w 3332"/>
              <a:gd name="T43" fmla="*/ 988 h 2992"/>
              <a:gd name="T44" fmla="*/ 1821 w 3332"/>
              <a:gd name="T45" fmla="*/ 1083 h 2992"/>
              <a:gd name="T46" fmla="*/ 1743 w 3332"/>
              <a:gd name="T47" fmla="*/ 1192 h 2992"/>
              <a:gd name="T48" fmla="*/ 1667 w 3332"/>
              <a:gd name="T49" fmla="*/ 1316 h 2992"/>
              <a:gd name="T50" fmla="*/ 1589 w 3332"/>
              <a:gd name="T51" fmla="*/ 1459 h 2992"/>
              <a:gd name="T52" fmla="*/ 1483 w 3332"/>
              <a:gd name="T53" fmla="*/ 1679 h 2992"/>
              <a:gd name="T54" fmla="*/ 1370 w 3332"/>
              <a:gd name="T55" fmla="*/ 1936 h 2992"/>
              <a:gd name="T56" fmla="*/ 1327 w 3332"/>
              <a:gd name="T57" fmla="*/ 2024 h 2992"/>
              <a:gd name="T58" fmla="*/ 1293 w 3332"/>
              <a:gd name="T59" fmla="*/ 2076 h 2992"/>
              <a:gd name="T60" fmla="*/ 1258 w 3332"/>
              <a:gd name="T61" fmla="*/ 2119 h 2992"/>
              <a:gd name="T62" fmla="*/ 1220 w 3332"/>
              <a:gd name="T63" fmla="*/ 2154 h 2992"/>
              <a:gd name="T64" fmla="*/ 1183 w 3332"/>
              <a:gd name="T65" fmla="*/ 2181 h 2992"/>
              <a:gd name="T66" fmla="*/ 1130 w 3332"/>
              <a:gd name="T67" fmla="*/ 2205 h 2992"/>
              <a:gd name="T68" fmla="*/ 1046 w 3332"/>
              <a:gd name="T69" fmla="*/ 2224 h 2992"/>
              <a:gd name="T70" fmla="*/ 959 w 3332"/>
              <a:gd name="T71" fmla="*/ 2225 h 2992"/>
              <a:gd name="T72" fmla="*/ 839 w 3332"/>
              <a:gd name="T73" fmla="*/ 2213 h 2992"/>
              <a:gd name="T74" fmla="*/ 716 w 3332"/>
              <a:gd name="T75" fmla="*/ 2201 h 2992"/>
              <a:gd name="T76" fmla="*/ 624 w 3332"/>
              <a:gd name="T77" fmla="*/ 2201 h 2992"/>
              <a:gd name="T78" fmla="*/ 531 w 3332"/>
              <a:gd name="T79" fmla="*/ 2218 h 2992"/>
              <a:gd name="T80" fmla="*/ 471 w 3332"/>
              <a:gd name="T81" fmla="*/ 2240 h 2992"/>
              <a:gd name="T82" fmla="*/ 373 w 3332"/>
              <a:gd name="T83" fmla="*/ 2294 h 2992"/>
              <a:gd name="T84" fmla="*/ 289 w 3332"/>
              <a:gd name="T85" fmla="*/ 2355 h 2992"/>
              <a:gd name="T86" fmla="*/ 218 w 3332"/>
              <a:gd name="T87" fmla="*/ 2421 h 2992"/>
              <a:gd name="T88" fmla="*/ 160 w 3332"/>
              <a:gd name="T89" fmla="*/ 2491 h 2992"/>
              <a:gd name="T90" fmla="*/ 111 w 3332"/>
              <a:gd name="T91" fmla="*/ 2566 h 2992"/>
              <a:gd name="T92" fmla="*/ 74 w 3332"/>
              <a:gd name="T93" fmla="*/ 2643 h 2992"/>
              <a:gd name="T94" fmla="*/ 46 w 3332"/>
              <a:gd name="T95" fmla="*/ 2720 h 2992"/>
              <a:gd name="T96" fmla="*/ 24 w 3332"/>
              <a:gd name="T97" fmla="*/ 2797 h 2992"/>
              <a:gd name="T98" fmla="*/ 4 w 3332"/>
              <a:gd name="T99" fmla="*/ 2945 h 29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332" h="2992">
                <a:moveTo>
                  <a:pt x="3279" y="2992"/>
                </a:moveTo>
                <a:lnTo>
                  <a:pt x="3279" y="2992"/>
                </a:lnTo>
                <a:lnTo>
                  <a:pt x="3290" y="2991"/>
                </a:lnTo>
                <a:lnTo>
                  <a:pt x="3299" y="2987"/>
                </a:lnTo>
                <a:lnTo>
                  <a:pt x="3309" y="2982"/>
                </a:lnTo>
                <a:lnTo>
                  <a:pt x="3316" y="2976"/>
                </a:lnTo>
                <a:lnTo>
                  <a:pt x="3324" y="2969"/>
                </a:lnTo>
                <a:lnTo>
                  <a:pt x="3328" y="2959"/>
                </a:lnTo>
                <a:lnTo>
                  <a:pt x="3331" y="2950"/>
                </a:lnTo>
                <a:lnTo>
                  <a:pt x="3332" y="2939"/>
                </a:lnTo>
                <a:lnTo>
                  <a:pt x="3332" y="0"/>
                </a:lnTo>
                <a:lnTo>
                  <a:pt x="3332" y="0"/>
                </a:lnTo>
                <a:lnTo>
                  <a:pt x="3326" y="34"/>
                </a:lnTo>
                <a:lnTo>
                  <a:pt x="3320" y="66"/>
                </a:lnTo>
                <a:lnTo>
                  <a:pt x="3313" y="97"/>
                </a:lnTo>
                <a:lnTo>
                  <a:pt x="3305" y="126"/>
                </a:lnTo>
                <a:lnTo>
                  <a:pt x="3297" y="155"/>
                </a:lnTo>
                <a:lnTo>
                  <a:pt x="3288" y="183"/>
                </a:lnTo>
                <a:lnTo>
                  <a:pt x="3279" y="208"/>
                </a:lnTo>
                <a:lnTo>
                  <a:pt x="3269" y="234"/>
                </a:lnTo>
                <a:lnTo>
                  <a:pt x="3259" y="258"/>
                </a:lnTo>
                <a:lnTo>
                  <a:pt x="3249" y="281"/>
                </a:lnTo>
                <a:lnTo>
                  <a:pt x="3238" y="303"/>
                </a:lnTo>
                <a:lnTo>
                  <a:pt x="3226" y="323"/>
                </a:lnTo>
                <a:lnTo>
                  <a:pt x="3213" y="343"/>
                </a:lnTo>
                <a:lnTo>
                  <a:pt x="3201" y="362"/>
                </a:lnTo>
                <a:lnTo>
                  <a:pt x="3188" y="379"/>
                </a:lnTo>
                <a:lnTo>
                  <a:pt x="3176" y="396"/>
                </a:lnTo>
                <a:lnTo>
                  <a:pt x="3161" y="413"/>
                </a:lnTo>
                <a:lnTo>
                  <a:pt x="3148" y="427"/>
                </a:lnTo>
                <a:lnTo>
                  <a:pt x="3134" y="442"/>
                </a:lnTo>
                <a:lnTo>
                  <a:pt x="3118" y="456"/>
                </a:lnTo>
                <a:lnTo>
                  <a:pt x="3103" y="468"/>
                </a:lnTo>
                <a:lnTo>
                  <a:pt x="3088" y="481"/>
                </a:lnTo>
                <a:lnTo>
                  <a:pt x="3072" y="493"/>
                </a:lnTo>
                <a:lnTo>
                  <a:pt x="3056" y="504"/>
                </a:lnTo>
                <a:lnTo>
                  <a:pt x="3024" y="523"/>
                </a:lnTo>
                <a:lnTo>
                  <a:pt x="2989" y="540"/>
                </a:lnTo>
                <a:lnTo>
                  <a:pt x="2953" y="556"/>
                </a:lnTo>
                <a:lnTo>
                  <a:pt x="2917" y="569"/>
                </a:lnTo>
                <a:lnTo>
                  <a:pt x="2881" y="581"/>
                </a:lnTo>
                <a:lnTo>
                  <a:pt x="2843" y="591"/>
                </a:lnTo>
                <a:lnTo>
                  <a:pt x="2805" y="600"/>
                </a:lnTo>
                <a:lnTo>
                  <a:pt x="2766" y="609"/>
                </a:lnTo>
                <a:lnTo>
                  <a:pt x="2686" y="623"/>
                </a:lnTo>
                <a:lnTo>
                  <a:pt x="2606" y="638"/>
                </a:lnTo>
                <a:lnTo>
                  <a:pt x="2525" y="652"/>
                </a:lnTo>
                <a:lnTo>
                  <a:pt x="2485" y="661"/>
                </a:lnTo>
                <a:lnTo>
                  <a:pt x="2446" y="670"/>
                </a:lnTo>
                <a:lnTo>
                  <a:pt x="2406" y="681"/>
                </a:lnTo>
                <a:lnTo>
                  <a:pt x="2367" y="693"/>
                </a:lnTo>
                <a:lnTo>
                  <a:pt x="2328" y="707"/>
                </a:lnTo>
                <a:lnTo>
                  <a:pt x="2290" y="722"/>
                </a:lnTo>
                <a:lnTo>
                  <a:pt x="2290" y="722"/>
                </a:lnTo>
                <a:lnTo>
                  <a:pt x="2253" y="739"/>
                </a:lnTo>
                <a:lnTo>
                  <a:pt x="2217" y="756"/>
                </a:lnTo>
                <a:lnTo>
                  <a:pt x="2182" y="776"/>
                </a:lnTo>
                <a:lnTo>
                  <a:pt x="2147" y="795"/>
                </a:lnTo>
                <a:lnTo>
                  <a:pt x="2114" y="815"/>
                </a:lnTo>
                <a:lnTo>
                  <a:pt x="2081" y="836"/>
                </a:lnTo>
                <a:lnTo>
                  <a:pt x="2050" y="859"/>
                </a:lnTo>
                <a:lnTo>
                  <a:pt x="2020" y="882"/>
                </a:lnTo>
                <a:lnTo>
                  <a:pt x="1990" y="907"/>
                </a:lnTo>
                <a:lnTo>
                  <a:pt x="1961" y="933"/>
                </a:lnTo>
                <a:lnTo>
                  <a:pt x="1932" y="961"/>
                </a:lnTo>
                <a:lnTo>
                  <a:pt x="1904" y="988"/>
                </a:lnTo>
                <a:lnTo>
                  <a:pt x="1876" y="1019"/>
                </a:lnTo>
                <a:lnTo>
                  <a:pt x="1849" y="1050"/>
                </a:lnTo>
                <a:lnTo>
                  <a:pt x="1821" y="1083"/>
                </a:lnTo>
                <a:lnTo>
                  <a:pt x="1796" y="1118"/>
                </a:lnTo>
                <a:lnTo>
                  <a:pt x="1769" y="1154"/>
                </a:lnTo>
                <a:lnTo>
                  <a:pt x="1743" y="1192"/>
                </a:lnTo>
                <a:lnTo>
                  <a:pt x="1717" y="1231"/>
                </a:lnTo>
                <a:lnTo>
                  <a:pt x="1692" y="1273"/>
                </a:lnTo>
                <a:lnTo>
                  <a:pt x="1667" y="1316"/>
                </a:lnTo>
                <a:lnTo>
                  <a:pt x="1640" y="1362"/>
                </a:lnTo>
                <a:lnTo>
                  <a:pt x="1615" y="1409"/>
                </a:lnTo>
                <a:lnTo>
                  <a:pt x="1589" y="1459"/>
                </a:lnTo>
                <a:lnTo>
                  <a:pt x="1563" y="1511"/>
                </a:lnTo>
                <a:lnTo>
                  <a:pt x="1536" y="1564"/>
                </a:lnTo>
                <a:lnTo>
                  <a:pt x="1483" y="1679"/>
                </a:lnTo>
                <a:lnTo>
                  <a:pt x="1427" y="1802"/>
                </a:lnTo>
                <a:lnTo>
                  <a:pt x="1370" y="1936"/>
                </a:lnTo>
                <a:lnTo>
                  <a:pt x="1370" y="1936"/>
                </a:lnTo>
                <a:lnTo>
                  <a:pt x="1349" y="1982"/>
                </a:lnTo>
                <a:lnTo>
                  <a:pt x="1338" y="2003"/>
                </a:lnTo>
                <a:lnTo>
                  <a:pt x="1327" y="2024"/>
                </a:lnTo>
                <a:lnTo>
                  <a:pt x="1316" y="2042"/>
                </a:lnTo>
                <a:lnTo>
                  <a:pt x="1305" y="2060"/>
                </a:lnTo>
                <a:lnTo>
                  <a:pt x="1293" y="2076"/>
                </a:lnTo>
                <a:lnTo>
                  <a:pt x="1282" y="2091"/>
                </a:lnTo>
                <a:lnTo>
                  <a:pt x="1270" y="2106"/>
                </a:lnTo>
                <a:lnTo>
                  <a:pt x="1258" y="2119"/>
                </a:lnTo>
                <a:lnTo>
                  <a:pt x="1246" y="2132"/>
                </a:lnTo>
                <a:lnTo>
                  <a:pt x="1234" y="2143"/>
                </a:lnTo>
                <a:lnTo>
                  <a:pt x="1220" y="2154"/>
                </a:lnTo>
                <a:lnTo>
                  <a:pt x="1208" y="2164"/>
                </a:lnTo>
                <a:lnTo>
                  <a:pt x="1195" y="2172"/>
                </a:lnTo>
                <a:lnTo>
                  <a:pt x="1183" y="2181"/>
                </a:lnTo>
                <a:lnTo>
                  <a:pt x="1170" y="2188"/>
                </a:lnTo>
                <a:lnTo>
                  <a:pt x="1156" y="2194"/>
                </a:lnTo>
                <a:lnTo>
                  <a:pt x="1130" y="2205"/>
                </a:lnTo>
                <a:lnTo>
                  <a:pt x="1102" y="2213"/>
                </a:lnTo>
                <a:lnTo>
                  <a:pt x="1074" y="2219"/>
                </a:lnTo>
                <a:lnTo>
                  <a:pt x="1046" y="2224"/>
                </a:lnTo>
                <a:lnTo>
                  <a:pt x="1017" y="2225"/>
                </a:lnTo>
                <a:lnTo>
                  <a:pt x="988" y="2227"/>
                </a:lnTo>
                <a:lnTo>
                  <a:pt x="959" y="2225"/>
                </a:lnTo>
                <a:lnTo>
                  <a:pt x="930" y="2223"/>
                </a:lnTo>
                <a:lnTo>
                  <a:pt x="900" y="2221"/>
                </a:lnTo>
                <a:lnTo>
                  <a:pt x="839" y="2213"/>
                </a:lnTo>
                <a:lnTo>
                  <a:pt x="778" y="2207"/>
                </a:lnTo>
                <a:lnTo>
                  <a:pt x="748" y="2204"/>
                </a:lnTo>
                <a:lnTo>
                  <a:pt x="716" y="2201"/>
                </a:lnTo>
                <a:lnTo>
                  <a:pt x="686" y="2200"/>
                </a:lnTo>
                <a:lnTo>
                  <a:pt x="654" y="2200"/>
                </a:lnTo>
                <a:lnTo>
                  <a:pt x="624" y="2201"/>
                </a:lnTo>
                <a:lnTo>
                  <a:pt x="593" y="2205"/>
                </a:lnTo>
                <a:lnTo>
                  <a:pt x="563" y="2210"/>
                </a:lnTo>
                <a:lnTo>
                  <a:pt x="531" y="2218"/>
                </a:lnTo>
                <a:lnTo>
                  <a:pt x="501" y="2228"/>
                </a:lnTo>
                <a:lnTo>
                  <a:pt x="471" y="2240"/>
                </a:lnTo>
                <a:lnTo>
                  <a:pt x="471" y="2240"/>
                </a:lnTo>
                <a:lnTo>
                  <a:pt x="437" y="2257"/>
                </a:lnTo>
                <a:lnTo>
                  <a:pt x="404" y="2275"/>
                </a:lnTo>
                <a:lnTo>
                  <a:pt x="373" y="2294"/>
                </a:lnTo>
                <a:lnTo>
                  <a:pt x="344" y="2314"/>
                </a:lnTo>
                <a:lnTo>
                  <a:pt x="316" y="2333"/>
                </a:lnTo>
                <a:lnTo>
                  <a:pt x="289" y="2355"/>
                </a:lnTo>
                <a:lnTo>
                  <a:pt x="264" y="2377"/>
                </a:lnTo>
                <a:lnTo>
                  <a:pt x="241" y="2398"/>
                </a:lnTo>
                <a:lnTo>
                  <a:pt x="218" y="2421"/>
                </a:lnTo>
                <a:lnTo>
                  <a:pt x="197" y="2444"/>
                </a:lnTo>
                <a:lnTo>
                  <a:pt x="178" y="2467"/>
                </a:lnTo>
                <a:lnTo>
                  <a:pt x="160" y="2491"/>
                </a:lnTo>
                <a:lnTo>
                  <a:pt x="143" y="2517"/>
                </a:lnTo>
                <a:lnTo>
                  <a:pt x="126" y="2541"/>
                </a:lnTo>
                <a:lnTo>
                  <a:pt x="111" y="2566"/>
                </a:lnTo>
                <a:lnTo>
                  <a:pt x="98" y="2592"/>
                </a:lnTo>
                <a:lnTo>
                  <a:pt x="86" y="2617"/>
                </a:lnTo>
                <a:lnTo>
                  <a:pt x="74" y="2643"/>
                </a:lnTo>
                <a:lnTo>
                  <a:pt x="64" y="2668"/>
                </a:lnTo>
                <a:lnTo>
                  <a:pt x="55" y="2695"/>
                </a:lnTo>
                <a:lnTo>
                  <a:pt x="46" y="2720"/>
                </a:lnTo>
                <a:lnTo>
                  <a:pt x="38" y="2745"/>
                </a:lnTo>
                <a:lnTo>
                  <a:pt x="32" y="2772"/>
                </a:lnTo>
                <a:lnTo>
                  <a:pt x="24" y="2797"/>
                </a:lnTo>
                <a:lnTo>
                  <a:pt x="15" y="2848"/>
                </a:lnTo>
                <a:lnTo>
                  <a:pt x="7" y="2898"/>
                </a:lnTo>
                <a:lnTo>
                  <a:pt x="4" y="2945"/>
                </a:lnTo>
                <a:lnTo>
                  <a:pt x="0" y="2992"/>
                </a:lnTo>
                <a:lnTo>
                  <a:pt x="3279" y="29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71BEA4A8-2F40-2B4A-8C1E-CC27DC9566FE}"/>
              </a:ext>
            </a:extLst>
          </p:cNvPr>
          <p:cNvGrpSpPr/>
          <p:nvPr/>
        </p:nvGrpSpPr>
        <p:grpSpPr>
          <a:xfrm>
            <a:off x="5155600" y="5774485"/>
            <a:ext cx="4747826" cy="1083515"/>
            <a:chOff x="5061981" y="5774485"/>
            <a:chExt cx="4747826" cy="1083515"/>
          </a:xfrm>
        </p:grpSpPr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id="{78F88982-B065-964A-950A-35CD14B1E329}"/>
                </a:ext>
              </a:extLst>
            </p:cNvPr>
            <p:cNvGrpSpPr/>
            <p:nvPr/>
          </p:nvGrpSpPr>
          <p:grpSpPr>
            <a:xfrm>
              <a:off x="5061981" y="5774485"/>
              <a:ext cx="907346" cy="1083515"/>
              <a:chOff x="5061981" y="5774485"/>
              <a:chExt cx="907346" cy="1083515"/>
            </a:xfrm>
          </p:grpSpPr>
          <p:sp>
            <p:nvSpPr>
              <p:cNvPr id="143" name="Parallelogram 142">
                <a:extLst>
                  <a:ext uri="{FF2B5EF4-FFF2-40B4-BE49-F238E27FC236}">
                    <a16:creationId xmlns:a16="http://schemas.microsoft.com/office/drawing/2014/main" id="{7473E2C9-9BC4-8745-BE8C-33DCEA9066C3}"/>
                  </a:ext>
                </a:extLst>
              </p:cNvPr>
              <p:cNvSpPr/>
              <p:nvPr/>
            </p:nvSpPr>
            <p:spPr>
              <a:xfrm>
                <a:off x="5244861" y="5774485"/>
                <a:ext cx="724466" cy="1083515"/>
              </a:xfrm>
              <a:prstGeom prst="parallelogram">
                <a:avLst>
                  <a:gd name="adj" fmla="val 39304"/>
                </a:avLst>
              </a:prstGeom>
              <a:solidFill>
                <a:srgbClr val="E8999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2" name="Parallelogram 141">
                <a:extLst>
                  <a:ext uri="{FF2B5EF4-FFF2-40B4-BE49-F238E27FC236}">
                    <a16:creationId xmlns:a16="http://schemas.microsoft.com/office/drawing/2014/main" id="{9621202A-44E4-E643-83A0-652E3015979D}"/>
                  </a:ext>
                </a:extLst>
              </p:cNvPr>
              <p:cNvSpPr/>
              <p:nvPr/>
            </p:nvSpPr>
            <p:spPr>
              <a:xfrm>
                <a:off x="5061981" y="5774485"/>
                <a:ext cx="724466" cy="1083515"/>
              </a:xfrm>
              <a:prstGeom prst="parallelogram">
                <a:avLst>
                  <a:gd name="adj" fmla="val 39304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46" name="Group 145">
              <a:extLst>
                <a:ext uri="{FF2B5EF4-FFF2-40B4-BE49-F238E27FC236}">
                  <a16:creationId xmlns:a16="http://schemas.microsoft.com/office/drawing/2014/main" id="{CEE3ACC7-B008-1A43-88AA-54914F4E3083}"/>
                </a:ext>
              </a:extLst>
            </p:cNvPr>
            <p:cNvGrpSpPr/>
            <p:nvPr/>
          </p:nvGrpSpPr>
          <p:grpSpPr>
            <a:xfrm flipH="1">
              <a:off x="8902461" y="5774485"/>
              <a:ext cx="907346" cy="1083515"/>
              <a:chOff x="8902461" y="5774485"/>
              <a:chExt cx="907346" cy="1083515"/>
            </a:xfrm>
          </p:grpSpPr>
          <p:sp>
            <p:nvSpPr>
              <p:cNvPr id="144" name="Parallelogram 143">
                <a:extLst>
                  <a:ext uri="{FF2B5EF4-FFF2-40B4-BE49-F238E27FC236}">
                    <a16:creationId xmlns:a16="http://schemas.microsoft.com/office/drawing/2014/main" id="{E8BC48D8-EBC8-FC4E-A30D-48746174FC8C}"/>
                  </a:ext>
                </a:extLst>
              </p:cNvPr>
              <p:cNvSpPr/>
              <p:nvPr/>
            </p:nvSpPr>
            <p:spPr>
              <a:xfrm>
                <a:off x="9085341" y="5774485"/>
                <a:ext cx="724466" cy="1083515"/>
              </a:xfrm>
              <a:prstGeom prst="parallelogram">
                <a:avLst>
                  <a:gd name="adj" fmla="val 39304"/>
                </a:avLst>
              </a:prstGeom>
              <a:solidFill>
                <a:srgbClr val="E8999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5" name="Parallelogram 144">
                <a:extLst>
                  <a:ext uri="{FF2B5EF4-FFF2-40B4-BE49-F238E27FC236}">
                    <a16:creationId xmlns:a16="http://schemas.microsoft.com/office/drawing/2014/main" id="{09B1A9B8-35F4-EC42-9C66-E19E2C7CB61C}"/>
                  </a:ext>
                </a:extLst>
              </p:cNvPr>
              <p:cNvSpPr/>
              <p:nvPr/>
            </p:nvSpPr>
            <p:spPr>
              <a:xfrm>
                <a:off x="8902461" y="5774485"/>
                <a:ext cx="724466" cy="1083515"/>
              </a:xfrm>
              <a:prstGeom prst="parallelogram">
                <a:avLst>
                  <a:gd name="adj" fmla="val 39304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683A174E-7FF8-394C-8511-D551AD64018E}"/>
              </a:ext>
            </a:extLst>
          </p:cNvPr>
          <p:cNvGrpSpPr/>
          <p:nvPr/>
        </p:nvGrpSpPr>
        <p:grpSpPr>
          <a:xfrm>
            <a:off x="9724262" y="261191"/>
            <a:ext cx="2171684" cy="1306719"/>
            <a:chOff x="9915526" y="1892300"/>
            <a:chExt cx="1116012" cy="671513"/>
          </a:xfrm>
          <a:solidFill>
            <a:schemeClr val="bg2">
              <a:lumMod val="90000"/>
            </a:schemeClr>
          </a:solidFill>
        </p:grpSpPr>
        <p:sp>
          <p:nvSpPr>
            <p:cNvPr id="42" name="Freeform 80">
              <a:extLst>
                <a:ext uri="{FF2B5EF4-FFF2-40B4-BE49-F238E27FC236}">
                  <a16:creationId xmlns:a16="http://schemas.microsoft.com/office/drawing/2014/main" id="{36A7B8AE-F57A-EB42-924A-94F4F97D1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81">
              <a:extLst>
                <a:ext uri="{FF2B5EF4-FFF2-40B4-BE49-F238E27FC236}">
                  <a16:creationId xmlns:a16="http://schemas.microsoft.com/office/drawing/2014/main" id="{36897863-A9EF-744D-8FB4-50FFE8EAE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82">
              <a:extLst>
                <a:ext uri="{FF2B5EF4-FFF2-40B4-BE49-F238E27FC236}">
                  <a16:creationId xmlns:a16="http://schemas.microsoft.com/office/drawing/2014/main" id="{0B1390C4-1FAD-8448-9A09-F2E6BEA88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83">
              <a:extLst>
                <a:ext uri="{FF2B5EF4-FFF2-40B4-BE49-F238E27FC236}">
                  <a16:creationId xmlns:a16="http://schemas.microsoft.com/office/drawing/2014/main" id="{95A4A51D-6BF2-7948-BEA4-3C8E3A2A4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84">
              <a:extLst>
                <a:ext uri="{FF2B5EF4-FFF2-40B4-BE49-F238E27FC236}">
                  <a16:creationId xmlns:a16="http://schemas.microsoft.com/office/drawing/2014/main" id="{52B43F10-1750-2547-9840-594446E7F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85">
              <a:extLst>
                <a:ext uri="{FF2B5EF4-FFF2-40B4-BE49-F238E27FC236}">
                  <a16:creationId xmlns:a16="http://schemas.microsoft.com/office/drawing/2014/main" id="{983115AE-FD56-5E42-BEE7-6B9B55A9B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86">
              <a:extLst>
                <a:ext uri="{FF2B5EF4-FFF2-40B4-BE49-F238E27FC236}">
                  <a16:creationId xmlns:a16="http://schemas.microsoft.com/office/drawing/2014/main" id="{205D1EBB-8297-854D-9956-64E18BD68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87">
              <a:extLst>
                <a:ext uri="{FF2B5EF4-FFF2-40B4-BE49-F238E27FC236}">
                  <a16:creationId xmlns:a16="http://schemas.microsoft.com/office/drawing/2014/main" id="{71C1B1F0-4B48-2D41-97FA-161ED18DA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88">
              <a:extLst>
                <a:ext uri="{FF2B5EF4-FFF2-40B4-BE49-F238E27FC236}">
                  <a16:creationId xmlns:a16="http://schemas.microsoft.com/office/drawing/2014/main" id="{500E43E4-2178-9045-81FF-EF4D43291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89">
              <a:extLst>
                <a:ext uri="{FF2B5EF4-FFF2-40B4-BE49-F238E27FC236}">
                  <a16:creationId xmlns:a16="http://schemas.microsoft.com/office/drawing/2014/main" id="{D54CAD0E-D6DD-3541-9FE4-732D6A185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90">
              <a:extLst>
                <a:ext uri="{FF2B5EF4-FFF2-40B4-BE49-F238E27FC236}">
                  <a16:creationId xmlns:a16="http://schemas.microsoft.com/office/drawing/2014/main" id="{EB227059-DBF1-724F-86D3-153F3F061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91">
              <a:extLst>
                <a:ext uri="{FF2B5EF4-FFF2-40B4-BE49-F238E27FC236}">
                  <a16:creationId xmlns:a16="http://schemas.microsoft.com/office/drawing/2014/main" id="{F9037901-C73E-7245-B1FC-0F40CFA7B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92">
              <a:extLst>
                <a:ext uri="{FF2B5EF4-FFF2-40B4-BE49-F238E27FC236}">
                  <a16:creationId xmlns:a16="http://schemas.microsoft.com/office/drawing/2014/main" id="{AABF9C6B-0ED4-BA4D-AF61-665A1CD4E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93">
              <a:extLst>
                <a:ext uri="{FF2B5EF4-FFF2-40B4-BE49-F238E27FC236}">
                  <a16:creationId xmlns:a16="http://schemas.microsoft.com/office/drawing/2014/main" id="{D7EEAEDB-7FC8-6D48-8E22-A697AD1A8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94">
              <a:extLst>
                <a:ext uri="{FF2B5EF4-FFF2-40B4-BE49-F238E27FC236}">
                  <a16:creationId xmlns:a16="http://schemas.microsoft.com/office/drawing/2014/main" id="{C252E6B4-ACCB-8049-B92C-074759708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95">
              <a:extLst>
                <a:ext uri="{FF2B5EF4-FFF2-40B4-BE49-F238E27FC236}">
                  <a16:creationId xmlns:a16="http://schemas.microsoft.com/office/drawing/2014/main" id="{169C3D49-1260-4046-B51C-A524A1921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96">
              <a:extLst>
                <a:ext uri="{FF2B5EF4-FFF2-40B4-BE49-F238E27FC236}">
                  <a16:creationId xmlns:a16="http://schemas.microsoft.com/office/drawing/2014/main" id="{3400C2CB-FA2F-B641-A6F6-E9E02BFC4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97">
              <a:extLst>
                <a:ext uri="{FF2B5EF4-FFF2-40B4-BE49-F238E27FC236}">
                  <a16:creationId xmlns:a16="http://schemas.microsoft.com/office/drawing/2014/main" id="{2ABCAB9E-1DBD-DF49-9E87-A2495C7AD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98">
              <a:extLst>
                <a:ext uri="{FF2B5EF4-FFF2-40B4-BE49-F238E27FC236}">
                  <a16:creationId xmlns:a16="http://schemas.microsoft.com/office/drawing/2014/main" id="{CBC3BF0B-37D8-6B43-BBF2-6354AC766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99">
              <a:extLst>
                <a:ext uri="{FF2B5EF4-FFF2-40B4-BE49-F238E27FC236}">
                  <a16:creationId xmlns:a16="http://schemas.microsoft.com/office/drawing/2014/main" id="{722223D0-EFF6-D44B-BC64-215F3BDF0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100">
              <a:extLst>
                <a:ext uri="{FF2B5EF4-FFF2-40B4-BE49-F238E27FC236}">
                  <a16:creationId xmlns:a16="http://schemas.microsoft.com/office/drawing/2014/main" id="{E1445E12-E327-B848-AFC4-8BC17F182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101">
              <a:extLst>
                <a:ext uri="{FF2B5EF4-FFF2-40B4-BE49-F238E27FC236}">
                  <a16:creationId xmlns:a16="http://schemas.microsoft.com/office/drawing/2014/main" id="{E5C6B5FF-B1F3-9C44-86EE-7BA4F1CCC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102">
              <a:extLst>
                <a:ext uri="{FF2B5EF4-FFF2-40B4-BE49-F238E27FC236}">
                  <a16:creationId xmlns:a16="http://schemas.microsoft.com/office/drawing/2014/main" id="{6955DA22-87AF-5443-96C0-7B481BCF5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103">
              <a:extLst>
                <a:ext uri="{FF2B5EF4-FFF2-40B4-BE49-F238E27FC236}">
                  <a16:creationId xmlns:a16="http://schemas.microsoft.com/office/drawing/2014/main" id="{6EAA0A92-30A7-B94B-9801-86F0CAF5B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1D317BAB-5EC0-0A40-8D0E-F945F0642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0402C466-32E0-7247-8A01-BB8940F2B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DAFD119-9356-7741-921E-EECC0D1C0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107">
              <a:extLst>
                <a:ext uri="{FF2B5EF4-FFF2-40B4-BE49-F238E27FC236}">
                  <a16:creationId xmlns:a16="http://schemas.microsoft.com/office/drawing/2014/main" id="{E436C8DD-F442-B24F-AA30-1DF5C7344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108">
              <a:extLst>
                <a:ext uri="{FF2B5EF4-FFF2-40B4-BE49-F238E27FC236}">
                  <a16:creationId xmlns:a16="http://schemas.microsoft.com/office/drawing/2014/main" id="{BCA7CE54-8B0F-8A4E-803D-FD52E0D9A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109">
              <a:extLst>
                <a:ext uri="{FF2B5EF4-FFF2-40B4-BE49-F238E27FC236}">
                  <a16:creationId xmlns:a16="http://schemas.microsoft.com/office/drawing/2014/main" id="{42BA0124-077A-3D4F-8457-029718DA2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110">
              <a:extLst>
                <a:ext uri="{FF2B5EF4-FFF2-40B4-BE49-F238E27FC236}">
                  <a16:creationId xmlns:a16="http://schemas.microsoft.com/office/drawing/2014/main" id="{53629744-329B-2347-8729-EDBAA4389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111">
              <a:extLst>
                <a:ext uri="{FF2B5EF4-FFF2-40B4-BE49-F238E27FC236}">
                  <a16:creationId xmlns:a16="http://schemas.microsoft.com/office/drawing/2014/main" id="{6CDD967B-9A08-E348-8900-21DE92C09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112">
              <a:extLst>
                <a:ext uri="{FF2B5EF4-FFF2-40B4-BE49-F238E27FC236}">
                  <a16:creationId xmlns:a16="http://schemas.microsoft.com/office/drawing/2014/main" id="{7DAB3568-71A3-2449-8417-516EE081E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113">
              <a:extLst>
                <a:ext uri="{FF2B5EF4-FFF2-40B4-BE49-F238E27FC236}">
                  <a16:creationId xmlns:a16="http://schemas.microsoft.com/office/drawing/2014/main" id="{A26C4331-F309-5A42-820A-CD2A1B812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114">
              <a:extLst>
                <a:ext uri="{FF2B5EF4-FFF2-40B4-BE49-F238E27FC236}">
                  <a16:creationId xmlns:a16="http://schemas.microsoft.com/office/drawing/2014/main" id="{EBB67C32-0F30-1247-B161-65D48FF38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115">
              <a:extLst>
                <a:ext uri="{FF2B5EF4-FFF2-40B4-BE49-F238E27FC236}">
                  <a16:creationId xmlns:a16="http://schemas.microsoft.com/office/drawing/2014/main" id="{C0662664-3E0C-154A-8360-1B6EFB64A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116">
              <a:extLst>
                <a:ext uri="{FF2B5EF4-FFF2-40B4-BE49-F238E27FC236}">
                  <a16:creationId xmlns:a16="http://schemas.microsoft.com/office/drawing/2014/main" id="{BF848F79-1D1F-6E49-A14A-4F63D43BE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117">
              <a:extLst>
                <a:ext uri="{FF2B5EF4-FFF2-40B4-BE49-F238E27FC236}">
                  <a16:creationId xmlns:a16="http://schemas.microsoft.com/office/drawing/2014/main" id="{2105E50F-1C1F-2B4A-87B6-E867C6E9D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118">
              <a:extLst>
                <a:ext uri="{FF2B5EF4-FFF2-40B4-BE49-F238E27FC236}">
                  <a16:creationId xmlns:a16="http://schemas.microsoft.com/office/drawing/2014/main" id="{6B8E5D38-DDB2-FD48-BF7B-588ACB53B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119">
              <a:extLst>
                <a:ext uri="{FF2B5EF4-FFF2-40B4-BE49-F238E27FC236}">
                  <a16:creationId xmlns:a16="http://schemas.microsoft.com/office/drawing/2014/main" id="{6D938803-42CD-C54B-87A8-D30DCCE69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120">
              <a:extLst>
                <a:ext uri="{FF2B5EF4-FFF2-40B4-BE49-F238E27FC236}">
                  <a16:creationId xmlns:a16="http://schemas.microsoft.com/office/drawing/2014/main" id="{B51899FC-9C02-184F-9318-4C79552B8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121">
              <a:extLst>
                <a:ext uri="{FF2B5EF4-FFF2-40B4-BE49-F238E27FC236}">
                  <a16:creationId xmlns:a16="http://schemas.microsoft.com/office/drawing/2014/main" id="{0784FB65-E179-D447-A328-0584893CF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122">
              <a:extLst>
                <a:ext uri="{FF2B5EF4-FFF2-40B4-BE49-F238E27FC236}">
                  <a16:creationId xmlns:a16="http://schemas.microsoft.com/office/drawing/2014/main" id="{BF8BE2A1-67B2-3D48-AA15-8F95508A4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123">
              <a:extLst>
                <a:ext uri="{FF2B5EF4-FFF2-40B4-BE49-F238E27FC236}">
                  <a16:creationId xmlns:a16="http://schemas.microsoft.com/office/drawing/2014/main" id="{AFE6F6CE-CE52-6342-93C4-6CF585CCC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124">
              <a:extLst>
                <a:ext uri="{FF2B5EF4-FFF2-40B4-BE49-F238E27FC236}">
                  <a16:creationId xmlns:a16="http://schemas.microsoft.com/office/drawing/2014/main" id="{4132695B-DB91-8E4A-A079-91DDE76AD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125">
              <a:extLst>
                <a:ext uri="{FF2B5EF4-FFF2-40B4-BE49-F238E27FC236}">
                  <a16:creationId xmlns:a16="http://schemas.microsoft.com/office/drawing/2014/main" id="{1D2D6457-E802-7B43-88AA-320A50C91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126">
              <a:extLst>
                <a:ext uri="{FF2B5EF4-FFF2-40B4-BE49-F238E27FC236}">
                  <a16:creationId xmlns:a16="http://schemas.microsoft.com/office/drawing/2014/main" id="{80C392E1-D912-BC4A-9CA5-1D03665D2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127">
              <a:extLst>
                <a:ext uri="{FF2B5EF4-FFF2-40B4-BE49-F238E27FC236}">
                  <a16:creationId xmlns:a16="http://schemas.microsoft.com/office/drawing/2014/main" id="{841E2B6E-6FBD-6C47-98DA-A35482660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128">
              <a:extLst>
                <a:ext uri="{FF2B5EF4-FFF2-40B4-BE49-F238E27FC236}">
                  <a16:creationId xmlns:a16="http://schemas.microsoft.com/office/drawing/2014/main" id="{BE9089C3-672D-104A-AF3B-F0BCBA6BC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129">
              <a:extLst>
                <a:ext uri="{FF2B5EF4-FFF2-40B4-BE49-F238E27FC236}">
                  <a16:creationId xmlns:a16="http://schemas.microsoft.com/office/drawing/2014/main" id="{BD2A35E2-1A0B-EB4A-8374-A6EC6EC92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130">
              <a:extLst>
                <a:ext uri="{FF2B5EF4-FFF2-40B4-BE49-F238E27FC236}">
                  <a16:creationId xmlns:a16="http://schemas.microsoft.com/office/drawing/2014/main" id="{1A698E4F-A0BC-2847-9A16-5DC27A91E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131">
              <a:extLst>
                <a:ext uri="{FF2B5EF4-FFF2-40B4-BE49-F238E27FC236}">
                  <a16:creationId xmlns:a16="http://schemas.microsoft.com/office/drawing/2014/main" id="{561402DB-3ADD-844D-8CB9-FE3491B92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132">
              <a:extLst>
                <a:ext uri="{FF2B5EF4-FFF2-40B4-BE49-F238E27FC236}">
                  <a16:creationId xmlns:a16="http://schemas.microsoft.com/office/drawing/2014/main" id="{9A68222F-3990-A040-AF6B-AA3164EB8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133">
              <a:extLst>
                <a:ext uri="{FF2B5EF4-FFF2-40B4-BE49-F238E27FC236}">
                  <a16:creationId xmlns:a16="http://schemas.microsoft.com/office/drawing/2014/main" id="{AC50F1C4-5E68-2545-B05E-0DAEE2AB5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134">
              <a:extLst>
                <a:ext uri="{FF2B5EF4-FFF2-40B4-BE49-F238E27FC236}">
                  <a16:creationId xmlns:a16="http://schemas.microsoft.com/office/drawing/2014/main" id="{565AF79F-54B8-434D-8DB5-E4593132C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135">
              <a:extLst>
                <a:ext uri="{FF2B5EF4-FFF2-40B4-BE49-F238E27FC236}">
                  <a16:creationId xmlns:a16="http://schemas.microsoft.com/office/drawing/2014/main" id="{43C90937-4AD5-4740-8582-43ED7BC3A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136">
              <a:extLst>
                <a:ext uri="{FF2B5EF4-FFF2-40B4-BE49-F238E27FC236}">
                  <a16:creationId xmlns:a16="http://schemas.microsoft.com/office/drawing/2014/main" id="{59251B79-1F7B-AB47-8AF5-34F65A3DB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137">
              <a:extLst>
                <a:ext uri="{FF2B5EF4-FFF2-40B4-BE49-F238E27FC236}">
                  <a16:creationId xmlns:a16="http://schemas.microsoft.com/office/drawing/2014/main" id="{C0CA65B6-EBB9-DE49-8472-FA8EEE583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138">
              <a:extLst>
                <a:ext uri="{FF2B5EF4-FFF2-40B4-BE49-F238E27FC236}">
                  <a16:creationId xmlns:a16="http://schemas.microsoft.com/office/drawing/2014/main" id="{6183C9A2-61F2-074E-9A64-2954403D4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139">
              <a:extLst>
                <a:ext uri="{FF2B5EF4-FFF2-40B4-BE49-F238E27FC236}">
                  <a16:creationId xmlns:a16="http://schemas.microsoft.com/office/drawing/2014/main" id="{5BAEC5A8-7BD3-7A4C-AAD6-D31848C7B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140">
              <a:extLst>
                <a:ext uri="{FF2B5EF4-FFF2-40B4-BE49-F238E27FC236}">
                  <a16:creationId xmlns:a16="http://schemas.microsoft.com/office/drawing/2014/main" id="{D052741E-89D0-974E-BC5C-FE04B8750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141">
              <a:extLst>
                <a:ext uri="{FF2B5EF4-FFF2-40B4-BE49-F238E27FC236}">
                  <a16:creationId xmlns:a16="http://schemas.microsoft.com/office/drawing/2014/main" id="{96C5EB76-BE7C-A942-9492-7B4AEEAA5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142">
              <a:extLst>
                <a:ext uri="{FF2B5EF4-FFF2-40B4-BE49-F238E27FC236}">
                  <a16:creationId xmlns:a16="http://schemas.microsoft.com/office/drawing/2014/main" id="{0E543038-9CB2-D74E-A3BF-AC9CDBA46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143">
              <a:extLst>
                <a:ext uri="{FF2B5EF4-FFF2-40B4-BE49-F238E27FC236}">
                  <a16:creationId xmlns:a16="http://schemas.microsoft.com/office/drawing/2014/main" id="{DBCC518C-C0BD-BF4A-8D76-1B37117A7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44">
              <a:extLst>
                <a:ext uri="{FF2B5EF4-FFF2-40B4-BE49-F238E27FC236}">
                  <a16:creationId xmlns:a16="http://schemas.microsoft.com/office/drawing/2014/main" id="{FD77B7F4-3933-254C-B70C-53C8814FB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45">
              <a:extLst>
                <a:ext uri="{FF2B5EF4-FFF2-40B4-BE49-F238E27FC236}">
                  <a16:creationId xmlns:a16="http://schemas.microsoft.com/office/drawing/2014/main" id="{B2C85856-217D-E542-BE6D-59EF6AC62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46">
              <a:extLst>
                <a:ext uri="{FF2B5EF4-FFF2-40B4-BE49-F238E27FC236}">
                  <a16:creationId xmlns:a16="http://schemas.microsoft.com/office/drawing/2014/main" id="{AF058BD2-12BC-A049-AF4F-D63932F5B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47">
              <a:extLst>
                <a:ext uri="{FF2B5EF4-FFF2-40B4-BE49-F238E27FC236}">
                  <a16:creationId xmlns:a16="http://schemas.microsoft.com/office/drawing/2014/main" id="{073731A7-7392-E844-A7E7-F02BA7E53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48">
              <a:extLst>
                <a:ext uri="{FF2B5EF4-FFF2-40B4-BE49-F238E27FC236}">
                  <a16:creationId xmlns:a16="http://schemas.microsoft.com/office/drawing/2014/main" id="{C31F3D3A-4C5C-F04C-9582-231E82553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49">
              <a:extLst>
                <a:ext uri="{FF2B5EF4-FFF2-40B4-BE49-F238E27FC236}">
                  <a16:creationId xmlns:a16="http://schemas.microsoft.com/office/drawing/2014/main" id="{DF7D8D8C-6A0A-D540-BF81-0A12E6885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50">
              <a:extLst>
                <a:ext uri="{FF2B5EF4-FFF2-40B4-BE49-F238E27FC236}">
                  <a16:creationId xmlns:a16="http://schemas.microsoft.com/office/drawing/2014/main" id="{2CA04FC3-584C-AE4F-AD62-5A59F9536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51">
              <a:extLst>
                <a:ext uri="{FF2B5EF4-FFF2-40B4-BE49-F238E27FC236}">
                  <a16:creationId xmlns:a16="http://schemas.microsoft.com/office/drawing/2014/main" id="{11B55C4A-C0ED-2B4A-A4FE-410472941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52">
              <a:extLst>
                <a:ext uri="{FF2B5EF4-FFF2-40B4-BE49-F238E27FC236}">
                  <a16:creationId xmlns:a16="http://schemas.microsoft.com/office/drawing/2014/main" id="{824A766F-798F-E14B-86F6-C8EBE5161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53">
              <a:extLst>
                <a:ext uri="{FF2B5EF4-FFF2-40B4-BE49-F238E27FC236}">
                  <a16:creationId xmlns:a16="http://schemas.microsoft.com/office/drawing/2014/main" id="{0EF74D80-7C73-824B-9819-246C94FDA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54">
              <a:extLst>
                <a:ext uri="{FF2B5EF4-FFF2-40B4-BE49-F238E27FC236}">
                  <a16:creationId xmlns:a16="http://schemas.microsoft.com/office/drawing/2014/main" id="{10D4EAC9-E1AA-A74B-828C-6F1C9335E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55">
              <a:extLst>
                <a:ext uri="{FF2B5EF4-FFF2-40B4-BE49-F238E27FC236}">
                  <a16:creationId xmlns:a16="http://schemas.microsoft.com/office/drawing/2014/main" id="{EC51425F-9284-6046-99EF-4B799EFB2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56">
              <a:extLst>
                <a:ext uri="{FF2B5EF4-FFF2-40B4-BE49-F238E27FC236}">
                  <a16:creationId xmlns:a16="http://schemas.microsoft.com/office/drawing/2014/main" id="{335CB5BE-3487-5C48-AB71-E0F64F965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57">
              <a:extLst>
                <a:ext uri="{FF2B5EF4-FFF2-40B4-BE49-F238E27FC236}">
                  <a16:creationId xmlns:a16="http://schemas.microsoft.com/office/drawing/2014/main" id="{0EA97B9E-F4B4-EF4E-BA0D-7F5728A5B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58">
              <a:extLst>
                <a:ext uri="{FF2B5EF4-FFF2-40B4-BE49-F238E27FC236}">
                  <a16:creationId xmlns:a16="http://schemas.microsoft.com/office/drawing/2014/main" id="{DC842258-591E-1947-9755-06D26F19C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59">
              <a:extLst>
                <a:ext uri="{FF2B5EF4-FFF2-40B4-BE49-F238E27FC236}">
                  <a16:creationId xmlns:a16="http://schemas.microsoft.com/office/drawing/2014/main" id="{04269CE2-E252-A745-8201-2E4F9CBAA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60">
              <a:extLst>
                <a:ext uri="{FF2B5EF4-FFF2-40B4-BE49-F238E27FC236}">
                  <a16:creationId xmlns:a16="http://schemas.microsoft.com/office/drawing/2014/main" id="{194F9959-90E2-4345-9871-DA3D362E6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61">
              <a:extLst>
                <a:ext uri="{FF2B5EF4-FFF2-40B4-BE49-F238E27FC236}">
                  <a16:creationId xmlns:a16="http://schemas.microsoft.com/office/drawing/2014/main" id="{3645DEAB-0458-E145-BCB6-2FFD0D165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62">
              <a:extLst>
                <a:ext uri="{FF2B5EF4-FFF2-40B4-BE49-F238E27FC236}">
                  <a16:creationId xmlns:a16="http://schemas.microsoft.com/office/drawing/2014/main" id="{41211F79-685D-4140-9E1F-82F52D8B8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63">
              <a:extLst>
                <a:ext uri="{FF2B5EF4-FFF2-40B4-BE49-F238E27FC236}">
                  <a16:creationId xmlns:a16="http://schemas.microsoft.com/office/drawing/2014/main" id="{294AAE54-EBD0-4D49-9B5E-2047D03A8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235">
              <a:extLst>
                <a:ext uri="{FF2B5EF4-FFF2-40B4-BE49-F238E27FC236}">
                  <a16:creationId xmlns:a16="http://schemas.microsoft.com/office/drawing/2014/main" id="{008909F3-CCA0-814F-85FF-5D4D365A0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242">
              <a:extLst>
                <a:ext uri="{FF2B5EF4-FFF2-40B4-BE49-F238E27FC236}">
                  <a16:creationId xmlns:a16="http://schemas.microsoft.com/office/drawing/2014/main" id="{D2DEDF59-E498-2140-BCA1-A5941E1F4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249">
              <a:extLst>
                <a:ext uri="{FF2B5EF4-FFF2-40B4-BE49-F238E27FC236}">
                  <a16:creationId xmlns:a16="http://schemas.microsoft.com/office/drawing/2014/main" id="{1F12963C-1F3F-F547-8606-21C9F0020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256">
              <a:extLst>
                <a:ext uri="{FF2B5EF4-FFF2-40B4-BE49-F238E27FC236}">
                  <a16:creationId xmlns:a16="http://schemas.microsoft.com/office/drawing/2014/main" id="{B7F19219-612F-2147-A3BD-722465600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263">
              <a:extLst>
                <a:ext uri="{FF2B5EF4-FFF2-40B4-BE49-F238E27FC236}">
                  <a16:creationId xmlns:a16="http://schemas.microsoft.com/office/drawing/2014/main" id="{5C46B165-33C8-4947-A723-00CE62BE9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270">
              <a:extLst>
                <a:ext uri="{FF2B5EF4-FFF2-40B4-BE49-F238E27FC236}">
                  <a16:creationId xmlns:a16="http://schemas.microsoft.com/office/drawing/2014/main" id="{763EC6CC-9F13-C947-9A6A-8D1498AFE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277">
              <a:extLst>
                <a:ext uri="{FF2B5EF4-FFF2-40B4-BE49-F238E27FC236}">
                  <a16:creationId xmlns:a16="http://schemas.microsoft.com/office/drawing/2014/main" id="{0AD16195-3FFD-1D4F-974A-27391D32E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284">
              <a:extLst>
                <a:ext uri="{FF2B5EF4-FFF2-40B4-BE49-F238E27FC236}">
                  <a16:creationId xmlns:a16="http://schemas.microsoft.com/office/drawing/2014/main" id="{60030B6E-72F4-9E46-BE33-CABA60794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291">
              <a:extLst>
                <a:ext uri="{FF2B5EF4-FFF2-40B4-BE49-F238E27FC236}">
                  <a16:creationId xmlns:a16="http://schemas.microsoft.com/office/drawing/2014/main" id="{BFEA4F70-8206-3141-8A28-BA540877E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298">
              <a:extLst>
                <a:ext uri="{FF2B5EF4-FFF2-40B4-BE49-F238E27FC236}">
                  <a16:creationId xmlns:a16="http://schemas.microsoft.com/office/drawing/2014/main" id="{FAD8F953-3C5A-0C41-A9AC-49D9B31D9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305">
              <a:extLst>
                <a:ext uri="{FF2B5EF4-FFF2-40B4-BE49-F238E27FC236}">
                  <a16:creationId xmlns:a16="http://schemas.microsoft.com/office/drawing/2014/main" id="{64F91BC1-0FB6-7C45-8570-D12114AC3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312">
              <a:extLst>
                <a:ext uri="{FF2B5EF4-FFF2-40B4-BE49-F238E27FC236}">
                  <a16:creationId xmlns:a16="http://schemas.microsoft.com/office/drawing/2014/main" id="{FCD07E94-EDD1-104D-A4E3-F1E6432C0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6" name="Rounded Rectangle 35">
            <a:extLst>
              <a:ext uri="{FF2B5EF4-FFF2-40B4-BE49-F238E27FC236}">
                <a16:creationId xmlns:a16="http://schemas.microsoft.com/office/drawing/2014/main" id="{E4D9C585-5B4B-2C43-8390-7D432F7B84A3}"/>
              </a:ext>
            </a:extLst>
          </p:cNvPr>
          <p:cNvSpPr/>
          <p:nvPr/>
        </p:nvSpPr>
        <p:spPr>
          <a:xfrm>
            <a:off x="3741420" y="978259"/>
            <a:ext cx="7943850" cy="4961908"/>
          </a:xfrm>
          <a:prstGeom prst="roundRect">
            <a:avLst>
              <a:gd name="adj" fmla="val 4573"/>
            </a:avLst>
          </a:prstGeom>
          <a:solidFill>
            <a:schemeClr val="accent3">
              <a:lumMod val="60000"/>
              <a:lumOff val="40000"/>
              <a:alpha val="8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Rounded Rectangle 34">
            <a:extLst>
              <a:ext uri="{FF2B5EF4-FFF2-40B4-BE49-F238E27FC236}">
                <a16:creationId xmlns:a16="http://schemas.microsoft.com/office/drawing/2014/main" id="{A0B4FCDC-FF43-844D-B6D5-BE5695484788}"/>
              </a:ext>
            </a:extLst>
          </p:cNvPr>
          <p:cNvSpPr/>
          <p:nvPr/>
        </p:nvSpPr>
        <p:spPr>
          <a:xfrm>
            <a:off x="3557588" y="814966"/>
            <a:ext cx="7943850" cy="4961908"/>
          </a:xfrm>
          <a:prstGeom prst="roundRect">
            <a:avLst>
              <a:gd name="adj" fmla="val 4573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Rounded Rectangle 36">
            <a:extLst>
              <a:ext uri="{FF2B5EF4-FFF2-40B4-BE49-F238E27FC236}">
                <a16:creationId xmlns:a16="http://schemas.microsoft.com/office/drawing/2014/main" id="{EB9775A3-6E9D-4D43-A5AC-65E83DD283E2}"/>
              </a:ext>
            </a:extLst>
          </p:cNvPr>
          <p:cNvSpPr/>
          <p:nvPr/>
        </p:nvSpPr>
        <p:spPr>
          <a:xfrm>
            <a:off x="3915070" y="1133600"/>
            <a:ext cx="7228887" cy="4324640"/>
          </a:xfrm>
          <a:prstGeom prst="roundRect">
            <a:avLst>
              <a:gd name="adj" fmla="val 4573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Parallelogram 37">
            <a:extLst>
              <a:ext uri="{FF2B5EF4-FFF2-40B4-BE49-F238E27FC236}">
                <a16:creationId xmlns:a16="http://schemas.microsoft.com/office/drawing/2014/main" id="{18665D8D-BA7E-D94A-8BF7-6D28DB605A09}"/>
              </a:ext>
            </a:extLst>
          </p:cNvPr>
          <p:cNvSpPr/>
          <p:nvPr/>
        </p:nvSpPr>
        <p:spPr>
          <a:xfrm>
            <a:off x="4861560" y="814966"/>
            <a:ext cx="4754880" cy="4961908"/>
          </a:xfrm>
          <a:prstGeom prst="parallelogram">
            <a:avLst>
              <a:gd name="adj" fmla="val 49822"/>
            </a:avLst>
          </a:prstGeom>
          <a:solidFill>
            <a:schemeClr val="bg1">
              <a:alpha val="3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Parallelogram 38">
            <a:extLst>
              <a:ext uri="{FF2B5EF4-FFF2-40B4-BE49-F238E27FC236}">
                <a16:creationId xmlns:a16="http://schemas.microsoft.com/office/drawing/2014/main" id="{F8582FAE-6931-3444-99D8-7B831FBEA44A}"/>
              </a:ext>
            </a:extLst>
          </p:cNvPr>
          <p:cNvSpPr/>
          <p:nvPr/>
        </p:nvSpPr>
        <p:spPr>
          <a:xfrm>
            <a:off x="7713345" y="814966"/>
            <a:ext cx="3009260" cy="4961908"/>
          </a:xfrm>
          <a:prstGeom prst="parallelogram">
            <a:avLst>
              <a:gd name="adj" fmla="val 83155"/>
            </a:avLst>
          </a:prstGeom>
          <a:solidFill>
            <a:schemeClr val="bg1">
              <a:alpha val="3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D6C5F90-689B-F94A-97DA-F3CCD598AE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61560" y="1537468"/>
            <a:ext cx="5875020" cy="498598"/>
          </a:xfrm>
        </p:spPr>
        <p:txBody>
          <a:bodyPr/>
          <a:lstStyle/>
          <a:p>
            <a:r>
              <a:rPr lang="en-US" sz="3600" dirty="0"/>
              <a:t>Third Study</a:t>
            </a:r>
          </a:p>
        </p:txBody>
      </p:sp>
      <p:grpSp>
        <p:nvGrpSpPr>
          <p:cNvPr id="454" name="Group 453">
            <a:extLst>
              <a:ext uri="{FF2B5EF4-FFF2-40B4-BE49-F238E27FC236}">
                <a16:creationId xmlns:a16="http://schemas.microsoft.com/office/drawing/2014/main" id="{1F1A44E6-C298-2941-98C1-8716CF650691}"/>
              </a:ext>
            </a:extLst>
          </p:cNvPr>
          <p:cNvGrpSpPr/>
          <p:nvPr/>
        </p:nvGrpSpPr>
        <p:grpSpPr>
          <a:xfrm>
            <a:off x="4861560" y="2347311"/>
            <a:ext cx="1168030" cy="200797"/>
            <a:chOff x="4861560" y="2275433"/>
            <a:chExt cx="1168030" cy="200797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AF31F1B6-BE55-C14F-85EF-0A5529F6D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8444" y="2275433"/>
              <a:ext cx="831146" cy="200797"/>
            </a:xfrm>
            <a:custGeom>
              <a:avLst/>
              <a:gdLst>
                <a:gd name="T0" fmla="*/ 305 w 347"/>
                <a:gd name="T1" fmla="*/ 84 h 84"/>
                <a:gd name="T2" fmla="*/ 42 w 347"/>
                <a:gd name="T3" fmla="*/ 84 h 84"/>
                <a:gd name="T4" fmla="*/ 0 w 347"/>
                <a:gd name="T5" fmla="*/ 42 h 84"/>
                <a:gd name="T6" fmla="*/ 42 w 347"/>
                <a:gd name="T7" fmla="*/ 0 h 84"/>
                <a:gd name="T8" fmla="*/ 305 w 347"/>
                <a:gd name="T9" fmla="*/ 0 h 84"/>
                <a:gd name="T10" fmla="*/ 347 w 347"/>
                <a:gd name="T11" fmla="*/ 42 h 84"/>
                <a:gd name="T12" fmla="*/ 305 w 347"/>
                <a:gd name="T13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7" h="84">
                  <a:moveTo>
                    <a:pt x="305" y="84"/>
                  </a:moveTo>
                  <a:cubicBezTo>
                    <a:pt x="42" y="84"/>
                    <a:pt x="42" y="84"/>
                    <a:pt x="42" y="84"/>
                  </a:cubicBezTo>
                  <a:cubicBezTo>
                    <a:pt x="18" y="84"/>
                    <a:pt x="0" y="65"/>
                    <a:pt x="0" y="42"/>
                  </a:cubicBezTo>
                  <a:cubicBezTo>
                    <a:pt x="0" y="19"/>
                    <a:pt x="18" y="0"/>
                    <a:pt x="42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328" y="0"/>
                    <a:pt x="347" y="19"/>
                    <a:pt x="347" y="42"/>
                  </a:cubicBezTo>
                  <a:cubicBezTo>
                    <a:pt x="347" y="65"/>
                    <a:pt x="328" y="84"/>
                    <a:pt x="305" y="84"/>
                  </a:cubicBezTo>
                  <a:close/>
                </a:path>
              </a:pathLst>
            </a:custGeom>
            <a:solidFill>
              <a:schemeClr val="accent4">
                <a:alpha val="37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/>
                <a:ea typeface="+mn-ea"/>
                <a:cs typeface="+mn-cs"/>
              </a:endParaRPr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EB830446-A4F0-4A49-A533-478EEC7D8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560" y="2275433"/>
              <a:ext cx="831146" cy="200797"/>
            </a:xfrm>
            <a:custGeom>
              <a:avLst/>
              <a:gdLst>
                <a:gd name="T0" fmla="*/ 305 w 347"/>
                <a:gd name="T1" fmla="*/ 84 h 84"/>
                <a:gd name="T2" fmla="*/ 42 w 347"/>
                <a:gd name="T3" fmla="*/ 84 h 84"/>
                <a:gd name="T4" fmla="*/ 0 w 347"/>
                <a:gd name="T5" fmla="*/ 42 h 84"/>
                <a:gd name="T6" fmla="*/ 42 w 347"/>
                <a:gd name="T7" fmla="*/ 0 h 84"/>
                <a:gd name="T8" fmla="*/ 305 w 347"/>
                <a:gd name="T9" fmla="*/ 0 h 84"/>
                <a:gd name="T10" fmla="*/ 347 w 347"/>
                <a:gd name="T11" fmla="*/ 42 h 84"/>
                <a:gd name="T12" fmla="*/ 305 w 347"/>
                <a:gd name="T13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7" h="84">
                  <a:moveTo>
                    <a:pt x="305" y="84"/>
                  </a:moveTo>
                  <a:cubicBezTo>
                    <a:pt x="42" y="84"/>
                    <a:pt x="42" y="84"/>
                    <a:pt x="42" y="84"/>
                  </a:cubicBezTo>
                  <a:cubicBezTo>
                    <a:pt x="18" y="84"/>
                    <a:pt x="0" y="65"/>
                    <a:pt x="0" y="42"/>
                  </a:cubicBezTo>
                  <a:cubicBezTo>
                    <a:pt x="0" y="19"/>
                    <a:pt x="18" y="0"/>
                    <a:pt x="42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328" y="0"/>
                    <a:pt x="347" y="19"/>
                    <a:pt x="347" y="42"/>
                  </a:cubicBezTo>
                  <a:cubicBezTo>
                    <a:pt x="347" y="65"/>
                    <a:pt x="328" y="84"/>
                    <a:pt x="305" y="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/>
                <a:ea typeface="+mn-ea"/>
                <a:cs typeface="+mn-cs"/>
              </a:endParaRPr>
            </a:p>
          </p:txBody>
        </p:sp>
      </p:grpSp>
      <p:sp>
        <p:nvSpPr>
          <p:cNvPr id="140" name="Content Placeholder 2">
            <a:extLst>
              <a:ext uri="{FF2B5EF4-FFF2-40B4-BE49-F238E27FC236}">
                <a16:creationId xmlns:a16="http://schemas.microsoft.com/office/drawing/2014/main" id="{BBB7B8BC-40F5-984B-B5A4-E7EC9448C2C5}"/>
              </a:ext>
            </a:extLst>
          </p:cNvPr>
          <p:cNvSpPr txBox="1">
            <a:spLocks/>
          </p:cNvSpPr>
          <p:nvPr/>
        </p:nvSpPr>
        <p:spPr>
          <a:xfrm>
            <a:off x="4861560" y="2859353"/>
            <a:ext cx="5618985" cy="200157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latin typeface="+mn-lt"/>
                <a:cs typeface="Arial" panose="020B0604020202020204" pitchFamily="34" charset="0"/>
              </a:rPr>
              <a:t>Lorem ipsum dolor sit amet, consectetuer adipiscing elit. Maecenas porttitor congue massa. Fusce posuere, magna sed pulvinar ultricies, purus lectus malesuada libero, sit amet commodo magna eros quis </a:t>
            </a:r>
            <a:r>
              <a:rPr lang="en-US" dirty="0" err="1">
                <a:latin typeface="+mn-lt"/>
                <a:cs typeface="Arial" panose="020B0604020202020204" pitchFamily="34" charset="0"/>
              </a:rPr>
              <a:t>urna</a:t>
            </a:r>
            <a:r>
              <a:rPr lang="en-US" dirty="0">
                <a:latin typeface="+mn-lt"/>
                <a:cs typeface="Arial" panose="020B0604020202020204" pitchFamily="34" charset="0"/>
              </a:rPr>
              <a:t>.</a:t>
            </a:r>
          </a:p>
          <a:p>
            <a:r>
              <a:rPr lang="en-US" dirty="0">
                <a:latin typeface="+mn-lt"/>
                <a:cs typeface="Arial" panose="020B0604020202020204" pitchFamily="34" charset="0"/>
              </a:rPr>
              <a:t>Nunc viverra imperdiet enim. Fusce est. Vivamus a </a:t>
            </a:r>
            <a:r>
              <a:rPr lang="en-US" dirty="0" err="1">
                <a:latin typeface="+mn-lt"/>
                <a:cs typeface="Arial" panose="020B0604020202020204" pitchFamily="34" charset="0"/>
              </a:rPr>
              <a:t>tellus</a:t>
            </a:r>
            <a:r>
              <a:rPr lang="en-US" dirty="0">
                <a:latin typeface="+mn-lt"/>
                <a:cs typeface="Arial" panose="020B0604020202020204" pitchFamily="34" charset="0"/>
              </a:rPr>
              <a:t>.</a:t>
            </a:r>
          </a:p>
          <a:p>
            <a:r>
              <a:rPr lang="en-US" dirty="0">
                <a:latin typeface="+mn-lt"/>
                <a:cs typeface="Arial" panose="020B0604020202020204" pitchFamily="34" charset="0"/>
              </a:rPr>
              <a:t>Pellentesque habitant morbi tristique senectus et netus et malesuada fames ac turpis egestas. </a:t>
            </a:r>
          </a:p>
        </p:txBody>
      </p:sp>
      <p:grpSp>
        <p:nvGrpSpPr>
          <p:cNvPr id="494" name="Group 493">
            <a:extLst>
              <a:ext uri="{FF2B5EF4-FFF2-40B4-BE49-F238E27FC236}">
                <a16:creationId xmlns:a16="http://schemas.microsoft.com/office/drawing/2014/main" id="{A3887383-44B0-5C41-82C9-8A4200F7BEFF}"/>
              </a:ext>
            </a:extLst>
          </p:cNvPr>
          <p:cNvGrpSpPr/>
          <p:nvPr/>
        </p:nvGrpSpPr>
        <p:grpSpPr>
          <a:xfrm>
            <a:off x="-732353" y="1508965"/>
            <a:ext cx="5312082" cy="8474926"/>
            <a:chOff x="1931991" y="2328864"/>
            <a:chExt cx="1797052" cy="2867027"/>
          </a:xfrm>
        </p:grpSpPr>
        <p:sp>
          <p:nvSpPr>
            <p:cNvPr id="495" name="Freeform 321">
              <a:extLst>
                <a:ext uri="{FF2B5EF4-FFF2-40B4-BE49-F238E27FC236}">
                  <a16:creationId xmlns:a16="http://schemas.microsoft.com/office/drawing/2014/main" id="{9FB1E3DD-BCB9-E14D-A11C-0F2174756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055" y="2501901"/>
              <a:ext cx="153988" cy="307975"/>
            </a:xfrm>
            <a:custGeom>
              <a:avLst/>
              <a:gdLst>
                <a:gd name="T0" fmla="*/ 164 w 192"/>
                <a:gd name="T1" fmla="*/ 0 h 389"/>
                <a:gd name="T2" fmla="*/ 0 w 192"/>
                <a:gd name="T3" fmla="*/ 380 h 389"/>
                <a:gd name="T4" fmla="*/ 25 w 192"/>
                <a:gd name="T5" fmla="*/ 389 h 389"/>
                <a:gd name="T6" fmla="*/ 192 w 192"/>
                <a:gd name="T7" fmla="*/ 11 h 389"/>
                <a:gd name="T8" fmla="*/ 164 w 192"/>
                <a:gd name="T9" fmla="*/ 0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2" h="389">
                  <a:moveTo>
                    <a:pt x="164" y="0"/>
                  </a:moveTo>
                  <a:lnTo>
                    <a:pt x="0" y="380"/>
                  </a:lnTo>
                  <a:lnTo>
                    <a:pt x="25" y="389"/>
                  </a:lnTo>
                  <a:lnTo>
                    <a:pt x="192" y="11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30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322">
              <a:extLst>
                <a:ext uri="{FF2B5EF4-FFF2-40B4-BE49-F238E27FC236}">
                  <a16:creationId xmlns:a16="http://schemas.microsoft.com/office/drawing/2014/main" id="{4DCC01E5-91EA-0446-95E0-9D04C04A5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130" y="5057778"/>
              <a:ext cx="233363" cy="138113"/>
            </a:xfrm>
            <a:custGeom>
              <a:avLst/>
              <a:gdLst>
                <a:gd name="T0" fmla="*/ 119 w 294"/>
                <a:gd name="T1" fmla="*/ 8 h 173"/>
                <a:gd name="T2" fmla="*/ 119 w 294"/>
                <a:gd name="T3" fmla="*/ 8 h 173"/>
                <a:gd name="T4" fmla="*/ 145 w 294"/>
                <a:gd name="T5" fmla="*/ 24 h 173"/>
                <a:gd name="T6" fmla="*/ 171 w 294"/>
                <a:gd name="T7" fmla="*/ 41 h 173"/>
                <a:gd name="T8" fmla="*/ 202 w 294"/>
                <a:gd name="T9" fmla="*/ 63 h 173"/>
                <a:gd name="T10" fmla="*/ 233 w 294"/>
                <a:gd name="T11" fmla="*/ 86 h 173"/>
                <a:gd name="T12" fmla="*/ 248 w 294"/>
                <a:gd name="T13" fmla="*/ 98 h 173"/>
                <a:gd name="T14" fmla="*/ 261 w 294"/>
                <a:gd name="T15" fmla="*/ 109 h 173"/>
                <a:gd name="T16" fmla="*/ 273 w 294"/>
                <a:gd name="T17" fmla="*/ 121 h 173"/>
                <a:gd name="T18" fmla="*/ 283 w 294"/>
                <a:gd name="T19" fmla="*/ 131 h 173"/>
                <a:gd name="T20" fmla="*/ 290 w 294"/>
                <a:gd name="T21" fmla="*/ 141 h 173"/>
                <a:gd name="T22" fmla="*/ 294 w 294"/>
                <a:gd name="T23" fmla="*/ 151 h 173"/>
                <a:gd name="T24" fmla="*/ 294 w 294"/>
                <a:gd name="T25" fmla="*/ 151 h 173"/>
                <a:gd name="T26" fmla="*/ 284 w 294"/>
                <a:gd name="T27" fmla="*/ 158 h 173"/>
                <a:gd name="T28" fmla="*/ 274 w 294"/>
                <a:gd name="T29" fmla="*/ 164 h 173"/>
                <a:gd name="T30" fmla="*/ 263 w 294"/>
                <a:gd name="T31" fmla="*/ 169 h 173"/>
                <a:gd name="T32" fmla="*/ 251 w 294"/>
                <a:gd name="T33" fmla="*/ 171 h 173"/>
                <a:gd name="T34" fmla="*/ 238 w 294"/>
                <a:gd name="T35" fmla="*/ 173 h 173"/>
                <a:gd name="T36" fmla="*/ 225 w 294"/>
                <a:gd name="T37" fmla="*/ 173 h 173"/>
                <a:gd name="T38" fmla="*/ 211 w 294"/>
                <a:gd name="T39" fmla="*/ 171 h 173"/>
                <a:gd name="T40" fmla="*/ 197 w 294"/>
                <a:gd name="T41" fmla="*/ 169 h 173"/>
                <a:gd name="T42" fmla="*/ 182 w 294"/>
                <a:gd name="T43" fmla="*/ 165 h 173"/>
                <a:gd name="T44" fmla="*/ 169 w 294"/>
                <a:gd name="T45" fmla="*/ 162 h 173"/>
                <a:gd name="T46" fmla="*/ 142 w 294"/>
                <a:gd name="T47" fmla="*/ 152 h 173"/>
                <a:gd name="T48" fmla="*/ 117 w 294"/>
                <a:gd name="T49" fmla="*/ 140 h 173"/>
                <a:gd name="T50" fmla="*/ 98 w 294"/>
                <a:gd name="T51" fmla="*/ 128 h 173"/>
                <a:gd name="T52" fmla="*/ 98 w 294"/>
                <a:gd name="T53" fmla="*/ 128 h 173"/>
                <a:gd name="T54" fmla="*/ 49 w 294"/>
                <a:gd name="T55" fmla="*/ 112 h 173"/>
                <a:gd name="T56" fmla="*/ 32 w 294"/>
                <a:gd name="T57" fmla="*/ 106 h 173"/>
                <a:gd name="T58" fmla="*/ 19 w 294"/>
                <a:gd name="T59" fmla="*/ 101 h 173"/>
                <a:gd name="T60" fmla="*/ 9 w 294"/>
                <a:gd name="T61" fmla="*/ 96 h 173"/>
                <a:gd name="T62" fmla="*/ 3 w 294"/>
                <a:gd name="T63" fmla="*/ 90 h 173"/>
                <a:gd name="T64" fmla="*/ 1 w 294"/>
                <a:gd name="T65" fmla="*/ 86 h 173"/>
                <a:gd name="T66" fmla="*/ 0 w 294"/>
                <a:gd name="T67" fmla="*/ 78 h 173"/>
                <a:gd name="T68" fmla="*/ 0 w 294"/>
                <a:gd name="T69" fmla="*/ 78 h 173"/>
                <a:gd name="T70" fmla="*/ 1 w 294"/>
                <a:gd name="T71" fmla="*/ 69 h 173"/>
                <a:gd name="T72" fmla="*/ 3 w 294"/>
                <a:gd name="T73" fmla="*/ 58 h 173"/>
                <a:gd name="T74" fmla="*/ 9 w 294"/>
                <a:gd name="T75" fmla="*/ 36 h 173"/>
                <a:gd name="T76" fmla="*/ 19 w 294"/>
                <a:gd name="T77" fmla="*/ 11 h 173"/>
                <a:gd name="T78" fmla="*/ 105 w 294"/>
                <a:gd name="T79" fmla="*/ 0 h 173"/>
                <a:gd name="T80" fmla="*/ 119 w 294"/>
                <a:gd name="T81" fmla="*/ 8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94" h="173">
                  <a:moveTo>
                    <a:pt x="119" y="8"/>
                  </a:moveTo>
                  <a:lnTo>
                    <a:pt x="119" y="8"/>
                  </a:lnTo>
                  <a:lnTo>
                    <a:pt x="145" y="24"/>
                  </a:lnTo>
                  <a:lnTo>
                    <a:pt x="171" y="41"/>
                  </a:lnTo>
                  <a:lnTo>
                    <a:pt x="202" y="63"/>
                  </a:lnTo>
                  <a:lnTo>
                    <a:pt x="233" y="86"/>
                  </a:lnTo>
                  <a:lnTo>
                    <a:pt x="248" y="98"/>
                  </a:lnTo>
                  <a:lnTo>
                    <a:pt x="261" y="109"/>
                  </a:lnTo>
                  <a:lnTo>
                    <a:pt x="273" y="121"/>
                  </a:lnTo>
                  <a:lnTo>
                    <a:pt x="283" y="131"/>
                  </a:lnTo>
                  <a:lnTo>
                    <a:pt x="290" y="141"/>
                  </a:lnTo>
                  <a:lnTo>
                    <a:pt x="294" y="151"/>
                  </a:lnTo>
                  <a:lnTo>
                    <a:pt x="294" y="151"/>
                  </a:lnTo>
                  <a:lnTo>
                    <a:pt x="284" y="158"/>
                  </a:lnTo>
                  <a:lnTo>
                    <a:pt x="274" y="164"/>
                  </a:lnTo>
                  <a:lnTo>
                    <a:pt x="263" y="169"/>
                  </a:lnTo>
                  <a:lnTo>
                    <a:pt x="251" y="171"/>
                  </a:lnTo>
                  <a:lnTo>
                    <a:pt x="238" y="173"/>
                  </a:lnTo>
                  <a:lnTo>
                    <a:pt x="225" y="173"/>
                  </a:lnTo>
                  <a:lnTo>
                    <a:pt x="211" y="171"/>
                  </a:lnTo>
                  <a:lnTo>
                    <a:pt x="197" y="169"/>
                  </a:lnTo>
                  <a:lnTo>
                    <a:pt x="182" y="165"/>
                  </a:lnTo>
                  <a:lnTo>
                    <a:pt x="169" y="162"/>
                  </a:lnTo>
                  <a:lnTo>
                    <a:pt x="142" y="152"/>
                  </a:lnTo>
                  <a:lnTo>
                    <a:pt x="117" y="140"/>
                  </a:lnTo>
                  <a:lnTo>
                    <a:pt x="98" y="128"/>
                  </a:lnTo>
                  <a:lnTo>
                    <a:pt x="98" y="128"/>
                  </a:lnTo>
                  <a:lnTo>
                    <a:pt x="49" y="112"/>
                  </a:lnTo>
                  <a:lnTo>
                    <a:pt x="32" y="106"/>
                  </a:lnTo>
                  <a:lnTo>
                    <a:pt x="19" y="101"/>
                  </a:lnTo>
                  <a:lnTo>
                    <a:pt x="9" y="96"/>
                  </a:lnTo>
                  <a:lnTo>
                    <a:pt x="3" y="90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69"/>
                  </a:lnTo>
                  <a:lnTo>
                    <a:pt x="3" y="58"/>
                  </a:lnTo>
                  <a:lnTo>
                    <a:pt x="9" y="36"/>
                  </a:lnTo>
                  <a:lnTo>
                    <a:pt x="19" y="11"/>
                  </a:lnTo>
                  <a:lnTo>
                    <a:pt x="105" y="0"/>
                  </a:lnTo>
                  <a:lnTo>
                    <a:pt x="119" y="8"/>
                  </a:lnTo>
                  <a:close/>
                </a:path>
              </a:pathLst>
            </a:custGeom>
            <a:solidFill>
              <a:srgbClr val="30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323">
              <a:extLst>
                <a:ext uri="{FF2B5EF4-FFF2-40B4-BE49-F238E27FC236}">
                  <a16:creationId xmlns:a16="http://schemas.microsoft.com/office/drawing/2014/main" id="{4F78D99E-E3DA-2945-96F1-AF1CE89C2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679" y="5065715"/>
              <a:ext cx="98425" cy="119063"/>
            </a:xfrm>
            <a:custGeom>
              <a:avLst/>
              <a:gdLst>
                <a:gd name="T0" fmla="*/ 123 w 123"/>
                <a:gd name="T1" fmla="*/ 21 h 149"/>
                <a:gd name="T2" fmla="*/ 123 w 123"/>
                <a:gd name="T3" fmla="*/ 21 h 149"/>
                <a:gd name="T4" fmla="*/ 121 w 123"/>
                <a:gd name="T5" fmla="*/ 55 h 149"/>
                <a:gd name="T6" fmla="*/ 117 w 123"/>
                <a:gd name="T7" fmla="*/ 84 h 149"/>
                <a:gd name="T8" fmla="*/ 115 w 123"/>
                <a:gd name="T9" fmla="*/ 98 h 149"/>
                <a:gd name="T10" fmla="*/ 113 w 123"/>
                <a:gd name="T11" fmla="*/ 109 h 149"/>
                <a:gd name="T12" fmla="*/ 113 w 123"/>
                <a:gd name="T13" fmla="*/ 109 h 149"/>
                <a:gd name="T14" fmla="*/ 109 w 123"/>
                <a:gd name="T15" fmla="*/ 115 h 149"/>
                <a:gd name="T16" fmla="*/ 105 w 123"/>
                <a:gd name="T17" fmla="*/ 121 h 149"/>
                <a:gd name="T18" fmla="*/ 100 w 123"/>
                <a:gd name="T19" fmla="*/ 126 h 149"/>
                <a:gd name="T20" fmla="*/ 96 w 123"/>
                <a:gd name="T21" fmla="*/ 131 h 149"/>
                <a:gd name="T22" fmla="*/ 84 w 123"/>
                <a:gd name="T23" fmla="*/ 139 h 149"/>
                <a:gd name="T24" fmla="*/ 71 w 123"/>
                <a:gd name="T25" fmla="*/ 145 h 149"/>
                <a:gd name="T26" fmla="*/ 71 w 123"/>
                <a:gd name="T27" fmla="*/ 145 h 149"/>
                <a:gd name="T28" fmla="*/ 64 w 123"/>
                <a:gd name="T29" fmla="*/ 148 h 149"/>
                <a:gd name="T30" fmla="*/ 56 w 123"/>
                <a:gd name="T31" fmla="*/ 149 h 149"/>
                <a:gd name="T32" fmla="*/ 48 w 123"/>
                <a:gd name="T33" fmla="*/ 148 h 149"/>
                <a:gd name="T34" fmla="*/ 40 w 123"/>
                <a:gd name="T35" fmla="*/ 145 h 149"/>
                <a:gd name="T36" fmla="*/ 40 w 123"/>
                <a:gd name="T37" fmla="*/ 145 h 149"/>
                <a:gd name="T38" fmla="*/ 34 w 123"/>
                <a:gd name="T39" fmla="*/ 142 h 149"/>
                <a:gd name="T40" fmla="*/ 28 w 123"/>
                <a:gd name="T41" fmla="*/ 137 h 149"/>
                <a:gd name="T42" fmla="*/ 22 w 123"/>
                <a:gd name="T43" fmla="*/ 131 h 149"/>
                <a:gd name="T44" fmla="*/ 16 w 123"/>
                <a:gd name="T45" fmla="*/ 125 h 149"/>
                <a:gd name="T46" fmla="*/ 11 w 123"/>
                <a:gd name="T47" fmla="*/ 119 h 149"/>
                <a:gd name="T48" fmla="*/ 6 w 123"/>
                <a:gd name="T49" fmla="*/ 112 h 149"/>
                <a:gd name="T50" fmla="*/ 4 w 123"/>
                <a:gd name="T51" fmla="*/ 104 h 149"/>
                <a:gd name="T52" fmla="*/ 1 w 123"/>
                <a:gd name="T53" fmla="*/ 97 h 149"/>
                <a:gd name="T54" fmla="*/ 1 w 123"/>
                <a:gd name="T55" fmla="*/ 97 h 149"/>
                <a:gd name="T56" fmla="*/ 0 w 123"/>
                <a:gd name="T57" fmla="*/ 91 h 149"/>
                <a:gd name="T58" fmla="*/ 1 w 123"/>
                <a:gd name="T59" fmla="*/ 84 h 149"/>
                <a:gd name="T60" fmla="*/ 4 w 123"/>
                <a:gd name="T61" fmla="*/ 77 h 149"/>
                <a:gd name="T62" fmla="*/ 6 w 123"/>
                <a:gd name="T63" fmla="*/ 69 h 149"/>
                <a:gd name="T64" fmla="*/ 13 w 123"/>
                <a:gd name="T65" fmla="*/ 54 h 149"/>
                <a:gd name="T66" fmla="*/ 23 w 123"/>
                <a:gd name="T67" fmla="*/ 38 h 149"/>
                <a:gd name="T68" fmla="*/ 33 w 123"/>
                <a:gd name="T69" fmla="*/ 23 h 149"/>
                <a:gd name="T70" fmla="*/ 42 w 123"/>
                <a:gd name="T71" fmla="*/ 11 h 149"/>
                <a:gd name="T72" fmla="*/ 51 w 123"/>
                <a:gd name="T73" fmla="*/ 0 h 149"/>
                <a:gd name="T74" fmla="*/ 123 w 123"/>
                <a:gd name="T75" fmla="*/ 21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3" h="149">
                  <a:moveTo>
                    <a:pt x="123" y="21"/>
                  </a:moveTo>
                  <a:lnTo>
                    <a:pt x="123" y="21"/>
                  </a:lnTo>
                  <a:lnTo>
                    <a:pt x="121" y="55"/>
                  </a:lnTo>
                  <a:lnTo>
                    <a:pt x="117" y="84"/>
                  </a:lnTo>
                  <a:lnTo>
                    <a:pt x="115" y="98"/>
                  </a:lnTo>
                  <a:lnTo>
                    <a:pt x="113" y="109"/>
                  </a:lnTo>
                  <a:lnTo>
                    <a:pt x="113" y="109"/>
                  </a:lnTo>
                  <a:lnTo>
                    <a:pt x="109" y="115"/>
                  </a:lnTo>
                  <a:lnTo>
                    <a:pt x="105" y="121"/>
                  </a:lnTo>
                  <a:lnTo>
                    <a:pt x="100" y="126"/>
                  </a:lnTo>
                  <a:lnTo>
                    <a:pt x="96" y="131"/>
                  </a:lnTo>
                  <a:lnTo>
                    <a:pt x="84" y="139"/>
                  </a:lnTo>
                  <a:lnTo>
                    <a:pt x="71" y="145"/>
                  </a:lnTo>
                  <a:lnTo>
                    <a:pt x="71" y="145"/>
                  </a:lnTo>
                  <a:lnTo>
                    <a:pt x="64" y="148"/>
                  </a:lnTo>
                  <a:lnTo>
                    <a:pt x="56" y="149"/>
                  </a:lnTo>
                  <a:lnTo>
                    <a:pt x="48" y="148"/>
                  </a:lnTo>
                  <a:lnTo>
                    <a:pt x="40" y="145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6" y="125"/>
                  </a:lnTo>
                  <a:lnTo>
                    <a:pt x="11" y="119"/>
                  </a:lnTo>
                  <a:lnTo>
                    <a:pt x="6" y="112"/>
                  </a:lnTo>
                  <a:lnTo>
                    <a:pt x="4" y="104"/>
                  </a:lnTo>
                  <a:lnTo>
                    <a:pt x="1" y="97"/>
                  </a:lnTo>
                  <a:lnTo>
                    <a:pt x="1" y="97"/>
                  </a:lnTo>
                  <a:lnTo>
                    <a:pt x="0" y="91"/>
                  </a:lnTo>
                  <a:lnTo>
                    <a:pt x="1" y="84"/>
                  </a:lnTo>
                  <a:lnTo>
                    <a:pt x="4" y="77"/>
                  </a:lnTo>
                  <a:lnTo>
                    <a:pt x="6" y="69"/>
                  </a:lnTo>
                  <a:lnTo>
                    <a:pt x="13" y="54"/>
                  </a:lnTo>
                  <a:lnTo>
                    <a:pt x="23" y="38"/>
                  </a:lnTo>
                  <a:lnTo>
                    <a:pt x="33" y="23"/>
                  </a:lnTo>
                  <a:lnTo>
                    <a:pt x="42" y="11"/>
                  </a:lnTo>
                  <a:lnTo>
                    <a:pt x="51" y="0"/>
                  </a:lnTo>
                  <a:lnTo>
                    <a:pt x="123" y="21"/>
                  </a:lnTo>
                  <a:close/>
                </a:path>
              </a:pathLst>
            </a:custGeom>
            <a:solidFill>
              <a:srgbClr val="30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324">
              <a:extLst>
                <a:ext uri="{FF2B5EF4-FFF2-40B4-BE49-F238E27FC236}">
                  <a16:creationId xmlns:a16="http://schemas.microsoft.com/office/drawing/2014/main" id="{D20B906F-E713-2443-B808-BAF85ECA1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667" y="2752726"/>
              <a:ext cx="771526" cy="622300"/>
            </a:xfrm>
            <a:custGeom>
              <a:avLst/>
              <a:gdLst>
                <a:gd name="T0" fmla="*/ 951 w 971"/>
                <a:gd name="T1" fmla="*/ 146 h 784"/>
                <a:gd name="T2" fmla="*/ 931 w 971"/>
                <a:gd name="T3" fmla="*/ 148 h 784"/>
                <a:gd name="T4" fmla="*/ 910 w 971"/>
                <a:gd name="T5" fmla="*/ 155 h 784"/>
                <a:gd name="T6" fmla="*/ 887 w 971"/>
                <a:gd name="T7" fmla="*/ 167 h 784"/>
                <a:gd name="T8" fmla="*/ 838 w 971"/>
                <a:gd name="T9" fmla="*/ 203 h 784"/>
                <a:gd name="T10" fmla="*/ 790 w 971"/>
                <a:gd name="T11" fmla="*/ 249 h 784"/>
                <a:gd name="T12" fmla="*/ 744 w 971"/>
                <a:gd name="T13" fmla="*/ 299 h 784"/>
                <a:gd name="T14" fmla="*/ 687 w 971"/>
                <a:gd name="T15" fmla="*/ 365 h 784"/>
                <a:gd name="T16" fmla="*/ 656 w 971"/>
                <a:gd name="T17" fmla="*/ 408 h 784"/>
                <a:gd name="T18" fmla="*/ 565 w 971"/>
                <a:gd name="T19" fmla="*/ 285 h 784"/>
                <a:gd name="T20" fmla="*/ 498 w 971"/>
                <a:gd name="T21" fmla="*/ 197 h 784"/>
                <a:gd name="T22" fmla="*/ 443 w 971"/>
                <a:gd name="T23" fmla="*/ 133 h 784"/>
                <a:gd name="T24" fmla="*/ 388 w 971"/>
                <a:gd name="T25" fmla="*/ 81 h 784"/>
                <a:gd name="T26" fmla="*/ 371 w 971"/>
                <a:gd name="T27" fmla="*/ 68 h 784"/>
                <a:gd name="T28" fmla="*/ 327 w 971"/>
                <a:gd name="T29" fmla="*/ 41 h 784"/>
                <a:gd name="T30" fmla="*/ 264 w 971"/>
                <a:gd name="T31" fmla="*/ 7 h 784"/>
                <a:gd name="T32" fmla="*/ 247 w 971"/>
                <a:gd name="T33" fmla="*/ 0 h 784"/>
                <a:gd name="T34" fmla="*/ 62 w 971"/>
                <a:gd name="T35" fmla="*/ 195 h 784"/>
                <a:gd name="T36" fmla="*/ 0 w 971"/>
                <a:gd name="T37" fmla="*/ 260 h 784"/>
                <a:gd name="T38" fmla="*/ 47 w 971"/>
                <a:gd name="T39" fmla="*/ 328 h 784"/>
                <a:gd name="T40" fmla="*/ 105 w 971"/>
                <a:gd name="T41" fmla="*/ 398 h 784"/>
                <a:gd name="T42" fmla="*/ 177 w 971"/>
                <a:gd name="T43" fmla="*/ 470 h 784"/>
                <a:gd name="T44" fmla="*/ 263 w 971"/>
                <a:gd name="T45" fmla="*/ 544 h 784"/>
                <a:gd name="T46" fmla="*/ 289 w 971"/>
                <a:gd name="T47" fmla="*/ 567 h 784"/>
                <a:gd name="T48" fmla="*/ 352 w 971"/>
                <a:gd name="T49" fmla="*/ 613 h 784"/>
                <a:gd name="T50" fmla="*/ 421 w 971"/>
                <a:gd name="T51" fmla="*/ 662 h 784"/>
                <a:gd name="T52" fmla="*/ 492 w 971"/>
                <a:gd name="T53" fmla="*/ 706 h 784"/>
                <a:gd name="T54" fmla="*/ 562 w 971"/>
                <a:gd name="T55" fmla="*/ 744 h 784"/>
                <a:gd name="T56" fmla="*/ 628 w 971"/>
                <a:gd name="T57" fmla="*/ 770 h 784"/>
                <a:gd name="T58" fmla="*/ 657 w 971"/>
                <a:gd name="T59" fmla="*/ 779 h 784"/>
                <a:gd name="T60" fmla="*/ 683 w 971"/>
                <a:gd name="T61" fmla="*/ 782 h 784"/>
                <a:gd name="T62" fmla="*/ 706 w 971"/>
                <a:gd name="T63" fmla="*/ 782 h 784"/>
                <a:gd name="T64" fmla="*/ 726 w 971"/>
                <a:gd name="T65" fmla="*/ 778 h 784"/>
                <a:gd name="T66" fmla="*/ 741 w 971"/>
                <a:gd name="T67" fmla="*/ 767 h 784"/>
                <a:gd name="T68" fmla="*/ 755 w 971"/>
                <a:gd name="T69" fmla="*/ 751 h 784"/>
                <a:gd name="T70" fmla="*/ 783 w 971"/>
                <a:gd name="T71" fmla="*/ 715 h 784"/>
                <a:gd name="T72" fmla="*/ 809 w 971"/>
                <a:gd name="T73" fmla="*/ 674 h 784"/>
                <a:gd name="T74" fmla="*/ 847 w 971"/>
                <a:gd name="T75" fmla="*/ 605 h 784"/>
                <a:gd name="T76" fmla="*/ 893 w 971"/>
                <a:gd name="T77" fmla="*/ 504 h 784"/>
                <a:gd name="T78" fmla="*/ 930 w 971"/>
                <a:gd name="T79" fmla="*/ 400 h 784"/>
                <a:gd name="T80" fmla="*/ 957 w 971"/>
                <a:gd name="T81" fmla="*/ 305 h 784"/>
                <a:gd name="T82" fmla="*/ 970 w 971"/>
                <a:gd name="T83" fmla="*/ 225 h 784"/>
                <a:gd name="T84" fmla="*/ 971 w 971"/>
                <a:gd name="T85" fmla="*/ 194 h 784"/>
                <a:gd name="T86" fmla="*/ 969 w 971"/>
                <a:gd name="T87" fmla="*/ 169 h 784"/>
                <a:gd name="T88" fmla="*/ 962 w 971"/>
                <a:gd name="T89" fmla="*/ 154 h 784"/>
                <a:gd name="T90" fmla="*/ 951 w 971"/>
                <a:gd name="T91" fmla="*/ 146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71" h="784">
                  <a:moveTo>
                    <a:pt x="951" y="146"/>
                  </a:moveTo>
                  <a:lnTo>
                    <a:pt x="951" y="146"/>
                  </a:lnTo>
                  <a:lnTo>
                    <a:pt x="941" y="146"/>
                  </a:lnTo>
                  <a:lnTo>
                    <a:pt x="931" y="148"/>
                  </a:lnTo>
                  <a:lnTo>
                    <a:pt x="920" y="151"/>
                  </a:lnTo>
                  <a:lnTo>
                    <a:pt x="910" y="155"/>
                  </a:lnTo>
                  <a:lnTo>
                    <a:pt x="899" y="161"/>
                  </a:lnTo>
                  <a:lnTo>
                    <a:pt x="887" y="167"/>
                  </a:lnTo>
                  <a:lnTo>
                    <a:pt x="862" y="183"/>
                  </a:lnTo>
                  <a:lnTo>
                    <a:pt x="838" y="203"/>
                  </a:lnTo>
                  <a:lnTo>
                    <a:pt x="814" y="225"/>
                  </a:lnTo>
                  <a:lnTo>
                    <a:pt x="790" y="249"/>
                  </a:lnTo>
                  <a:lnTo>
                    <a:pt x="766" y="273"/>
                  </a:lnTo>
                  <a:lnTo>
                    <a:pt x="744" y="299"/>
                  </a:lnTo>
                  <a:lnTo>
                    <a:pt x="722" y="323"/>
                  </a:lnTo>
                  <a:lnTo>
                    <a:pt x="687" y="365"/>
                  </a:lnTo>
                  <a:lnTo>
                    <a:pt x="664" y="397"/>
                  </a:lnTo>
                  <a:lnTo>
                    <a:pt x="656" y="408"/>
                  </a:lnTo>
                  <a:lnTo>
                    <a:pt x="656" y="408"/>
                  </a:lnTo>
                  <a:lnTo>
                    <a:pt x="565" y="285"/>
                  </a:lnTo>
                  <a:lnTo>
                    <a:pt x="530" y="237"/>
                  </a:lnTo>
                  <a:lnTo>
                    <a:pt x="498" y="197"/>
                  </a:lnTo>
                  <a:lnTo>
                    <a:pt x="469" y="162"/>
                  </a:lnTo>
                  <a:lnTo>
                    <a:pt x="443" y="133"/>
                  </a:lnTo>
                  <a:lnTo>
                    <a:pt x="416" y="105"/>
                  </a:lnTo>
                  <a:lnTo>
                    <a:pt x="388" y="81"/>
                  </a:lnTo>
                  <a:lnTo>
                    <a:pt x="388" y="81"/>
                  </a:lnTo>
                  <a:lnTo>
                    <a:pt x="371" y="68"/>
                  </a:lnTo>
                  <a:lnTo>
                    <a:pt x="351" y="55"/>
                  </a:lnTo>
                  <a:lnTo>
                    <a:pt x="327" y="41"/>
                  </a:lnTo>
                  <a:lnTo>
                    <a:pt x="304" y="28"/>
                  </a:lnTo>
                  <a:lnTo>
                    <a:pt x="264" y="7"/>
                  </a:lnTo>
                  <a:lnTo>
                    <a:pt x="247" y="0"/>
                  </a:lnTo>
                  <a:lnTo>
                    <a:pt x="247" y="0"/>
                  </a:lnTo>
                  <a:lnTo>
                    <a:pt x="123" y="129"/>
                  </a:lnTo>
                  <a:lnTo>
                    <a:pt x="62" y="195"/>
                  </a:lnTo>
                  <a:lnTo>
                    <a:pt x="0" y="260"/>
                  </a:lnTo>
                  <a:lnTo>
                    <a:pt x="0" y="260"/>
                  </a:lnTo>
                  <a:lnTo>
                    <a:pt x="22" y="294"/>
                  </a:lnTo>
                  <a:lnTo>
                    <a:pt x="47" y="328"/>
                  </a:lnTo>
                  <a:lnTo>
                    <a:pt x="75" y="363"/>
                  </a:lnTo>
                  <a:lnTo>
                    <a:pt x="105" y="398"/>
                  </a:lnTo>
                  <a:lnTo>
                    <a:pt x="139" y="433"/>
                  </a:lnTo>
                  <a:lnTo>
                    <a:pt x="177" y="470"/>
                  </a:lnTo>
                  <a:lnTo>
                    <a:pt x="218" y="507"/>
                  </a:lnTo>
                  <a:lnTo>
                    <a:pt x="263" y="544"/>
                  </a:lnTo>
                  <a:lnTo>
                    <a:pt x="263" y="544"/>
                  </a:lnTo>
                  <a:lnTo>
                    <a:pt x="289" y="567"/>
                  </a:lnTo>
                  <a:lnTo>
                    <a:pt x="319" y="590"/>
                  </a:lnTo>
                  <a:lnTo>
                    <a:pt x="352" y="613"/>
                  </a:lnTo>
                  <a:lnTo>
                    <a:pt x="386" y="637"/>
                  </a:lnTo>
                  <a:lnTo>
                    <a:pt x="421" y="662"/>
                  </a:lnTo>
                  <a:lnTo>
                    <a:pt x="456" y="685"/>
                  </a:lnTo>
                  <a:lnTo>
                    <a:pt x="492" y="706"/>
                  </a:lnTo>
                  <a:lnTo>
                    <a:pt x="527" y="726"/>
                  </a:lnTo>
                  <a:lnTo>
                    <a:pt x="562" y="744"/>
                  </a:lnTo>
                  <a:lnTo>
                    <a:pt x="596" y="758"/>
                  </a:lnTo>
                  <a:lnTo>
                    <a:pt x="628" y="770"/>
                  </a:lnTo>
                  <a:lnTo>
                    <a:pt x="642" y="775"/>
                  </a:lnTo>
                  <a:lnTo>
                    <a:pt x="657" y="779"/>
                  </a:lnTo>
                  <a:lnTo>
                    <a:pt x="670" y="781"/>
                  </a:lnTo>
                  <a:lnTo>
                    <a:pt x="683" y="782"/>
                  </a:lnTo>
                  <a:lnTo>
                    <a:pt x="695" y="784"/>
                  </a:lnTo>
                  <a:lnTo>
                    <a:pt x="706" y="782"/>
                  </a:lnTo>
                  <a:lnTo>
                    <a:pt x="717" y="780"/>
                  </a:lnTo>
                  <a:lnTo>
                    <a:pt x="726" y="778"/>
                  </a:lnTo>
                  <a:lnTo>
                    <a:pt x="734" y="773"/>
                  </a:lnTo>
                  <a:lnTo>
                    <a:pt x="741" y="767"/>
                  </a:lnTo>
                  <a:lnTo>
                    <a:pt x="741" y="767"/>
                  </a:lnTo>
                  <a:lnTo>
                    <a:pt x="755" y="751"/>
                  </a:lnTo>
                  <a:lnTo>
                    <a:pt x="769" y="734"/>
                  </a:lnTo>
                  <a:lnTo>
                    <a:pt x="783" y="715"/>
                  </a:lnTo>
                  <a:lnTo>
                    <a:pt x="796" y="695"/>
                  </a:lnTo>
                  <a:lnTo>
                    <a:pt x="809" y="674"/>
                  </a:lnTo>
                  <a:lnTo>
                    <a:pt x="822" y="652"/>
                  </a:lnTo>
                  <a:lnTo>
                    <a:pt x="847" y="605"/>
                  </a:lnTo>
                  <a:lnTo>
                    <a:pt x="871" y="555"/>
                  </a:lnTo>
                  <a:lnTo>
                    <a:pt x="893" y="504"/>
                  </a:lnTo>
                  <a:lnTo>
                    <a:pt x="912" y="452"/>
                  </a:lnTo>
                  <a:lnTo>
                    <a:pt x="930" y="400"/>
                  </a:lnTo>
                  <a:lnTo>
                    <a:pt x="945" y="352"/>
                  </a:lnTo>
                  <a:lnTo>
                    <a:pt x="957" y="305"/>
                  </a:lnTo>
                  <a:lnTo>
                    <a:pt x="965" y="262"/>
                  </a:lnTo>
                  <a:lnTo>
                    <a:pt x="970" y="225"/>
                  </a:lnTo>
                  <a:lnTo>
                    <a:pt x="971" y="208"/>
                  </a:lnTo>
                  <a:lnTo>
                    <a:pt x="971" y="194"/>
                  </a:lnTo>
                  <a:lnTo>
                    <a:pt x="971" y="180"/>
                  </a:lnTo>
                  <a:lnTo>
                    <a:pt x="969" y="169"/>
                  </a:lnTo>
                  <a:lnTo>
                    <a:pt x="966" y="160"/>
                  </a:lnTo>
                  <a:lnTo>
                    <a:pt x="962" y="154"/>
                  </a:lnTo>
                  <a:lnTo>
                    <a:pt x="957" y="149"/>
                  </a:lnTo>
                  <a:lnTo>
                    <a:pt x="951" y="146"/>
                  </a:lnTo>
                  <a:lnTo>
                    <a:pt x="951" y="146"/>
                  </a:lnTo>
                  <a:close/>
                </a:path>
              </a:pathLst>
            </a:custGeom>
            <a:solidFill>
              <a:srgbClr val="00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325">
              <a:extLst>
                <a:ext uri="{FF2B5EF4-FFF2-40B4-BE49-F238E27FC236}">
                  <a16:creationId xmlns:a16="http://schemas.microsoft.com/office/drawing/2014/main" id="{DFE98BEB-18D1-4F40-9F3C-4D5478A7F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755" y="2755901"/>
              <a:ext cx="196850" cy="554038"/>
            </a:xfrm>
            <a:custGeom>
              <a:avLst/>
              <a:gdLst>
                <a:gd name="T0" fmla="*/ 248 w 248"/>
                <a:gd name="T1" fmla="*/ 696 h 696"/>
                <a:gd name="T2" fmla="*/ 248 w 248"/>
                <a:gd name="T3" fmla="*/ 696 h 696"/>
                <a:gd name="T4" fmla="*/ 247 w 248"/>
                <a:gd name="T5" fmla="*/ 673 h 696"/>
                <a:gd name="T6" fmla="*/ 244 w 248"/>
                <a:gd name="T7" fmla="*/ 649 h 696"/>
                <a:gd name="T8" fmla="*/ 239 w 248"/>
                <a:gd name="T9" fmla="*/ 625 h 696"/>
                <a:gd name="T10" fmla="*/ 236 w 248"/>
                <a:gd name="T11" fmla="*/ 600 h 696"/>
                <a:gd name="T12" fmla="*/ 230 w 248"/>
                <a:gd name="T13" fmla="*/ 573 h 696"/>
                <a:gd name="T14" fmla="*/ 222 w 248"/>
                <a:gd name="T15" fmla="*/ 545 h 696"/>
                <a:gd name="T16" fmla="*/ 207 w 248"/>
                <a:gd name="T17" fmla="*/ 488 h 696"/>
                <a:gd name="T18" fmla="*/ 187 w 248"/>
                <a:gd name="T19" fmla="*/ 432 h 696"/>
                <a:gd name="T20" fmla="*/ 167 w 248"/>
                <a:gd name="T21" fmla="*/ 374 h 696"/>
                <a:gd name="T22" fmla="*/ 144 w 248"/>
                <a:gd name="T23" fmla="*/ 317 h 696"/>
                <a:gd name="T24" fmla="*/ 122 w 248"/>
                <a:gd name="T25" fmla="*/ 261 h 696"/>
                <a:gd name="T26" fmla="*/ 99 w 248"/>
                <a:gd name="T27" fmla="*/ 208 h 696"/>
                <a:gd name="T28" fmla="*/ 76 w 248"/>
                <a:gd name="T29" fmla="*/ 158 h 696"/>
                <a:gd name="T30" fmla="*/ 37 w 248"/>
                <a:gd name="T31" fmla="*/ 76 h 696"/>
                <a:gd name="T32" fmla="*/ 10 w 248"/>
                <a:gd name="T33" fmla="*/ 20 h 696"/>
                <a:gd name="T34" fmla="*/ 0 w 248"/>
                <a:gd name="T35" fmla="*/ 0 h 696"/>
                <a:gd name="T36" fmla="*/ 59 w 248"/>
                <a:gd name="T37" fmla="*/ 569 h 696"/>
                <a:gd name="T38" fmla="*/ 59 w 248"/>
                <a:gd name="T39" fmla="*/ 569 h 696"/>
                <a:gd name="T40" fmla="*/ 103 w 248"/>
                <a:gd name="T41" fmla="*/ 601 h 696"/>
                <a:gd name="T42" fmla="*/ 150 w 248"/>
                <a:gd name="T43" fmla="*/ 635 h 696"/>
                <a:gd name="T44" fmla="*/ 198 w 248"/>
                <a:gd name="T45" fmla="*/ 666 h 696"/>
                <a:gd name="T46" fmla="*/ 248 w 248"/>
                <a:gd name="T47" fmla="*/ 696 h 696"/>
                <a:gd name="T48" fmla="*/ 248 w 248"/>
                <a:gd name="T49" fmla="*/ 696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48" h="696">
                  <a:moveTo>
                    <a:pt x="248" y="696"/>
                  </a:moveTo>
                  <a:lnTo>
                    <a:pt x="248" y="696"/>
                  </a:lnTo>
                  <a:lnTo>
                    <a:pt x="247" y="673"/>
                  </a:lnTo>
                  <a:lnTo>
                    <a:pt x="244" y="649"/>
                  </a:lnTo>
                  <a:lnTo>
                    <a:pt x="239" y="625"/>
                  </a:lnTo>
                  <a:lnTo>
                    <a:pt x="236" y="600"/>
                  </a:lnTo>
                  <a:lnTo>
                    <a:pt x="230" y="573"/>
                  </a:lnTo>
                  <a:lnTo>
                    <a:pt x="222" y="545"/>
                  </a:lnTo>
                  <a:lnTo>
                    <a:pt x="207" y="488"/>
                  </a:lnTo>
                  <a:lnTo>
                    <a:pt x="187" y="432"/>
                  </a:lnTo>
                  <a:lnTo>
                    <a:pt x="167" y="374"/>
                  </a:lnTo>
                  <a:lnTo>
                    <a:pt x="144" y="317"/>
                  </a:lnTo>
                  <a:lnTo>
                    <a:pt x="122" y="261"/>
                  </a:lnTo>
                  <a:lnTo>
                    <a:pt x="99" y="208"/>
                  </a:lnTo>
                  <a:lnTo>
                    <a:pt x="76" y="158"/>
                  </a:lnTo>
                  <a:lnTo>
                    <a:pt x="37" y="76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59" y="569"/>
                  </a:lnTo>
                  <a:lnTo>
                    <a:pt x="59" y="569"/>
                  </a:lnTo>
                  <a:lnTo>
                    <a:pt x="103" y="601"/>
                  </a:lnTo>
                  <a:lnTo>
                    <a:pt x="150" y="635"/>
                  </a:lnTo>
                  <a:lnTo>
                    <a:pt x="198" y="666"/>
                  </a:lnTo>
                  <a:lnTo>
                    <a:pt x="248" y="696"/>
                  </a:lnTo>
                  <a:lnTo>
                    <a:pt x="248" y="696"/>
                  </a:lnTo>
                  <a:close/>
                </a:path>
              </a:pathLst>
            </a:custGeom>
            <a:solidFill>
              <a:srgbClr val="02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Freeform 326">
              <a:extLst>
                <a:ext uri="{FF2B5EF4-FFF2-40B4-BE49-F238E27FC236}">
                  <a16:creationId xmlns:a16="http://schemas.microsoft.com/office/drawing/2014/main" id="{A684D5DE-6030-CD4B-AFBE-3371684F8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505" y="2513014"/>
              <a:ext cx="153988" cy="336550"/>
            </a:xfrm>
            <a:custGeom>
              <a:avLst/>
              <a:gdLst>
                <a:gd name="T0" fmla="*/ 0 w 193"/>
                <a:gd name="T1" fmla="*/ 281 h 422"/>
                <a:gd name="T2" fmla="*/ 34 w 193"/>
                <a:gd name="T3" fmla="*/ 0 h 422"/>
                <a:gd name="T4" fmla="*/ 143 w 193"/>
                <a:gd name="T5" fmla="*/ 0 h 422"/>
                <a:gd name="T6" fmla="*/ 193 w 193"/>
                <a:gd name="T7" fmla="*/ 259 h 422"/>
                <a:gd name="T8" fmla="*/ 126 w 193"/>
                <a:gd name="T9" fmla="*/ 422 h 422"/>
                <a:gd name="T10" fmla="*/ 0 w 193"/>
                <a:gd name="T11" fmla="*/ 281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3" h="422">
                  <a:moveTo>
                    <a:pt x="0" y="281"/>
                  </a:moveTo>
                  <a:lnTo>
                    <a:pt x="34" y="0"/>
                  </a:lnTo>
                  <a:lnTo>
                    <a:pt x="143" y="0"/>
                  </a:lnTo>
                  <a:lnTo>
                    <a:pt x="193" y="259"/>
                  </a:lnTo>
                  <a:lnTo>
                    <a:pt x="126" y="422"/>
                  </a:lnTo>
                  <a:lnTo>
                    <a:pt x="0" y="281"/>
                  </a:lnTo>
                  <a:close/>
                </a:path>
              </a:pathLst>
            </a:custGeom>
            <a:solidFill>
              <a:srgbClr val="FF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327">
              <a:extLst>
                <a:ext uri="{FF2B5EF4-FFF2-40B4-BE49-F238E27FC236}">
                  <a16:creationId xmlns:a16="http://schemas.microsoft.com/office/drawing/2014/main" id="{43E38F65-BBD9-D741-88AF-56793EC42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617" y="2513014"/>
              <a:ext cx="128588" cy="182563"/>
            </a:xfrm>
            <a:custGeom>
              <a:avLst/>
              <a:gdLst>
                <a:gd name="T0" fmla="*/ 130 w 162"/>
                <a:gd name="T1" fmla="*/ 0 h 229"/>
                <a:gd name="T2" fmla="*/ 21 w 162"/>
                <a:gd name="T3" fmla="*/ 0 h 229"/>
                <a:gd name="T4" fmla="*/ 0 w 162"/>
                <a:gd name="T5" fmla="*/ 168 h 229"/>
                <a:gd name="T6" fmla="*/ 0 w 162"/>
                <a:gd name="T7" fmla="*/ 168 h 229"/>
                <a:gd name="T8" fmla="*/ 5 w 162"/>
                <a:gd name="T9" fmla="*/ 178 h 229"/>
                <a:gd name="T10" fmla="*/ 11 w 162"/>
                <a:gd name="T11" fmla="*/ 185 h 229"/>
                <a:gd name="T12" fmla="*/ 17 w 162"/>
                <a:gd name="T13" fmla="*/ 193 h 229"/>
                <a:gd name="T14" fmla="*/ 24 w 162"/>
                <a:gd name="T15" fmla="*/ 201 h 229"/>
                <a:gd name="T16" fmla="*/ 32 w 162"/>
                <a:gd name="T17" fmla="*/ 207 h 229"/>
                <a:gd name="T18" fmla="*/ 40 w 162"/>
                <a:gd name="T19" fmla="*/ 213 h 229"/>
                <a:gd name="T20" fmla="*/ 49 w 162"/>
                <a:gd name="T21" fmla="*/ 219 h 229"/>
                <a:gd name="T22" fmla="*/ 58 w 162"/>
                <a:gd name="T23" fmla="*/ 222 h 229"/>
                <a:gd name="T24" fmla="*/ 58 w 162"/>
                <a:gd name="T25" fmla="*/ 222 h 229"/>
                <a:gd name="T26" fmla="*/ 67 w 162"/>
                <a:gd name="T27" fmla="*/ 226 h 229"/>
                <a:gd name="T28" fmla="*/ 75 w 162"/>
                <a:gd name="T29" fmla="*/ 227 h 229"/>
                <a:gd name="T30" fmla="*/ 84 w 162"/>
                <a:gd name="T31" fmla="*/ 229 h 229"/>
                <a:gd name="T32" fmla="*/ 92 w 162"/>
                <a:gd name="T33" fmla="*/ 229 h 229"/>
                <a:gd name="T34" fmla="*/ 99 w 162"/>
                <a:gd name="T35" fmla="*/ 227 h 229"/>
                <a:gd name="T36" fmla="*/ 107 w 162"/>
                <a:gd name="T37" fmla="*/ 226 h 229"/>
                <a:gd name="T38" fmla="*/ 114 w 162"/>
                <a:gd name="T39" fmla="*/ 222 h 229"/>
                <a:gd name="T40" fmla="*/ 120 w 162"/>
                <a:gd name="T41" fmla="*/ 219 h 229"/>
                <a:gd name="T42" fmla="*/ 126 w 162"/>
                <a:gd name="T43" fmla="*/ 215 h 229"/>
                <a:gd name="T44" fmla="*/ 132 w 162"/>
                <a:gd name="T45" fmla="*/ 209 h 229"/>
                <a:gd name="T46" fmla="*/ 144 w 162"/>
                <a:gd name="T47" fmla="*/ 197 h 229"/>
                <a:gd name="T48" fmla="*/ 154 w 162"/>
                <a:gd name="T49" fmla="*/ 183 h 229"/>
                <a:gd name="T50" fmla="*/ 162 w 162"/>
                <a:gd name="T51" fmla="*/ 167 h 229"/>
                <a:gd name="T52" fmla="*/ 130 w 162"/>
                <a:gd name="T5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2" h="229">
                  <a:moveTo>
                    <a:pt x="130" y="0"/>
                  </a:moveTo>
                  <a:lnTo>
                    <a:pt x="21" y="0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5" y="178"/>
                  </a:lnTo>
                  <a:lnTo>
                    <a:pt x="11" y="185"/>
                  </a:lnTo>
                  <a:lnTo>
                    <a:pt x="17" y="193"/>
                  </a:lnTo>
                  <a:lnTo>
                    <a:pt x="24" y="201"/>
                  </a:lnTo>
                  <a:lnTo>
                    <a:pt x="32" y="207"/>
                  </a:lnTo>
                  <a:lnTo>
                    <a:pt x="40" y="213"/>
                  </a:lnTo>
                  <a:lnTo>
                    <a:pt x="49" y="219"/>
                  </a:lnTo>
                  <a:lnTo>
                    <a:pt x="58" y="222"/>
                  </a:lnTo>
                  <a:lnTo>
                    <a:pt x="58" y="222"/>
                  </a:lnTo>
                  <a:lnTo>
                    <a:pt x="67" y="226"/>
                  </a:lnTo>
                  <a:lnTo>
                    <a:pt x="75" y="227"/>
                  </a:lnTo>
                  <a:lnTo>
                    <a:pt x="84" y="229"/>
                  </a:lnTo>
                  <a:lnTo>
                    <a:pt x="92" y="229"/>
                  </a:lnTo>
                  <a:lnTo>
                    <a:pt x="99" y="227"/>
                  </a:lnTo>
                  <a:lnTo>
                    <a:pt x="107" y="226"/>
                  </a:lnTo>
                  <a:lnTo>
                    <a:pt x="114" y="222"/>
                  </a:lnTo>
                  <a:lnTo>
                    <a:pt x="120" y="219"/>
                  </a:lnTo>
                  <a:lnTo>
                    <a:pt x="126" y="215"/>
                  </a:lnTo>
                  <a:lnTo>
                    <a:pt x="132" y="209"/>
                  </a:lnTo>
                  <a:lnTo>
                    <a:pt x="144" y="197"/>
                  </a:lnTo>
                  <a:lnTo>
                    <a:pt x="154" y="183"/>
                  </a:lnTo>
                  <a:lnTo>
                    <a:pt x="162" y="167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E9B0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328">
              <a:extLst>
                <a:ext uri="{FF2B5EF4-FFF2-40B4-BE49-F238E27FC236}">
                  <a16:creationId xmlns:a16="http://schemas.microsoft.com/office/drawing/2014/main" id="{6013F23F-1485-6B49-9DCC-C9D37EF30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517" y="2419351"/>
              <a:ext cx="188913" cy="258763"/>
            </a:xfrm>
            <a:custGeom>
              <a:avLst/>
              <a:gdLst>
                <a:gd name="T0" fmla="*/ 0 w 238"/>
                <a:gd name="T1" fmla="*/ 85 h 326"/>
                <a:gd name="T2" fmla="*/ 6 w 238"/>
                <a:gd name="T3" fmla="*/ 120 h 326"/>
                <a:gd name="T4" fmla="*/ 20 w 238"/>
                <a:gd name="T5" fmla="*/ 178 h 326"/>
                <a:gd name="T6" fmla="*/ 36 w 238"/>
                <a:gd name="T7" fmla="*/ 222 h 326"/>
                <a:gd name="T8" fmla="*/ 58 w 238"/>
                <a:gd name="T9" fmla="*/ 263 h 326"/>
                <a:gd name="T10" fmla="*/ 80 w 238"/>
                <a:gd name="T11" fmla="*/ 289 h 326"/>
                <a:gd name="T12" fmla="*/ 97 w 238"/>
                <a:gd name="T13" fmla="*/ 305 h 326"/>
                <a:gd name="T14" fmla="*/ 115 w 238"/>
                <a:gd name="T15" fmla="*/ 316 h 326"/>
                <a:gd name="T16" fmla="*/ 137 w 238"/>
                <a:gd name="T17" fmla="*/ 323 h 326"/>
                <a:gd name="T18" fmla="*/ 147 w 238"/>
                <a:gd name="T19" fmla="*/ 326 h 326"/>
                <a:gd name="T20" fmla="*/ 169 w 238"/>
                <a:gd name="T21" fmla="*/ 326 h 326"/>
                <a:gd name="T22" fmla="*/ 187 w 238"/>
                <a:gd name="T23" fmla="*/ 320 h 326"/>
                <a:gd name="T24" fmla="*/ 203 w 238"/>
                <a:gd name="T25" fmla="*/ 310 h 326"/>
                <a:gd name="T26" fmla="*/ 215 w 238"/>
                <a:gd name="T27" fmla="*/ 296 h 326"/>
                <a:gd name="T28" fmla="*/ 224 w 238"/>
                <a:gd name="T29" fmla="*/ 279 h 326"/>
                <a:gd name="T30" fmla="*/ 231 w 238"/>
                <a:gd name="T31" fmla="*/ 258 h 326"/>
                <a:gd name="T32" fmla="*/ 238 w 238"/>
                <a:gd name="T33" fmla="*/ 211 h 326"/>
                <a:gd name="T34" fmla="*/ 237 w 238"/>
                <a:gd name="T35" fmla="*/ 160 h 326"/>
                <a:gd name="T36" fmla="*/ 230 w 238"/>
                <a:gd name="T37" fmla="*/ 109 h 326"/>
                <a:gd name="T38" fmla="*/ 218 w 238"/>
                <a:gd name="T39" fmla="*/ 65 h 326"/>
                <a:gd name="T40" fmla="*/ 204 w 238"/>
                <a:gd name="T41" fmla="*/ 31 h 326"/>
                <a:gd name="T42" fmla="*/ 199 w 238"/>
                <a:gd name="T43" fmla="*/ 25 h 326"/>
                <a:gd name="T44" fmla="*/ 190 w 238"/>
                <a:gd name="T45" fmla="*/ 14 h 326"/>
                <a:gd name="T46" fmla="*/ 176 w 238"/>
                <a:gd name="T47" fmla="*/ 7 h 326"/>
                <a:gd name="T48" fmla="*/ 153 w 238"/>
                <a:gd name="T49" fmla="*/ 2 h 326"/>
                <a:gd name="T50" fmla="*/ 120 w 238"/>
                <a:gd name="T51" fmla="*/ 2 h 326"/>
                <a:gd name="T52" fmla="*/ 83 w 238"/>
                <a:gd name="T53" fmla="*/ 11 h 326"/>
                <a:gd name="T54" fmla="*/ 51 w 238"/>
                <a:gd name="T55" fmla="*/ 26 h 326"/>
                <a:gd name="T56" fmla="*/ 23 w 238"/>
                <a:gd name="T57" fmla="*/ 44 h 326"/>
                <a:gd name="T58" fmla="*/ 5 w 238"/>
                <a:gd name="T59" fmla="*/ 65 h 326"/>
                <a:gd name="T60" fmla="*/ 1 w 238"/>
                <a:gd name="T61" fmla="*/ 74 h 326"/>
                <a:gd name="T62" fmla="*/ 0 w 238"/>
                <a:gd name="T63" fmla="*/ 85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38" h="326">
                  <a:moveTo>
                    <a:pt x="0" y="85"/>
                  </a:moveTo>
                  <a:lnTo>
                    <a:pt x="0" y="85"/>
                  </a:lnTo>
                  <a:lnTo>
                    <a:pt x="1" y="95"/>
                  </a:lnTo>
                  <a:lnTo>
                    <a:pt x="6" y="120"/>
                  </a:lnTo>
                  <a:lnTo>
                    <a:pt x="14" y="156"/>
                  </a:lnTo>
                  <a:lnTo>
                    <a:pt x="20" y="178"/>
                  </a:lnTo>
                  <a:lnTo>
                    <a:pt x="28" y="200"/>
                  </a:lnTo>
                  <a:lnTo>
                    <a:pt x="36" y="222"/>
                  </a:lnTo>
                  <a:lnTo>
                    <a:pt x="46" y="242"/>
                  </a:lnTo>
                  <a:lnTo>
                    <a:pt x="58" y="263"/>
                  </a:lnTo>
                  <a:lnTo>
                    <a:pt x="71" y="282"/>
                  </a:lnTo>
                  <a:lnTo>
                    <a:pt x="80" y="289"/>
                  </a:lnTo>
                  <a:lnTo>
                    <a:pt x="88" y="298"/>
                  </a:lnTo>
                  <a:lnTo>
                    <a:pt x="97" y="305"/>
                  </a:lnTo>
                  <a:lnTo>
                    <a:pt x="105" y="311"/>
                  </a:lnTo>
                  <a:lnTo>
                    <a:pt x="115" y="316"/>
                  </a:lnTo>
                  <a:lnTo>
                    <a:pt x="126" y="321"/>
                  </a:lnTo>
                  <a:lnTo>
                    <a:pt x="137" y="323"/>
                  </a:lnTo>
                  <a:lnTo>
                    <a:pt x="147" y="326"/>
                  </a:lnTo>
                  <a:lnTo>
                    <a:pt x="147" y="326"/>
                  </a:lnTo>
                  <a:lnTo>
                    <a:pt x="158" y="326"/>
                  </a:lnTo>
                  <a:lnTo>
                    <a:pt x="169" y="326"/>
                  </a:lnTo>
                  <a:lnTo>
                    <a:pt x="179" y="323"/>
                  </a:lnTo>
                  <a:lnTo>
                    <a:pt x="187" y="320"/>
                  </a:lnTo>
                  <a:lnTo>
                    <a:pt x="196" y="316"/>
                  </a:lnTo>
                  <a:lnTo>
                    <a:pt x="203" y="310"/>
                  </a:lnTo>
                  <a:lnTo>
                    <a:pt x="209" y="304"/>
                  </a:lnTo>
                  <a:lnTo>
                    <a:pt x="215" y="296"/>
                  </a:lnTo>
                  <a:lnTo>
                    <a:pt x="220" y="288"/>
                  </a:lnTo>
                  <a:lnTo>
                    <a:pt x="224" y="279"/>
                  </a:lnTo>
                  <a:lnTo>
                    <a:pt x="227" y="269"/>
                  </a:lnTo>
                  <a:lnTo>
                    <a:pt x="231" y="258"/>
                  </a:lnTo>
                  <a:lnTo>
                    <a:pt x="236" y="235"/>
                  </a:lnTo>
                  <a:lnTo>
                    <a:pt x="238" y="211"/>
                  </a:lnTo>
                  <a:lnTo>
                    <a:pt x="238" y="186"/>
                  </a:lnTo>
                  <a:lnTo>
                    <a:pt x="237" y="160"/>
                  </a:lnTo>
                  <a:lnTo>
                    <a:pt x="233" y="135"/>
                  </a:lnTo>
                  <a:lnTo>
                    <a:pt x="230" y="109"/>
                  </a:lnTo>
                  <a:lnTo>
                    <a:pt x="224" y="86"/>
                  </a:lnTo>
                  <a:lnTo>
                    <a:pt x="218" y="65"/>
                  </a:lnTo>
                  <a:lnTo>
                    <a:pt x="212" y="46"/>
                  </a:lnTo>
                  <a:lnTo>
                    <a:pt x="204" y="31"/>
                  </a:lnTo>
                  <a:lnTo>
                    <a:pt x="204" y="31"/>
                  </a:lnTo>
                  <a:lnTo>
                    <a:pt x="199" y="25"/>
                  </a:lnTo>
                  <a:lnTo>
                    <a:pt x="195" y="19"/>
                  </a:lnTo>
                  <a:lnTo>
                    <a:pt x="190" y="14"/>
                  </a:lnTo>
                  <a:lnTo>
                    <a:pt x="184" y="10"/>
                  </a:lnTo>
                  <a:lnTo>
                    <a:pt x="176" y="7"/>
                  </a:lnTo>
                  <a:lnTo>
                    <a:pt x="169" y="4"/>
                  </a:lnTo>
                  <a:lnTo>
                    <a:pt x="153" y="2"/>
                  </a:lnTo>
                  <a:lnTo>
                    <a:pt x="137" y="0"/>
                  </a:lnTo>
                  <a:lnTo>
                    <a:pt x="120" y="2"/>
                  </a:lnTo>
                  <a:lnTo>
                    <a:pt x="101" y="5"/>
                  </a:lnTo>
                  <a:lnTo>
                    <a:pt x="83" y="11"/>
                  </a:lnTo>
                  <a:lnTo>
                    <a:pt x="66" y="17"/>
                  </a:lnTo>
                  <a:lnTo>
                    <a:pt x="51" y="26"/>
                  </a:lnTo>
                  <a:lnTo>
                    <a:pt x="36" y="34"/>
                  </a:lnTo>
                  <a:lnTo>
                    <a:pt x="23" y="44"/>
                  </a:lnTo>
                  <a:lnTo>
                    <a:pt x="12" y="54"/>
                  </a:lnTo>
                  <a:lnTo>
                    <a:pt x="5" y="65"/>
                  </a:lnTo>
                  <a:lnTo>
                    <a:pt x="2" y="69"/>
                  </a:lnTo>
                  <a:lnTo>
                    <a:pt x="1" y="74"/>
                  </a:lnTo>
                  <a:lnTo>
                    <a:pt x="0" y="80"/>
                  </a:lnTo>
                  <a:lnTo>
                    <a:pt x="0" y="85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FF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Freeform 329">
              <a:extLst>
                <a:ext uri="{FF2B5EF4-FFF2-40B4-BE49-F238E27FC236}">
                  <a16:creationId xmlns:a16="http://schemas.microsoft.com/office/drawing/2014/main" id="{43E6A3A1-0B52-7C4F-AC0A-4475BAE14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842" y="3578227"/>
              <a:ext cx="384175" cy="1511301"/>
            </a:xfrm>
            <a:custGeom>
              <a:avLst/>
              <a:gdLst>
                <a:gd name="T0" fmla="*/ 22 w 482"/>
                <a:gd name="T1" fmla="*/ 22 h 1903"/>
                <a:gd name="T2" fmla="*/ 40 w 482"/>
                <a:gd name="T3" fmla="*/ 219 h 1903"/>
                <a:gd name="T4" fmla="*/ 59 w 482"/>
                <a:gd name="T5" fmla="*/ 473 h 1903"/>
                <a:gd name="T6" fmla="*/ 70 w 482"/>
                <a:gd name="T7" fmla="*/ 663 h 1903"/>
                <a:gd name="T8" fmla="*/ 74 w 482"/>
                <a:gd name="T9" fmla="*/ 768 h 1903"/>
                <a:gd name="T10" fmla="*/ 72 w 482"/>
                <a:gd name="T11" fmla="*/ 809 h 1903"/>
                <a:gd name="T12" fmla="*/ 59 w 482"/>
                <a:gd name="T13" fmla="*/ 1061 h 1903"/>
                <a:gd name="T14" fmla="*/ 11 w 482"/>
                <a:gd name="T15" fmla="*/ 1746 h 1903"/>
                <a:gd name="T16" fmla="*/ 0 w 482"/>
                <a:gd name="T17" fmla="*/ 1886 h 1903"/>
                <a:gd name="T18" fmla="*/ 18 w 482"/>
                <a:gd name="T19" fmla="*/ 1896 h 1903"/>
                <a:gd name="T20" fmla="*/ 45 w 482"/>
                <a:gd name="T21" fmla="*/ 1903 h 1903"/>
                <a:gd name="T22" fmla="*/ 60 w 482"/>
                <a:gd name="T23" fmla="*/ 1903 h 1903"/>
                <a:gd name="T24" fmla="*/ 76 w 482"/>
                <a:gd name="T25" fmla="*/ 1901 h 1903"/>
                <a:gd name="T26" fmla="*/ 92 w 482"/>
                <a:gd name="T27" fmla="*/ 1894 h 1903"/>
                <a:gd name="T28" fmla="*/ 112 w 482"/>
                <a:gd name="T29" fmla="*/ 1839 h 1903"/>
                <a:gd name="T30" fmla="*/ 153 w 482"/>
                <a:gd name="T31" fmla="*/ 1721 h 1903"/>
                <a:gd name="T32" fmla="*/ 193 w 482"/>
                <a:gd name="T33" fmla="*/ 1591 h 1903"/>
                <a:gd name="T34" fmla="*/ 232 w 482"/>
                <a:gd name="T35" fmla="*/ 1454 h 1903"/>
                <a:gd name="T36" fmla="*/ 288 w 482"/>
                <a:gd name="T37" fmla="*/ 1237 h 1903"/>
                <a:gd name="T38" fmla="*/ 355 w 482"/>
                <a:gd name="T39" fmla="*/ 942 h 1903"/>
                <a:gd name="T40" fmla="*/ 411 w 482"/>
                <a:gd name="T41" fmla="*/ 658 h 1903"/>
                <a:gd name="T42" fmla="*/ 452 w 482"/>
                <a:gd name="T43" fmla="*/ 408 h 1903"/>
                <a:gd name="T44" fmla="*/ 473 w 482"/>
                <a:gd name="T45" fmla="*/ 252 h 1903"/>
                <a:gd name="T46" fmla="*/ 480 w 482"/>
                <a:gd name="T47" fmla="*/ 168 h 1903"/>
                <a:gd name="T48" fmla="*/ 482 w 482"/>
                <a:gd name="T49" fmla="*/ 104 h 1903"/>
                <a:gd name="T50" fmla="*/ 480 w 482"/>
                <a:gd name="T51" fmla="*/ 63 h 1903"/>
                <a:gd name="T52" fmla="*/ 475 w 482"/>
                <a:gd name="T53" fmla="*/ 51 h 1903"/>
                <a:gd name="T54" fmla="*/ 470 w 482"/>
                <a:gd name="T55" fmla="*/ 42 h 1903"/>
                <a:gd name="T56" fmla="*/ 453 w 482"/>
                <a:gd name="T57" fmla="*/ 28 h 1903"/>
                <a:gd name="T58" fmla="*/ 429 w 482"/>
                <a:gd name="T59" fmla="*/ 17 h 1903"/>
                <a:gd name="T60" fmla="*/ 400 w 482"/>
                <a:gd name="T61" fmla="*/ 9 h 1903"/>
                <a:gd name="T62" fmla="*/ 348 w 482"/>
                <a:gd name="T63" fmla="*/ 2 h 1903"/>
                <a:gd name="T64" fmla="*/ 271 w 482"/>
                <a:gd name="T65" fmla="*/ 0 h 1903"/>
                <a:gd name="T66" fmla="*/ 191 w 482"/>
                <a:gd name="T67" fmla="*/ 4 h 1903"/>
                <a:gd name="T68" fmla="*/ 86 w 482"/>
                <a:gd name="T69" fmla="*/ 13 h 1903"/>
                <a:gd name="T70" fmla="*/ 22 w 482"/>
                <a:gd name="T71" fmla="*/ 22 h 1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82" h="1903">
                  <a:moveTo>
                    <a:pt x="22" y="22"/>
                  </a:moveTo>
                  <a:lnTo>
                    <a:pt x="22" y="22"/>
                  </a:lnTo>
                  <a:lnTo>
                    <a:pt x="30" y="117"/>
                  </a:lnTo>
                  <a:lnTo>
                    <a:pt x="40" y="219"/>
                  </a:lnTo>
                  <a:lnTo>
                    <a:pt x="49" y="341"/>
                  </a:lnTo>
                  <a:lnTo>
                    <a:pt x="59" y="473"/>
                  </a:lnTo>
                  <a:lnTo>
                    <a:pt x="68" y="602"/>
                  </a:lnTo>
                  <a:lnTo>
                    <a:pt x="70" y="663"/>
                  </a:lnTo>
                  <a:lnTo>
                    <a:pt x="72" y="718"/>
                  </a:lnTo>
                  <a:lnTo>
                    <a:pt x="74" y="768"/>
                  </a:lnTo>
                  <a:lnTo>
                    <a:pt x="72" y="809"/>
                  </a:lnTo>
                  <a:lnTo>
                    <a:pt x="72" y="809"/>
                  </a:lnTo>
                  <a:lnTo>
                    <a:pt x="68" y="912"/>
                  </a:lnTo>
                  <a:lnTo>
                    <a:pt x="59" y="1061"/>
                  </a:lnTo>
                  <a:lnTo>
                    <a:pt x="34" y="1422"/>
                  </a:lnTo>
                  <a:lnTo>
                    <a:pt x="11" y="1746"/>
                  </a:lnTo>
                  <a:lnTo>
                    <a:pt x="0" y="1886"/>
                  </a:lnTo>
                  <a:lnTo>
                    <a:pt x="0" y="1886"/>
                  </a:lnTo>
                  <a:lnTo>
                    <a:pt x="8" y="1891"/>
                  </a:lnTo>
                  <a:lnTo>
                    <a:pt x="18" y="1896"/>
                  </a:lnTo>
                  <a:lnTo>
                    <a:pt x="30" y="1900"/>
                  </a:lnTo>
                  <a:lnTo>
                    <a:pt x="45" y="1903"/>
                  </a:lnTo>
                  <a:lnTo>
                    <a:pt x="52" y="1903"/>
                  </a:lnTo>
                  <a:lnTo>
                    <a:pt x="60" y="1903"/>
                  </a:lnTo>
                  <a:lnTo>
                    <a:pt x="68" y="1903"/>
                  </a:lnTo>
                  <a:lnTo>
                    <a:pt x="76" y="1901"/>
                  </a:lnTo>
                  <a:lnTo>
                    <a:pt x="83" y="1899"/>
                  </a:lnTo>
                  <a:lnTo>
                    <a:pt x="92" y="1894"/>
                  </a:lnTo>
                  <a:lnTo>
                    <a:pt x="92" y="1894"/>
                  </a:lnTo>
                  <a:lnTo>
                    <a:pt x="112" y="1839"/>
                  </a:lnTo>
                  <a:lnTo>
                    <a:pt x="133" y="1782"/>
                  </a:lnTo>
                  <a:lnTo>
                    <a:pt x="153" y="1721"/>
                  </a:lnTo>
                  <a:lnTo>
                    <a:pt x="173" y="1658"/>
                  </a:lnTo>
                  <a:lnTo>
                    <a:pt x="193" y="1591"/>
                  </a:lnTo>
                  <a:lnTo>
                    <a:pt x="213" y="1524"/>
                  </a:lnTo>
                  <a:lnTo>
                    <a:pt x="232" y="1454"/>
                  </a:lnTo>
                  <a:lnTo>
                    <a:pt x="251" y="1382"/>
                  </a:lnTo>
                  <a:lnTo>
                    <a:pt x="288" y="1237"/>
                  </a:lnTo>
                  <a:lnTo>
                    <a:pt x="323" y="1090"/>
                  </a:lnTo>
                  <a:lnTo>
                    <a:pt x="355" y="942"/>
                  </a:lnTo>
                  <a:lnTo>
                    <a:pt x="384" y="797"/>
                  </a:lnTo>
                  <a:lnTo>
                    <a:pt x="411" y="658"/>
                  </a:lnTo>
                  <a:lnTo>
                    <a:pt x="434" y="527"/>
                  </a:lnTo>
                  <a:lnTo>
                    <a:pt x="452" y="408"/>
                  </a:lnTo>
                  <a:lnTo>
                    <a:pt x="467" y="300"/>
                  </a:lnTo>
                  <a:lnTo>
                    <a:pt x="473" y="252"/>
                  </a:lnTo>
                  <a:lnTo>
                    <a:pt x="478" y="208"/>
                  </a:lnTo>
                  <a:lnTo>
                    <a:pt x="480" y="168"/>
                  </a:lnTo>
                  <a:lnTo>
                    <a:pt x="482" y="134"/>
                  </a:lnTo>
                  <a:lnTo>
                    <a:pt x="482" y="104"/>
                  </a:lnTo>
                  <a:lnTo>
                    <a:pt x="481" y="81"/>
                  </a:lnTo>
                  <a:lnTo>
                    <a:pt x="480" y="63"/>
                  </a:lnTo>
                  <a:lnTo>
                    <a:pt x="478" y="56"/>
                  </a:lnTo>
                  <a:lnTo>
                    <a:pt x="475" y="51"/>
                  </a:lnTo>
                  <a:lnTo>
                    <a:pt x="475" y="51"/>
                  </a:lnTo>
                  <a:lnTo>
                    <a:pt x="470" y="42"/>
                  </a:lnTo>
                  <a:lnTo>
                    <a:pt x="463" y="34"/>
                  </a:lnTo>
                  <a:lnTo>
                    <a:pt x="453" y="28"/>
                  </a:lnTo>
                  <a:lnTo>
                    <a:pt x="442" y="22"/>
                  </a:lnTo>
                  <a:lnTo>
                    <a:pt x="429" y="17"/>
                  </a:lnTo>
                  <a:lnTo>
                    <a:pt x="416" y="12"/>
                  </a:lnTo>
                  <a:lnTo>
                    <a:pt x="400" y="9"/>
                  </a:lnTo>
                  <a:lnTo>
                    <a:pt x="384" y="6"/>
                  </a:lnTo>
                  <a:lnTo>
                    <a:pt x="348" y="2"/>
                  </a:lnTo>
                  <a:lnTo>
                    <a:pt x="311" y="0"/>
                  </a:lnTo>
                  <a:lnTo>
                    <a:pt x="271" y="0"/>
                  </a:lnTo>
                  <a:lnTo>
                    <a:pt x="231" y="1"/>
                  </a:lnTo>
                  <a:lnTo>
                    <a:pt x="191" y="4"/>
                  </a:lnTo>
                  <a:lnTo>
                    <a:pt x="152" y="6"/>
                  </a:lnTo>
                  <a:lnTo>
                    <a:pt x="86" y="13"/>
                  </a:lnTo>
                  <a:lnTo>
                    <a:pt x="39" y="19"/>
                  </a:lnTo>
                  <a:lnTo>
                    <a:pt x="22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2C2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Freeform 330">
              <a:extLst>
                <a:ext uri="{FF2B5EF4-FFF2-40B4-BE49-F238E27FC236}">
                  <a16:creationId xmlns:a16="http://schemas.microsoft.com/office/drawing/2014/main" id="{B6E61B48-4271-3643-9FB5-4475ED821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367" y="3432177"/>
              <a:ext cx="303213" cy="1649413"/>
            </a:xfrm>
            <a:custGeom>
              <a:avLst/>
              <a:gdLst>
                <a:gd name="T0" fmla="*/ 364 w 382"/>
                <a:gd name="T1" fmla="*/ 0 h 2078"/>
                <a:gd name="T2" fmla="*/ 364 w 382"/>
                <a:gd name="T3" fmla="*/ 0 h 2078"/>
                <a:gd name="T4" fmla="*/ 367 w 382"/>
                <a:gd name="T5" fmla="*/ 125 h 2078"/>
                <a:gd name="T6" fmla="*/ 375 w 382"/>
                <a:gd name="T7" fmla="*/ 413 h 2078"/>
                <a:gd name="T8" fmla="*/ 378 w 382"/>
                <a:gd name="T9" fmla="*/ 578 h 2078"/>
                <a:gd name="T10" fmla="*/ 381 w 382"/>
                <a:gd name="T11" fmla="*/ 738 h 2078"/>
                <a:gd name="T12" fmla="*/ 382 w 382"/>
                <a:gd name="T13" fmla="*/ 875 h 2078"/>
                <a:gd name="T14" fmla="*/ 381 w 382"/>
                <a:gd name="T15" fmla="*/ 929 h 2078"/>
                <a:gd name="T16" fmla="*/ 381 w 382"/>
                <a:gd name="T17" fmla="*/ 972 h 2078"/>
                <a:gd name="T18" fmla="*/ 381 w 382"/>
                <a:gd name="T19" fmla="*/ 972 h 2078"/>
                <a:gd name="T20" fmla="*/ 378 w 382"/>
                <a:gd name="T21" fmla="*/ 1017 h 2078"/>
                <a:gd name="T22" fmla="*/ 374 w 382"/>
                <a:gd name="T23" fmla="*/ 1076 h 2078"/>
                <a:gd name="T24" fmla="*/ 361 w 382"/>
                <a:gd name="T25" fmla="*/ 1226 h 2078"/>
                <a:gd name="T26" fmla="*/ 344 w 382"/>
                <a:gd name="T27" fmla="*/ 1404 h 2078"/>
                <a:gd name="T28" fmla="*/ 326 w 382"/>
                <a:gd name="T29" fmla="*/ 1592 h 2078"/>
                <a:gd name="T30" fmla="*/ 294 w 382"/>
                <a:gd name="T31" fmla="*/ 1919 h 2078"/>
                <a:gd name="T32" fmla="*/ 279 w 382"/>
                <a:gd name="T33" fmla="*/ 2062 h 2078"/>
                <a:gd name="T34" fmla="*/ 279 w 382"/>
                <a:gd name="T35" fmla="*/ 2062 h 2078"/>
                <a:gd name="T36" fmla="*/ 269 w 382"/>
                <a:gd name="T37" fmla="*/ 2067 h 2078"/>
                <a:gd name="T38" fmla="*/ 260 w 382"/>
                <a:gd name="T39" fmla="*/ 2070 h 2078"/>
                <a:gd name="T40" fmla="*/ 248 w 382"/>
                <a:gd name="T41" fmla="*/ 2074 h 2078"/>
                <a:gd name="T42" fmla="*/ 233 w 382"/>
                <a:gd name="T43" fmla="*/ 2076 h 2078"/>
                <a:gd name="T44" fmla="*/ 226 w 382"/>
                <a:gd name="T45" fmla="*/ 2078 h 2078"/>
                <a:gd name="T46" fmla="*/ 217 w 382"/>
                <a:gd name="T47" fmla="*/ 2078 h 2078"/>
                <a:gd name="T48" fmla="*/ 210 w 382"/>
                <a:gd name="T49" fmla="*/ 2076 h 2078"/>
                <a:gd name="T50" fmla="*/ 202 w 382"/>
                <a:gd name="T51" fmla="*/ 2074 h 2078"/>
                <a:gd name="T52" fmla="*/ 195 w 382"/>
                <a:gd name="T53" fmla="*/ 2072 h 2078"/>
                <a:gd name="T54" fmla="*/ 187 w 382"/>
                <a:gd name="T55" fmla="*/ 2067 h 2078"/>
                <a:gd name="T56" fmla="*/ 187 w 382"/>
                <a:gd name="T57" fmla="*/ 2067 h 2078"/>
                <a:gd name="T58" fmla="*/ 181 w 382"/>
                <a:gd name="T59" fmla="*/ 1998 h 2078"/>
                <a:gd name="T60" fmla="*/ 172 w 382"/>
                <a:gd name="T61" fmla="*/ 1905 h 2078"/>
                <a:gd name="T62" fmla="*/ 144 w 382"/>
                <a:gd name="T63" fmla="*/ 1662 h 2078"/>
                <a:gd name="T64" fmla="*/ 107 w 382"/>
                <a:gd name="T65" fmla="*/ 1368 h 2078"/>
                <a:gd name="T66" fmla="*/ 70 w 382"/>
                <a:gd name="T67" fmla="*/ 1052 h 2078"/>
                <a:gd name="T68" fmla="*/ 52 w 382"/>
                <a:gd name="T69" fmla="*/ 896 h 2078"/>
                <a:gd name="T70" fmla="*/ 36 w 382"/>
                <a:gd name="T71" fmla="*/ 746 h 2078"/>
                <a:gd name="T72" fmla="*/ 22 w 382"/>
                <a:gd name="T73" fmla="*/ 606 h 2078"/>
                <a:gd name="T74" fmla="*/ 11 w 382"/>
                <a:gd name="T75" fmla="*/ 480 h 2078"/>
                <a:gd name="T76" fmla="*/ 3 w 382"/>
                <a:gd name="T77" fmla="*/ 371 h 2078"/>
                <a:gd name="T78" fmla="*/ 1 w 382"/>
                <a:gd name="T79" fmla="*/ 326 h 2078"/>
                <a:gd name="T80" fmla="*/ 0 w 382"/>
                <a:gd name="T81" fmla="*/ 284 h 2078"/>
                <a:gd name="T82" fmla="*/ 0 w 382"/>
                <a:gd name="T83" fmla="*/ 249 h 2078"/>
                <a:gd name="T84" fmla="*/ 1 w 382"/>
                <a:gd name="T85" fmla="*/ 222 h 2078"/>
                <a:gd name="T86" fmla="*/ 5 w 382"/>
                <a:gd name="T87" fmla="*/ 202 h 2078"/>
                <a:gd name="T88" fmla="*/ 6 w 382"/>
                <a:gd name="T89" fmla="*/ 194 h 2078"/>
                <a:gd name="T90" fmla="*/ 8 w 382"/>
                <a:gd name="T91" fmla="*/ 189 h 2078"/>
                <a:gd name="T92" fmla="*/ 8 w 382"/>
                <a:gd name="T93" fmla="*/ 189 h 2078"/>
                <a:gd name="T94" fmla="*/ 14 w 382"/>
                <a:gd name="T95" fmla="*/ 180 h 2078"/>
                <a:gd name="T96" fmla="*/ 22 w 382"/>
                <a:gd name="T97" fmla="*/ 172 h 2078"/>
                <a:gd name="T98" fmla="*/ 30 w 382"/>
                <a:gd name="T99" fmla="*/ 162 h 2078"/>
                <a:gd name="T100" fmla="*/ 40 w 382"/>
                <a:gd name="T101" fmla="*/ 154 h 2078"/>
                <a:gd name="T102" fmla="*/ 61 w 382"/>
                <a:gd name="T103" fmla="*/ 137 h 2078"/>
                <a:gd name="T104" fmla="*/ 87 w 382"/>
                <a:gd name="T105" fmla="*/ 120 h 2078"/>
                <a:gd name="T106" fmla="*/ 116 w 382"/>
                <a:gd name="T107" fmla="*/ 104 h 2078"/>
                <a:gd name="T108" fmla="*/ 145 w 382"/>
                <a:gd name="T109" fmla="*/ 89 h 2078"/>
                <a:gd name="T110" fmla="*/ 176 w 382"/>
                <a:gd name="T111" fmla="*/ 74 h 2078"/>
                <a:gd name="T112" fmla="*/ 207 w 382"/>
                <a:gd name="T113" fmla="*/ 59 h 2078"/>
                <a:gd name="T114" fmla="*/ 266 w 382"/>
                <a:gd name="T115" fmla="*/ 35 h 2078"/>
                <a:gd name="T116" fmla="*/ 317 w 382"/>
                <a:gd name="T117" fmla="*/ 17 h 2078"/>
                <a:gd name="T118" fmla="*/ 364 w 382"/>
                <a:gd name="T119" fmla="*/ 0 h 2078"/>
                <a:gd name="T120" fmla="*/ 364 w 382"/>
                <a:gd name="T121" fmla="*/ 0 h 2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2" h="2078">
                  <a:moveTo>
                    <a:pt x="364" y="0"/>
                  </a:moveTo>
                  <a:lnTo>
                    <a:pt x="364" y="0"/>
                  </a:lnTo>
                  <a:lnTo>
                    <a:pt x="367" y="125"/>
                  </a:lnTo>
                  <a:lnTo>
                    <a:pt x="375" y="413"/>
                  </a:lnTo>
                  <a:lnTo>
                    <a:pt x="378" y="578"/>
                  </a:lnTo>
                  <a:lnTo>
                    <a:pt x="381" y="738"/>
                  </a:lnTo>
                  <a:lnTo>
                    <a:pt x="382" y="875"/>
                  </a:lnTo>
                  <a:lnTo>
                    <a:pt x="381" y="929"/>
                  </a:lnTo>
                  <a:lnTo>
                    <a:pt x="381" y="972"/>
                  </a:lnTo>
                  <a:lnTo>
                    <a:pt x="381" y="972"/>
                  </a:lnTo>
                  <a:lnTo>
                    <a:pt x="378" y="1017"/>
                  </a:lnTo>
                  <a:lnTo>
                    <a:pt x="374" y="1076"/>
                  </a:lnTo>
                  <a:lnTo>
                    <a:pt x="361" y="1226"/>
                  </a:lnTo>
                  <a:lnTo>
                    <a:pt x="344" y="1404"/>
                  </a:lnTo>
                  <a:lnTo>
                    <a:pt x="326" y="1592"/>
                  </a:lnTo>
                  <a:lnTo>
                    <a:pt x="294" y="1919"/>
                  </a:lnTo>
                  <a:lnTo>
                    <a:pt x="279" y="2062"/>
                  </a:lnTo>
                  <a:lnTo>
                    <a:pt x="279" y="2062"/>
                  </a:lnTo>
                  <a:lnTo>
                    <a:pt x="269" y="2067"/>
                  </a:lnTo>
                  <a:lnTo>
                    <a:pt x="260" y="2070"/>
                  </a:lnTo>
                  <a:lnTo>
                    <a:pt x="248" y="2074"/>
                  </a:lnTo>
                  <a:lnTo>
                    <a:pt x="233" y="2076"/>
                  </a:lnTo>
                  <a:lnTo>
                    <a:pt x="226" y="2078"/>
                  </a:lnTo>
                  <a:lnTo>
                    <a:pt x="217" y="2078"/>
                  </a:lnTo>
                  <a:lnTo>
                    <a:pt x="210" y="2076"/>
                  </a:lnTo>
                  <a:lnTo>
                    <a:pt x="202" y="2074"/>
                  </a:lnTo>
                  <a:lnTo>
                    <a:pt x="195" y="2072"/>
                  </a:lnTo>
                  <a:lnTo>
                    <a:pt x="187" y="2067"/>
                  </a:lnTo>
                  <a:lnTo>
                    <a:pt x="187" y="2067"/>
                  </a:lnTo>
                  <a:lnTo>
                    <a:pt x="181" y="1998"/>
                  </a:lnTo>
                  <a:lnTo>
                    <a:pt x="172" y="1905"/>
                  </a:lnTo>
                  <a:lnTo>
                    <a:pt x="144" y="1662"/>
                  </a:lnTo>
                  <a:lnTo>
                    <a:pt x="107" y="1368"/>
                  </a:lnTo>
                  <a:lnTo>
                    <a:pt x="70" y="1052"/>
                  </a:lnTo>
                  <a:lnTo>
                    <a:pt x="52" y="896"/>
                  </a:lnTo>
                  <a:lnTo>
                    <a:pt x="36" y="746"/>
                  </a:lnTo>
                  <a:lnTo>
                    <a:pt x="22" y="606"/>
                  </a:lnTo>
                  <a:lnTo>
                    <a:pt x="11" y="480"/>
                  </a:lnTo>
                  <a:lnTo>
                    <a:pt x="3" y="371"/>
                  </a:lnTo>
                  <a:lnTo>
                    <a:pt x="1" y="326"/>
                  </a:lnTo>
                  <a:lnTo>
                    <a:pt x="0" y="284"/>
                  </a:lnTo>
                  <a:lnTo>
                    <a:pt x="0" y="249"/>
                  </a:lnTo>
                  <a:lnTo>
                    <a:pt x="1" y="222"/>
                  </a:lnTo>
                  <a:lnTo>
                    <a:pt x="5" y="202"/>
                  </a:lnTo>
                  <a:lnTo>
                    <a:pt x="6" y="194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14" y="180"/>
                  </a:lnTo>
                  <a:lnTo>
                    <a:pt x="22" y="172"/>
                  </a:lnTo>
                  <a:lnTo>
                    <a:pt x="30" y="162"/>
                  </a:lnTo>
                  <a:lnTo>
                    <a:pt x="40" y="154"/>
                  </a:lnTo>
                  <a:lnTo>
                    <a:pt x="61" y="137"/>
                  </a:lnTo>
                  <a:lnTo>
                    <a:pt x="87" y="120"/>
                  </a:lnTo>
                  <a:lnTo>
                    <a:pt x="116" y="104"/>
                  </a:lnTo>
                  <a:lnTo>
                    <a:pt x="145" y="89"/>
                  </a:lnTo>
                  <a:lnTo>
                    <a:pt x="176" y="74"/>
                  </a:lnTo>
                  <a:lnTo>
                    <a:pt x="207" y="59"/>
                  </a:lnTo>
                  <a:lnTo>
                    <a:pt x="266" y="35"/>
                  </a:lnTo>
                  <a:lnTo>
                    <a:pt x="317" y="17"/>
                  </a:lnTo>
                  <a:lnTo>
                    <a:pt x="364" y="0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2C2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Freeform 331">
              <a:extLst>
                <a:ext uri="{FF2B5EF4-FFF2-40B4-BE49-F238E27FC236}">
                  <a16:creationId xmlns:a16="http://schemas.microsoft.com/office/drawing/2014/main" id="{1827C7F4-7DDF-6D49-B3BA-4491A5B25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617" y="3479802"/>
              <a:ext cx="517525" cy="339725"/>
            </a:xfrm>
            <a:custGeom>
              <a:avLst/>
              <a:gdLst>
                <a:gd name="T0" fmla="*/ 117 w 651"/>
                <a:gd name="T1" fmla="*/ 389 h 430"/>
                <a:gd name="T2" fmla="*/ 117 w 651"/>
                <a:gd name="T3" fmla="*/ 389 h 430"/>
                <a:gd name="T4" fmla="*/ 547 w 651"/>
                <a:gd name="T5" fmla="*/ 430 h 430"/>
                <a:gd name="T6" fmla="*/ 651 w 651"/>
                <a:gd name="T7" fmla="*/ 205 h 430"/>
                <a:gd name="T8" fmla="*/ 651 w 651"/>
                <a:gd name="T9" fmla="*/ 205 h 430"/>
                <a:gd name="T10" fmla="*/ 644 w 651"/>
                <a:gd name="T11" fmla="*/ 196 h 430"/>
                <a:gd name="T12" fmla="*/ 624 w 651"/>
                <a:gd name="T13" fmla="*/ 172 h 430"/>
                <a:gd name="T14" fmla="*/ 592 w 651"/>
                <a:gd name="T15" fmla="*/ 140 h 430"/>
                <a:gd name="T16" fmla="*/ 573 w 651"/>
                <a:gd name="T17" fmla="*/ 121 h 430"/>
                <a:gd name="T18" fmla="*/ 552 w 651"/>
                <a:gd name="T19" fmla="*/ 102 h 430"/>
                <a:gd name="T20" fmla="*/ 528 w 651"/>
                <a:gd name="T21" fmla="*/ 83 h 430"/>
                <a:gd name="T22" fmla="*/ 504 w 651"/>
                <a:gd name="T23" fmla="*/ 65 h 430"/>
                <a:gd name="T24" fmla="*/ 479 w 651"/>
                <a:gd name="T25" fmla="*/ 48 h 430"/>
                <a:gd name="T26" fmla="*/ 451 w 651"/>
                <a:gd name="T27" fmla="*/ 32 h 430"/>
                <a:gd name="T28" fmla="*/ 423 w 651"/>
                <a:gd name="T29" fmla="*/ 19 h 430"/>
                <a:gd name="T30" fmla="*/ 408 w 651"/>
                <a:gd name="T31" fmla="*/ 14 h 430"/>
                <a:gd name="T32" fmla="*/ 394 w 651"/>
                <a:gd name="T33" fmla="*/ 9 h 430"/>
                <a:gd name="T34" fmla="*/ 381 w 651"/>
                <a:gd name="T35" fmla="*/ 5 h 430"/>
                <a:gd name="T36" fmla="*/ 366 w 651"/>
                <a:gd name="T37" fmla="*/ 3 h 430"/>
                <a:gd name="T38" fmla="*/ 352 w 651"/>
                <a:gd name="T39" fmla="*/ 2 h 430"/>
                <a:gd name="T40" fmla="*/ 337 w 651"/>
                <a:gd name="T41" fmla="*/ 0 h 430"/>
                <a:gd name="T42" fmla="*/ 337 w 651"/>
                <a:gd name="T43" fmla="*/ 0 h 430"/>
                <a:gd name="T44" fmla="*/ 307 w 651"/>
                <a:gd name="T45" fmla="*/ 2 h 430"/>
                <a:gd name="T46" fmla="*/ 278 w 651"/>
                <a:gd name="T47" fmla="*/ 4 h 430"/>
                <a:gd name="T48" fmla="*/ 248 w 651"/>
                <a:gd name="T49" fmla="*/ 8 h 430"/>
                <a:gd name="T50" fmla="*/ 219 w 651"/>
                <a:gd name="T51" fmla="*/ 13 h 430"/>
                <a:gd name="T52" fmla="*/ 190 w 651"/>
                <a:gd name="T53" fmla="*/ 17 h 430"/>
                <a:gd name="T54" fmla="*/ 162 w 651"/>
                <a:gd name="T55" fmla="*/ 23 h 430"/>
                <a:gd name="T56" fmla="*/ 110 w 651"/>
                <a:gd name="T57" fmla="*/ 37 h 430"/>
                <a:gd name="T58" fmla="*/ 65 w 651"/>
                <a:gd name="T59" fmla="*/ 49 h 430"/>
                <a:gd name="T60" fmla="*/ 30 w 651"/>
                <a:gd name="T61" fmla="*/ 60 h 430"/>
                <a:gd name="T62" fmla="*/ 0 w 651"/>
                <a:gd name="T63" fmla="*/ 69 h 430"/>
                <a:gd name="T64" fmla="*/ 117 w 651"/>
                <a:gd name="T65" fmla="*/ 389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51" h="430">
                  <a:moveTo>
                    <a:pt x="117" y="389"/>
                  </a:moveTo>
                  <a:lnTo>
                    <a:pt x="117" y="389"/>
                  </a:lnTo>
                  <a:lnTo>
                    <a:pt x="547" y="430"/>
                  </a:lnTo>
                  <a:lnTo>
                    <a:pt x="651" y="205"/>
                  </a:lnTo>
                  <a:lnTo>
                    <a:pt x="651" y="205"/>
                  </a:lnTo>
                  <a:lnTo>
                    <a:pt x="644" y="196"/>
                  </a:lnTo>
                  <a:lnTo>
                    <a:pt x="624" y="172"/>
                  </a:lnTo>
                  <a:lnTo>
                    <a:pt x="592" y="140"/>
                  </a:lnTo>
                  <a:lnTo>
                    <a:pt x="573" y="121"/>
                  </a:lnTo>
                  <a:lnTo>
                    <a:pt x="552" y="102"/>
                  </a:lnTo>
                  <a:lnTo>
                    <a:pt x="528" y="83"/>
                  </a:lnTo>
                  <a:lnTo>
                    <a:pt x="504" y="65"/>
                  </a:lnTo>
                  <a:lnTo>
                    <a:pt x="479" y="48"/>
                  </a:lnTo>
                  <a:lnTo>
                    <a:pt x="451" y="32"/>
                  </a:lnTo>
                  <a:lnTo>
                    <a:pt x="423" y="19"/>
                  </a:lnTo>
                  <a:lnTo>
                    <a:pt x="408" y="14"/>
                  </a:lnTo>
                  <a:lnTo>
                    <a:pt x="394" y="9"/>
                  </a:lnTo>
                  <a:lnTo>
                    <a:pt x="381" y="5"/>
                  </a:lnTo>
                  <a:lnTo>
                    <a:pt x="366" y="3"/>
                  </a:lnTo>
                  <a:lnTo>
                    <a:pt x="352" y="2"/>
                  </a:lnTo>
                  <a:lnTo>
                    <a:pt x="337" y="0"/>
                  </a:lnTo>
                  <a:lnTo>
                    <a:pt x="337" y="0"/>
                  </a:lnTo>
                  <a:lnTo>
                    <a:pt x="307" y="2"/>
                  </a:lnTo>
                  <a:lnTo>
                    <a:pt x="278" y="4"/>
                  </a:lnTo>
                  <a:lnTo>
                    <a:pt x="248" y="8"/>
                  </a:lnTo>
                  <a:lnTo>
                    <a:pt x="219" y="13"/>
                  </a:lnTo>
                  <a:lnTo>
                    <a:pt x="190" y="17"/>
                  </a:lnTo>
                  <a:lnTo>
                    <a:pt x="162" y="23"/>
                  </a:lnTo>
                  <a:lnTo>
                    <a:pt x="110" y="37"/>
                  </a:lnTo>
                  <a:lnTo>
                    <a:pt x="65" y="49"/>
                  </a:lnTo>
                  <a:lnTo>
                    <a:pt x="30" y="60"/>
                  </a:lnTo>
                  <a:lnTo>
                    <a:pt x="0" y="69"/>
                  </a:lnTo>
                  <a:lnTo>
                    <a:pt x="117" y="389"/>
                  </a:lnTo>
                  <a:close/>
                </a:path>
              </a:pathLst>
            </a:custGeom>
            <a:solidFill>
              <a:srgbClr val="2C2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Freeform 332">
              <a:extLst>
                <a:ext uri="{FF2B5EF4-FFF2-40B4-BE49-F238E27FC236}">
                  <a16:creationId xmlns:a16="http://schemas.microsoft.com/office/drawing/2014/main" id="{3CF9457C-8379-6144-8683-6CA504CD6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004" y="2708276"/>
              <a:ext cx="509588" cy="771525"/>
            </a:xfrm>
            <a:custGeom>
              <a:avLst/>
              <a:gdLst>
                <a:gd name="T0" fmla="*/ 0 w 643"/>
                <a:gd name="T1" fmla="*/ 70 h 974"/>
                <a:gd name="T2" fmla="*/ 246 w 643"/>
                <a:gd name="T3" fmla="*/ 4 h 974"/>
                <a:gd name="T4" fmla="*/ 246 w 643"/>
                <a:gd name="T5" fmla="*/ 4 h 974"/>
                <a:gd name="T6" fmla="*/ 261 w 643"/>
                <a:gd name="T7" fmla="*/ 20 h 974"/>
                <a:gd name="T8" fmla="*/ 278 w 643"/>
                <a:gd name="T9" fmla="*/ 37 h 974"/>
                <a:gd name="T10" fmla="*/ 298 w 643"/>
                <a:gd name="T11" fmla="*/ 56 h 974"/>
                <a:gd name="T12" fmla="*/ 319 w 643"/>
                <a:gd name="T13" fmla="*/ 74 h 974"/>
                <a:gd name="T14" fmla="*/ 340 w 643"/>
                <a:gd name="T15" fmla="*/ 91 h 974"/>
                <a:gd name="T16" fmla="*/ 350 w 643"/>
                <a:gd name="T17" fmla="*/ 97 h 974"/>
                <a:gd name="T18" fmla="*/ 358 w 643"/>
                <a:gd name="T19" fmla="*/ 102 h 974"/>
                <a:gd name="T20" fmla="*/ 365 w 643"/>
                <a:gd name="T21" fmla="*/ 105 h 974"/>
                <a:gd name="T22" fmla="*/ 373 w 643"/>
                <a:gd name="T23" fmla="*/ 107 h 974"/>
                <a:gd name="T24" fmla="*/ 373 w 643"/>
                <a:gd name="T25" fmla="*/ 107 h 974"/>
                <a:gd name="T26" fmla="*/ 376 w 643"/>
                <a:gd name="T27" fmla="*/ 105 h 974"/>
                <a:gd name="T28" fmla="*/ 380 w 643"/>
                <a:gd name="T29" fmla="*/ 102 h 974"/>
                <a:gd name="T30" fmla="*/ 385 w 643"/>
                <a:gd name="T31" fmla="*/ 97 h 974"/>
                <a:gd name="T32" fmla="*/ 390 w 643"/>
                <a:gd name="T33" fmla="*/ 90 h 974"/>
                <a:gd name="T34" fmla="*/ 399 w 643"/>
                <a:gd name="T35" fmla="*/ 73 h 974"/>
                <a:gd name="T36" fmla="*/ 409 w 643"/>
                <a:gd name="T37" fmla="*/ 53 h 974"/>
                <a:gd name="T38" fmla="*/ 426 w 643"/>
                <a:gd name="T39" fmla="*/ 17 h 974"/>
                <a:gd name="T40" fmla="*/ 433 w 643"/>
                <a:gd name="T41" fmla="*/ 0 h 974"/>
                <a:gd name="T42" fmla="*/ 433 w 643"/>
                <a:gd name="T43" fmla="*/ 0 h 974"/>
                <a:gd name="T44" fmla="*/ 562 w 643"/>
                <a:gd name="T45" fmla="*/ 29 h 974"/>
                <a:gd name="T46" fmla="*/ 643 w 643"/>
                <a:gd name="T47" fmla="*/ 954 h 974"/>
                <a:gd name="T48" fmla="*/ 643 w 643"/>
                <a:gd name="T49" fmla="*/ 954 h 974"/>
                <a:gd name="T50" fmla="*/ 629 w 643"/>
                <a:gd name="T51" fmla="*/ 956 h 974"/>
                <a:gd name="T52" fmla="*/ 590 w 643"/>
                <a:gd name="T53" fmla="*/ 962 h 974"/>
                <a:gd name="T54" fmla="*/ 527 w 643"/>
                <a:gd name="T55" fmla="*/ 968 h 974"/>
                <a:gd name="T56" fmla="*/ 490 w 643"/>
                <a:gd name="T57" fmla="*/ 971 h 974"/>
                <a:gd name="T58" fmla="*/ 446 w 643"/>
                <a:gd name="T59" fmla="*/ 972 h 974"/>
                <a:gd name="T60" fmla="*/ 400 w 643"/>
                <a:gd name="T61" fmla="*/ 974 h 974"/>
                <a:gd name="T62" fmla="*/ 350 w 643"/>
                <a:gd name="T63" fmla="*/ 974 h 974"/>
                <a:gd name="T64" fmla="*/ 298 w 643"/>
                <a:gd name="T65" fmla="*/ 972 h 974"/>
                <a:gd name="T66" fmla="*/ 241 w 643"/>
                <a:gd name="T67" fmla="*/ 969 h 974"/>
                <a:gd name="T68" fmla="*/ 184 w 643"/>
                <a:gd name="T69" fmla="*/ 964 h 974"/>
                <a:gd name="T70" fmla="*/ 123 w 643"/>
                <a:gd name="T71" fmla="*/ 956 h 974"/>
                <a:gd name="T72" fmla="*/ 63 w 643"/>
                <a:gd name="T73" fmla="*/ 945 h 974"/>
                <a:gd name="T74" fmla="*/ 32 w 643"/>
                <a:gd name="T75" fmla="*/ 939 h 974"/>
                <a:gd name="T76" fmla="*/ 0 w 643"/>
                <a:gd name="T77" fmla="*/ 931 h 974"/>
                <a:gd name="T78" fmla="*/ 0 w 643"/>
                <a:gd name="T79" fmla="*/ 931 h 974"/>
                <a:gd name="T80" fmla="*/ 3 w 643"/>
                <a:gd name="T81" fmla="*/ 795 h 974"/>
                <a:gd name="T82" fmla="*/ 3 w 643"/>
                <a:gd name="T83" fmla="*/ 650 h 974"/>
                <a:gd name="T84" fmla="*/ 3 w 643"/>
                <a:gd name="T85" fmla="*/ 370 h 974"/>
                <a:gd name="T86" fmla="*/ 1 w 643"/>
                <a:gd name="T87" fmla="*/ 156 h 974"/>
                <a:gd name="T88" fmla="*/ 0 w 643"/>
                <a:gd name="T89" fmla="*/ 70 h 974"/>
                <a:gd name="T90" fmla="*/ 0 w 643"/>
                <a:gd name="T91" fmla="*/ 70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43" h="974">
                  <a:moveTo>
                    <a:pt x="0" y="70"/>
                  </a:moveTo>
                  <a:lnTo>
                    <a:pt x="246" y="4"/>
                  </a:lnTo>
                  <a:lnTo>
                    <a:pt x="246" y="4"/>
                  </a:lnTo>
                  <a:lnTo>
                    <a:pt x="261" y="20"/>
                  </a:lnTo>
                  <a:lnTo>
                    <a:pt x="278" y="37"/>
                  </a:lnTo>
                  <a:lnTo>
                    <a:pt x="298" y="56"/>
                  </a:lnTo>
                  <a:lnTo>
                    <a:pt x="319" y="74"/>
                  </a:lnTo>
                  <a:lnTo>
                    <a:pt x="340" y="91"/>
                  </a:lnTo>
                  <a:lnTo>
                    <a:pt x="350" y="97"/>
                  </a:lnTo>
                  <a:lnTo>
                    <a:pt x="358" y="102"/>
                  </a:lnTo>
                  <a:lnTo>
                    <a:pt x="365" y="105"/>
                  </a:lnTo>
                  <a:lnTo>
                    <a:pt x="373" y="107"/>
                  </a:lnTo>
                  <a:lnTo>
                    <a:pt x="373" y="107"/>
                  </a:lnTo>
                  <a:lnTo>
                    <a:pt x="376" y="105"/>
                  </a:lnTo>
                  <a:lnTo>
                    <a:pt x="380" y="102"/>
                  </a:lnTo>
                  <a:lnTo>
                    <a:pt x="385" y="97"/>
                  </a:lnTo>
                  <a:lnTo>
                    <a:pt x="390" y="90"/>
                  </a:lnTo>
                  <a:lnTo>
                    <a:pt x="399" y="73"/>
                  </a:lnTo>
                  <a:lnTo>
                    <a:pt x="409" y="53"/>
                  </a:lnTo>
                  <a:lnTo>
                    <a:pt x="426" y="17"/>
                  </a:lnTo>
                  <a:lnTo>
                    <a:pt x="433" y="0"/>
                  </a:lnTo>
                  <a:lnTo>
                    <a:pt x="433" y="0"/>
                  </a:lnTo>
                  <a:lnTo>
                    <a:pt x="562" y="29"/>
                  </a:lnTo>
                  <a:lnTo>
                    <a:pt x="643" y="954"/>
                  </a:lnTo>
                  <a:lnTo>
                    <a:pt x="643" y="954"/>
                  </a:lnTo>
                  <a:lnTo>
                    <a:pt x="629" y="956"/>
                  </a:lnTo>
                  <a:lnTo>
                    <a:pt x="590" y="962"/>
                  </a:lnTo>
                  <a:lnTo>
                    <a:pt x="527" y="968"/>
                  </a:lnTo>
                  <a:lnTo>
                    <a:pt x="490" y="971"/>
                  </a:lnTo>
                  <a:lnTo>
                    <a:pt x="446" y="972"/>
                  </a:lnTo>
                  <a:lnTo>
                    <a:pt x="400" y="974"/>
                  </a:lnTo>
                  <a:lnTo>
                    <a:pt x="350" y="974"/>
                  </a:lnTo>
                  <a:lnTo>
                    <a:pt x="298" y="972"/>
                  </a:lnTo>
                  <a:lnTo>
                    <a:pt x="241" y="969"/>
                  </a:lnTo>
                  <a:lnTo>
                    <a:pt x="184" y="964"/>
                  </a:lnTo>
                  <a:lnTo>
                    <a:pt x="123" y="956"/>
                  </a:lnTo>
                  <a:lnTo>
                    <a:pt x="63" y="945"/>
                  </a:lnTo>
                  <a:lnTo>
                    <a:pt x="32" y="939"/>
                  </a:lnTo>
                  <a:lnTo>
                    <a:pt x="0" y="931"/>
                  </a:lnTo>
                  <a:lnTo>
                    <a:pt x="0" y="931"/>
                  </a:lnTo>
                  <a:lnTo>
                    <a:pt x="3" y="795"/>
                  </a:lnTo>
                  <a:lnTo>
                    <a:pt x="3" y="650"/>
                  </a:lnTo>
                  <a:lnTo>
                    <a:pt x="3" y="370"/>
                  </a:lnTo>
                  <a:lnTo>
                    <a:pt x="1" y="156"/>
                  </a:lnTo>
                  <a:lnTo>
                    <a:pt x="0" y="70"/>
                  </a:lnTo>
                  <a:lnTo>
                    <a:pt x="0" y="7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Line 333">
              <a:extLst>
                <a:ext uri="{FF2B5EF4-FFF2-40B4-BE49-F238E27FC236}">
                  <a16:creationId xmlns:a16="http://schemas.microsoft.com/office/drawing/2014/main" id="{9A6BFD51-2D95-7443-8436-1520E05B85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3180" y="270510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Line 334">
              <a:extLst>
                <a:ext uri="{FF2B5EF4-FFF2-40B4-BE49-F238E27FC236}">
                  <a16:creationId xmlns:a16="http://schemas.microsoft.com/office/drawing/2014/main" id="{2185A53C-30D9-D74B-ABEC-F564905738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3180" y="270510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Freeform 335">
              <a:extLst>
                <a:ext uri="{FF2B5EF4-FFF2-40B4-BE49-F238E27FC236}">
                  <a16:creationId xmlns:a16="http://schemas.microsoft.com/office/drawing/2014/main" id="{92320DD9-A525-1D41-8317-AD326C8AA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517" y="2851151"/>
              <a:ext cx="82550" cy="452438"/>
            </a:xfrm>
            <a:custGeom>
              <a:avLst/>
              <a:gdLst>
                <a:gd name="T0" fmla="*/ 2 w 103"/>
                <a:gd name="T1" fmla="*/ 3 h 569"/>
                <a:gd name="T2" fmla="*/ 0 w 103"/>
                <a:gd name="T3" fmla="*/ 164 h 569"/>
                <a:gd name="T4" fmla="*/ 103 w 103"/>
                <a:gd name="T5" fmla="*/ 569 h 569"/>
                <a:gd name="T6" fmla="*/ 92 w 103"/>
                <a:gd name="T7" fmla="*/ 133 h 569"/>
                <a:gd name="T8" fmla="*/ 28 w 103"/>
                <a:gd name="T9" fmla="*/ 0 h 569"/>
                <a:gd name="T10" fmla="*/ 2 w 103"/>
                <a:gd name="T11" fmla="*/ 3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3" h="569">
                  <a:moveTo>
                    <a:pt x="2" y="3"/>
                  </a:moveTo>
                  <a:lnTo>
                    <a:pt x="0" y="164"/>
                  </a:lnTo>
                  <a:lnTo>
                    <a:pt x="103" y="569"/>
                  </a:lnTo>
                  <a:lnTo>
                    <a:pt x="92" y="133"/>
                  </a:lnTo>
                  <a:lnTo>
                    <a:pt x="28" y="0"/>
                  </a:lnTo>
                  <a:lnTo>
                    <a:pt x="2" y="3"/>
                  </a:lnTo>
                  <a:close/>
                </a:path>
              </a:pathLst>
            </a:custGeom>
            <a:solidFill>
              <a:srgbClr val="FFC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336">
              <a:extLst>
                <a:ext uri="{FF2B5EF4-FFF2-40B4-BE49-F238E27FC236}">
                  <a16:creationId xmlns:a16="http://schemas.microsoft.com/office/drawing/2014/main" id="{EFB7D6AE-59C5-7F49-8BFC-5223010E7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905" y="2708276"/>
              <a:ext cx="334963" cy="893763"/>
            </a:xfrm>
            <a:custGeom>
              <a:avLst/>
              <a:gdLst>
                <a:gd name="T0" fmla="*/ 48 w 422"/>
                <a:gd name="T1" fmla="*/ 1126 h 1127"/>
                <a:gd name="T2" fmla="*/ 16 w 422"/>
                <a:gd name="T3" fmla="*/ 467 h 1127"/>
                <a:gd name="T4" fmla="*/ 0 w 422"/>
                <a:gd name="T5" fmla="*/ 0 h 1127"/>
                <a:gd name="T6" fmla="*/ 0 w 422"/>
                <a:gd name="T7" fmla="*/ 0 h 1127"/>
                <a:gd name="T8" fmla="*/ 24 w 422"/>
                <a:gd name="T9" fmla="*/ 3 h 1127"/>
                <a:gd name="T10" fmla="*/ 48 w 422"/>
                <a:gd name="T11" fmla="*/ 5 h 1127"/>
                <a:gd name="T12" fmla="*/ 94 w 422"/>
                <a:gd name="T13" fmla="*/ 12 h 1127"/>
                <a:gd name="T14" fmla="*/ 137 w 422"/>
                <a:gd name="T15" fmla="*/ 22 h 1127"/>
                <a:gd name="T16" fmla="*/ 175 w 422"/>
                <a:gd name="T17" fmla="*/ 32 h 1127"/>
                <a:gd name="T18" fmla="*/ 207 w 422"/>
                <a:gd name="T19" fmla="*/ 41 h 1127"/>
                <a:gd name="T20" fmla="*/ 231 w 422"/>
                <a:gd name="T21" fmla="*/ 49 h 1127"/>
                <a:gd name="T22" fmla="*/ 253 w 422"/>
                <a:gd name="T23" fmla="*/ 57 h 1127"/>
                <a:gd name="T24" fmla="*/ 253 w 422"/>
                <a:gd name="T25" fmla="*/ 57 h 1127"/>
                <a:gd name="T26" fmla="*/ 261 w 422"/>
                <a:gd name="T27" fmla="*/ 75 h 1127"/>
                <a:gd name="T28" fmla="*/ 272 w 422"/>
                <a:gd name="T29" fmla="*/ 98 h 1127"/>
                <a:gd name="T30" fmla="*/ 285 w 422"/>
                <a:gd name="T31" fmla="*/ 130 h 1127"/>
                <a:gd name="T32" fmla="*/ 300 w 422"/>
                <a:gd name="T33" fmla="*/ 168 h 1127"/>
                <a:gd name="T34" fmla="*/ 317 w 422"/>
                <a:gd name="T35" fmla="*/ 216 h 1127"/>
                <a:gd name="T36" fmla="*/ 335 w 422"/>
                <a:gd name="T37" fmla="*/ 270 h 1127"/>
                <a:gd name="T38" fmla="*/ 352 w 422"/>
                <a:gd name="T39" fmla="*/ 330 h 1127"/>
                <a:gd name="T40" fmla="*/ 370 w 422"/>
                <a:gd name="T41" fmla="*/ 398 h 1127"/>
                <a:gd name="T42" fmla="*/ 377 w 422"/>
                <a:gd name="T43" fmla="*/ 434 h 1127"/>
                <a:gd name="T44" fmla="*/ 386 w 422"/>
                <a:gd name="T45" fmla="*/ 472 h 1127"/>
                <a:gd name="T46" fmla="*/ 393 w 422"/>
                <a:gd name="T47" fmla="*/ 512 h 1127"/>
                <a:gd name="T48" fmla="*/ 399 w 422"/>
                <a:gd name="T49" fmla="*/ 552 h 1127"/>
                <a:gd name="T50" fmla="*/ 405 w 422"/>
                <a:gd name="T51" fmla="*/ 594 h 1127"/>
                <a:gd name="T52" fmla="*/ 410 w 422"/>
                <a:gd name="T53" fmla="*/ 638 h 1127"/>
                <a:gd name="T54" fmla="*/ 415 w 422"/>
                <a:gd name="T55" fmla="*/ 681 h 1127"/>
                <a:gd name="T56" fmla="*/ 418 w 422"/>
                <a:gd name="T57" fmla="*/ 727 h 1127"/>
                <a:gd name="T58" fmla="*/ 421 w 422"/>
                <a:gd name="T59" fmla="*/ 774 h 1127"/>
                <a:gd name="T60" fmla="*/ 422 w 422"/>
                <a:gd name="T61" fmla="*/ 821 h 1127"/>
                <a:gd name="T62" fmla="*/ 422 w 422"/>
                <a:gd name="T63" fmla="*/ 871 h 1127"/>
                <a:gd name="T64" fmla="*/ 421 w 422"/>
                <a:gd name="T65" fmla="*/ 920 h 1127"/>
                <a:gd name="T66" fmla="*/ 418 w 422"/>
                <a:gd name="T67" fmla="*/ 971 h 1127"/>
                <a:gd name="T68" fmla="*/ 414 w 422"/>
                <a:gd name="T69" fmla="*/ 1023 h 1127"/>
                <a:gd name="T70" fmla="*/ 414 w 422"/>
                <a:gd name="T71" fmla="*/ 1023 h 1127"/>
                <a:gd name="T72" fmla="*/ 386 w 422"/>
                <a:gd name="T73" fmla="*/ 1040 h 1127"/>
                <a:gd name="T74" fmla="*/ 351 w 422"/>
                <a:gd name="T75" fmla="*/ 1060 h 1127"/>
                <a:gd name="T76" fmla="*/ 331 w 422"/>
                <a:gd name="T77" fmla="*/ 1068 h 1127"/>
                <a:gd name="T78" fmla="*/ 311 w 422"/>
                <a:gd name="T79" fmla="*/ 1078 h 1127"/>
                <a:gd name="T80" fmla="*/ 289 w 422"/>
                <a:gd name="T81" fmla="*/ 1086 h 1127"/>
                <a:gd name="T82" fmla="*/ 266 w 422"/>
                <a:gd name="T83" fmla="*/ 1095 h 1127"/>
                <a:gd name="T84" fmla="*/ 243 w 422"/>
                <a:gd name="T85" fmla="*/ 1102 h 1127"/>
                <a:gd name="T86" fmla="*/ 218 w 422"/>
                <a:gd name="T87" fmla="*/ 1109 h 1127"/>
                <a:gd name="T88" fmla="*/ 191 w 422"/>
                <a:gd name="T89" fmla="*/ 1115 h 1127"/>
                <a:gd name="T90" fmla="*/ 165 w 422"/>
                <a:gd name="T91" fmla="*/ 1120 h 1127"/>
                <a:gd name="T92" fmla="*/ 137 w 422"/>
                <a:gd name="T93" fmla="*/ 1124 h 1127"/>
                <a:gd name="T94" fmla="*/ 108 w 422"/>
                <a:gd name="T95" fmla="*/ 1126 h 1127"/>
                <a:gd name="T96" fmla="*/ 79 w 422"/>
                <a:gd name="T97" fmla="*/ 1127 h 1127"/>
                <a:gd name="T98" fmla="*/ 48 w 422"/>
                <a:gd name="T99" fmla="*/ 1126 h 1127"/>
                <a:gd name="T100" fmla="*/ 48 w 422"/>
                <a:gd name="T101" fmla="*/ 1126 h 1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22" h="1127">
                  <a:moveTo>
                    <a:pt x="48" y="1126"/>
                  </a:moveTo>
                  <a:lnTo>
                    <a:pt x="16" y="467"/>
                  </a:lnTo>
                  <a:lnTo>
                    <a:pt x="0" y="0"/>
                  </a:lnTo>
                  <a:lnTo>
                    <a:pt x="0" y="0"/>
                  </a:lnTo>
                  <a:lnTo>
                    <a:pt x="24" y="3"/>
                  </a:lnTo>
                  <a:lnTo>
                    <a:pt x="48" y="5"/>
                  </a:lnTo>
                  <a:lnTo>
                    <a:pt x="94" y="12"/>
                  </a:lnTo>
                  <a:lnTo>
                    <a:pt x="137" y="22"/>
                  </a:lnTo>
                  <a:lnTo>
                    <a:pt x="175" y="32"/>
                  </a:lnTo>
                  <a:lnTo>
                    <a:pt x="207" y="41"/>
                  </a:lnTo>
                  <a:lnTo>
                    <a:pt x="231" y="49"/>
                  </a:lnTo>
                  <a:lnTo>
                    <a:pt x="253" y="57"/>
                  </a:lnTo>
                  <a:lnTo>
                    <a:pt x="253" y="57"/>
                  </a:lnTo>
                  <a:lnTo>
                    <a:pt x="261" y="75"/>
                  </a:lnTo>
                  <a:lnTo>
                    <a:pt x="272" y="98"/>
                  </a:lnTo>
                  <a:lnTo>
                    <a:pt x="285" y="130"/>
                  </a:lnTo>
                  <a:lnTo>
                    <a:pt x="300" y="168"/>
                  </a:lnTo>
                  <a:lnTo>
                    <a:pt x="317" y="216"/>
                  </a:lnTo>
                  <a:lnTo>
                    <a:pt x="335" y="270"/>
                  </a:lnTo>
                  <a:lnTo>
                    <a:pt x="352" y="330"/>
                  </a:lnTo>
                  <a:lnTo>
                    <a:pt x="370" y="398"/>
                  </a:lnTo>
                  <a:lnTo>
                    <a:pt x="377" y="434"/>
                  </a:lnTo>
                  <a:lnTo>
                    <a:pt x="386" y="472"/>
                  </a:lnTo>
                  <a:lnTo>
                    <a:pt x="393" y="512"/>
                  </a:lnTo>
                  <a:lnTo>
                    <a:pt x="399" y="552"/>
                  </a:lnTo>
                  <a:lnTo>
                    <a:pt x="405" y="594"/>
                  </a:lnTo>
                  <a:lnTo>
                    <a:pt x="410" y="638"/>
                  </a:lnTo>
                  <a:lnTo>
                    <a:pt x="415" y="681"/>
                  </a:lnTo>
                  <a:lnTo>
                    <a:pt x="418" y="727"/>
                  </a:lnTo>
                  <a:lnTo>
                    <a:pt x="421" y="774"/>
                  </a:lnTo>
                  <a:lnTo>
                    <a:pt x="422" y="821"/>
                  </a:lnTo>
                  <a:lnTo>
                    <a:pt x="422" y="871"/>
                  </a:lnTo>
                  <a:lnTo>
                    <a:pt x="421" y="920"/>
                  </a:lnTo>
                  <a:lnTo>
                    <a:pt x="418" y="971"/>
                  </a:lnTo>
                  <a:lnTo>
                    <a:pt x="414" y="1023"/>
                  </a:lnTo>
                  <a:lnTo>
                    <a:pt x="414" y="1023"/>
                  </a:lnTo>
                  <a:lnTo>
                    <a:pt x="386" y="1040"/>
                  </a:lnTo>
                  <a:lnTo>
                    <a:pt x="351" y="1060"/>
                  </a:lnTo>
                  <a:lnTo>
                    <a:pt x="331" y="1068"/>
                  </a:lnTo>
                  <a:lnTo>
                    <a:pt x="311" y="1078"/>
                  </a:lnTo>
                  <a:lnTo>
                    <a:pt x="289" y="1086"/>
                  </a:lnTo>
                  <a:lnTo>
                    <a:pt x="266" y="1095"/>
                  </a:lnTo>
                  <a:lnTo>
                    <a:pt x="243" y="1102"/>
                  </a:lnTo>
                  <a:lnTo>
                    <a:pt x="218" y="1109"/>
                  </a:lnTo>
                  <a:lnTo>
                    <a:pt x="191" y="1115"/>
                  </a:lnTo>
                  <a:lnTo>
                    <a:pt x="165" y="1120"/>
                  </a:lnTo>
                  <a:lnTo>
                    <a:pt x="137" y="1124"/>
                  </a:lnTo>
                  <a:lnTo>
                    <a:pt x="108" y="1126"/>
                  </a:lnTo>
                  <a:lnTo>
                    <a:pt x="79" y="1127"/>
                  </a:lnTo>
                  <a:lnTo>
                    <a:pt x="48" y="1126"/>
                  </a:lnTo>
                  <a:lnTo>
                    <a:pt x="48" y="1126"/>
                  </a:lnTo>
                  <a:close/>
                </a:path>
              </a:pathLst>
            </a:custGeom>
            <a:solidFill>
              <a:srgbClr val="00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Freeform 337">
              <a:extLst>
                <a:ext uri="{FF2B5EF4-FFF2-40B4-BE49-F238E27FC236}">
                  <a16:creationId xmlns:a16="http://schemas.microsoft.com/office/drawing/2014/main" id="{B45B6F17-4867-E34E-BF25-C6B18EBB0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005" y="2787651"/>
              <a:ext cx="76200" cy="66675"/>
            </a:xfrm>
            <a:custGeom>
              <a:avLst/>
              <a:gdLst>
                <a:gd name="T0" fmla="*/ 0 w 94"/>
                <a:gd name="T1" fmla="*/ 11 h 84"/>
                <a:gd name="T2" fmla="*/ 48 w 94"/>
                <a:gd name="T3" fmla="*/ 84 h 84"/>
                <a:gd name="T4" fmla="*/ 74 w 94"/>
                <a:gd name="T5" fmla="*/ 81 h 84"/>
                <a:gd name="T6" fmla="*/ 94 w 94"/>
                <a:gd name="T7" fmla="*/ 0 h 84"/>
                <a:gd name="T8" fmla="*/ 0 w 94"/>
                <a:gd name="T9" fmla="*/ 1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84">
                  <a:moveTo>
                    <a:pt x="0" y="11"/>
                  </a:moveTo>
                  <a:lnTo>
                    <a:pt x="48" y="84"/>
                  </a:lnTo>
                  <a:lnTo>
                    <a:pt x="74" y="81"/>
                  </a:lnTo>
                  <a:lnTo>
                    <a:pt x="94" y="0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C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Freeform 338">
              <a:extLst>
                <a:ext uri="{FF2B5EF4-FFF2-40B4-BE49-F238E27FC236}">
                  <a16:creationId xmlns:a16="http://schemas.microsoft.com/office/drawing/2014/main" id="{1B5B5FE0-D81E-AC4D-85B1-3692C18DF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604" y="2709864"/>
              <a:ext cx="415925" cy="893763"/>
            </a:xfrm>
            <a:custGeom>
              <a:avLst/>
              <a:gdLst>
                <a:gd name="T0" fmla="*/ 521 w 524"/>
                <a:gd name="T1" fmla="*/ 1120 h 1124"/>
                <a:gd name="T2" fmla="*/ 521 w 524"/>
                <a:gd name="T3" fmla="*/ 1120 h 1124"/>
                <a:gd name="T4" fmla="*/ 524 w 524"/>
                <a:gd name="T5" fmla="*/ 1065 h 1124"/>
                <a:gd name="T6" fmla="*/ 524 w 524"/>
                <a:gd name="T7" fmla="*/ 1065 h 1124"/>
                <a:gd name="T8" fmla="*/ 522 w 524"/>
                <a:gd name="T9" fmla="*/ 1045 h 1124"/>
                <a:gd name="T10" fmla="*/ 519 w 524"/>
                <a:gd name="T11" fmla="*/ 994 h 1124"/>
                <a:gd name="T12" fmla="*/ 513 w 524"/>
                <a:gd name="T13" fmla="*/ 919 h 1124"/>
                <a:gd name="T14" fmla="*/ 504 w 524"/>
                <a:gd name="T15" fmla="*/ 829 h 1124"/>
                <a:gd name="T16" fmla="*/ 493 w 524"/>
                <a:gd name="T17" fmla="*/ 733 h 1124"/>
                <a:gd name="T18" fmla="*/ 481 w 524"/>
                <a:gd name="T19" fmla="*/ 637 h 1124"/>
                <a:gd name="T20" fmla="*/ 475 w 524"/>
                <a:gd name="T21" fmla="*/ 592 h 1124"/>
                <a:gd name="T22" fmla="*/ 468 w 524"/>
                <a:gd name="T23" fmla="*/ 551 h 1124"/>
                <a:gd name="T24" fmla="*/ 462 w 524"/>
                <a:gd name="T25" fmla="*/ 514 h 1124"/>
                <a:gd name="T26" fmla="*/ 455 w 524"/>
                <a:gd name="T27" fmla="*/ 482 h 1124"/>
                <a:gd name="T28" fmla="*/ 455 w 524"/>
                <a:gd name="T29" fmla="*/ 482 h 1124"/>
                <a:gd name="T30" fmla="*/ 440 w 524"/>
                <a:gd name="T31" fmla="*/ 428 h 1124"/>
                <a:gd name="T32" fmla="*/ 424 w 524"/>
                <a:gd name="T33" fmla="*/ 376 h 1124"/>
                <a:gd name="T34" fmla="*/ 410 w 524"/>
                <a:gd name="T35" fmla="*/ 326 h 1124"/>
                <a:gd name="T36" fmla="*/ 394 w 524"/>
                <a:gd name="T37" fmla="*/ 282 h 1124"/>
                <a:gd name="T38" fmla="*/ 378 w 524"/>
                <a:gd name="T39" fmla="*/ 238 h 1124"/>
                <a:gd name="T40" fmla="*/ 363 w 524"/>
                <a:gd name="T41" fmla="*/ 198 h 1124"/>
                <a:gd name="T42" fmla="*/ 348 w 524"/>
                <a:gd name="T43" fmla="*/ 162 h 1124"/>
                <a:gd name="T44" fmla="*/ 334 w 524"/>
                <a:gd name="T45" fmla="*/ 129 h 1124"/>
                <a:gd name="T46" fmla="*/ 308 w 524"/>
                <a:gd name="T47" fmla="*/ 74 h 1124"/>
                <a:gd name="T48" fmla="*/ 288 w 524"/>
                <a:gd name="T49" fmla="*/ 33 h 1124"/>
                <a:gd name="T50" fmla="*/ 270 w 524"/>
                <a:gd name="T51" fmla="*/ 0 h 1124"/>
                <a:gd name="T52" fmla="*/ 270 w 524"/>
                <a:gd name="T53" fmla="*/ 0 h 1124"/>
                <a:gd name="T54" fmla="*/ 245 w 524"/>
                <a:gd name="T55" fmla="*/ 1 h 1124"/>
                <a:gd name="T56" fmla="*/ 221 w 524"/>
                <a:gd name="T57" fmla="*/ 5 h 1124"/>
                <a:gd name="T58" fmla="*/ 197 w 524"/>
                <a:gd name="T59" fmla="*/ 10 h 1124"/>
                <a:gd name="T60" fmla="*/ 173 w 524"/>
                <a:gd name="T61" fmla="*/ 16 h 1124"/>
                <a:gd name="T62" fmla="*/ 150 w 524"/>
                <a:gd name="T63" fmla="*/ 22 h 1124"/>
                <a:gd name="T64" fmla="*/ 128 w 524"/>
                <a:gd name="T65" fmla="*/ 28 h 1124"/>
                <a:gd name="T66" fmla="*/ 87 w 524"/>
                <a:gd name="T67" fmla="*/ 42 h 1124"/>
                <a:gd name="T68" fmla="*/ 52 w 524"/>
                <a:gd name="T69" fmla="*/ 56 h 1124"/>
                <a:gd name="T70" fmla="*/ 24 w 524"/>
                <a:gd name="T71" fmla="*/ 68 h 1124"/>
                <a:gd name="T72" fmla="*/ 0 w 524"/>
                <a:gd name="T73" fmla="*/ 78 h 1124"/>
                <a:gd name="T74" fmla="*/ 0 w 524"/>
                <a:gd name="T75" fmla="*/ 78 h 1124"/>
                <a:gd name="T76" fmla="*/ 5 w 524"/>
                <a:gd name="T77" fmla="*/ 185 h 1124"/>
                <a:gd name="T78" fmla="*/ 14 w 524"/>
                <a:gd name="T79" fmla="*/ 445 h 1124"/>
                <a:gd name="T80" fmla="*/ 19 w 524"/>
                <a:gd name="T81" fmla="*/ 606 h 1124"/>
                <a:gd name="T82" fmla="*/ 23 w 524"/>
                <a:gd name="T83" fmla="*/ 771 h 1124"/>
                <a:gd name="T84" fmla="*/ 25 w 524"/>
                <a:gd name="T85" fmla="*/ 931 h 1124"/>
                <a:gd name="T86" fmla="*/ 25 w 524"/>
                <a:gd name="T87" fmla="*/ 1006 h 1124"/>
                <a:gd name="T88" fmla="*/ 24 w 524"/>
                <a:gd name="T89" fmla="*/ 1074 h 1124"/>
                <a:gd name="T90" fmla="*/ 24 w 524"/>
                <a:gd name="T91" fmla="*/ 1074 h 1124"/>
                <a:gd name="T92" fmla="*/ 45 w 524"/>
                <a:gd name="T93" fmla="*/ 1082 h 1124"/>
                <a:gd name="T94" fmla="*/ 66 w 524"/>
                <a:gd name="T95" fmla="*/ 1089 h 1124"/>
                <a:gd name="T96" fmla="*/ 88 w 524"/>
                <a:gd name="T97" fmla="*/ 1097 h 1124"/>
                <a:gd name="T98" fmla="*/ 112 w 524"/>
                <a:gd name="T99" fmla="*/ 1103 h 1124"/>
                <a:gd name="T100" fmla="*/ 138 w 524"/>
                <a:gd name="T101" fmla="*/ 1108 h 1124"/>
                <a:gd name="T102" fmla="*/ 164 w 524"/>
                <a:gd name="T103" fmla="*/ 1112 h 1124"/>
                <a:gd name="T104" fmla="*/ 192 w 524"/>
                <a:gd name="T105" fmla="*/ 1116 h 1124"/>
                <a:gd name="T106" fmla="*/ 221 w 524"/>
                <a:gd name="T107" fmla="*/ 1120 h 1124"/>
                <a:gd name="T108" fmla="*/ 253 w 524"/>
                <a:gd name="T109" fmla="*/ 1122 h 1124"/>
                <a:gd name="T110" fmla="*/ 285 w 524"/>
                <a:gd name="T111" fmla="*/ 1123 h 1124"/>
                <a:gd name="T112" fmla="*/ 357 w 524"/>
                <a:gd name="T113" fmla="*/ 1124 h 1124"/>
                <a:gd name="T114" fmla="*/ 434 w 524"/>
                <a:gd name="T115" fmla="*/ 1123 h 1124"/>
                <a:gd name="T116" fmla="*/ 521 w 524"/>
                <a:gd name="T117" fmla="*/ 1120 h 1124"/>
                <a:gd name="T118" fmla="*/ 521 w 524"/>
                <a:gd name="T119" fmla="*/ 1120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24" h="1124">
                  <a:moveTo>
                    <a:pt x="521" y="1120"/>
                  </a:moveTo>
                  <a:lnTo>
                    <a:pt x="521" y="1120"/>
                  </a:lnTo>
                  <a:lnTo>
                    <a:pt x="524" y="1065"/>
                  </a:lnTo>
                  <a:lnTo>
                    <a:pt x="524" y="1065"/>
                  </a:lnTo>
                  <a:lnTo>
                    <a:pt x="522" y="1045"/>
                  </a:lnTo>
                  <a:lnTo>
                    <a:pt x="519" y="994"/>
                  </a:lnTo>
                  <a:lnTo>
                    <a:pt x="513" y="919"/>
                  </a:lnTo>
                  <a:lnTo>
                    <a:pt x="504" y="829"/>
                  </a:lnTo>
                  <a:lnTo>
                    <a:pt x="493" y="733"/>
                  </a:lnTo>
                  <a:lnTo>
                    <a:pt x="481" y="637"/>
                  </a:lnTo>
                  <a:lnTo>
                    <a:pt x="475" y="592"/>
                  </a:lnTo>
                  <a:lnTo>
                    <a:pt x="468" y="551"/>
                  </a:lnTo>
                  <a:lnTo>
                    <a:pt x="462" y="514"/>
                  </a:lnTo>
                  <a:lnTo>
                    <a:pt x="455" y="482"/>
                  </a:lnTo>
                  <a:lnTo>
                    <a:pt x="455" y="482"/>
                  </a:lnTo>
                  <a:lnTo>
                    <a:pt x="440" y="428"/>
                  </a:lnTo>
                  <a:lnTo>
                    <a:pt x="424" y="376"/>
                  </a:lnTo>
                  <a:lnTo>
                    <a:pt x="410" y="326"/>
                  </a:lnTo>
                  <a:lnTo>
                    <a:pt x="394" y="282"/>
                  </a:lnTo>
                  <a:lnTo>
                    <a:pt x="378" y="238"/>
                  </a:lnTo>
                  <a:lnTo>
                    <a:pt x="363" y="198"/>
                  </a:lnTo>
                  <a:lnTo>
                    <a:pt x="348" y="162"/>
                  </a:lnTo>
                  <a:lnTo>
                    <a:pt x="334" y="129"/>
                  </a:lnTo>
                  <a:lnTo>
                    <a:pt x="308" y="74"/>
                  </a:lnTo>
                  <a:lnTo>
                    <a:pt x="288" y="33"/>
                  </a:lnTo>
                  <a:lnTo>
                    <a:pt x="270" y="0"/>
                  </a:lnTo>
                  <a:lnTo>
                    <a:pt x="270" y="0"/>
                  </a:lnTo>
                  <a:lnTo>
                    <a:pt x="245" y="1"/>
                  </a:lnTo>
                  <a:lnTo>
                    <a:pt x="221" y="5"/>
                  </a:lnTo>
                  <a:lnTo>
                    <a:pt x="197" y="10"/>
                  </a:lnTo>
                  <a:lnTo>
                    <a:pt x="173" y="16"/>
                  </a:lnTo>
                  <a:lnTo>
                    <a:pt x="150" y="22"/>
                  </a:lnTo>
                  <a:lnTo>
                    <a:pt x="128" y="28"/>
                  </a:lnTo>
                  <a:lnTo>
                    <a:pt x="87" y="42"/>
                  </a:lnTo>
                  <a:lnTo>
                    <a:pt x="52" y="56"/>
                  </a:lnTo>
                  <a:lnTo>
                    <a:pt x="24" y="6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5" y="185"/>
                  </a:lnTo>
                  <a:lnTo>
                    <a:pt x="14" y="445"/>
                  </a:lnTo>
                  <a:lnTo>
                    <a:pt x="19" y="606"/>
                  </a:lnTo>
                  <a:lnTo>
                    <a:pt x="23" y="771"/>
                  </a:lnTo>
                  <a:lnTo>
                    <a:pt x="25" y="931"/>
                  </a:lnTo>
                  <a:lnTo>
                    <a:pt x="25" y="1006"/>
                  </a:lnTo>
                  <a:lnTo>
                    <a:pt x="24" y="1074"/>
                  </a:lnTo>
                  <a:lnTo>
                    <a:pt x="24" y="1074"/>
                  </a:lnTo>
                  <a:lnTo>
                    <a:pt x="45" y="1082"/>
                  </a:lnTo>
                  <a:lnTo>
                    <a:pt x="66" y="1089"/>
                  </a:lnTo>
                  <a:lnTo>
                    <a:pt x="88" y="1097"/>
                  </a:lnTo>
                  <a:lnTo>
                    <a:pt x="112" y="1103"/>
                  </a:lnTo>
                  <a:lnTo>
                    <a:pt x="138" y="1108"/>
                  </a:lnTo>
                  <a:lnTo>
                    <a:pt x="164" y="1112"/>
                  </a:lnTo>
                  <a:lnTo>
                    <a:pt x="192" y="1116"/>
                  </a:lnTo>
                  <a:lnTo>
                    <a:pt x="221" y="1120"/>
                  </a:lnTo>
                  <a:lnTo>
                    <a:pt x="253" y="1122"/>
                  </a:lnTo>
                  <a:lnTo>
                    <a:pt x="285" y="1123"/>
                  </a:lnTo>
                  <a:lnTo>
                    <a:pt x="357" y="1124"/>
                  </a:lnTo>
                  <a:lnTo>
                    <a:pt x="434" y="1123"/>
                  </a:lnTo>
                  <a:lnTo>
                    <a:pt x="521" y="1120"/>
                  </a:lnTo>
                  <a:lnTo>
                    <a:pt x="521" y="1120"/>
                  </a:lnTo>
                  <a:close/>
                </a:path>
              </a:pathLst>
            </a:custGeom>
            <a:solidFill>
              <a:srgbClr val="00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Freeform 339">
              <a:extLst>
                <a:ext uri="{FF2B5EF4-FFF2-40B4-BE49-F238E27FC236}">
                  <a16:creationId xmlns:a16="http://schemas.microsoft.com/office/drawing/2014/main" id="{34742B33-9E00-7544-AB75-BA39FAB74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667" y="2328864"/>
              <a:ext cx="249238" cy="282575"/>
            </a:xfrm>
            <a:custGeom>
              <a:avLst/>
              <a:gdLst>
                <a:gd name="T0" fmla="*/ 309 w 314"/>
                <a:gd name="T1" fmla="*/ 114 h 355"/>
                <a:gd name="T2" fmla="*/ 314 w 314"/>
                <a:gd name="T3" fmla="*/ 89 h 355"/>
                <a:gd name="T4" fmla="*/ 310 w 314"/>
                <a:gd name="T5" fmla="*/ 67 h 355"/>
                <a:gd name="T6" fmla="*/ 301 w 314"/>
                <a:gd name="T7" fmla="*/ 49 h 355"/>
                <a:gd name="T8" fmla="*/ 286 w 314"/>
                <a:gd name="T9" fmla="*/ 35 h 355"/>
                <a:gd name="T10" fmla="*/ 269 w 314"/>
                <a:gd name="T11" fmla="*/ 24 h 355"/>
                <a:gd name="T12" fmla="*/ 234 w 314"/>
                <a:gd name="T13" fmla="*/ 9 h 355"/>
                <a:gd name="T14" fmla="*/ 222 w 314"/>
                <a:gd name="T15" fmla="*/ 6 h 355"/>
                <a:gd name="T16" fmla="*/ 200 w 314"/>
                <a:gd name="T17" fmla="*/ 2 h 355"/>
                <a:gd name="T18" fmla="*/ 177 w 314"/>
                <a:gd name="T19" fmla="*/ 1 h 355"/>
                <a:gd name="T20" fmla="*/ 146 w 314"/>
                <a:gd name="T21" fmla="*/ 0 h 355"/>
                <a:gd name="T22" fmla="*/ 116 w 314"/>
                <a:gd name="T23" fmla="*/ 4 h 355"/>
                <a:gd name="T24" fmla="*/ 100 w 314"/>
                <a:gd name="T25" fmla="*/ 9 h 355"/>
                <a:gd name="T26" fmla="*/ 87 w 314"/>
                <a:gd name="T27" fmla="*/ 17 h 355"/>
                <a:gd name="T28" fmla="*/ 75 w 314"/>
                <a:gd name="T29" fmla="*/ 26 h 355"/>
                <a:gd name="T30" fmla="*/ 65 w 314"/>
                <a:gd name="T31" fmla="*/ 40 h 355"/>
                <a:gd name="T32" fmla="*/ 59 w 314"/>
                <a:gd name="T33" fmla="*/ 54 h 355"/>
                <a:gd name="T34" fmla="*/ 49 w 314"/>
                <a:gd name="T35" fmla="*/ 75 h 355"/>
                <a:gd name="T36" fmla="*/ 40 w 314"/>
                <a:gd name="T37" fmla="*/ 85 h 355"/>
                <a:gd name="T38" fmla="*/ 33 w 314"/>
                <a:gd name="T39" fmla="*/ 88 h 355"/>
                <a:gd name="T40" fmla="*/ 20 w 314"/>
                <a:gd name="T41" fmla="*/ 92 h 355"/>
                <a:gd name="T42" fmla="*/ 8 w 314"/>
                <a:gd name="T43" fmla="*/ 100 h 355"/>
                <a:gd name="T44" fmla="*/ 1 w 314"/>
                <a:gd name="T45" fmla="*/ 113 h 355"/>
                <a:gd name="T46" fmla="*/ 0 w 314"/>
                <a:gd name="T47" fmla="*/ 122 h 355"/>
                <a:gd name="T48" fmla="*/ 1 w 314"/>
                <a:gd name="T49" fmla="*/ 145 h 355"/>
                <a:gd name="T50" fmla="*/ 13 w 314"/>
                <a:gd name="T51" fmla="*/ 225 h 355"/>
                <a:gd name="T52" fmla="*/ 17 w 314"/>
                <a:gd name="T53" fmla="*/ 245 h 355"/>
                <a:gd name="T54" fmla="*/ 21 w 314"/>
                <a:gd name="T55" fmla="*/ 264 h 355"/>
                <a:gd name="T56" fmla="*/ 26 w 314"/>
                <a:gd name="T57" fmla="*/ 275 h 355"/>
                <a:gd name="T58" fmla="*/ 44 w 314"/>
                <a:gd name="T59" fmla="*/ 306 h 355"/>
                <a:gd name="T60" fmla="*/ 52 w 314"/>
                <a:gd name="T61" fmla="*/ 315 h 355"/>
                <a:gd name="T62" fmla="*/ 72 w 314"/>
                <a:gd name="T63" fmla="*/ 333 h 355"/>
                <a:gd name="T64" fmla="*/ 95 w 314"/>
                <a:gd name="T65" fmla="*/ 348 h 355"/>
                <a:gd name="T66" fmla="*/ 121 w 314"/>
                <a:gd name="T67" fmla="*/ 355 h 355"/>
                <a:gd name="T68" fmla="*/ 133 w 314"/>
                <a:gd name="T69" fmla="*/ 354 h 355"/>
                <a:gd name="T70" fmla="*/ 129 w 314"/>
                <a:gd name="T71" fmla="*/ 347 h 355"/>
                <a:gd name="T72" fmla="*/ 115 w 314"/>
                <a:gd name="T73" fmla="*/ 313 h 355"/>
                <a:gd name="T74" fmla="*/ 105 w 314"/>
                <a:gd name="T75" fmla="*/ 281 h 355"/>
                <a:gd name="T76" fmla="*/ 101 w 314"/>
                <a:gd name="T77" fmla="*/ 264 h 355"/>
                <a:gd name="T78" fmla="*/ 99 w 314"/>
                <a:gd name="T79" fmla="*/ 222 h 355"/>
                <a:gd name="T80" fmla="*/ 99 w 314"/>
                <a:gd name="T81" fmla="*/ 192 h 355"/>
                <a:gd name="T82" fmla="*/ 107 w 314"/>
                <a:gd name="T83" fmla="*/ 175 h 355"/>
                <a:gd name="T84" fmla="*/ 123 w 314"/>
                <a:gd name="T85" fmla="*/ 160 h 355"/>
                <a:gd name="T86" fmla="*/ 142 w 314"/>
                <a:gd name="T87" fmla="*/ 150 h 355"/>
                <a:gd name="T88" fmla="*/ 163 w 314"/>
                <a:gd name="T89" fmla="*/ 144 h 355"/>
                <a:gd name="T90" fmla="*/ 173 w 314"/>
                <a:gd name="T91" fmla="*/ 141 h 355"/>
                <a:gd name="T92" fmla="*/ 202 w 314"/>
                <a:gd name="T93" fmla="*/ 142 h 355"/>
                <a:gd name="T94" fmla="*/ 241 w 314"/>
                <a:gd name="T95" fmla="*/ 147 h 355"/>
                <a:gd name="T96" fmla="*/ 254 w 314"/>
                <a:gd name="T97" fmla="*/ 148 h 355"/>
                <a:gd name="T98" fmla="*/ 292 w 314"/>
                <a:gd name="T99" fmla="*/ 147 h 355"/>
                <a:gd name="T100" fmla="*/ 301 w 314"/>
                <a:gd name="T101" fmla="*/ 133 h 355"/>
                <a:gd name="T102" fmla="*/ 309 w 314"/>
                <a:gd name="T103" fmla="*/ 114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4" h="355">
                  <a:moveTo>
                    <a:pt x="309" y="114"/>
                  </a:moveTo>
                  <a:lnTo>
                    <a:pt x="309" y="114"/>
                  </a:lnTo>
                  <a:lnTo>
                    <a:pt x="313" y="101"/>
                  </a:lnTo>
                  <a:lnTo>
                    <a:pt x="314" y="89"/>
                  </a:lnTo>
                  <a:lnTo>
                    <a:pt x="313" y="77"/>
                  </a:lnTo>
                  <a:lnTo>
                    <a:pt x="310" y="67"/>
                  </a:lnTo>
                  <a:lnTo>
                    <a:pt x="307" y="58"/>
                  </a:lnTo>
                  <a:lnTo>
                    <a:pt x="301" y="49"/>
                  </a:lnTo>
                  <a:lnTo>
                    <a:pt x="293" y="42"/>
                  </a:lnTo>
                  <a:lnTo>
                    <a:pt x="286" y="35"/>
                  </a:lnTo>
                  <a:lnTo>
                    <a:pt x="278" y="29"/>
                  </a:lnTo>
                  <a:lnTo>
                    <a:pt x="269" y="24"/>
                  </a:lnTo>
                  <a:lnTo>
                    <a:pt x="251" y="15"/>
                  </a:lnTo>
                  <a:lnTo>
                    <a:pt x="234" y="9"/>
                  </a:lnTo>
                  <a:lnTo>
                    <a:pt x="222" y="6"/>
                  </a:lnTo>
                  <a:lnTo>
                    <a:pt x="222" y="6"/>
                  </a:lnTo>
                  <a:lnTo>
                    <a:pt x="211" y="3"/>
                  </a:lnTo>
                  <a:lnTo>
                    <a:pt x="200" y="2"/>
                  </a:lnTo>
                  <a:lnTo>
                    <a:pt x="177" y="1"/>
                  </a:lnTo>
                  <a:lnTo>
                    <a:pt x="177" y="1"/>
                  </a:lnTo>
                  <a:lnTo>
                    <a:pt x="162" y="0"/>
                  </a:lnTo>
                  <a:lnTo>
                    <a:pt x="146" y="0"/>
                  </a:lnTo>
                  <a:lnTo>
                    <a:pt x="130" y="1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00" y="9"/>
                  </a:lnTo>
                  <a:lnTo>
                    <a:pt x="94" y="13"/>
                  </a:lnTo>
                  <a:lnTo>
                    <a:pt x="87" y="17"/>
                  </a:lnTo>
                  <a:lnTo>
                    <a:pt x="81" y="21"/>
                  </a:lnTo>
                  <a:lnTo>
                    <a:pt x="75" y="26"/>
                  </a:lnTo>
                  <a:lnTo>
                    <a:pt x="70" y="32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59" y="54"/>
                  </a:lnTo>
                  <a:lnTo>
                    <a:pt x="53" y="69"/>
                  </a:lnTo>
                  <a:lnTo>
                    <a:pt x="49" y="75"/>
                  </a:lnTo>
                  <a:lnTo>
                    <a:pt x="44" y="81"/>
                  </a:lnTo>
                  <a:lnTo>
                    <a:pt x="40" y="85"/>
                  </a:lnTo>
                  <a:lnTo>
                    <a:pt x="33" y="88"/>
                  </a:lnTo>
                  <a:lnTo>
                    <a:pt x="33" y="88"/>
                  </a:lnTo>
                  <a:lnTo>
                    <a:pt x="20" y="92"/>
                  </a:lnTo>
                  <a:lnTo>
                    <a:pt x="20" y="92"/>
                  </a:lnTo>
                  <a:lnTo>
                    <a:pt x="13" y="94"/>
                  </a:lnTo>
                  <a:lnTo>
                    <a:pt x="8" y="100"/>
                  </a:lnTo>
                  <a:lnTo>
                    <a:pt x="3" y="106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0" y="122"/>
                  </a:lnTo>
                  <a:lnTo>
                    <a:pt x="0" y="129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3" y="225"/>
                  </a:lnTo>
                  <a:lnTo>
                    <a:pt x="13" y="225"/>
                  </a:lnTo>
                  <a:lnTo>
                    <a:pt x="17" y="245"/>
                  </a:lnTo>
                  <a:lnTo>
                    <a:pt x="19" y="255"/>
                  </a:lnTo>
                  <a:lnTo>
                    <a:pt x="21" y="264"/>
                  </a:lnTo>
                  <a:lnTo>
                    <a:pt x="21" y="264"/>
                  </a:lnTo>
                  <a:lnTo>
                    <a:pt x="26" y="275"/>
                  </a:lnTo>
                  <a:lnTo>
                    <a:pt x="31" y="285"/>
                  </a:lnTo>
                  <a:lnTo>
                    <a:pt x="44" y="306"/>
                  </a:lnTo>
                  <a:lnTo>
                    <a:pt x="44" y="306"/>
                  </a:lnTo>
                  <a:lnTo>
                    <a:pt x="52" y="315"/>
                  </a:lnTo>
                  <a:lnTo>
                    <a:pt x="61" y="325"/>
                  </a:lnTo>
                  <a:lnTo>
                    <a:pt x="72" y="333"/>
                  </a:lnTo>
                  <a:lnTo>
                    <a:pt x="83" y="342"/>
                  </a:lnTo>
                  <a:lnTo>
                    <a:pt x="95" y="348"/>
                  </a:lnTo>
                  <a:lnTo>
                    <a:pt x="108" y="353"/>
                  </a:lnTo>
                  <a:lnTo>
                    <a:pt x="121" y="355"/>
                  </a:lnTo>
                  <a:lnTo>
                    <a:pt x="127" y="355"/>
                  </a:lnTo>
                  <a:lnTo>
                    <a:pt x="133" y="354"/>
                  </a:lnTo>
                  <a:lnTo>
                    <a:pt x="133" y="354"/>
                  </a:lnTo>
                  <a:lnTo>
                    <a:pt x="129" y="347"/>
                  </a:lnTo>
                  <a:lnTo>
                    <a:pt x="119" y="326"/>
                  </a:lnTo>
                  <a:lnTo>
                    <a:pt x="115" y="313"/>
                  </a:lnTo>
                  <a:lnTo>
                    <a:pt x="110" y="298"/>
                  </a:lnTo>
                  <a:lnTo>
                    <a:pt x="105" y="281"/>
                  </a:lnTo>
                  <a:lnTo>
                    <a:pt x="101" y="264"/>
                  </a:lnTo>
                  <a:lnTo>
                    <a:pt x="101" y="264"/>
                  </a:lnTo>
                  <a:lnTo>
                    <a:pt x="100" y="245"/>
                  </a:lnTo>
                  <a:lnTo>
                    <a:pt x="99" y="222"/>
                  </a:lnTo>
                  <a:lnTo>
                    <a:pt x="99" y="192"/>
                  </a:lnTo>
                  <a:lnTo>
                    <a:pt x="99" y="192"/>
                  </a:lnTo>
                  <a:lnTo>
                    <a:pt x="102" y="183"/>
                  </a:lnTo>
                  <a:lnTo>
                    <a:pt x="107" y="175"/>
                  </a:lnTo>
                  <a:lnTo>
                    <a:pt x="115" y="166"/>
                  </a:lnTo>
                  <a:lnTo>
                    <a:pt x="123" y="160"/>
                  </a:lnTo>
                  <a:lnTo>
                    <a:pt x="133" y="154"/>
                  </a:lnTo>
                  <a:lnTo>
                    <a:pt x="142" y="150"/>
                  </a:lnTo>
                  <a:lnTo>
                    <a:pt x="152" y="146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73" y="141"/>
                  </a:lnTo>
                  <a:lnTo>
                    <a:pt x="182" y="141"/>
                  </a:lnTo>
                  <a:lnTo>
                    <a:pt x="202" y="142"/>
                  </a:lnTo>
                  <a:lnTo>
                    <a:pt x="222" y="145"/>
                  </a:lnTo>
                  <a:lnTo>
                    <a:pt x="241" y="147"/>
                  </a:lnTo>
                  <a:lnTo>
                    <a:pt x="241" y="147"/>
                  </a:lnTo>
                  <a:lnTo>
                    <a:pt x="254" y="148"/>
                  </a:lnTo>
                  <a:lnTo>
                    <a:pt x="267" y="148"/>
                  </a:lnTo>
                  <a:lnTo>
                    <a:pt x="292" y="147"/>
                  </a:lnTo>
                  <a:lnTo>
                    <a:pt x="292" y="147"/>
                  </a:lnTo>
                  <a:lnTo>
                    <a:pt x="301" y="133"/>
                  </a:lnTo>
                  <a:lnTo>
                    <a:pt x="309" y="114"/>
                  </a:lnTo>
                  <a:lnTo>
                    <a:pt x="309" y="114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Freeform 340">
              <a:extLst>
                <a:ext uri="{FF2B5EF4-FFF2-40B4-BE49-F238E27FC236}">
                  <a16:creationId xmlns:a16="http://schemas.microsoft.com/office/drawing/2014/main" id="{0CF2FF6E-9011-454F-94D0-1D3956B9B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880" y="2533651"/>
              <a:ext cx="55563" cy="55563"/>
            </a:xfrm>
            <a:custGeom>
              <a:avLst/>
              <a:gdLst>
                <a:gd name="T0" fmla="*/ 71 w 71"/>
                <a:gd name="T1" fmla="*/ 35 h 71"/>
                <a:gd name="T2" fmla="*/ 71 w 71"/>
                <a:gd name="T3" fmla="*/ 35 h 71"/>
                <a:gd name="T4" fmla="*/ 71 w 71"/>
                <a:gd name="T5" fmla="*/ 28 h 71"/>
                <a:gd name="T6" fmla="*/ 68 w 71"/>
                <a:gd name="T7" fmla="*/ 22 h 71"/>
                <a:gd name="T8" fmla="*/ 65 w 71"/>
                <a:gd name="T9" fmla="*/ 16 h 71"/>
                <a:gd name="T10" fmla="*/ 61 w 71"/>
                <a:gd name="T11" fmla="*/ 11 h 71"/>
                <a:gd name="T12" fmla="*/ 56 w 71"/>
                <a:gd name="T13" fmla="*/ 6 h 71"/>
                <a:gd name="T14" fmla="*/ 50 w 71"/>
                <a:gd name="T15" fmla="*/ 3 h 71"/>
                <a:gd name="T16" fmla="*/ 43 w 71"/>
                <a:gd name="T17" fmla="*/ 2 h 71"/>
                <a:gd name="T18" fmla="*/ 36 w 71"/>
                <a:gd name="T19" fmla="*/ 0 h 71"/>
                <a:gd name="T20" fmla="*/ 36 w 71"/>
                <a:gd name="T21" fmla="*/ 0 h 71"/>
                <a:gd name="T22" fmla="*/ 30 w 71"/>
                <a:gd name="T23" fmla="*/ 2 h 71"/>
                <a:gd name="T24" fmla="*/ 22 w 71"/>
                <a:gd name="T25" fmla="*/ 3 h 71"/>
                <a:gd name="T26" fmla="*/ 16 w 71"/>
                <a:gd name="T27" fmla="*/ 6 h 71"/>
                <a:gd name="T28" fmla="*/ 11 w 71"/>
                <a:gd name="T29" fmla="*/ 11 h 71"/>
                <a:gd name="T30" fmla="*/ 7 w 71"/>
                <a:gd name="T31" fmla="*/ 16 h 71"/>
                <a:gd name="T32" fmla="*/ 4 w 71"/>
                <a:gd name="T33" fmla="*/ 22 h 71"/>
                <a:gd name="T34" fmla="*/ 2 w 71"/>
                <a:gd name="T35" fmla="*/ 28 h 71"/>
                <a:gd name="T36" fmla="*/ 0 w 71"/>
                <a:gd name="T37" fmla="*/ 35 h 71"/>
                <a:gd name="T38" fmla="*/ 0 w 71"/>
                <a:gd name="T39" fmla="*/ 35 h 71"/>
                <a:gd name="T40" fmla="*/ 2 w 71"/>
                <a:gd name="T41" fmla="*/ 43 h 71"/>
                <a:gd name="T42" fmla="*/ 4 w 71"/>
                <a:gd name="T43" fmla="*/ 49 h 71"/>
                <a:gd name="T44" fmla="*/ 7 w 71"/>
                <a:gd name="T45" fmla="*/ 55 h 71"/>
                <a:gd name="T46" fmla="*/ 11 w 71"/>
                <a:gd name="T47" fmla="*/ 61 h 71"/>
                <a:gd name="T48" fmla="*/ 16 w 71"/>
                <a:gd name="T49" fmla="*/ 64 h 71"/>
                <a:gd name="T50" fmla="*/ 22 w 71"/>
                <a:gd name="T51" fmla="*/ 68 h 71"/>
                <a:gd name="T52" fmla="*/ 30 w 71"/>
                <a:gd name="T53" fmla="*/ 69 h 71"/>
                <a:gd name="T54" fmla="*/ 36 w 71"/>
                <a:gd name="T55" fmla="*/ 71 h 71"/>
                <a:gd name="T56" fmla="*/ 36 w 71"/>
                <a:gd name="T57" fmla="*/ 71 h 71"/>
                <a:gd name="T58" fmla="*/ 43 w 71"/>
                <a:gd name="T59" fmla="*/ 69 h 71"/>
                <a:gd name="T60" fmla="*/ 50 w 71"/>
                <a:gd name="T61" fmla="*/ 68 h 71"/>
                <a:gd name="T62" fmla="*/ 56 w 71"/>
                <a:gd name="T63" fmla="*/ 64 h 71"/>
                <a:gd name="T64" fmla="*/ 61 w 71"/>
                <a:gd name="T65" fmla="*/ 61 h 71"/>
                <a:gd name="T66" fmla="*/ 65 w 71"/>
                <a:gd name="T67" fmla="*/ 55 h 71"/>
                <a:gd name="T68" fmla="*/ 68 w 71"/>
                <a:gd name="T69" fmla="*/ 49 h 71"/>
                <a:gd name="T70" fmla="*/ 71 w 71"/>
                <a:gd name="T71" fmla="*/ 43 h 71"/>
                <a:gd name="T72" fmla="*/ 71 w 71"/>
                <a:gd name="T73" fmla="*/ 35 h 71"/>
                <a:gd name="T74" fmla="*/ 71 w 71"/>
                <a:gd name="T75" fmla="*/ 3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1">
                  <a:moveTo>
                    <a:pt x="71" y="35"/>
                  </a:moveTo>
                  <a:lnTo>
                    <a:pt x="71" y="35"/>
                  </a:lnTo>
                  <a:lnTo>
                    <a:pt x="71" y="28"/>
                  </a:lnTo>
                  <a:lnTo>
                    <a:pt x="68" y="22"/>
                  </a:lnTo>
                  <a:lnTo>
                    <a:pt x="65" y="16"/>
                  </a:lnTo>
                  <a:lnTo>
                    <a:pt x="61" y="11"/>
                  </a:lnTo>
                  <a:lnTo>
                    <a:pt x="56" y="6"/>
                  </a:lnTo>
                  <a:lnTo>
                    <a:pt x="50" y="3"/>
                  </a:lnTo>
                  <a:lnTo>
                    <a:pt x="43" y="2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0" y="2"/>
                  </a:lnTo>
                  <a:lnTo>
                    <a:pt x="22" y="3"/>
                  </a:lnTo>
                  <a:lnTo>
                    <a:pt x="16" y="6"/>
                  </a:lnTo>
                  <a:lnTo>
                    <a:pt x="11" y="11"/>
                  </a:lnTo>
                  <a:lnTo>
                    <a:pt x="7" y="16"/>
                  </a:lnTo>
                  <a:lnTo>
                    <a:pt x="4" y="22"/>
                  </a:lnTo>
                  <a:lnTo>
                    <a:pt x="2" y="2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2" y="43"/>
                  </a:lnTo>
                  <a:lnTo>
                    <a:pt x="4" y="49"/>
                  </a:lnTo>
                  <a:lnTo>
                    <a:pt x="7" y="55"/>
                  </a:lnTo>
                  <a:lnTo>
                    <a:pt x="11" y="61"/>
                  </a:lnTo>
                  <a:lnTo>
                    <a:pt x="16" y="64"/>
                  </a:lnTo>
                  <a:lnTo>
                    <a:pt x="22" y="68"/>
                  </a:lnTo>
                  <a:lnTo>
                    <a:pt x="30" y="69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43" y="69"/>
                  </a:lnTo>
                  <a:lnTo>
                    <a:pt x="50" y="68"/>
                  </a:lnTo>
                  <a:lnTo>
                    <a:pt x="56" y="64"/>
                  </a:lnTo>
                  <a:lnTo>
                    <a:pt x="61" y="61"/>
                  </a:lnTo>
                  <a:lnTo>
                    <a:pt x="65" y="55"/>
                  </a:lnTo>
                  <a:lnTo>
                    <a:pt x="68" y="49"/>
                  </a:lnTo>
                  <a:lnTo>
                    <a:pt x="71" y="43"/>
                  </a:lnTo>
                  <a:lnTo>
                    <a:pt x="71" y="35"/>
                  </a:lnTo>
                  <a:lnTo>
                    <a:pt x="71" y="35"/>
                  </a:lnTo>
                  <a:close/>
                </a:path>
              </a:pathLst>
            </a:custGeom>
            <a:solidFill>
              <a:srgbClr val="FF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Freeform 341">
              <a:extLst>
                <a:ext uri="{FF2B5EF4-FFF2-40B4-BE49-F238E27FC236}">
                  <a16:creationId xmlns:a16="http://schemas.microsoft.com/office/drawing/2014/main" id="{B86B7C49-D8C8-614E-95A5-DA0D192B3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930" y="2493964"/>
              <a:ext cx="198438" cy="184150"/>
            </a:xfrm>
            <a:custGeom>
              <a:avLst/>
              <a:gdLst>
                <a:gd name="T0" fmla="*/ 246 w 249"/>
                <a:gd name="T1" fmla="*/ 136 h 233"/>
                <a:gd name="T2" fmla="*/ 238 w 249"/>
                <a:gd name="T3" fmla="*/ 131 h 233"/>
                <a:gd name="T4" fmla="*/ 233 w 249"/>
                <a:gd name="T5" fmla="*/ 130 h 233"/>
                <a:gd name="T6" fmla="*/ 222 w 249"/>
                <a:gd name="T7" fmla="*/ 135 h 233"/>
                <a:gd name="T8" fmla="*/ 200 w 249"/>
                <a:gd name="T9" fmla="*/ 162 h 233"/>
                <a:gd name="T10" fmla="*/ 188 w 249"/>
                <a:gd name="T11" fmla="*/ 170 h 233"/>
                <a:gd name="T12" fmla="*/ 181 w 249"/>
                <a:gd name="T13" fmla="*/ 171 h 233"/>
                <a:gd name="T14" fmla="*/ 168 w 249"/>
                <a:gd name="T15" fmla="*/ 170 h 233"/>
                <a:gd name="T16" fmla="*/ 158 w 249"/>
                <a:gd name="T17" fmla="*/ 170 h 233"/>
                <a:gd name="T18" fmla="*/ 112 w 249"/>
                <a:gd name="T19" fmla="*/ 174 h 233"/>
                <a:gd name="T20" fmla="*/ 99 w 249"/>
                <a:gd name="T21" fmla="*/ 175 h 233"/>
                <a:gd name="T22" fmla="*/ 88 w 249"/>
                <a:gd name="T23" fmla="*/ 171 h 233"/>
                <a:gd name="T24" fmla="*/ 82 w 249"/>
                <a:gd name="T25" fmla="*/ 168 h 233"/>
                <a:gd name="T26" fmla="*/ 70 w 249"/>
                <a:gd name="T27" fmla="*/ 152 h 233"/>
                <a:gd name="T28" fmla="*/ 50 w 249"/>
                <a:gd name="T29" fmla="*/ 113 h 233"/>
                <a:gd name="T30" fmla="*/ 30 w 249"/>
                <a:gd name="T31" fmla="*/ 55 h 233"/>
                <a:gd name="T32" fmla="*/ 12 w 249"/>
                <a:gd name="T33" fmla="*/ 0 h 233"/>
                <a:gd name="T34" fmla="*/ 6 w 249"/>
                <a:gd name="T35" fmla="*/ 27 h 233"/>
                <a:gd name="T36" fmla="*/ 5 w 249"/>
                <a:gd name="T37" fmla="*/ 35 h 233"/>
                <a:gd name="T38" fmla="*/ 0 w 249"/>
                <a:gd name="T39" fmla="*/ 46 h 233"/>
                <a:gd name="T40" fmla="*/ 1 w 249"/>
                <a:gd name="T41" fmla="*/ 52 h 233"/>
                <a:gd name="T42" fmla="*/ 3 w 249"/>
                <a:gd name="T43" fmla="*/ 56 h 233"/>
                <a:gd name="T44" fmla="*/ 8 w 249"/>
                <a:gd name="T45" fmla="*/ 69 h 233"/>
                <a:gd name="T46" fmla="*/ 8 w 249"/>
                <a:gd name="T47" fmla="*/ 75 h 233"/>
                <a:gd name="T48" fmla="*/ 19 w 249"/>
                <a:gd name="T49" fmla="*/ 110 h 233"/>
                <a:gd name="T50" fmla="*/ 35 w 249"/>
                <a:gd name="T51" fmla="*/ 146 h 233"/>
                <a:gd name="T52" fmla="*/ 40 w 249"/>
                <a:gd name="T53" fmla="*/ 153 h 233"/>
                <a:gd name="T54" fmla="*/ 88 w 249"/>
                <a:gd name="T55" fmla="*/ 203 h 233"/>
                <a:gd name="T56" fmla="*/ 111 w 249"/>
                <a:gd name="T57" fmla="*/ 221 h 233"/>
                <a:gd name="T58" fmla="*/ 118 w 249"/>
                <a:gd name="T59" fmla="*/ 223 h 233"/>
                <a:gd name="T60" fmla="*/ 140 w 249"/>
                <a:gd name="T61" fmla="*/ 231 h 233"/>
                <a:gd name="T62" fmla="*/ 158 w 249"/>
                <a:gd name="T63" fmla="*/ 233 h 233"/>
                <a:gd name="T64" fmla="*/ 179 w 249"/>
                <a:gd name="T65" fmla="*/ 232 h 233"/>
                <a:gd name="T66" fmla="*/ 190 w 249"/>
                <a:gd name="T67" fmla="*/ 228 h 233"/>
                <a:gd name="T68" fmla="*/ 203 w 249"/>
                <a:gd name="T69" fmla="*/ 220 h 233"/>
                <a:gd name="T70" fmla="*/ 226 w 249"/>
                <a:gd name="T71" fmla="*/ 195 h 233"/>
                <a:gd name="T72" fmla="*/ 243 w 249"/>
                <a:gd name="T73" fmla="*/ 166 h 233"/>
                <a:gd name="T74" fmla="*/ 249 w 249"/>
                <a:gd name="T75" fmla="*/ 143 h 233"/>
                <a:gd name="T76" fmla="*/ 246 w 249"/>
                <a:gd name="T77" fmla="*/ 136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49" h="233">
                  <a:moveTo>
                    <a:pt x="246" y="136"/>
                  </a:moveTo>
                  <a:lnTo>
                    <a:pt x="246" y="136"/>
                  </a:lnTo>
                  <a:lnTo>
                    <a:pt x="243" y="133"/>
                  </a:lnTo>
                  <a:lnTo>
                    <a:pt x="238" y="131"/>
                  </a:lnTo>
                  <a:lnTo>
                    <a:pt x="233" y="130"/>
                  </a:lnTo>
                  <a:lnTo>
                    <a:pt x="233" y="130"/>
                  </a:lnTo>
                  <a:lnTo>
                    <a:pt x="227" y="131"/>
                  </a:lnTo>
                  <a:lnTo>
                    <a:pt x="222" y="135"/>
                  </a:lnTo>
                  <a:lnTo>
                    <a:pt x="211" y="148"/>
                  </a:lnTo>
                  <a:lnTo>
                    <a:pt x="200" y="162"/>
                  </a:lnTo>
                  <a:lnTo>
                    <a:pt x="194" y="166"/>
                  </a:lnTo>
                  <a:lnTo>
                    <a:pt x="188" y="170"/>
                  </a:lnTo>
                  <a:lnTo>
                    <a:pt x="188" y="170"/>
                  </a:lnTo>
                  <a:lnTo>
                    <a:pt x="181" y="171"/>
                  </a:lnTo>
                  <a:lnTo>
                    <a:pt x="175" y="171"/>
                  </a:lnTo>
                  <a:lnTo>
                    <a:pt x="168" y="170"/>
                  </a:lnTo>
                  <a:lnTo>
                    <a:pt x="158" y="170"/>
                  </a:lnTo>
                  <a:lnTo>
                    <a:pt x="158" y="170"/>
                  </a:lnTo>
                  <a:lnTo>
                    <a:pt x="129" y="171"/>
                  </a:lnTo>
                  <a:lnTo>
                    <a:pt x="112" y="174"/>
                  </a:lnTo>
                  <a:lnTo>
                    <a:pt x="105" y="175"/>
                  </a:lnTo>
                  <a:lnTo>
                    <a:pt x="99" y="175"/>
                  </a:lnTo>
                  <a:lnTo>
                    <a:pt x="94" y="174"/>
                  </a:lnTo>
                  <a:lnTo>
                    <a:pt x="88" y="171"/>
                  </a:lnTo>
                  <a:lnTo>
                    <a:pt x="88" y="171"/>
                  </a:lnTo>
                  <a:lnTo>
                    <a:pt x="82" y="168"/>
                  </a:lnTo>
                  <a:lnTo>
                    <a:pt x="76" y="160"/>
                  </a:lnTo>
                  <a:lnTo>
                    <a:pt x="70" y="152"/>
                  </a:lnTo>
                  <a:lnTo>
                    <a:pt x="64" y="140"/>
                  </a:lnTo>
                  <a:lnTo>
                    <a:pt x="50" y="113"/>
                  </a:lnTo>
                  <a:lnTo>
                    <a:pt x="40" y="84"/>
                  </a:lnTo>
                  <a:lnTo>
                    <a:pt x="30" y="55"/>
                  </a:lnTo>
                  <a:lnTo>
                    <a:pt x="21" y="29"/>
                  </a:lnTo>
                  <a:lnTo>
                    <a:pt x="12" y="0"/>
                  </a:lnTo>
                  <a:lnTo>
                    <a:pt x="6" y="27"/>
                  </a:lnTo>
                  <a:lnTo>
                    <a:pt x="6" y="27"/>
                  </a:lnTo>
                  <a:lnTo>
                    <a:pt x="6" y="31"/>
                  </a:lnTo>
                  <a:lnTo>
                    <a:pt x="5" y="35"/>
                  </a:lnTo>
                  <a:lnTo>
                    <a:pt x="1" y="41"/>
                  </a:lnTo>
                  <a:lnTo>
                    <a:pt x="0" y="46"/>
                  </a:lnTo>
                  <a:lnTo>
                    <a:pt x="0" y="49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3" y="56"/>
                  </a:lnTo>
                  <a:lnTo>
                    <a:pt x="6" y="62"/>
                  </a:lnTo>
                  <a:lnTo>
                    <a:pt x="8" y="69"/>
                  </a:lnTo>
                  <a:lnTo>
                    <a:pt x="8" y="75"/>
                  </a:lnTo>
                  <a:lnTo>
                    <a:pt x="8" y="75"/>
                  </a:lnTo>
                  <a:lnTo>
                    <a:pt x="12" y="87"/>
                  </a:lnTo>
                  <a:lnTo>
                    <a:pt x="19" y="110"/>
                  </a:lnTo>
                  <a:lnTo>
                    <a:pt x="30" y="136"/>
                  </a:lnTo>
                  <a:lnTo>
                    <a:pt x="35" y="146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67" y="182"/>
                  </a:lnTo>
                  <a:lnTo>
                    <a:pt x="88" y="203"/>
                  </a:lnTo>
                  <a:lnTo>
                    <a:pt x="105" y="216"/>
                  </a:lnTo>
                  <a:lnTo>
                    <a:pt x="111" y="221"/>
                  </a:lnTo>
                  <a:lnTo>
                    <a:pt x="118" y="223"/>
                  </a:lnTo>
                  <a:lnTo>
                    <a:pt x="118" y="223"/>
                  </a:lnTo>
                  <a:lnTo>
                    <a:pt x="132" y="228"/>
                  </a:lnTo>
                  <a:lnTo>
                    <a:pt x="140" y="231"/>
                  </a:lnTo>
                  <a:lnTo>
                    <a:pt x="148" y="233"/>
                  </a:lnTo>
                  <a:lnTo>
                    <a:pt x="158" y="233"/>
                  </a:lnTo>
                  <a:lnTo>
                    <a:pt x="168" y="233"/>
                  </a:lnTo>
                  <a:lnTo>
                    <a:pt x="179" y="232"/>
                  </a:lnTo>
                  <a:lnTo>
                    <a:pt x="190" y="228"/>
                  </a:lnTo>
                  <a:lnTo>
                    <a:pt x="190" y="228"/>
                  </a:lnTo>
                  <a:lnTo>
                    <a:pt x="196" y="225"/>
                  </a:lnTo>
                  <a:lnTo>
                    <a:pt x="203" y="220"/>
                  </a:lnTo>
                  <a:lnTo>
                    <a:pt x="215" y="209"/>
                  </a:lnTo>
                  <a:lnTo>
                    <a:pt x="226" y="195"/>
                  </a:lnTo>
                  <a:lnTo>
                    <a:pt x="236" y="181"/>
                  </a:lnTo>
                  <a:lnTo>
                    <a:pt x="243" y="166"/>
                  </a:lnTo>
                  <a:lnTo>
                    <a:pt x="246" y="153"/>
                  </a:lnTo>
                  <a:lnTo>
                    <a:pt x="249" y="143"/>
                  </a:lnTo>
                  <a:lnTo>
                    <a:pt x="248" y="139"/>
                  </a:lnTo>
                  <a:lnTo>
                    <a:pt x="246" y="136"/>
                  </a:lnTo>
                  <a:lnTo>
                    <a:pt x="246" y="136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Freeform 342">
              <a:extLst>
                <a:ext uri="{FF2B5EF4-FFF2-40B4-BE49-F238E27FC236}">
                  <a16:creationId xmlns:a16="http://schemas.microsoft.com/office/drawing/2014/main" id="{4D8DE74E-AB23-DB4F-B8D0-5464513C8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479" y="3106739"/>
              <a:ext cx="63500" cy="398463"/>
            </a:xfrm>
            <a:custGeom>
              <a:avLst/>
              <a:gdLst>
                <a:gd name="T0" fmla="*/ 6 w 81"/>
                <a:gd name="T1" fmla="*/ 496 h 503"/>
                <a:gd name="T2" fmla="*/ 6 w 81"/>
                <a:gd name="T3" fmla="*/ 496 h 503"/>
                <a:gd name="T4" fmla="*/ 23 w 81"/>
                <a:gd name="T5" fmla="*/ 503 h 503"/>
                <a:gd name="T6" fmla="*/ 81 w 81"/>
                <a:gd name="T7" fmla="*/ 0 h 503"/>
                <a:gd name="T8" fmla="*/ 0 w 81"/>
                <a:gd name="T9" fmla="*/ 33 h 503"/>
                <a:gd name="T10" fmla="*/ 0 w 81"/>
                <a:gd name="T11" fmla="*/ 33 h 503"/>
                <a:gd name="T12" fmla="*/ 2 w 81"/>
                <a:gd name="T13" fmla="*/ 149 h 503"/>
                <a:gd name="T14" fmla="*/ 5 w 81"/>
                <a:gd name="T15" fmla="*/ 266 h 503"/>
                <a:gd name="T16" fmla="*/ 5 w 81"/>
                <a:gd name="T17" fmla="*/ 380 h 503"/>
                <a:gd name="T18" fmla="*/ 5 w 81"/>
                <a:gd name="T19" fmla="*/ 486 h 503"/>
                <a:gd name="T20" fmla="*/ 6 w 81"/>
                <a:gd name="T21" fmla="*/ 496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1" h="503">
                  <a:moveTo>
                    <a:pt x="6" y="496"/>
                  </a:moveTo>
                  <a:lnTo>
                    <a:pt x="6" y="496"/>
                  </a:lnTo>
                  <a:lnTo>
                    <a:pt x="23" y="503"/>
                  </a:lnTo>
                  <a:lnTo>
                    <a:pt x="81" y="0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149"/>
                  </a:lnTo>
                  <a:lnTo>
                    <a:pt x="5" y="266"/>
                  </a:lnTo>
                  <a:lnTo>
                    <a:pt x="5" y="380"/>
                  </a:lnTo>
                  <a:lnTo>
                    <a:pt x="5" y="486"/>
                  </a:lnTo>
                  <a:lnTo>
                    <a:pt x="6" y="496"/>
                  </a:lnTo>
                  <a:close/>
                </a:path>
              </a:pathLst>
            </a:custGeom>
            <a:solidFill>
              <a:srgbClr val="02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Freeform 343">
              <a:extLst>
                <a:ext uri="{FF2B5EF4-FFF2-40B4-BE49-F238E27FC236}">
                  <a16:creationId xmlns:a16="http://schemas.microsoft.com/office/drawing/2014/main" id="{8A22D2F9-DC97-3045-A22A-41F3EB029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567" y="2709864"/>
              <a:ext cx="112713" cy="92075"/>
            </a:xfrm>
            <a:custGeom>
              <a:avLst/>
              <a:gdLst>
                <a:gd name="T0" fmla="*/ 5 w 142"/>
                <a:gd name="T1" fmla="*/ 1 h 116"/>
                <a:gd name="T2" fmla="*/ 0 w 142"/>
                <a:gd name="T3" fmla="*/ 116 h 116"/>
                <a:gd name="T4" fmla="*/ 142 w 142"/>
                <a:gd name="T5" fmla="*/ 103 h 116"/>
                <a:gd name="T6" fmla="*/ 15 w 142"/>
                <a:gd name="T7" fmla="*/ 0 h 116"/>
                <a:gd name="T8" fmla="*/ 5 w 142"/>
                <a:gd name="T9" fmla="*/ 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2" h="116">
                  <a:moveTo>
                    <a:pt x="5" y="1"/>
                  </a:moveTo>
                  <a:lnTo>
                    <a:pt x="0" y="116"/>
                  </a:lnTo>
                  <a:lnTo>
                    <a:pt x="142" y="103"/>
                  </a:lnTo>
                  <a:lnTo>
                    <a:pt x="15" y="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ED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Freeform 344">
              <a:extLst>
                <a:ext uri="{FF2B5EF4-FFF2-40B4-BE49-F238E27FC236}">
                  <a16:creationId xmlns:a16="http://schemas.microsoft.com/office/drawing/2014/main" id="{B9770410-0473-F849-ABFF-CF6258FD1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280" y="2708276"/>
              <a:ext cx="88900" cy="87313"/>
            </a:xfrm>
            <a:custGeom>
              <a:avLst/>
              <a:gdLst>
                <a:gd name="T0" fmla="*/ 59 w 111"/>
                <a:gd name="T1" fmla="*/ 0 h 110"/>
                <a:gd name="T2" fmla="*/ 111 w 111"/>
                <a:gd name="T3" fmla="*/ 110 h 110"/>
                <a:gd name="T4" fmla="*/ 0 w 111"/>
                <a:gd name="T5" fmla="*/ 105 h 110"/>
                <a:gd name="T6" fmla="*/ 59 w 111"/>
                <a:gd name="T7" fmla="*/ 0 h 110"/>
                <a:gd name="T8" fmla="*/ 59 w 111"/>
                <a:gd name="T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110">
                  <a:moveTo>
                    <a:pt x="59" y="0"/>
                  </a:moveTo>
                  <a:lnTo>
                    <a:pt x="111" y="110"/>
                  </a:lnTo>
                  <a:lnTo>
                    <a:pt x="0" y="105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ED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Freeform 345">
              <a:extLst>
                <a:ext uri="{FF2B5EF4-FFF2-40B4-BE49-F238E27FC236}">
                  <a16:creationId xmlns:a16="http://schemas.microsoft.com/office/drawing/2014/main" id="{5340410B-7FBF-B546-B9C5-DB8DD955F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991" y="2750474"/>
              <a:ext cx="676276" cy="804863"/>
            </a:xfrm>
            <a:custGeom>
              <a:avLst/>
              <a:gdLst>
                <a:gd name="T0" fmla="*/ 377 w 852"/>
                <a:gd name="T1" fmla="*/ 700 h 1013"/>
                <a:gd name="T2" fmla="*/ 419 w 852"/>
                <a:gd name="T3" fmla="*/ 732 h 1013"/>
                <a:gd name="T4" fmla="*/ 485 w 852"/>
                <a:gd name="T5" fmla="*/ 787 h 1013"/>
                <a:gd name="T6" fmla="*/ 535 w 852"/>
                <a:gd name="T7" fmla="*/ 833 h 1013"/>
                <a:gd name="T8" fmla="*/ 581 w 852"/>
                <a:gd name="T9" fmla="*/ 881 h 1013"/>
                <a:gd name="T10" fmla="*/ 617 w 852"/>
                <a:gd name="T11" fmla="*/ 929 h 1013"/>
                <a:gd name="T12" fmla="*/ 629 w 852"/>
                <a:gd name="T13" fmla="*/ 952 h 1013"/>
                <a:gd name="T14" fmla="*/ 637 w 852"/>
                <a:gd name="T15" fmla="*/ 973 h 1013"/>
                <a:gd name="T16" fmla="*/ 638 w 852"/>
                <a:gd name="T17" fmla="*/ 993 h 1013"/>
                <a:gd name="T18" fmla="*/ 635 w 852"/>
                <a:gd name="T19" fmla="*/ 999 h 1013"/>
                <a:gd name="T20" fmla="*/ 623 w 852"/>
                <a:gd name="T21" fmla="*/ 1008 h 1013"/>
                <a:gd name="T22" fmla="*/ 604 w 852"/>
                <a:gd name="T23" fmla="*/ 1013 h 1013"/>
                <a:gd name="T24" fmla="*/ 576 w 852"/>
                <a:gd name="T25" fmla="*/ 1013 h 1013"/>
                <a:gd name="T26" fmla="*/ 522 w 852"/>
                <a:gd name="T27" fmla="*/ 1007 h 1013"/>
                <a:gd name="T28" fmla="*/ 432 w 852"/>
                <a:gd name="T29" fmla="*/ 987 h 1013"/>
                <a:gd name="T30" fmla="*/ 332 w 852"/>
                <a:gd name="T31" fmla="*/ 955 h 1013"/>
                <a:gd name="T32" fmla="*/ 229 w 852"/>
                <a:gd name="T33" fmla="*/ 914 h 1013"/>
                <a:gd name="T34" fmla="*/ 132 w 852"/>
                <a:gd name="T35" fmla="*/ 866 h 1013"/>
                <a:gd name="T36" fmla="*/ 89 w 852"/>
                <a:gd name="T37" fmla="*/ 840 h 1013"/>
                <a:gd name="T38" fmla="*/ 50 w 852"/>
                <a:gd name="T39" fmla="*/ 814 h 1013"/>
                <a:gd name="T40" fmla="*/ 17 w 852"/>
                <a:gd name="T41" fmla="*/ 786 h 1013"/>
                <a:gd name="T42" fmla="*/ 11 w 852"/>
                <a:gd name="T43" fmla="*/ 779 h 1013"/>
                <a:gd name="T44" fmla="*/ 4 w 852"/>
                <a:gd name="T45" fmla="*/ 762 h 1013"/>
                <a:gd name="T46" fmla="*/ 0 w 852"/>
                <a:gd name="T47" fmla="*/ 740 h 1013"/>
                <a:gd name="T48" fmla="*/ 3 w 852"/>
                <a:gd name="T49" fmla="*/ 716 h 1013"/>
                <a:gd name="T50" fmla="*/ 9 w 852"/>
                <a:gd name="T51" fmla="*/ 688 h 1013"/>
                <a:gd name="T52" fmla="*/ 26 w 852"/>
                <a:gd name="T53" fmla="*/ 642 h 1013"/>
                <a:gd name="T54" fmla="*/ 58 w 852"/>
                <a:gd name="T55" fmla="*/ 574 h 1013"/>
                <a:gd name="T56" fmla="*/ 101 w 852"/>
                <a:gd name="T57" fmla="*/ 503 h 1013"/>
                <a:gd name="T58" fmla="*/ 147 w 852"/>
                <a:gd name="T59" fmla="*/ 434 h 1013"/>
                <a:gd name="T60" fmla="*/ 195 w 852"/>
                <a:gd name="T61" fmla="*/ 368 h 1013"/>
                <a:gd name="T62" fmla="*/ 240 w 852"/>
                <a:gd name="T63" fmla="*/ 311 h 1013"/>
                <a:gd name="T64" fmla="*/ 283 w 852"/>
                <a:gd name="T65" fmla="*/ 260 h 1013"/>
                <a:gd name="T66" fmla="*/ 364 w 852"/>
                <a:gd name="T67" fmla="*/ 174 h 1013"/>
                <a:gd name="T68" fmla="*/ 437 w 852"/>
                <a:gd name="T69" fmla="*/ 108 h 1013"/>
                <a:gd name="T70" fmla="*/ 504 w 852"/>
                <a:gd name="T71" fmla="*/ 59 h 1013"/>
                <a:gd name="T72" fmla="*/ 564 w 852"/>
                <a:gd name="T73" fmla="*/ 27 h 1013"/>
                <a:gd name="T74" fmla="*/ 616 w 852"/>
                <a:gd name="T75" fmla="*/ 7 h 1013"/>
                <a:gd name="T76" fmla="*/ 663 w 852"/>
                <a:gd name="T77" fmla="*/ 0 h 1013"/>
                <a:gd name="T78" fmla="*/ 704 w 852"/>
                <a:gd name="T79" fmla="*/ 2 h 1013"/>
                <a:gd name="T80" fmla="*/ 739 w 852"/>
                <a:gd name="T81" fmla="*/ 12 h 1013"/>
                <a:gd name="T82" fmla="*/ 770 w 852"/>
                <a:gd name="T83" fmla="*/ 28 h 1013"/>
                <a:gd name="T84" fmla="*/ 795 w 852"/>
                <a:gd name="T85" fmla="*/ 47 h 1013"/>
                <a:gd name="T86" fmla="*/ 814 w 852"/>
                <a:gd name="T87" fmla="*/ 69 h 1013"/>
                <a:gd name="T88" fmla="*/ 836 w 852"/>
                <a:gd name="T89" fmla="*/ 99 h 1013"/>
                <a:gd name="T90" fmla="*/ 852 w 852"/>
                <a:gd name="T91" fmla="*/ 132 h 1013"/>
                <a:gd name="T92" fmla="*/ 647 w 852"/>
                <a:gd name="T93" fmla="*/ 418 h 1013"/>
                <a:gd name="T94" fmla="*/ 604 w 852"/>
                <a:gd name="T95" fmla="*/ 465 h 1013"/>
                <a:gd name="T96" fmla="*/ 377 w 852"/>
                <a:gd name="T97" fmla="*/ 700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52" h="1013">
                  <a:moveTo>
                    <a:pt x="377" y="700"/>
                  </a:moveTo>
                  <a:lnTo>
                    <a:pt x="377" y="700"/>
                  </a:lnTo>
                  <a:lnTo>
                    <a:pt x="389" y="709"/>
                  </a:lnTo>
                  <a:lnTo>
                    <a:pt x="419" y="732"/>
                  </a:lnTo>
                  <a:lnTo>
                    <a:pt x="461" y="767"/>
                  </a:lnTo>
                  <a:lnTo>
                    <a:pt x="485" y="787"/>
                  </a:lnTo>
                  <a:lnTo>
                    <a:pt x="511" y="810"/>
                  </a:lnTo>
                  <a:lnTo>
                    <a:pt x="535" y="833"/>
                  </a:lnTo>
                  <a:lnTo>
                    <a:pt x="559" y="857"/>
                  </a:lnTo>
                  <a:lnTo>
                    <a:pt x="581" y="881"/>
                  </a:lnTo>
                  <a:lnTo>
                    <a:pt x="600" y="906"/>
                  </a:lnTo>
                  <a:lnTo>
                    <a:pt x="617" y="929"/>
                  </a:lnTo>
                  <a:lnTo>
                    <a:pt x="623" y="941"/>
                  </a:lnTo>
                  <a:lnTo>
                    <a:pt x="629" y="952"/>
                  </a:lnTo>
                  <a:lnTo>
                    <a:pt x="633" y="962"/>
                  </a:lnTo>
                  <a:lnTo>
                    <a:pt x="637" y="973"/>
                  </a:lnTo>
                  <a:lnTo>
                    <a:pt x="638" y="983"/>
                  </a:lnTo>
                  <a:lnTo>
                    <a:pt x="638" y="993"/>
                  </a:lnTo>
                  <a:lnTo>
                    <a:pt x="638" y="993"/>
                  </a:lnTo>
                  <a:lnTo>
                    <a:pt x="635" y="999"/>
                  </a:lnTo>
                  <a:lnTo>
                    <a:pt x="630" y="1004"/>
                  </a:lnTo>
                  <a:lnTo>
                    <a:pt x="623" y="1008"/>
                  </a:lnTo>
                  <a:lnTo>
                    <a:pt x="615" y="1011"/>
                  </a:lnTo>
                  <a:lnTo>
                    <a:pt x="604" y="1013"/>
                  </a:lnTo>
                  <a:lnTo>
                    <a:pt x="591" y="1013"/>
                  </a:lnTo>
                  <a:lnTo>
                    <a:pt x="576" y="1013"/>
                  </a:lnTo>
                  <a:lnTo>
                    <a:pt x="559" y="1012"/>
                  </a:lnTo>
                  <a:lnTo>
                    <a:pt x="522" y="1007"/>
                  </a:lnTo>
                  <a:lnTo>
                    <a:pt x="479" y="999"/>
                  </a:lnTo>
                  <a:lnTo>
                    <a:pt x="432" y="987"/>
                  </a:lnTo>
                  <a:lnTo>
                    <a:pt x="383" y="972"/>
                  </a:lnTo>
                  <a:lnTo>
                    <a:pt x="332" y="955"/>
                  </a:lnTo>
                  <a:lnTo>
                    <a:pt x="280" y="936"/>
                  </a:lnTo>
                  <a:lnTo>
                    <a:pt x="229" y="914"/>
                  </a:lnTo>
                  <a:lnTo>
                    <a:pt x="179" y="891"/>
                  </a:lnTo>
                  <a:lnTo>
                    <a:pt x="132" y="866"/>
                  </a:lnTo>
                  <a:lnTo>
                    <a:pt x="110" y="854"/>
                  </a:lnTo>
                  <a:lnTo>
                    <a:pt x="89" y="840"/>
                  </a:lnTo>
                  <a:lnTo>
                    <a:pt x="69" y="827"/>
                  </a:lnTo>
                  <a:lnTo>
                    <a:pt x="50" y="814"/>
                  </a:lnTo>
                  <a:lnTo>
                    <a:pt x="33" y="800"/>
                  </a:lnTo>
                  <a:lnTo>
                    <a:pt x="17" y="786"/>
                  </a:lnTo>
                  <a:lnTo>
                    <a:pt x="17" y="786"/>
                  </a:lnTo>
                  <a:lnTo>
                    <a:pt x="11" y="779"/>
                  </a:lnTo>
                  <a:lnTo>
                    <a:pt x="6" y="771"/>
                  </a:lnTo>
                  <a:lnTo>
                    <a:pt x="4" y="762"/>
                  </a:lnTo>
                  <a:lnTo>
                    <a:pt x="2" y="752"/>
                  </a:lnTo>
                  <a:lnTo>
                    <a:pt x="0" y="740"/>
                  </a:lnTo>
                  <a:lnTo>
                    <a:pt x="2" y="728"/>
                  </a:lnTo>
                  <a:lnTo>
                    <a:pt x="3" y="716"/>
                  </a:lnTo>
                  <a:lnTo>
                    <a:pt x="5" y="702"/>
                  </a:lnTo>
                  <a:lnTo>
                    <a:pt x="9" y="688"/>
                  </a:lnTo>
                  <a:lnTo>
                    <a:pt x="14" y="673"/>
                  </a:lnTo>
                  <a:lnTo>
                    <a:pt x="26" y="642"/>
                  </a:lnTo>
                  <a:lnTo>
                    <a:pt x="42" y="608"/>
                  </a:lnTo>
                  <a:lnTo>
                    <a:pt x="58" y="574"/>
                  </a:lnTo>
                  <a:lnTo>
                    <a:pt x="79" y="539"/>
                  </a:lnTo>
                  <a:lnTo>
                    <a:pt x="101" y="503"/>
                  </a:lnTo>
                  <a:lnTo>
                    <a:pt x="124" y="468"/>
                  </a:lnTo>
                  <a:lnTo>
                    <a:pt x="147" y="434"/>
                  </a:lnTo>
                  <a:lnTo>
                    <a:pt x="171" y="400"/>
                  </a:lnTo>
                  <a:lnTo>
                    <a:pt x="195" y="368"/>
                  </a:lnTo>
                  <a:lnTo>
                    <a:pt x="218" y="337"/>
                  </a:lnTo>
                  <a:lnTo>
                    <a:pt x="240" y="311"/>
                  </a:lnTo>
                  <a:lnTo>
                    <a:pt x="240" y="311"/>
                  </a:lnTo>
                  <a:lnTo>
                    <a:pt x="283" y="260"/>
                  </a:lnTo>
                  <a:lnTo>
                    <a:pt x="325" y="214"/>
                  </a:lnTo>
                  <a:lnTo>
                    <a:pt x="364" y="174"/>
                  </a:lnTo>
                  <a:lnTo>
                    <a:pt x="402" y="138"/>
                  </a:lnTo>
                  <a:lnTo>
                    <a:pt x="437" y="108"/>
                  </a:lnTo>
                  <a:lnTo>
                    <a:pt x="472" y="81"/>
                  </a:lnTo>
                  <a:lnTo>
                    <a:pt x="504" y="59"/>
                  </a:lnTo>
                  <a:lnTo>
                    <a:pt x="535" y="41"/>
                  </a:lnTo>
                  <a:lnTo>
                    <a:pt x="564" y="27"/>
                  </a:lnTo>
                  <a:lnTo>
                    <a:pt x="591" y="14"/>
                  </a:lnTo>
                  <a:lnTo>
                    <a:pt x="616" y="7"/>
                  </a:lnTo>
                  <a:lnTo>
                    <a:pt x="640" y="2"/>
                  </a:lnTo>
                  <a:lnTo>
                    <a:pt x="663" y="0"/>
                  </a:lnTo>
                  <a:lnTo>
                    <a:pt x="685" y="0"/>
                  </a:lnTo>
                  <a:lnTo>
                    <a:pt x="704" y="2"/>
                  </a:lnTo>
                  <a:lnTo>
                    <a:pt x="722" y="6"/>
                  </a:lnTo>
                  <a:lnTo>
                    <a:pt x="739" y="12"/>
                  </a:lnTo>
                  <a:lnTo>
                    <a:pt x="755" y="19"/>
                  </a:lnTo>
                  <a:lnTo>
                    <a:pt x="770" y="28"/>
                  </a:lnTo>
                  <a:lnTo>
                    <a:pt x="783" y="37"/>
                  </a:lnTo>
                  <a:lnTo>
                    <a:pt x="795" y="47"/>
                  </a:lnTo>
                  <a:lnTo>
                    <a:pt x="805" y="58"/>
                  </a:lnTo>
                  <a:lnTo>
                    <a:pt x="814" y="69"/>
                  </a:lnTo>
                  <a:lnTo>
                    <a:pt x="823" y="80"/>
                  </a:lnTo>
                  <a:lnTo>
                    <a:pt x="836" y="99"/>
                  </a:lnTo>
                  <a:lnTo>
                    <a:pt x="845" y="116"/>
                  </a:lnTo>
                  <a:lnTo>
                    <a:pt x="852" y="132"/>
                  </a:lnTo>
                  <a:lnTo>
                    <a:pt x="647" y="418"/>
                  </a:lnTo>
                  <a:lnTo>
                    <a:pt x="647" y="418"/>
                  </a:lnTo>
                  <a:lnTo>
                    <a:pt x="639" y="427"/>
                  </a:lnTo>
                  <a:lnTo>
                    <a:pt x="604" y="465"/>
                  </a:lnTo>
                  <a:lnTo>
                    <a:pt x="522" y="550"/>
                  </a:lnTo>
                  <a:lnTo>
                    <a:pt x="377" y="700"/>
                  </a:lnTo>
                  <a:lnTo>
                    <a:pt x="377" y="700"/>
                  </a:lnTo>
                  <a:close/>
                </a:path>
              </a:pathLst>
            </a:custGeom>
            <a:solidFill>
              <a:srgbClr val="00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Freeform 346">
              <a:extLst>
                <a:ext uri="{FF2B5EF4-FFF2-40B4-BE49-F238E27FC236}">
                  <a16:creationId xmlns:a16="http://schemas.microsoft.com/office/drawing/2014/main" id="{AE5106B4-BBF1-4542-AEAC-8637FF3C1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443" y="2760664"/>
              <a:ext cx="136525" cy="155575"/>
            </a:xfrm>
            <a:custGeom>
              <a:avLst/>
              <a:gdLst>
                <a:gd name="T0" fmla="*/ 87 w 172"/>
                <a:gd name="T1" fmla="*/ 187 h 195"/>
                <a:gd name="T2" fmla="*/ 87 w 172"/>
                <a:gd name="T3" fmla="*/ 187 h 195"/>
                <a:gd name="T4" fmla="*/ 96 w 172"/>
                <a:gd name="T5" fmla="*/ 184 h 195"/>
                <a:gd name="T6" fmla="*/ 115 w 172"/>
                <a:gd name="T7" fmla="*/ 170 h 195"/>
                <a:gd name="T8" fmla="*/ 127 w 172"/>
                <a:gd name="T9" fmla="*/ 161 h 195"/>
                <a:gd name="T10" fmla="*/ 139 w 172"/>
                <a:gd name="T11" fmla="*/ 150 h 195"/>
                <a:gd name="T12" fmla="*/ 150 w 172"/>
                <a:gd name="T13" fmla="*/ 138 h 195"/>
                <a:gd name="T14" fmla="*/ 161 w 172"/>
                <a:gd name="T15" fmla="*/ 123 h 195"/>
                <a:gd name="T16" fmla="*/ 161 w 172"/>
                <a:gd name="T17" fmla="*/ 123 h 195"/>
                <a:gd name="T18" fmla="*/ 165 w 172"/>
                <a:gd name="T19" fmla="*/ 117 h 195"/>
                <a:gd name="T20" fmla="*/ 167 w 172"/>
                <a:gd name="T21" fmla="*/ 110 h 195"/>
                <a:gd name="T22" fmla="*/ 171 w 172"/>
                <a:gd name="T23" fmla="*/ 96 h 195"/>
                <a:gd name="T24" fmla="*/ 172 w 172"/>
                <a:gd name="T25" fmla="*/ 79 h 195"/>
                <a:gd name="T26" fmla="*/ 172 w 172"/>
                <a:gd name="T27" fmla="*/ 63 h 195"/>
                <a:gd name="T28" fmla="*/ 171 w 172"/>
                <a:gd name="T29" fmla="*/ 47 h 195"/>
                <a:gd name="T30" fmla="*/ 170 w 172"/>
                <a:gd name="T31" fmla="*/ 33 h 195"/>
                <a:gd name="T32" fmla="*/ 165 w 172"/>
                <a:gd name="T33" fmla="*/ 11 h 195"/>
                <a:gd name="T34" fmla="*/ 165 w 172"/>
                <a:gd name="T35" fmla="*/ 11 h 195"/>
                <a:gd name="T36" fmla="*/ 164 w 172"/>
                <a:gd name="T37" fmla="*/ 7 h 195"/>
                <a:gd name="T38" fmla="*/ 161 w 172"/>
                <a:gd name="T39" fmla="*/ 5 h 195"/>
                <a:gd name="T40" fmla="*/ 159 w 172"/>
                <a:gd name="T41" fmla="*/ 2 h 195"/>
                <a:gd name="T42" fmla="*/ 155 w 172"/>
                <a:gd name="T43" fmla="*/ 1 h 195"/>
                <a:gd name="T44" fmla="*/ 155 w 172"/>
                <a:gd name="T45" fmla="*/ 1 h 195"/>
                <a:gd name="T46" fmla="*/ 144 w 172"/>
                <a:gd name="T47" fmla="*/ 0 h 195"/>
                <a:gd name="T48" fmla="*/ 137 w 172"/>
                <a:gd name="T49" fmla="*/ 1 h 195"/>
                <a:gd name="T50" fmla="*/ 131 w 172"/>
                <a:gd name="T51" fmla="*/ 1 h 195"/>
                <a:gd name="T52" fmla="*/ 122 w 172"/>
                <a:gd name="T53" fmla="*/ 4 h 195"/>
                <a:gd name="T54" fmla="*/ 114 w 172"/>
                <a:gd name="T55" fmla="*/ 7 h 195"/>
                <a:gd name="T56" fmla="*/ 106 w 172"/>
                <a:gd name="T57" fmla="*/ 12 h 195"/>
                <a:gd name="T58" fmla="*/ 97 w 172"/>
                <a:gd name="T59" fmla="*/ 18 h 195"/>
                <a:gd name="T60" fmla="*/ 97 w 172"/>
                <a:gd name="T61" fmla="*/ 18 h 195"/>
                <a:gd name="T62" fmla="*/ 86 w 172"/>
                <a:gd name="T63" fmla="*/ 28 h 195"/>
                <a:gd name="T64" fmla="*/ 76 w 172"/>
                <a:gd name="T65" fmla="*/ 33 h 195"/>
                <a:gd name="T66" fmla="*/ 68 w 172"/>
                <a:gd name="T67" fmla="*/ 35 h 195"/>
                <a:gd name="T68" fmla="*/ 61 w 172"/>
                <a:gd name="T69" fmla="*/ 37 h 195"/>
                <a:gd name="T70" fmla="*/ 55 w 172"/>
                <a:gd name="T71" fmla="*/ 39 h 195"/>
                <a:gd name="T72" fmla="*/ 49 w 172"/>
                <a:gd name="T73" fmla="*/ 40 h 195"/>
                <a:gd name="T74" fmla="*/ 41 w 172"/>
                <a:gd name="T75" fmla="*/ 42 h 195"/>
                <a:gd name="T76" fmla="*/ 34 w 172"/>
                <a:gd name="T77" fmla="*/ 48 h 195"/>
                <a:gd name="T78" fmla="*/ 34 w 172"/>
                <a:gd name="T79" fmla="*/ 48 h 195"/>
                <a:gd name="T80" fmla="*/ 29 w 172"/>
                <a:gd name="T81" fmla="*/ 53 h 195"/>
                <a:gd name="T82" fmla="*/ 26 w 172"/>
                <a:gd name="T83" fmla="*/ 58 h 195"/>
                <a:gd name="T84" fmla="*/ 18 w 172"/>
                <a:gd name="T85" fmla="*/ 74 h 195"/>
                <a:gd name="T86" fmla="*/ 12 w 172"/>
                <a:gd name="T87" fmla="*/ 91 h 195"/>
                <a:gd name="T88" fmla="*/ 6 w 172"/>
                <a:gd name="T89" fmla="*/ 110 h 195"/>
                <a:gd name="T90" fmla="*/ 3 w 172"/>
                <a:gd name="T91" fmla="*/ 129 h 195"/>
                <a:gd name="T92" fmla="*/ 0 w 172"/>
                <a:gd name="T93" fmla="*/ 146 h 195"/>
                <a:gd name="T94" fmla="*/ 0 w 172"/>
                <a:gd name="T95" fmla="*/ 161 h 195"/>
                <a:gd name="T96" fmla="*/ 2 w 172"/>
                <a:gd name="T97" fmla="*/ 170 h 195"/>
                <a:gd name="T98" fmla="*/ 2 w 172"/>
                <a:gd name="T99" fmla="*/ 170 h 195"/>
                <a:gd name="T100" fmla="*/ 4 w 172"/>
                <a:gd name="T101" fmla="*/ 178 h 195"/>
                <a:gd name="T102" fmla="*/ 9 w 172"/>
                <a:gd name="T103" fmla="*/ 184 h 195"/>
                <a:gd name="T104" fmla="*/ 14 w 172"/>
                <a:gd name="T105" fmla="*/ 187 h 195"/>
                <a:gd name="T106" fmla="*/ 21 w 172"/>
                <a:gd name="T107" fmla="*/ 191 h 195"/>
                <a:gd name="T108" fmla="*/ 27 w 172"/>
                <a:gd name="T109" fmla="*/ 193 h 195"/>
                <a:gd name="T110" fmla="*/ 34 w 172"/>
                <a:gd name="T111" fmla="*/ 195 h 195"/>
                <a:gd name="T112" fmla="*/ 49 w 172"/>
                <a:gd name="T113" fmla="*/ 195 h 195"/>
                <a:gd name="T114" fmla="*/ 63 w 172"/>
                <a:gd name="T115" fmla="*/ 193 h 195"/>
                <a:gd name="T116" fmla="*/ 75 w 172"/>
                <a:gd name="T117" fmla="*/ 191 h 195"/>
                <a:gd name="T118" fmla="*/ 87 w 172"/>
                <a:gd name="T119" fmla="*/ 187 h 195"/>
                <a:gd name="T120" fmla="*/ 87 w 172"/>
                <a:gd name="T121" fmla="*/ 18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2" h="195">
                  <a:moveTo>
                    <a:pt x="87" y="187"/>
                  </a:moveTo>
                  <a:lnTo>
                    <a:pt x="87" y="187"/>
                  </a:lnTo>
                  <a:lnTo>
                    <a:pt x="96" y="184"/>
                  </a:lnTo>
                  <a:lnTo>
                    <a:pt x="115" y="170"/>
                  </a:lnTo>
                  <a:lnTo>
                    <a:pt x="127" y="161"/>
                  </a:lnTo>
                  <a:lnTo>
                    <a:pt x="139" y="150"/>
                  </a:lnTo>
                  <a:lnTo>
                    <a:pt x="150" y="138"/>
                  </a:lnTo>
                  <a:lnTo>
                    <a:pt x="161" y="123"/>
                  </a:lnTo>
                  <a:lnTo>
                    <a:pt x="161" y="123"/>
                  </a:lnTo>
                  <a:lnTo>
                    <a:pt x="165" y="117"/>
                  </a:lnTo>
                  <a:lnTo>
                    <a:pt x="167" y="110"/>
                  </a:lnTo>
                  <a:lnTo>
                    <a:pt x="171" y="96"/>
                  </a:lnTo>
                  <a:lnTo>
                    <a:pt x="172" y="79"/>
                  </a:lnTo>
                  <a:lnTo>
                    <a:pt x="172" y="63"/>
                  </a:lnTo>
                  <a:lnTo>
                    <a:pt x="171" y="47"/>
                  </a:lnTo>
                  <a:lnTo>
                    <a:pt x="170" y="33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4" y="7"/>
                  </a:lnTo>
                  <a:lnTo>
                    <a:pt x="161" y="5"/>
                  </a:lnTo>
                  <a:lnTo>
                    <a:pt x="159" y="2"/>
                  </a:lnTo>
                  <a:lnTo>
                    <a:pt x="155" y="1"/>
                  </a:lnTo>
                  <a:lnTo>
                    <a:pt x="155" y="1"/>
                  </a:lnTo>
                  <a:lnTo>
                    <a:pt x="144" y="0"/>
                  </a:lnTo>
                  <a:lnTo>
                    <a:pt x="137" y="1"/>
                  </a:lnTo>
                  <a:lnTo>
                    <a:pt x="131" y="1"/>
                  </a:lnTo>
                  <a:lnTo>
                    <a:pt x="122" y="4"/>
                  </a:lnTo>
                  <a:lnTo>
                    <a:pt x="114" y="7"/>
                  </a:lnTo>
                  <a:lnTo>
                    <a:pt x="106" y="12"/>
                  </a:lnTo>
                  <a:lnTo>
                    <a:pt x="97" y="18"/>
                  </a:lnTo>
                  <a:lnTo>
                    <a:pt x="97" y="18"/>
                  </a:lnTo>
                  <a:lnTo>
                    <a:pt x="86" y="28"/>
                  </a:lnTo>
                  <a:lnTo>
                    <a:pt x="76" y="33"/>
                  </a:lnTo>
                  <a:lnTo>
                    <a:pt x="68" y="35"/>
                  </a:lnTo>
                  <a:lnTo>
                    <a:pt x="61" y="37"/>
                  </a:lnTo>
                  <a:lnTo>
                    <a:pt x="55" y="39"/>
                  </a:lnTo>
                  <a:lnTo>
                    <a:pt x="49" y="40"/>
                  </a:lnTo>
                  <a:lnTo>
                    <a:pt x="41" y="42"/>
                  </a:lnTo>
                  <a:lnTo>
                    <a:pt x="34" y="48"/>
                  </a:lnTo>
                  <a:lnTo>
                    <a:pt x="34" y="48"/>
                  </a:lnTo>
                  <a:lnTo>
                    <a:pt x="29" y="53"/>
                  </a:lnTo>
                  <a:lnTo>
                    <a:pt x="26" y="58"/>
                  </a:lnTo>
                  <a:lnTo>
                    <a:pt x="18" y="74"/>
                  </a:lnTo>
                  <a:lnTo>
                    <a:pt x="12" y="91"/>
                  </a:lnTo>
                  <a:lnTo>
                    <a:pt x="6" y="110"/>
                  </a:lnTo>
                  <a:lnTo>
                    <a:pt x="3" y="129"/>
                  </a:lnTo>
                  <a:lnTo>
                    <a:pt x="0" y="146"/>
                  </a:lnTo>
                  <a:lnTo>
                    <a:pt x="0" y="161"/>
                  </a:lnTo>
                  <a:lnTo>
                    <a:pt x="2" y="170"/>
                  </a:lnTo>
                  <a:lnTo>
                    <a:pt x="2" y="170"/>
                  </a:lnTo>
                  <a:lnTo>
                    <a:pt x="4" y="178"/>
                  </a:lnTo>
                  <a:lnTo>
                    <a:pt x="9" y="184"/>
                  </a:lnTo>
                  <a:lnTo>
                    <a:pt x="14" y="187"/>
                  </a:lnTo>
                  <a:lnTo>
                    <a:pt x="21" y="191"/>
                  </a:lnTo>
                  <a:lnTo>
                    <a:pt x="27" y="193"/>
                  </a:lnTo>
                  <a:lnTo>
                    <a:pt x="34" y="195"/>
                  </a:lnTo>
                  <a:lnTo>
                    <a:pt x="49" y="195"/>
                  </a:lnTo>
                  <a:lnTo>
                    <a:pt x="63" y="193"/>
                  </a:lnTo>
                  <a:lnTo>
                    <a:pt x="75" y="191"/>
                  </a:lnTo>
                  <a:lnTo>
                    <a:pt x="87" y="187"/>
                  </a:lnTo>
                  <a:lnTo>
                    <a:pt x="87" y="187"/>
                  </a:lnTo>
                  <a:close/>
                </a:path>
              </a:pathLst>
            </a:custGeom>
            <a:solidFill>
              <a:srgbClr val="FF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Freeform 347">
              <a:extLst>
                <a:ext uri="{FF2B5EF4-FFF2-40B4-BE49-F238E27FC236}">
                  <a16:creationId xmlns:a16="http://schemas.microsoft.com/office/drawing/2014/main" id="{E42C821D-9922-4545-B044-1B4662EF6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954" y="3432177"/>
              <a:ext cx="508000" cy="492125"/>
            </a:xfrm>
            <a:custGeom>
              <a:avLst/>
              <a:gdLst>
                <a:gd name="T0" fmla="*/ 227 w 640"/>
                <a:gd name="T1" fmla="*/ 620 h 620"/>
                <a:gd name="T2" fmla="*/ 0 w 640"/>
                <a:gd name="T3" fmla="*/ 359 h 620"/>
                <a:gd name="T4" fmla="*/ 414 w 640"/>
                <a:gd name="T5" fmla="*/ 0 h 620"/>
                <a:gd name="T6" fmla="*/ 640 w 640"/>
                <a:gd name="T7" fmla="*/ 261 h 620"/>
                <a:gd name="T8" fmla="*/ 227 w 640"/>
                <a:gd name="T9" fmla="*/ 62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0" h="620">
                  <a:moveTo>
                    <a:pt x="227" y="620"/>
                  </a:moveTo>
                  <a:lnTo>
                    <a:pt x="0" y="359"/>
                  </a:lnTo>
                  <a:lnTo>
                    <a:pt x="414" y="0"/>
                  </a:lnTo>
                  <a:lnTo>
                    <a:pt x="640" y="261"/>
                  </a:lnTo>
                  <a:lnTo>
                    <a:pt x="227" y="6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Freeform 348">
              <a:extLst>
                <a:ext uri="{FF2B5EF4-FFF2-40B4-BE49-F238E27FC236}">
                  <a16:creationId xmlns:a16="http://schemas.microsoft.com/office/drawing/2014/main" id="{125C315E-7FFF-7242-B396-54A0F6EA0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667" y="3505202"/>
              <a:ext cx="176213" cy="115888"/>
            </a:xfrm>
            <a:custGeom>
              <a:avLst/>
              <a:gdLst>
                <a:gd name="T0" fmla="*/ 68 w 221"/>
                <a:gd name="T1" fmla="*/ 0 h 145"/>
                <a:gd name="T2" fmla="*/ 68 w 221"/>
                <a:gd name="T3" fmla="*/ 0 h 145"/>
                <a:gd name="T4" fmla="*/ 77 w 221"/>
                <a:gd name="T5" fmla="*/ 0 h 145"/>
                <a:gd name="T6" fmla="*/ 100 w 221"/>
                <a:gd name="T7" fmla="*/ 3 h 145"/>
                <a:gd name="T8" fmla="*/ 116 w 221"/>
                <a:gd name="T9" fmla="*/ 5 h 145"/>
                <a:gd name="T10" fmla="*/ 132 w 221"/>
                <a:gd name="T11" fmla="*/ 9 h 145"/>
                <a:gd name="T12" fmla="*/ 148 w 221"/>
                <a:gd name="T13" fmla="*/ 13 h 145"/>
                <a:gd name="T14" fmla="*/ 163 w 221"/>
                <a:gd name="T15" fmla="*/ 22 h 145"/>
                <a:gd name="T16" fmla="*/ 163 w 221"/>
                <a:gd name="T17" fmla="*/ 22 h 145"/>
                <a:gd name="T18" fmla="*/ 169 w 221"/>
                <a:gd name="T19" fmla="*/ 26 h 145"/>
                <a:gd name="T20" fmla="*/ 175 w 221"/>
                <a:gd name="T21" fmla="*/ 30 h 145"/>
                <a:gd name="T22" fmla="*/ 186 w 221"/>
                <a:gd name="T23" fmla="*/ 41 h 145"/>
                <a:gd name="T24" fmla="*/ 195 w 221"/>
                <a:gd name="T25" fmla="*/ 55 h 145"/>
                <a:gd name="T26" fmla="*/ 203 w 221"/>
                <a:gd name="T27" fmla="*/ 69 h 145"/>
                <a:gd name="T28" fmla="*/ 209 w 221"/>
                <a:gd name="T29" fmla="*/ 84 h 145"/>
                <a:gd name="T30" fmla="*/ 214 w 221"/>
                <a:gd name="T31" fmla="*/ 97 h 145"/>
                <a:gd name="T32" fmla="*/ 221 w 221"/>
                <a:gd name="T33" fmla="*/ 117 h 145"/>
                <a:gd name="T34" fmla="*/ 221 w 221"/>
                <a:gd name="T35" fmla="*/ 117 h 145"/>
                <a:gd name="T36" fmla="*/ 221 w 221"/>
                <a:gd name="T37" fmla="*/ 121 h 145"/>
                <a:gd name="T38" fmla="*/ 221 w 221"/>
                <a:gd name="T39" fmla="*/ 125 h 145"/>
                <a:gd name="T40" fmla="*/ 220 w 221"/>
                <a:gd name="T41" fmla="*/ 128 h 145"/>
                <a:gd name="T42" fmla="*/ 218 w 221"/>
                <a:gd name="T43" fmla="*/ 131 h 145"/>
                <a:gd name="T44" fmla="*/ 218 w 221"/>
                <a:gd name="T45" fmla="*/ 131 h 145"/>
                <a:gd name="T46" fmla="*/ 208 w 221"/>
                <a:gd name="T47" fmla="*/ 137 h 145"/>
                <a:gd name="T48" fmla="*/ 202 w 221"/>
                <a:gd name="T49" fmla="*/ 140 h 145"/>
                <a:gd name="T50" fmla="*/ 196 w 221"/>
                <a:gd name="T51" fmla="*/ 143 h 145"/>
                <a:gd name="T52" fmla="*/ 187 w 221"/>
                <a:gd name="T53" fmla="*/ 144 h 145"/>
                <a:gd name="T54" fmla="*/ 179 w 221"/>
                <a:gd name="T55" fmla="*/ 145 h 145"/>
                <a:gd name="T56" fmla="*/ 169 w 221"/>
                <a:gd name="T57" fmla="*/ 145 h 145"/>
                <a:gd name="T58" fmla="*/ 158 w 221"/>
                <a:gd name="T59" fmla="*/ 144 h 145"/>
                <a:gd name="T60" fmla="*/ 158 w 221"/>
                <a:gd name="T61" fmla="*/ 144 h 145"/>
                <a:gd name="T62" fmla="*/ 151 w 221"/>
                <a:gd name="T63" fmla="*/ 142 h 145"/>
                <a:gd name="T64" fmla="*/ 145 w 221"/>
                <a:gd name="T65" fmla="*/ 139 h 145"/>
                <a:gd name="T66" fmla="*/ 134 w 221"/>
                <a:gd name="T67" fmla="*/ 134 h 145"/>
                <a:gd name="T68" fmla="*/ 127 w 221"/>
                <a:gd name="T69" fmla="*/ 127 h 145"/>
                <a:gd name="T70" fmla="*/ 121 w 221"/>
                <a:gd name="T71" fmla="*/ 120 h 145"/>
                <a:gd name="T72" fmla="*/ 116 w 221"/>
                <a:gd name="T73" fmla="*/ 113 h 145"/>
                <a:gd name="T74" fmla="*/ 110 w 221"/>
                <a:gd name="T75" fmla="*/ 107 h 145"/>
                <a:gd name="T76" fmla="*/ 103 w 221"/>
                <a:gd name="T77" fmla="*/ 101 h 145"/>
                <a:gd name="T78" fmla="*/ 99 w 221"/>
                <a:gd name="T79" fmla="*/ 99 h 145"/>
                <a:gd name="T80" fmla="*/ 94 w 221"/>
                <a:gd name="T81" fmla="*/ 97 h 145"/>
                <a:gd name="T82" fmla="*/ 94 w 221"/>
                <a:gd name="T83" fmla="*/ 97 h 145"/>
                <a:gd name="T84" fmla="*/ 68 w 221"/>
                <a:gd name="T85" fmla="*/ 91 h 145"/>
                <a:gd name="T86" fmla="*/ 53 w 221"/>
                <a:gd name="T87" fmla="*/ 87 h 145"/>
                <a:gd name="T88" fmla="*/ 39 w 221"/>
                <a:gd name="T89" fmla="*/ 82 h 145"/>
                <a:gd name="T90" fmla="*/ 24 w 221"/>
                <a:gd name="T91" fmla="*/ 76 h 145"/>
                <a:gd name="T92" fmla="*/ 13 w 221"/>
                <a:gd name="T93" fmla="*/ 70 h 145"/>
                <a:gd name="T94" fmla="*/ 5 w 221"/>
                <a:gd name="T95" fmla="*/ 64 h 145"/>
                <a:gd name="T96" fmla="*/ 2 w 221"/>
                <a:gd name="T97" fmla="*/ 61 h 145"/>
                <a:gd name="T98" fmla="*/ 1 w 221"/>
                <a:gd name="T99" fmla="*/ 57 h 145"/>
                <a:gd name="T100" fmla="*/ 1 w 221"/>
                <a:gd name="T101" fmla="*/ 57 h 145"/>
                <a:gd name="T102" fmla="*/ 0 w 221"/>
                <a:gd name="T103" fmla="*/ 50 h 145"/>
                <a:gd name="T104" fmla="*/ 1 w 221"/>
                <a:gd name="T105" fmla="*/ 42 h 145"/>
                <a:gd name="T106" fmla="*/ 5 w 221"/>
                <a:gd name="T107" fmla="*/ 36 h 145"/>
                <a:gd name="T108" fmla="*/ 8 w 221"/>
                <a:gd name="T109" fmla="*/ 30 h 145"/>
                <a:gd name="T110" fmla="*/ 13 w 221"/>
                <a:gd name="T111" fmla="*/ 26 h 145"/>
                <a:gd name="T112" fmla="*/ 19 w 221"/>
                <a:gd name="T113" fmla="*/ 21 h 145"/>
                <a:gd name="T114" fmla="*/ 31 w 221"/>
                <a:gd name="T115" fmla="*/ 13 h 145"/>
                <a:gd name="T116" fmla="*/ 45 w 221"/>
                <a:gd name="T117" fmla="*/ 7 h 145"/>
                <a:gd name="T118" fmla="*/ 57 w 221"/>
                <a:gd name="T119" fmla="*/ 4 h 145"/>
                <a:gd name="T120" fmla="*/ 68 w 221"/>
                <a:gd name="T121" fmla="*/ 0 h 145"/>
                <a:gd name="T122" fmla="*/ 68 w 221"/>
                <a:gd name="T123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145">
                  <a:moveTo>
                    <a:pt x="68" y="0"/>
                  </a:moveTo>
                  <a:lnTo>
                    <a:pt x="68" y="0"/>
                  </a:lnTo>
                  <a:lnTo>
                    <a:pt x="77" y="0"/>
                  </a:lnTo>
                  <a:lnTo>
                    <a:pt x="100" y="3"/>
                  </a:lnTo>
                  <a:lnTo>
                    <a:pt x="116" y="5"/>
                  </a:lnTo>
                  <a:lnTo>
                    <a:pt x="132" y="9"/>
                  </a:lnTo>
                  <a:lnTo>
                    <a:pt x="148" y="13"/>
                  </a:lnTo>
                  <a:lnTo>
                    <a:pt x="163" y="22"/>
                  </a:lnTo>
                  <a:lnTo>
                    <a:pt x="163" y="22"/>
                  </a:lnTo>
                  <a:lnTo>
                    <a:pt x="169" y="26"/>
                  </a:lnTo>
                  <a:lnTo>
                    <a:pt x="175" y="30"/>
                  </a:lnTo>
                  <a:lnTo>
                    <a:pt x="186" y="41"/>
                  </a:lnTo>
                  <a:lnTo>
                    <a:pt x="195" y="55"/>
                  </a:lnTo>
                  <a:lnTo>
                    <a:pt x="203" y="69"/>
                  </a:lnTo>
                  <a:lnTo>
                    <a:pt x="209" y="84"/>
                  </a:lnTo>
                  <a:lnTo>
                    <a:pt x="214" y="97"/>
                  </a:lnTo>
                  <a:lnTo>
                    <a:pt x="221" y="117"/>
                  </a:lnTo>
                  <a:lnTo>
                    <a:pt x="221" y="117"/>
                  </a:lnTo>
                  <a:lnTo>
                    <a:pt x="221" y="121"/>
                  </a:lnTo>
                  <a:lnTo>
                    <a:pt x="221" y="125"/>
                  </a:lnTo>
                  <a:lnTo>
                    <a:pt x="220" y="128"/>
                  </a:lnTo>
                  <a:lnTo>
                    <a:pt x="218" y="131"/>
                  </a:lnTo>
                  <a:lnTo>
                    <a:pt x="218" y="131"/>
                  </a:lnTo>
                  <a:lnTo>
                    <a:pt x="208" y="137"/>
                  </a:lnTo>
                  <a:lnTo>
                    <a:pt x="202" y="140"/>
                  </a:lnTo>
                  <a:lnTo>
                    <a:pt x="196" y="143"/>
                  </a:lnTo>
                  <a:lnTo>
                    <a:pt x="187" y="144"/>
                  </a:lnTo>
                  <a:lnTo>
                    <a:pt x="179" y="145"/>
                  </a:lnTo>
                  <a:lnTo>
                    <a:pt x="169" y="145"/>
                  </a:lnTo>
                  <a:lnTo>
                    <a:pt x="158" y="144"/>
                  </a:lnTo>
                  <a:lnTo>
                    <a:pt x="158" y="144"/>
                  </a:lnTo>
                  <a:lnTo>
                    <a:pt x="151" y="142"/>
                  </a:lnTo>
                  <a:lnTo>
                    <a:pt x="145" y="139"/>
                  </a:lnTo>
                  <a:lnTo>
                    <a:pt x="134" y="134"/>
                  </a:lnTo>
                  <a:lnTo>
                    <a:pt x="127" y="127"/>
                  </a:lnTo>
                  <a:lnTo>
                    <a:pt x="121" y="120"/>
                  </a:lnTo>
                  <a:lnTo>
                    <a:pt x="116" y="113"/>
                  </a:lnTo>
                  <a:lnTo>
                    <a:pt x="110" y="107"/>
                  </a:lnTo>
                  <a:lnTo>
                    <a:pt x="103" y="101"/>
                  </a:lnTo>
                  <a:lnTo>
                    <a:pt x="99" y="99"/>
                  </a:lnTo>
                  <a:lnTo>
                    <a:pt x="94" y="97"/>
                  </a:lnTo>
                  <a:lnTo>
                    <a:pt x="94" y="97"/>
                  </a:lnTo>
                  <a:lnTo>
                    <a:pt x="68" y="91"/>
                  </a:lnTo>
                  <a:lnTo>
                    <a:pt x="53" y="87"/>
                  </a:lnTo>
                  <a:lnTo>
                    <a:pt x="39" y="82"/>
                  </a:lnTo>
                  <a:lnTo>
                    <a:pt x="24" y="76"/>
                  </a:lnTo>
                  <a:lnTo>
                    <a:pt x="13" y="70"/>
                  </a:lnTo>
                  <a:lnTo>
                    <a:pt x="5" y="64"/>
                  </a:lnTo>
                  <a:lnTo>
                    <a:pt x="2" y="61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0" y="50"/>
                  </a:lnTo>
                  <a:lnTo>
                    <a:pt x="1" y="42"/>
                  </a:lnTo>
                  <a:lnTo>
                    <a:pt x="5" y="36"/>
                  </a:lnTo>
                  <a:lnTo>
                    <a:pt x="8" y="30"/>
                  </a:lnTo>
                  <a:lnTo>
                    <a:pt x="13" y="26"/>
                  </a:lnTo>
                  <a:lnTo>
                    <a:pt x="19" y="21"/>
                  </a:lnTo>
                  <a:lnTo>
                    <a:pt x="31" y="13"/>
                  </a:lnTo>
                  <a:lnTo>
                    <a:pt x="45" y="7"/>
                  </a:lnTo>
                  <a:lnTo>
                    <a:pt x="57" y="4"/>
                  </a:lnTo>
                  <a:lnTo>
                    <a:pt x="68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Freeform 349">
              <a:extLst>
                <a:ext uri="{FF2B5EF4-FFF2-40B4-BE49-F238E27FC236}">
                  <a16:creationId xmlns:a16="http://schemas.microsoft.com/office/drawing/2014/main" id="{1E8503F8-3EBF-D444-B948-7C5DB3BB0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217" y="2520951"/>
              <a:ext cx="22225" cy="46038"/>
            </a:xfrm>
            <a:custGeom>
              <a:avLst/>
              <a:gdLst>
                <a:gd name="T0" fmla="*/ 0 w 27"/>
                <a:gd name="T1" fmla="*/ 0 h 60"/>
                <a:gd name="T2" fmla="*/ 0 w 27"/>
                <a:gd name="T3" fmla="*/ 0 h 60"/>
                <a:gd name="T4" fmla="*/ 5 w 27"/>
                <a:gd name="T5" fmla="*/ 15 h 60"/>
                <a:gd name="T6" fmla="*/ 9 w 27"/>
                <a:gd name="T7" fmla="*/ 26 h 60"/>
                <a:gd name="T8" fmla="*/ 11 w 27"/>
                <a:gd name="T9" fmla="*/ 29 h 60"/>
                <a:gd name="T10" fmla="*/ 13 w 27"/>
                <a:gd name="T11" fmla="*/ 32 h 60"/>
                <a:gd name="T12" fmla="*/ 13 w 27"/>
                <a:gd name="T13" fmla="*/ 32 h 60"/>
                <a:gd name="T14" fmla="*/ 21 w 27"/>
                <a:gd name="T15" fmla="*/ 37 h 60"/>
                <a:gd name="T16" fmla="*/ 25 w 27"/>
                <a:gd name="T17" fmla="*/ 39 h 60"/>
                <a:gd name="T18" fmla="*/ 27 w 27"/>
                <a:gd name="T19" fmla="*/ 43 h 60"/>
                <a:gd name="T20" fmla="*/ 27 w 27"/>
                <a:gd name="T21" fmla="*/ 43 h 60"/>
                <a:gd name="T22" fmla="*/ 27 w 27"/>
                <a:gd name="T23" fmla="*/ 45 h 60"/>
                <a:gd name="T24" fmla="*/ 26 w 27"/>
                <a:gd name="T25" fmla="*/ 48 h 60"/>
                <a:gd name="T26" fmla="*/ 22 w 27"/>
                <a:gd name="T27" fmla="*/ 52 h 60"/>
                <a:gd name="T28" fmla="*/ 16 w 27"/>
                <a:gd name="T29" fmla="*/ 57 h 60"/>
                <a:gd name="T30" fmla="*/ 10 w 27"/>
                <a:gd name="T31" fmla="*/ 60 h 60"/>
                <a:gd name="T32" fmla="*/ 10 w 27"/>
                <a:gd name="T33" fmla="*/ 60 h 60"/>
                <a:gd name="T34" fmla="*/ 15 w 27"/>
                <a:gd name="T35" fmla="*/ 55 h 60"/>
                <a:gd name="T36" fmla="*/ 20 w 27"/>
                <a:gd name="T37" fmla="*/ 50 h 60"/>
                <a:gd name="T38" fmla="*/ 22 w 27"/>
                <a:gd name="T39" fmla="*/ 46 h 60"/>
                <a:gd name="T40" fmla="*/ 22 w 27"/>
                <a:gd name="T41" fmla="*/ 46 h 60"/>
                <a:gd name="T42" fmla="*/ 21 w 27"/>
                <a:gd name="T43" fmla="*/ 44 h 60"/>
                <a:gd name="T44" fmla="*/ 20 w 27"/>
                <a:gd name="T45" fmla="*/ 43 h 60"/>
                <a:gd name="T46" fmla="*/ 16 w 27"/>
                <a:gd name="T47" fmla="*/ 39 h 60"/>
                <a:gd name="T48" fmla="*/ 13 w 27"/>
                <a:gd name="T49" fmla="*/ 37 h 60"/>
                <a:gd name="T50" fmla="*/ 10 w 27"/>
                <a:gd name="T51" fmla="*/ 34 h 60"/>
                <a:gd name="T52" fmla="*/ 10 w 27"/>
                <a:gd name="T53" fmla="*/ 34 h 60"/>
                <a:gd name="T54" fmla="*/ 8 w 27"/>
                <a:gd name="T55" fmla="*/ 32 h 60"/>
                <a:gd name="T56" fmla="*/ 4 w 27"/>
                <a:gd name="T57" fmla="*/ 25 h 60"/>
                <a:gd name="T58" fmla="*/ 3 w 27"/>
                <a:gd name="T59" fmla="*/ 21 h 60"/>
                <a:gd name="T60" fmla="*/ 2 w 27"/>
                <a:gd name="T61" fmla="*/ 15 h 60"/>
                <a:gd name="T62" fmla="*/ 0 w 27"/>
                <a:gd name="T63" fmla="*/ 9 h 60"/>
                <a:gd name="T64" fmla="*/ 0 w 27"/>
                <a:gd name="T65" fmla="*/ 0 h 60"/>
                <a:gd name="T66" fmla="*/ 0 w 27"/>
                <a:gd name="T6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" h="60">
                  <a:moveTo>
                    <a:pt x="0" y="0"/>
                  </a:moveTo>
                  <a:lnTo>
                    <a:pt x="0" y="0"/>
                  </a:lnTo>
                  <a:lnTo>
                    <a:pt x="5" y="15"/>
                  </a:lnTo>
                  <a:lnTo>
                    <a:pt x="9" y="26"/>
                  </a:lnTo>
                  <a:lnTo>
                    <a:pt x="11" y="29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21" y="37"/>
                  </a:lnTo>
                  <a:lnTo>
                    <a:pt x="25" y="39"/>
                  </a:lnTo>
                  <a:lnTo>
                    <a:pt x="27" y="43"/>
                  </a:lnTo>
                  <a:lnTo>
                    <a:pt x="27" y="43"/>
                  </a:lnTo>
                  <a:lnTo>
                    <a:pt x="27" y="45"/>
                  </a:lnTo>
                  <a:lnTo>
                    <a:pt x="26" y="48"/>
                  </a:lnTo>
                  <a:lnTo>
                    <a:pt x="22" y="52"/>
                  </a:lnTo>
                  <a:lnTo>
                    <a:pt x="16" y="57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5" y="55"/>
                  </a:lnTo>
                  <a:lnTo>
                    <a:pt x="20" y="50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21" y="44"/>
                  </a:lnTo>
                  <a:lnTo>
                    <a:pt x="20" y="43"/>
                  </a:lnTo>
                  <a:lnTo>
                    <a:pt x="16" y="39"/>
                  </a:lnTo>
                  <a:lnTo>
                    <a:pt x="13" y="37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8" y="32"/>
                  </a:lnTo>
                  <a:lnTo>
                    <a:pt x="4" y="25"/>
                  </a:lnTo>
                  <a:lnTo>
                    <a:pt x="3" y="21"/>
                  </a:lnTo>
                  <a:lnTo>
                    <a:pt x="2" y="15"/>
                  </a:lnTo>
                  <a:lnTo>
                    <a:pt x="0" y="9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8F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Freeform 350">
              <a:extLst>
                <a:ext uri="{FF2B5EF4-FFF2-40B4-BE49-F238E27FC236}">
                  <a16:creationId xmlns:a16="http://schemas.microsoft.com/office/drawing/2014/main" id="{AA5C14FE-E81A-764E-8A24-5EE815F78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417" y="2508251"/>
              <a:ext cx="12700" cy="11113"/>
            </a:xfrm>
            <a:custGeom>
              <a:avLst/>
              <a:gdLst>
                <a:gd name="T0" fmla="*/ 16 w 16"/>
                <a:gd name="T1" fmla="*/ 7 h 14"/>
                <a:gd name="T2" fmla="*/ 16 w 16"/>
                <a:gd name="T3" fmla="*/ 7 h 14"/>
                <a:gd name="T4" fmla="*/ 15 w 16"/>
                <a:gd name="T5" fmla="*/ 5 h 14"/>
                <a:gd name="T6" fmla="*/ 14 w 16"/>
                <a:gd name="T7" fmla="*/ 2 h 14"/>
                <a:gd name="T8" fmla="*/ 11 w 16"/>
                <a:gd name="T9" fmla="*/ 1 h 14"/>
                <a:gd name="T10" fmla="*/ 8 w 16"/>
                <a:gd name="T11" fmla="*/ 0 h 14"/>
                <a:gd name="T12" fmla="*/ 8 w 16"/>
                <a:gd name="T13" fmla="*/ 0 h 14"/>
                <a:gd name="T14" fmla="*/ 5 w 16"/>
                <a:gd name="T15" fmla="*/ 1 h 14"/>
                <a:gd name="T16" fmla="*/ 3 w 16"/>
                <a:gd name="T17" fmla="*/ 2 h 14"/>
                <a:gd name="T18" fmla="*/ 2 w 16"/>
                <a:gd name="T19" fmla="*/ 5 h 14"/>
                <a:gd name="T20" fmla="*/ 0 w 16"/>
                <a:gd name="T21" fmla="*/ 7 h 14"/>
                <a:gd name="T22" fmla="*/ 0 w 16"/>
                <a:gd name="T23" fmla="*/ 7 h 14"/>
                <a:gd name="T24" fmla="*/ 2 w 16"/>
                <a:gd name="T25" fmla="*/ 9 h 14"/>
                <a:gd name="T26" fmla="*/ 3 w 16"/>
                <a:gd name="T27" fmla="*/ 12 h 14"/>
                <a:gd name="T28" fmla="*/ 5 w 16"/>
                <a:gd name="T29" fmla="*/ 14 h 14"/>
                <a:gd name="T30" fmla="*/ 8 w 16"/>
                <a:gd name="T31" fmla="*/ 14 h 14"/>
                <a:gd name="T32" fmla="*/ 8 w 16"/>
                <a:gd name="T33" fmla="*/ 14 h 14"/>
                <a:gd name="T34" fmla="*/ 11 w 16"/>
                <a:gd name="T35" fmla="*/ 14 h 14"/>
                <a:gd name="T36" fmla="*/ 14 w 16"/>
                <a:gd name="T37" fmla="*/ 12 h 14"/>
                <a:gd name="T38" fmla="*/ 15 w 16"/>
                <a:gd name="T39" fmla="*/ 9 h 14"/>
                <a:gd name="T40" fmla="*/ 16 w 16"/>
                <a:gd name="T41" fmla="*/ 7 h 14"/>
                <a:gd name="T42" fmla="*/ 16 w 16"/>
                <a:gd name="T4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" h="14">
                  <a:moveTo>
                    <a:pt x="16" y="7"/>
                  </a:moveTo>
                  <a:lnTo>
                    <a:pt x="16" y="7"/>
                  </a:lnTo>
                  <a:lnTo>
                    <a:pt x="15" y="5"/>
                  </a:lnTo>
                  <a:lnTo>
                    <a:pt x="14" y="2"/>
                  </a:lnTo>
                  <a:lnTo>
                    <a:pt x="11" y="1"/>
                  </a:lnTo>
                  <a:lnTo>
                    <a:pt x="8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2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9"/>
                  </a:lnTo>
                  <a:lnTo>
                    <a:pt x="3" y="12"/>
                  </a:lnTo>
                  <a:lnTo>
                    <a:pt x="5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11" y="14"/>
                  </a:lnTo>
                  <a:lnTo>
                    <a:pt x="14" y="12"/>
                  </a:lnTo>
                  <a:lnTo>
                    <a:pt x="15" y="9"/>
                  </a:lnTo>
                  <a:lnTo>
                    <a:pt x="16" y="7"/>
                  </a:lnTo>
                  <a:lnTo>
                    <a:pt x="16" y="7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Freeform 351">
              <a:extLst>
                <a:ext uri="{FF2B5EF4-FFF2-40B4-BE49-F238E27FC236}">
                  <a16:creationId xmlns:a16="http://schemas.microsoft.com/office/drawing/2014/main" id="{40D14E00-A5C9-1A4A-8750-72862E68D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092" y="2495551"/>
              <a:ext cx="9525" cy="11113"/>
            </a:xfrm>
            <a:custGeom>
              <a:avLst/>
              <a:gdLst>
                <a:gd name="T0" fmla="*/ 12 w 12"/>
                <a:gd name="T1" fmla="*/ 7 h 13"/>
                <a:gd name="T2" fmla="*/ 12 w 12"/>
                <a:gd name="T3" fmla="*/ 7 h 13"/>
                <a:gd name="T4" fmla="*/ 12 w 12"/>
                <a:gd name="T5" fmla="*/ 5 h 13"/>
                <a:gd name="T6" fmla="*/ 11 w 12"/>
                <a:gd name="T7" fmla="*/ 2 h 13"/>
                <a:gd name="T8" fmla="*/ 9 w 12"/>
                <a:gd name="T9" fmla="*/ 1 h 13"/>
                <a:gd name="T10" fmla="*/ 7 w 12"/>
                <a:gd name="T11" fmla="*/ 0 h 13"/>
                <a:gd name="T12" fmla="*/ 7 w 12"/>
                <a:gd name="T13" fmla="*/ 0 h 13"/>
                <a:gd name="T14" fmla="*/ 3 w 12"/>
                <a:gd name="T15" fmla="*/ 0 h 13"/>
                <a:gd name="T16" fmla="*/ 2 w 12"/>
                <a:gd name="T17" fmla="*/ 1 h 13"/>
                <a:gd name="T18" fmla="*/ 0 w 12"/>
                <a:gd name="T19" fmla="*/ 4 h 13"/>
                <a:gd name="T20" fmla="*/ 0 w 12"/>
                <a:gd name="T21" fmla="*/ 6 h 13"/>
                <a:gd name="T22" fmla="*/ 0 w 12"/>
                <a:gd name="T23" fmla="*/ 6 h 13"/>
                <a:gd name="T24" fmla="*/ 0 w 12"/>
                <a:gd name="T25" fmla="*/ 8 h 13"/>
                <a:gd name="T26" fmla="*/ 1 w 12"/>
                <a:gd name="T27" fmla="*/ 11 h 13"/>
                <a:gd name="T28" fmla="*/ 2 w 12"/>
                <a:gd name="T29" fmla="*/ 12 h 13"/>
                <a:gd name="T30" fmla="*/ 6 w 12"/>
                <a:gd name="T31" fmla="*/ 13 h 13"/>
                <a:gd name="T32" fmla="*/ 6 w 12"/>
                <a:gd name="T33" fmla="*/ 13 h 13"/>
                <a:gd name="T34" fmla="*/ 8 w 12"/>
                <a:gd name="T35" fmla="*/ 12 h 13"/>
                <a:gd name="T36" fmla="*/ 9 w 12"/>
                <a:gd name="T37" fmla="*/ 11 h 13"/>
                <a:gd name="T38" fmla="*/ 12 w 12"/>
                <a:gd name="T39" fmla="*/ 10 h 13"/>
                <a:gd name="T40" fmla="*/ 12 w 12"/>
                <a:gd name="T41" fmla="*/ 7 h 13"/>
                <a:gd name="T42" fmla="*/ 12 w 12"/>
                <a:gd name="T43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" h="13">
                  <a:moveTo>
                    <a:pt x="12" y="7"/>
                  </a:moveTo>
                  <a:lnTo>
                    <a:pt x="12" y="7"/>
                  </a:lnTo>
                  <a:lnTo>
                    <a:pt x="12" y="5"/>
                  </a:lnTo>
                  <a:lnTo>
                    <a:pt x="11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8"/>
                  </a:lnTo>
                  <a:lnTo>
                    <a:pt x="1" y="11"/>
                  </a:lnTo>
                  <a:lnTo>
                    <a:pt x="2" y="12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9" y="11"/>
                  </a:lnTo>
                  <a:lnTo>
                    <a:pt x="12" y="10"/>
                  </a:lnTo>
                  <a:lnTo>
                    <a:pt x="12" y="7"/>
                  </a:lnTo>
                  <a:lnTo>
                    <a:pt x="12" y="7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Freeform 352">
              <a:extLst>
                <a:ext uri="{FF2B5EF4-FFF2-40B4-BE49-F238E27FC236}">
                  <a16:creationId xmlns:a16="http://schemas.microsoft.com/office/drawing/2014/main" id="{24EC77D3-C016-0542-8FA0-48431DFDD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017" y="2481264"/>
              <a:ext cx="36513" cy="17463"/>
            </a:xfrm>
            <a:custGeom>
              <a:avLst/>
              <a:gdLst>
                <a:gd name="T0" fmla="*/ 41 w 45"/>
                <a:gd name="T1" fmla="*/ 0 h 22"/>
                <a:gd name="T2" fmla="*/ 41 w 45"/>
                <a:gd name="T3" fmla="*/ 0 h 22"/>
                <a:gd name="T4" fmla="*/ 33 w 45"/>
                <a:gd name="T5" fmla="*/ 0 h 22"/>
                <a:gd name="T6" fmla="*/ 24 w 45"/>
                <a:gd name="T7" fmla="*/ 2 h 22"/>
                <a:gd name="T8" fmla="*/ 14 w 45"/>
                <a:gd name="T9" fmla="*/ 5 h 22"/>
                <a:gd name="T10" fmla="*/ 5 w 45"/>
                <a:gd name="T11" fmla="*/ 11 h 22"/>
                <a:gd name="T12" fmla="*/ 5 w 45"/>
                <a:gd name="T13" fmla="*/ 11 h 22"/>
                <a:gd name="T14" fmla="*/ 1 w 45"/>
                <a:gd name="T15" fmla="*/ 14 h 22"/>
                <a:gd name="T16" fmla="*/ 1 w 45"/>
                <a:gd name="T17" fmla="*/ 17 h 22"/>
                <a:gd name="T18" fmla="*/ 0 w 45"/>
                <a:gd name="T19" fmla="*/ 19 h 22"/>
                <a:gd name="T20" fmla="*/ 1 w 45"/>
                <a:gd name="T21" fmla="*/ 20 h 22"/>
                <a:gd name="T22" fmla="*/ 4 w 45"/>
                <a:gd name="T23" fmla="*/ 22 h 22"/>
                <a:gd name="T24" fmla="*/ 6 w 45"/>
                <a:gd name="T25" fmla="*/ 22 h 22"/>
                <a:gd name="T26" fmla="*/ 11 w 45"/>
                <a:gd name="T27" fmla="*/ 20 h 22"/>
                <a:gd name="T28" fmla="*/ 11 w 45"/>
                <a:gd name="T29" fmla="*/ 20 h 22"/>
                <a:gd name="T30" fmla="*/ 16 w 45"/>
                <a:gd name="T31" fmla="*/ 18 h 22"/>
                <a:gd name="T32" fmla="*/ 22 w 45"/>
                <a:gd name="T33" fmla="*/ 14 h 22"/>
                <a:gd name="T34" fmla="*/ 29 w 45"/>
                <a:gd name="T35" fmla="*/ 11 h 22"/>
                <a:gd name="T36" fmla="*/ 33 w 45"/>
                <a:gd name="T37" fmla="*/ 10 h 22"/>
                <a:gd name="T38" fmla="*/ 37 w 45"/>
                <a:gd name="T39" fmla="*/ 10 h 22"/>
                <a:gd name="T40" fmla="*/ 37 w 45"/>
                <a:gd name="T41" fmla="*/ 10 h 22"/>
                <a:gd name="T42" fmla="*/ 41 w 45"/>
                <a:gd name="T43" fmla="*/ 10 h 22"/>
                <a:gd name="T44" fmla="*/ 42 w 45"/>
                <a:gd name="T45" fmla="*/ 8 h 22"/>
                <a:gd name="T46" fmla="*/ 45 w 45"/>
                <a:gd name="T47" fmla="*/ 5 h 22"/>
                <a:gd name="T48" fmla="*/ 45 w 45"/>
                <a:gd name="T49" fmla="*/ 4 h 22"/>
                <a:gd name="T50" fmla="*/ 45 w 45"/>
                <a:gd name="T51" fmla="*/ 1 h 22"/>
                <a:gd name="T52" fmla="*/ 43 w 45"/>
                <a:gd name="T53" fmla="*/ 0 h 22"/>
                <a:gd name="T54" fmla="*/ 41 w 45"/>
                <a:gd name="T55" fmla="*/ 0 h 22"/>
                <a:gd name="T56" fmla="*/ 41 w 45"/>
                <a:gd name="T5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" h="22">
                  <a:moveTo>
                    <a:pt x="41" y="0"/>
                  </a:moveTo>
                  <a:lnTo>
                    <a:pt x="41" y="0"/>
                  </a:lnTo>
                  <a:lnTo>
                    <a:pt x="33" y="0"/>
                  </a:lnTo>
                  <a:lnTo>
                    <a:pt x="24" y="2"/>
                  </a:lnTo>
                  <a:lnTo>
                    <a:pt x="14" y="5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1" y="14"/>
                  </a:lnTo>
                  <a:lnTo>
                    <a:pt x="1" y="17"/>
                  </a:lnTo>
                  <a:lnTo>
                    <a:pt x="0" y="19"/>
                  </a:lnTo>
                  <a:lnTo>
                    <a:pt x="1" y="20"/>
                  </a:lnTo>
                  <a:lnTo>
                    <a:pt x="4" y="22"/>
                  </a:lnTo>
                  <a:lnTo>
                    <a:pt x="6" y="22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6" y="18"/>
                  </a:lnTo>
                  <a:lnTo>
                    <a:pt x="22" y="14"/>
                  </a:lnTo>
                  <a:lnTo>
                    <a:pt x="29" y="11"/>
                  </a:lnTo>
                  <a:lnTo>
                    <a:pt x="33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41" y="10"/>
                  </a:lnTo>
                  <a:lnTo>
                    <a:pt x="42" y="8"/>
                  </a:lnTo>
                  <a:lnTo>
                    <a:pt x="45" y="5"/>
                  </a:lnTo>
                  <a:lnTo>
                    <a:pt x="45" y="4"/>
                  </a:lnTo>
                  <a:lnTo>
                    <a:pt x="45" y="1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Freeform 353">
              <a:extLst>
                <a:ext uri="{FF2B5EF4-FFF2-40B4-BE49-F238E27FC236}">
                  <a16:creationId xmlns:a16="http://schemas.microsoft.com/office/drawing/2014/main" id="{DAFA11DC-56AE-8E46-9E9E-76F9ED6C6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630" y="2470151"/>
              <a:ext cx="31750" cy="12700"/>
            </a:xfrm>
            <a:custGeom>
              <a:avLst/>
              <a:gdLst>
                <a:gd name="T0" fmla="*/ 2 w 40"/>
                <a:gd name="T1" fmla="*/ 7 h 14"/>
                <a:gd name="T2" fmla="*/ 2 w 40"/>
                <a:gd name="T3" fmla="*/ 7 h 14"/>
                <a:gd name="T4" fmla="*/ 9 w 40"/>
                <a:gd name="T5" fmla="*/ 4 h 14"/>
                <a:gd name="T6" fmla="*/ 16 w 40"/>
                <a:gd name="T7" fmla="*/ 2 h 14"/>
                <a:gd name="T8" fmla="*/ 23 w 40"/>
                <a:gd name="T9" fmla="*/ 0 h 14"/>
                <a:gd name="T10" fmla="*/ 33 w 40"/>
                <a:gd name="T11" fmla="*/ 1 h 14"/>
                <a:gd name="T12" fmla="*/ 33 w 40"/>
                <a:gd name="T13" fmla="*/ 1 h 14"/>
                <a:gd name="T14" fmla="*/ 38 w 40"/>
                <a:gd name="T15" fmla="*/ 2 h 14"/>
                <a:gd name="T16" fmla="*/ 40 w 40"/>
                <a:gd name="T17" fmla="*/ 4 h 14"/>
                <a:gd name="T18" fmla="*/ 40 w 40"/>
                <a:gd name="T19" fmla="*/ 7 h 14"/>
                <a:gd name="T20" fmla="*/ 39 w 40"/>
                <a:gd name="T21" fmla="*/ 8 h 14"/>
                <a:gd name="T22" fmla="*/ 36 w 40"/>
                <a:gd name="T23" fmla="*/ 9 h 14"/>
                <a:gd name="T24" fmla="*/ 33 w 40"/>
                <a:gd name="T25" fmla="*/ 10 h 14"/>
                <a:gd name="T26" fmla="*/ 33 w 40"/>
                <a:gd name="T27" fmla="*/ 10 h 14"/>
                <a:gd name="T28" fmla="*/ 28 w 40"/>
                <a:gd name="T29" fmla="*/ 10 h 14"/>
                <a:gd name="T30" fmla="*/ 22 w 40"/>
                <a:gd name="T31" fmla="*/ 9 h 14"/>
                <a:gd name="T32" fmla="*/ 16 w 40"/>
                <a:gd name="T33" fmla="*/ 10 h 14"/>
                <a:gd name="T34" fmla="*/ 9 w 40"/>
                <a:gd name="T35" fmla="*/ 13 h 14"/>
                <a:gd name="T36" fmla="*/ 9 w 40"/>
                <a:gd name="T37" fmla="*/ 13 h 14"/>
                <a:gd name="T38" fmla="*/ 6 w 40"/>
                <a:gd name="T39" fmla="*/ 14 h 14"/>
                <a:gd name="T40" fmla="*/ 4 w 40"/>
                <a:gd name="T41" fmla="*/ 14 h 14"/>
                <a:gd name="T42" fmla="*/ 1 w 40"/>
                <a:gd name="T43" fmla="*/ 12 h 14"/>
                <a:gd name="T44" fmla="*/ 0 w 40"/>
                <a:gd name="T45" fmla="*/ 9 h 14"/>
                <a:gd name="T46" fmla="*/ 0 w 40"/>
                <a:gd name="T47" fmla="*/ 8 h 14"/>
                <a:gd name="T48" fmla="*/ 2 w 40"/>
                <a:gd name="T49" fmla="*/ 7 h 14"/>
                <a:gd name="T50" fmla="*/ 2 w 40"/>
                <a:gd name="T51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14">
                  <a:moveTo>
                    <a:pt x="2" y="7"/>
                  </a:moveTo>
                  <a:lnTo>
                    <a:pt x="2" y="7"/>
                  </a:lnTo>
                  <a:lnTo>
                    <a:pt x="9" y="4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8" y="2"/>
                  </a:lnTo>
                  <a:lnTo>
                    <a:pt x="40" y="4"/>
                  </a:lnTo>
                  <a:lnTo>
                    <a:pt x="40" y="7"/>
                  </a:lnTo>
                  <a:lnTo>
                    <a:pt x="39" y="8"/>
                  </a:lnTo>
                  <a:lnTo>
                    <a:pt x="36" y="9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28" y="10"/>
                  </a:lnTo>
                  <a:lnTo>
                    <a:pt x="22" y="9"/>
                  </a:lnTo>
                  <a:lnTo>
                    <a:pt x="16" y="10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6" y="14"/>
                  </a:lnTo>
                  <a:lnTo>
                    <a:pt x="4" y="14"/>
                  </a:lnTo>
                  <a:lnTo>
                    <a:pt x="1" y="12"/>
                  </a:lnTo>
                  <a:lnTo>
                    <a:pt x="0" y="9"/>
                  </a:lnTo>
                  <a:lnTo>
                    <a:pt x="0" y="8"/>
                  </a:lnTo>
                  <a:lnTo>
                    <a:pt x="2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Freeform 354">
              <a:extLst>
                <a:ext uri="{FF2B5EF4-FFF2-40B4-BE49-F238E27FC236}">
                  <a16:creationId xmlns:a16="http://schemas.microsoft.com/office/drawing/2014/main" id="{65D44BF7-69F6-7047-9477-5CF6A0202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230" y="2579689"/>
              <a:ext cx="53975" cy="26988"/>
            </a:xfrm>
            <a:custGeom>
              <a:avLst/>
              <a:gdLst>
                <a:gd name="T0" fmla="*/ 68 w 68"/>
                <a:gd name="T1" fmla="*/ 0 h 35"/>
                <a:gd name="T2" fmla="*/ 68 w 68"/>
                <a:gd name="T3" fmla="*/ 0 h 35"/>
                <a:gd name="T4" fmla="*/ 64 w 68"/>
                <a:gd name="T5" fmla="*/ 4 h 35"/>
                <a:gd name="T6" fmla="*/ 61 w 68"/>
                <a:gd name="T7" fmla="*/ 6 h 35"/>
                <a:gd name="T8" fmla="*/ 55 w 68"/>
                <a:gd name="T9" fmla="*/ 9 h 35"/>
                <a:gd name="T10" fmla="*/ 46 w 68"/>
                <a:gd name="T11" fmla="*/ 11 h 35"/>
                <a:gd name="T12" fmla="*/ 34 w 68"/>
                <a:gd name="T13" fmla="*/ 14 h 35"/>
                <a:gd name="T14" fmla="*/ 20 w 68"/>
                <a:gd name="T15" fmla="*/ 16 h 35"/>
                <a:gd name="T16" fmla="*/ 0 w 68"/>
                <a:gd name="T17" fmla="*/ 16 h 35"/>
                <a:gd name="T18" fmla="*/ 0 w 68"/>
                <a:gd name="T19" fmla="*/ 16 h 35"/>
                <a:gd name="T20" fmla="*/ 3 w 68"/>
                <a:gd name="T21" fmla="*/ 20 h 35"/>
                <a:gd name="T22" fmla="*/ 5 w 68"/>
                <a:gd name="T23" fmla="*/ 23 h 35"/>
                <a:gd name="T24" fmla="*/ 10 w 68"/>
                <a:gd name="T25" fmla="*/ 27 h 35"/>
                <a:gd name="T26" fmla="*/ 15 w 68"/>
                <a:gd name="T27" fmla="*/ 30 h 35"/>
                <a:gd name="T28" fmla="*/ 22 w 68"/>
                <a:gd name="T29" fmla="*/ 34 h 35"/>
                <a:gd name="T30" fmla="*/ 31 w 68"/>
                <a:gd name="T31" fmla="*/ 35 h 35"/>
                <a:gd name="T32" fmla="*/ 40 w 68"/>
                <a:gd name="T33" fmla="*/ 35 h 35"/>
                <a:gd name="T34" fmla="*/ 40 w 68"/>
                <a:gd name="T35" fmla="*/ 35 h 35"/>
                <a:gd name="T36" fmla="*/ 45 w 68"/>
                <a:gd name="T37" fmla="*/ 34 h 35"/>
                <a:gd name="T38" fmla="*/ 50 w 68"/>
                <a:gd name="T39" fmla="*/ 33 h 35"/>
                <a:gd name="T40" fmla="*/ 56 w 68"/>
                <a:gd name="T41" fmla="*/ 28 h 35"/>
                <a:gd name="T42" fmla="*/ 61 w 68"/>
                <a:gd name="T43" fmla="*/ 23 h 35"/>
                <a:gd name="T44" fmla="*/ 64 w 68"/>
                <a:gd name="T45" fmla="*/ 17 h 35"/>
                <a:gd name="T46" fmla="*/ 67 w 68"/>
                <a:gd name="T47" fmla="*/ 11 h 35"/>
                <a:gd name="T48" fmla="*/ 67 w 68"/>
                <a:gd name="T49" fmla="*/ 6 h 35"/>
                <a:gd name="T50" fmla="*/ 68 w 68"/>
                <a:gd name="T51" fmla="*/ 0 h 35"/>
                <a:gd name="T52" fmla="*/ 68 w 68"/>
                <a:gd name="T53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8" h="35">
                  <a:moveTo>
                    <a:pt x="68" y="0"/>
                  </a:moveTo>
                  <a:lnTo>
                    <a:pt x="68" y="0"/>
                  </a:lnTo>
                  <a:lnTo>
                    <a:pt x="64" y="4"/>
                  </a:lnTo>
                  <a:lnTo>
                    <a:pt x="61" y="6"/>
                  </a:lnTo>
                  <a:lnTo>
                    <a:pt x="55" y="9"/>
                  </a:lnTo>
                  <a:lnTo>
                    <a:pt x="46" y="11"/>
                  </a:lnTo>
                  <a:lnTo>
                    <a:pt x="34" y="14"/>
                  </a:lnTo>
                  <a:lnTo>
                    <a:pt x="2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3" y="20"/>
                  </a:lnTo>
                  <a:lnTo>
                    <a:pt x="5" y="23"/>
                  </a:lnTo>
                  <a:lnTo>
                    <a:pt x="10" y="27"/>
                  </a:lnTo>
                  <a:lnTo>
                    <a:pt x="15" y="30"/>
                  </a:lnTo>
                  <a:lnTo>
                    <a:pt x="22" y="34"/>
                  </a:lnTo>
                  <a:lnTo>
                    <a:pt x="31" y="35"/>
                  </a:lnTo>
                  <a:lnTo>
                    <a:pt x="40" y="35"/>
                  </a:lnTo>
                  <a:lnTo>
                    <a:pt x="40" y="35"/>
                  </a:lnTo>
                  <a:lnTo>
                    <a:pt x="45" y="34"/>
                  </a:lnTo>
                  <a:lnTo>
                    <a:pt x="50" y="33"/>
                  </a:lnTo>
                  <a:lnTo>
                    <a:pt x="56" y="28"/>
                  </a:lnTo>
                  <a:lnTo>
                    <a:pt x="61" y="23"/>
                  </a:lnTo>
                  <a:lnTo>
                    <a:pt x="64" y="17"/>
                  </a:lnTo>
                  <a:lnTo>
                    <a:pt x="67" y="11"/>
                  </a:lnTo>
                  <a:lnTo>
                    <a:pt x="67" y="6"/>
                  </a:lnTo>
                  <a:lnTo>
                    <a:pt x="68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Freeform 355">
              <a:extLst>
                <a:ext uri="{FF2B5EF4-FFF2-40B4-BE49-F238E27FC236}">
                  <a16:creationId xmlns:a16="http://schemas.microsoft.com/office/drawing/2014/main" id="{4831B015-65FD-234E-AB6A-BAEA60075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580" y="2508251"/>
              <a:ext cx="20638" cy="9525"/>
            </a:xfrm>
            <a:custGeom>
              <a:avLst/>
              <a:gdLst>
                <a:gd name="T0" fmla="*/ 1 w 26"/>
                <a:gd name="T1" fmla="*/ 12 h 12"/>
                <a:gd name="T2" fmla="*/ 1 w 26"/>
                <a:gd name="T3" fmla="*/ 12 h 12"/>
                <a:gd name="T4" fmla="*/ 0 w 26"/>
                <a:gd name="T5" fmla="*/ 12 h 12"/>
                <a:gd name="T6" fmla="*/ 0 w 26"/>
                <a:gd name="T7" fmla="*/ 12 h 12"/>
                <a:gd name="T8" fmla="*/ 0 w 26"/>
                <a:gd name="T9" fmla="*/ 11 h 12"/>
                <a:gd name="T10" fmla="*/ 0 w 26"/>
                <a:gd name="T11" fmla="*/ 9 h 12"/>
                <a:gd name="T12" fmla="*/ 0 w 26"/>
                <a:gd name="T13" fmla="*/ 9 h 12"/>
                <a:gd name="T14" fmla="*/ 2 w 26"/>
                <a:gd name="T15" fmla="*/ 7 h 12"/>
                <a:gd name="T16" fmla="*/ 8 w 26"/>
                <a:gd name="T17" fmla="*/ 2 h 12"/>
                <a:gd name="T18" fmla="*/ 12 w 26"/>
                <a:gd name="T19" fmla="*/ 1 h 12"/>
                <a:gd name="T20" fmla="*/ 17 w 26"/>
                <a:gd name="T21" fmla="*/ 0 h 12"/>
                <a:gd name="T22" fmla="*/ 22 w 26"/>
                <a:gd name="T23" fmla="*/ 0 h 12"/>
                <a:gd name="T24" fmla="*/ 26 w 26"/>
                <a:gd name="T25" fmla="*/ 2 h 12"/>
                <a:gd name="T26" fmla="*/ 26 w 26"/>
                <a:gd name="T27" fmla="*/ 2 h 12"/>
                <a:gd name="T28" fmla="*/ 26 w 26"/>
                <a:gd name="T29" fmla="*/ 3 h 12"/>
                <a:gd name="T30" fmla="*/ 26 w 26"/>
                <a:gd name="T31" fmla="*/ 3 h 12"/>
                <a:gd name="T32" fmla="*/ 26 w 26"/>
                <a:gd name="T33" fmla="*/ 3 h 12"/>
                <a:gd name="T34" fmla="*/ 25 w 26"/>
                <a:gd name="T35" fmla="*/ 5 h 12"/>
                <a:gd name="T36" fmla="*/ 24 w 26"/>
                <a:gd name="T37" fmla="*/ 5 h 12"/>
                <a:gd name="T38" fmla="*/ 24 w 26"/>
                <a:gd name="T39" fmla="*/ 5 h 12"/>
                <a:gd name="T40" fmla="*/ 20 w 26"/>
                <a:gd name="T41" fmla="*/ 3 h 12"/>
                <a:gd name="T42" fmla="*/ 17 w 26"/>
                <a:gd name="T43" fmla="*/ 3 h 12"/>
                <a:gd name="T44" fmla="*/ 13 w 26"/>
                <a:gd name="T45" fmla="*/ 3 h 12"/>
                <a:gd name="T46" fmla="*/ 10 w 26"/>
                <a:gd name="T47" fmla="*/ 6 h 12"/>
                <a:gd name="T48" fmla="*/ 3 w 26"/>
                <a:gd name="T49" fmla="*/ 9 h 12"/>
                <a:gd name="T50" fmla="*/ 2 w 26"/>
                <a:gd name="T51" fmla="*/ 11 h 12"/>
                <a:gd name="T52" fmla="*/ 2 w 26"/>
                <a:gd name="T53" fmla="*/ 11 h 12"/>
                <a:gd name="T54" fmla="*/ 1 w 26"/>
                <a:gd name="T55" fmla="*/ 12 h 12"/>
                <a:gd name="T56" fmla="*/ 1 w 26"/>
                <a:gd name="T5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" h="12">
                  <a:moveTo>
                    <a:pt x="1" y="12"/>
                  </a:moveTo>
                  <a:lnTo>
                    <a:pt x="1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7"/>
                  </a:lnTo>
                  <a:lnTo>
                    <a:pt x="8" y="2"/>
                  </a:lnTo>
                  <a:lnTo>
                    <a:pt x="12" y="1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5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0" y="3"/>
                  </a:lnTo>
                  <a:lnTo>
                    <a:pt x="17" y="3"/>
                  </a:lnTo>
                  <a:lnTo>
                    <a:pt x="13" y="3"/>
                  </a:lnTo>
                  <a:lnTo>
                    <a:pt x="10" y="6"/>
                  </a:lnTo>
                  <a:lnTo>
                    <a:pt x="3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1" y="12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Freeform 356">
              <a:extLst>
                <a:ext uri="{FF2B5EF4-FFF2-40B4-BE49-F238E27FC236}">
                  <a16:creationId xmlns:a16="http://schemas.microsoft.com/office/drawing/2014/main" id="{E7DB3560-ACB6-4B49-9B85-10287DEC69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38430" y="2498726"/>
              <a:ext cx="58738" cy="49213"/>
            </a:xfrm>
            <a:custGeom>
              <a:avLst/>
              <a:gdLst>
                <a:gd name="T0" fmla="*/ 35 w 75"/>
                <a:gd name="T1" fmla="*/ 62 h 62"/>
                <a:gd name="T2" fmla="*/ 22 w 75"/>
                <a:gd name="T3" fmla="*/ 58 h 62"/>
                <a:gd name="T4" fmla="*/ 9 w 75"/>
                <a:gd name="T5" fmla="*/ 51 h 62"/>
                <a:gd name="T6" fmla="*/ 5 w 75"/>
                <a:gd name="T7" fmla="*/ 46 h 62"/>
                <a:gd name="T8" fmla="*/ 0 w 75"/>
                <a:gd name="T9" fmla="*/ 35 h 62"/>
                <a:gd name="T10" fmla="*/ 0 w 75"/>
                <a:gd name="T11" fmla="*/ 30 h 62"/>
                <a:gd name="T12" fmla="*/ 5 w 75"/>
                <a:gd name="T13" fmla="*/ 18 h 62"/>
                <a:gd name="T14" fmla="*/ 16 w 75"/>
                <a:gd name="T15" fmla="*/ 8 h 62"/>
                <a:gd name="T16" fmla="*/ 29 w 75"/>
                <a:gd name="T17" fmla="*/ 2 h 62"/>
                <a:gd name="T18" fmla="*/ 44 w 75"/>
                <a:gd name="T19" fmla="*/ 0 h 62"/>
                <a:gd name="T20" fmla="*/ 52 w 75"/>
                <a:gd name="T21" fmla="*/ 0 h 62"/>
                <a:gd name="T22" fmla="*/ 63 w 75"/>
                <a:gd name="T23" fmla="*/ 3 h 62"/>
                <a:gd name="T24" fmla="*/ 68 w 75"/>
                <a:gd name="T25" fmla="*/ 7 h 62"/>
                <a:gd name="T26" fmla="*/ 74 w 75"/>
                <a:gd name="T27" fmla="*/ 16 h 62"/>
                <a:gd name="T28" fmla="*/ 75 w 75"/>
                <a:gd name="T29" fmla="*/ 29 h 62"/>
                <a:gd name="T30" fmla="*/ 74 w 75"/>
                <a:gd name="T31" fmla="*/ 36 h 62"/>
                <a:gd name="T32" fmla="*/ 68 w 75"/>
                <a:gd name="T33" fmla="*/ 47 h 62"/>
                <a:gd name="T34" fmla="*/ 58 w 75"/>
                <a:gd name="T35" fmla="*/ 55 h 62"/>
                <a:gd name="T36" fmla="*/ 46 w 75"/>
                <a:gd name="T37" fmla="*/ 60 h 62"/>
                <a:gd name="T38" fmla="*/ 40 w 75"/>
                <a:gd name="T39" fmla="*/ 62 h 62"/>
                <a:gd name="T40" fmla="*/ 35 w 75"/>
                <a:gd name="T41" fmla="*/ 62 h 62"/>
                <a:gd name="T42" fmla="*/ 47 w 75"/>
                <a:gd name="T43" fmla="*/ 2 h 62"/>
                <a:gd name="T44" fmla="*/ 45 w 75"/>
                <a:gd name="T45" fmla="*/ 2 h 62"/>
                <a:gd name="T46" fmla="*/ 31 w 75"/>
                <a:gd name="T47" fmla="*/ 5 h 62"/>
                <a:gd name="T48" fmla="*/ 17 w 75"/>
                <a:gd name="T49" fmla="*/ 11 h 62"/>
                <a:gd name="T50" fmla="*/ 8 w 75"/>
                <a:gd name="T51" fmla="*/ 19 h 62"/>
                <a:gd name="T52" fmla="*/ 3 w 75"/>
                <a:gd name="T53" fmla="*/ 30 h 62"/>
                <a:gd name="T54" fmla="*/ 3 w 75"/>
                <a:gd name="T55" fmla="*/ 35 h 62"/>
                <a:gd name="T56" fmla="*/ 8 w 75"/>
                <a:gd name="T57" fmla="*/ 45 h 62"/>
                <a:gd name="T58" fmla="*/ 11 w 75"/>
                <a:gd name="T59" fmla="*/ 48 h 62"/>
                <a:gd name="T60" fmla="*/ 24 w 75"/>
                <a:gd name="T61" fmla="*/ 57 h 62"/>
                <a:gd name="T62" fmla="*/ 40 w 75"/>
                <a:gd name="T63" fmla="*/ 58 h 62"/>
                <a:gd name="T64" fmla="*/ 51 w 75"/>
                <a:gd name="T65" fmla="*/ 55 h 62"/>
                <a:gd name="T66" fmla="*/ 61 w 75"/>
                <a:gd name="T67" fmla="*/ 49 h 62"/>
                <a:gd name="T68" fmla="*/ 69 w 75"/>
                <a:gd name="T69" fmla="*/ 41 h 62"/>
                <a:gd name="T70" fmla="*/ 72 w 75"/>
                <a:gd name="T71" fmla="*/ 29 h 62"/>
                <a:gd name="T72" fmla="*/ 72 w 75"/>
                <a:gd name="T73" fmla="*/ 23 h 62"/>
                <a:gd name="T74" fmla="*/ 69 w 75"/>
                <a:gd name="T75" fmla="*/ 12 h 62"/>
                <a:gd name="T76" fmla="*/ 66 w 75"/>
                <a:gd name="T77" fmla="*/ 8 h 62"/>
                <a:gd name="T78" fmla="*/ 58 w 75"/>
                <a:gd name="T79" fmla="*/ 3 h 62"/>
                <a:gd name="T80" fmla="*/ 47 w 75"/>
                <a:gd name="T81" fmla="*/ 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5" h="62">
                  <a:moveTo>
                    <a:pt x="35" y="62"/>
                  </a:moveTo>
                  <a:lnTo>
                    <a:pt x="35" y="62"/>
                  </a:lnTo>
                  <a:lnTo>
                    <a:pt x="29" y="60"/>
                  </a:lnTo>
                  <a:lnTo>
                    <a:pt x="22" y="58"/>
                  </a:lnTo>
                  <a:lnTo>
                    <a:pt x="15" y="55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5" y="46"/>
                  </a:lnTo>
                  <a:lnTo>
                    <a:pt x="2" y="41"/>
                  </a:lnTo>
                  <a:lnTo>
                    <a:pt x="0" y="35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2" y="24"/>
                  </a:lnTo>
                  <a:lnTo>
                    <a:pt x="5" y="18"/>
                  </a:lnTo>
                  <a:lnTo>
                    <a:pt x="10" y="13"/>
                  </a:lnTo>
                  <a:lnTo>
                    <a:pt x="16" y="8"/>
                  </a:lnTo>
                  <a:lnTo>
                    <a:pt x="22" y="5"/>
                  </a:lnTo>
                  <a:lnTo>
                    <a:pt x="29" y="2"/>
                  </a:lnTo>
                  <a:lnTo>
                    <a:pt x="38" y="1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52" y="0"/>
                  </a:lnTo>
                  <a:lnTo>
                    <a:pt x="58" y="1"/>
                  </a:lnTo>
                  <a:lnTo>
                    <a:pt x="63" y="3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72" y="11"/>
                  </a:lnTo>
                  <a:lnTo>
                    <a:pt x="74" y="16"/>
                  </a:lnTo>
                  <a:lnTo>
                    <a:pt x="75" y="23"/>
                  </a:lnTo>
                  <a:lnTo>
                    <a:pt x="75" y="29"/>
                  </a:lnTo>
                  <a:lnTo>
                    <a:pt x="75" y="29"/>
                  </a:lnTo>
                  <a:lnTo>
                    <a:pt x="74" y="36"/>
                  </a:lnTo>
                  <a:lnTo>
                    <a:pt x="72" y="42"/>
                  </a:lnTo>
                  <a:lnTo>
                    <a:pt x="68" y="47"/>
                  </a:lnTo>
                  <a:lnTo>
                    <a:pt x="63" y="52"/>
                  </a:lnTo>
                  <a:lnTo>
                    <a:pt x="58" y="55"/>
                  </a:lnTo>
                  <a:lnTo>
                    <a:pt x="52" y="58"/>
                  </a:lnTo>
                  <a:lnTo>
                    <a:pt x="46" y="60"/>
                  </a:lnTo>
                  <a:lnTo>
                    <a:pt x="40" y="62"/>
                  </a:lnTo>
                  <a:lnTo>
                    <a:pt x="40" y="62"/>
                  </a:lnTo>
                  <a:lnTo>
                    <a:pt x="35" y="62"/>
                  </a:lnTo>
                  <a:lnTo>
                    <a:pt x="35" y="62"/>
                  </a:lnTo>
                  <a:close/>
                  <a:moveTo>
                    <a:pt x="47" y="2"/>
                  </a:moveTo>
                  <a:lnTo>
                    <a:pt x="47" y="2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8" y="3"/>
                  </a:lnTo>
                  <a:lnTo>
                    <a:pt x="31" y="5"/>
                  </a:lnTo>
                  <a:lnTo>
                    <a:pt x="24" y="7"/>
                  </a:lnTo>
                  <a:lnTo>
                    <a:pt x="17" y="11"/>
                  </a:lnTo>
                  <a:lnTo>
                    <a:pt x="11" y="14"/>
                  </a:lnTo>
                  <a:lnTo>
                    <a:pt x="8" y="19"/>
                  </a:lnTo>
                  <a:lnTo>
                    <a:pt x="4" y="24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3" y="35"/>
                  </a:lnTo>
                  <a:lnTo>
                    <a:pt x="5" y="40"/>
                  </a:lnTo>
                  <a:lnTo>
                    <a:pt x="8" y="45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7" y="53"/>
                  </a:lnTo>
                  <a:lnTo>
                    <a:pt x="24" y="57"/>
                  </a:lnTo>
                  <a:lnTo>
                    <a:pt x="33" y="58"/>
                  </a:lnTo>
                  <a:lnTo>
                    <a:pt x="40" y="58"/>
                  </a:lnTo>
                  <a:lnTo>
                    <a:pt x="40" y="58"/>
                  </a:lnTo>
                  <a:lnTo>
                    <a:pt x="51" y="55"/>
                  </a:lnTo>
                  <a:lnTo>
                    <a:pt x="56" y="53"/>
                  </a:lnTo>
                  <a:lnTo>
                    <a:pt x="61" y="49"/>
                  </a:lnTo>
                  <a:lnTo>
                    <a:pt x="66" y="46"/>
                  </a:lnTo>
                  <a:lnTo>
                    <a:pt x="69" y="41"/>
                  </a:lnTo>
                  <a:lnTo>
                    <a:pt x="70" y="36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3"/>
                  </a:lnTo>
                  <a:lnTo>
                    <a:pt x="70" y="17"/>
                  </a:lnTo>
                  <a:lnTo>
                    <a:pt x="69" y="12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2" y="6"/>
                  </a:lnTo>
                  <a:lnTo>
                    <a:pt x="58" y="3"/>
                  </a:lnTo>
                  <a:lnTo>
                    <a:pt x="54" y="3"/>
                  </a:lnTo>
                  <a:lnTo>
                    <a:pt x="47" y="2"/>
                  </a:lnTo>
                  <a:lnTo>
                    <a:pt x="47" y="2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Freeform 357">
              <a:extLst>
                <a:ext uri="{FF2B5EF4-FFF2-40B4-BE49-F238E27FC236}">
                  <a16:creationId xmlns:a16="http://schemas.microsoft.com/office/drawing/2014/main" id="{CBC7FA37-13C2-F248-8D03-69E4FE89C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4630" y="2484439"/>
              <a:ext cx="53975" cy="47625"/>
            </a:xfrm>
            <a:custGeom>
              <a:avLst/>
              <a:gdLst>
                <a:gd name="T0" fmla="*/ 33 w 69"/>
                <a:gd name="T1" fmla="*/ 59 h 59"/>
                <a:gd name="T2" fmla="*/ 18 w 69"/>
                <a:gd name="T3" fmla="*/ 55 h 59"/>
                <a:gd name="T4" fmla="*/ 6 w 69"/>
                <a:gd name="T5" fmla="*/ 46 h 59"/>
                <a:gd name="T6" fmla="*/ 6 w 69"/>
                <a:gd name="T7" fmla="*/ 46 h 59"/>
                <a:gd name="T8" fmla="*/ 0 w 69"/>
                <a:gd name="T9" fmla="*/ 34 h 59"/>
                <a:gd name="T10" fmla="*/ 0 w 69"/>
                <a:gd name="T11" fmla="*/ 23 h 59"/>
                <a:gd name="T12" fmla="*/ 2 w 69"/>
                <a:gd name="T13" fmla="*/ 18 h 59"/>
                <a:gd name="T14" fmla="*/ 10 w 69"/>
                <a:gd name="T15" fmla="*/ 9 h 59"/>
                <a:gd name="T16" fmla="*/ 15 w 69"/>
                <a:gd name="T17" fmla="*/ 6 h 59"/>
                <a:gd name="T18" fmla="*/ 28 w 69"/>
                <a:gd name="T19" fmla="*/ 2 h 59"/>
                <a:gd name="T20" fmla="*/ 42 w 69"/>
                <a:gd name="T21" fmla="*/ 0 h 59"/>
                <a:gd name="T22" fmla="*/ 56 w 69"/>
                <a:gd name="T23" fmla="*/ 2 h 59"/>
                <a:gd name="T24" fmla="*/ 65 w 69"/>
                <a:gd name="T25" fmla="*/ 11 h 59"/>
                <a:gd name="T26" fmla="*/ 68 w 69"/>
                <a:gd name="T27" fmla="*/ 15 h 59"/>
                <a:gd name="T28" fmla="*/ 69 w 69"/>
                <a:gd name="T29" fmla="*/ 28 h 59"/>
                <a:gd name="T30" fmla="*/ 68 w 69"/>
                <a:gd name="T31" fmla="*/ 34 h 59"/>
                <a:gd name="T32" fmla="*/ 61 w 69"/>
                <a:gd name="T33" fmla="*/ 47 h 59"/>
                <a:gd name="T34" fmla="*/ 50 w 69"/>
                <a:gd name="T35" fmla="*/ 55 h 59"/>
                <a:gd name="T36" fmla="*/ 41 w 69"/>
                <a:gd name="T37" fmla="*/ 58 h 59"/>
                <a:gd name="T38" fmla="*/ 33 w 69"/>
                <a:gd name="T39" fmla="*/ 59 h 59"/>
                <a:gd name="T40" fmla="*/ 41 w 69"/>
                <a:gd name="T41" fmla="*/ 3 h 59"/>
                <a:gd name="T42" fmla="*/ 28 w 69"/>
                <a:gd name="T43" fmla="*/ 5 h 59"/>
                <a:gd name="T44" fmla="*/ 17 w 69"/>
                <a:gd name="T45" fmla="*/ 9 h 59"/>
                <a:gd name="T46" fmla="*/ 11 w 69"/>
                <a:gd name="T47" fmla="*/ 12 h 59"/>
                <a:gd name="T48" fmla="*/ 5 w 69"/>
                <a:gd name="T49" fmla="*/ 19 h 59"/>
                <a:gd name="T50" fmla="*/ 2 w 69"/>
                <a:gd name="T51" fmla="*/ 24 h 59"/>
                <a:gd name="T52" fmla="*/ 4 w 69"/>
                <a:gd name="T53" fmla="*/ 34 h 59"/>
                <a:gd name="T54" fmla="*/ 9 w 69"/>
                <a:gd name="T55" fmla="*/ 44 h 59"/>
                <a:gd name="T56" fmla="*/ 9 w 69"/>
                <a:gd name="T57" fmla="*/ 44 h 59"/>
                <a:gd name="T58" fmla="*/ 17 w 69"/>
                <a:gd name="T59" fmla="*/ 52 h 59"/>
                <a:gd name="T60" fmla="*/ 28 w 69"/>
                <a:gd name="T61" fmla="*/ 55 h 59"/>
                <a:gd name="T62" fmla="*/ 38 w 69"/>
                <a:gd name="T63" fmla="*/ 55 h 59"/>
                <a:gd name="T64" fmla="*/ 48 w 69"/>
                <a:gd name="T65" fmla="*/ 53 h 59"/>
                <a:gd name="T66" fmla="*/ 58 w 69"/>
                <a:gd name="T67" fmla="*/ 44 h 59"/>
                <a:gd name="T68" fmla="*/ 65 w 69"/>
                <a:gd name="T69" fmla="*/ 32 h 59"/>
                <a:gd name="T70" fmla="*/ 67 w 69"/>
                <a:gd name="T71" fmla="*/ 28 h 59"/>
                <a:gd name="T72" fmla="*/ 65 w 69"/>
                <a:gd name="T73" fmla="*/ 17 h 59"/>
                <a:gd name="T74" fmla="*/ 63 w 69"/>
                <a:gd name="T75" fmla="*/ 12 h 59"/>
                <a:gd name="T76" fmla="*/ 53 w 69"/>
                <a:gd name="T77" fmla="*/ 5 h 59"/>
                <a:gd name="T78" fmla="*/ 41 w 69"/>
                <a:gd name="T79" fmla="*/ 3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9" h="59">
                  <a:moveTo>
                    <a:pt x="33" y="59"/>
                  </a:moveTo>
                  <a:lnTo>
                    <a:pt x="33" y="59"/>
                  </a:lnTo>
                  <a:lnTo>
                    <a:pt x="25" y="58"/>
                  </a:lnTo>
                  <a:lnTo>
                    <a:pt x="18" y="55"/>
                  </a:lnTo>
                  <a:lnTo>
                    <a:pt x="12" y="52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2" y="40"/>
                  </a:lnTo>
                  <a:lnTo>
                    <a:pt x="0" y="34"/>
                  </a:lnTo>
                  <a:lnTo>
                    <a:pt x="0" y="28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2" y="18"/>
                  </a:lnTo>
                  <a:lnTo>
                    <a:pt x="5" y="14"/>
                  </a:lnTo>
                  <a:lnTo>
                    <a:pt x="10" y="9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21" y="3"/>
                  </a:lnTo>
                  <a:lnTo>
                    <a:pt x="28" y="2"/>
                  </a:lnTo>
                  <a:lnTo>
                    <a:pt x="35" y="1"/>
                  </a:lnTo>
                  <a:lnTo>
                    <a:pt x="42" y="0"/>
                  </a:lnTo>
                  <a:lnTo>
                    <a:pt x="48" y="1"/>
                  </a:lnTo>
                  <a:lnTo>
                    <a:pt x="56" y="2"/>
                  </a:lnTo>
                  <a:lnTo>
                    <a:pt x="61" y="6"/>
                  </a:lnTo>
                  <a:lnTo>
                    <a:pt x="65" y="11"/>
                  </a:lnTo>
                  <a:lnTo>
                    <a:pt x="65" y="11"/>
                  </a:lnTo>
                  <a:lnTo>
                    <a:pt x="68" y="15"/>
                  </a:lnTo>
                  <a:lnTo>
                    <a:pt x="69" y="21"/>
                  </a:lnTo>
                  <a:lnTo>
                    <a:pt x="69" y="28"/>
                  </a:lnTo>
                  <a:lnTo>
                    <a:pt x="68" y="34"/>
                  </a:lnTo>
                  <a:lnTo>
                    <a:pt x="68" y="34"/>
                  </a:lnTo>
                  <a:lnTo>
                    <a:pt x="65" y="41"/>
                  </a:lnTo>
                  <a:lnTo>
                    <a:pt x="61" y="47"/>
                  </a:lnTo>
                  <a:lnTo>
                    <a:pt x="56" y="52"/>
                  </a:lnTo>
                  <a:lnTo>
                    <a:pt x="50" y="55"/>
                  </a:lnTo>
                  <a:lnTo>
                    <a:pt x="50" y="55"/>
                  </a:lnTo>
                  <a:lnTo>
                    <a:pt x="41" y="58"/>
                  </a:lnTo>
                  <a:lnTo>
                    <a:pt x="33" y="59"/>
                  </a:lnTo>
                  <a:lnTo>
                    <a:pt x="33" y="59"/>
                  </a:lnTo>
                  <a:close/>
                  <a:moveTo>
                    <a:pt x="41" y="3"/>
                  </a:moveTo>
                  <a:lnTo>
                    <a:pt x="41" y="3"/>
                  </a:lnTo>
                  <a:lnTo>
                    <a:pt x="35" y="3"/>
                  </a:lnTo>
                  <a:lnTo>
                    <a:pt x="28" y="5"/>
                  </a:lnTo>
                  <a:lnTo>
                    <a:pt x="22" y="7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1" y="12"/>
                  </a:lnTo>
                  <a:lnTo>
                    <a:pt x="7" y="15"/>
                  </a:lnTo>
                  <a:lnTo>
                    <a:pt x="5" y="19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8"/>
                  </a:lnTo>
                  <a:lnTo>
                    <a:pt x="4" y="34"/>
                  </a:lnTo>
                  <a:lnTo>
                    <a:pt x="5" y="38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2" y="48"/>
                  </a:lnTo>
                  <a:lnTo>
                    <a:pt x="17" y="52"/>
                  </a:lnTo>
                  <a:lnTo>
                    <a:pt x="22" y="54"/>
                  </a:lnTo>
                  <a:lnTo>
                    <a:pt x="28" y="55"/>
                  </a:lnTo>
                  <a:lnTo>
                    <a:pt x="33" y="57"/>
                  </a:lnTo>
                  <a:lnTo>
                    <a:pt x="38" y="55"/>
                  </a:lnTo>
                  <a:lnTo>
                    <a:pt x="48" y="53"/>
                  </a:lnTo>
                  <a:lnTo>
                    <a:pt x="48" y="53"/>
                  </a:lnTo>
                  <a:lnTo>
                    <a:pt x="53" y="49"/>
                  </a:lnTo>
                  <a:lnTo>
                    <a:pt x="58" y="44"/>
                  </a:lnTo>
                  <a:lnTo>
                    <a:pt x="63" y="40"/>
                  </a:lnTo>
                  <a:lnTo>
                    <a:pt x="65" y="32"/>
                  </a:lnTo>
                  <a:lnTo>
                    <a:pt x="65" y="32"/>
                  </a:lnTo>
                  <a:lnTo>
                    <a:pt x="67" y="28"/>
                  </a:lnTo>
                  <a:lnTo>
                    <a:pt x="67" y="21"/>
                  </a:lnTo>
                  <a:lnTo>
                    <a:pt x="65" y="17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59" y="8"/>
                  </a:lnTo>
                  <a:lnTo>
                    <a:pt x="53" y="5"/>
                  </a:lnTo>
                  <a:lnTo>
                    <a:pt x="47" y="3"/>
                  </a:lnTo>
                  <a:lnTo>
                    <a:pt x="41" y="3"/>
                  </a:lnTo>
                  <a:lnTo>
                    <a:pt x="41" y="3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Freeform 358">
              <a:extLst>
                <a:ext uri="{FF2B5EF4-FFF2-40B4-BE49-F238E27FC236}">
                  <a16:creationId xmlns:a16="http://schemas.microsoft.com/office/drawing/2014/main" id="{F9F46AFD-57C4-3E4B-A53D-0B8D7AEEC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692" y="2522539"/>
              <a:ext cx="58738" cy="11113"/>
            </a:xfrm>
            <a:custGeom>
              <a:avLst/>
              <a:gdLst>
                <a:gd name="T0" fmla="*/ 0 w 74"/>
                <a:gd name="T1" fmla="*/ 14 h 14"/>
                <a:gd name="T2" fmla="*/ 0 w 74"/>
                <a:gd name="T3" fmla="*/ 12 h 14"/>
                <a:gd name="T4" fmla="*/ 74 w 74"/>
                <a:gd name="T5" fmla="*/ 0 h 14"/>
                <a:gd name="T6" fmla="*/ 74 w 74"/>
                <a:gd name="T7" fmla="*/ 2 h 14"/>
                <a:gd name="T8" fmla="*/ 0 w 74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14">
                  <a:moveTo>
                    <a:pt x="0" y="14"/>
                  </a:moveTo>
                  <a:lnTo>
                    <a:pt x="0" y="12"/>
                  </a:lnTo>
                  <a:lnTo>
                    <a:pt x="74" y="0"/>
                  </a:lnTo>
                  <a:lnTo>
                    <a:pt x="74" y="2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E206C141-B8AF-B245-83BD-E3A3B2C21157}"/>
              </a:ext>
            </a:extLst>
          </p:cNvPr>
          <p:cNvGrpSpPr/>
          <p:nvPr/>
        </p:nvGrpSpPr>
        <p:grpSpPr>
          <a:xfrm rot="21218482" flipH="1">
            <a:off x="9052140" y="4418580"/>
            <a:ext cx="4080149" cy="2526143"/>
            <a:chOff x="3363913" y="4510088"/>
            <a:chExt cx="912813" cy="565150"/>
          </a:xfrm>
        </p:grpSpPr>
        <p:sp>
          <p:nvSpPr>
            <p:cNvPr id="152" name="Freeform 581">
              <a:extLst>
                <a:ext uri="{FF2B5EF4-FFF2-40B4-BE49-F238E27FC236}">
                  <a16:creationId xmlns:a16="http://schemas.microsoft.com/office/drawing/2014/main" id="{0FC708EB-A9BE-EB46-A991-FBB15673C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913" y="4510088"/>
              <a:ext cx="520700" cy="382588"/>
            </a:xfrm>
            <a:custGeom>
              <a:avLst/>
              <a:gdLst>
                <a:gd name="T0" fmla="*/ 627 w 656"/>
                <a:gd name="T1" fmla="*/ 161 h 483"/>
                <a:gd name="T2" fmla="*/ 566 w 656"/>
                <a:gd name="T3" fmla="*/ 138 h 483"/>
                <a:gd name="T4" fmla="*/ 528 w 656"/>
                <a:gd name="T5" fmla="*/ 224 h 483"/>
                <a:gd name="T6" fmla="*/ 497 w 656"/>
                <a:gd name="T7" fmla="*/ 242 h 483"/>
                <a:gd name="T8" fmla="*/ 486 w 656"/>
                <a:gd name="T9" fmla="*/ 215 h 483"/>
                <a:gd name="T10" fmla="*/ 530 w 656"/>
                <a:gd name="T11" fmla="*/ 114 h 483"/>
                <a:gd name="T12" fmla="*/ 497 w 656"/>
                <a:gd name="T13" fmla="*/ 38 h 483"/>
                <a:gd name="T14" fmla="*/ 429 w 656"/>
                <a:gd name="T15" fmla="*/ 6 h 483"/>
                <a:gd name="T16" fmla="*/ 406 w 656"/>
                <a:gd name="T17" fmla="*/ 14 h 483"/>
                <a:gd name="T18" fmla="*/ 431 w 656"/>
                <a:gd name="T19" fmla="*/ 78 h 483"/>
                <a:gd name="T20" fmla="*/ 406 w 656"/>
                <a:gd name="T21" fmla="*/ 90 h 483"/>
                <a:gd name="T22" fmla="*/ 383 w 656"/>
                <a:gd name="T23" fmla="*/ 53 h 483"/>
                <a:gd name="T24" fmla="*/ 310 w 656"/>
                <a:gd name="T25" fmla="*/ 9 h 483"/>
                <a:gd name="T26" fmla="*/ 244 w 656"/>
                <a:gd name="T27" fmla="*/ 20 h 483"/>
                <a:gd name="T28" fmla="*/ 303 w 656"/>
                <a:gd name="T29" fmla="*/ 81 h 483"/>
                <a:gd name="T30" fmla="*/ 281 w 656"/>
                <a:gd name="T31" fmla="*/ 95 h 483"/>
                <a:gd name="T32" fmla="*/ 247 w 656"/>
                <a:gd name="T33" fmla="*/ 88 h 483"/>
                <a:gd name="T34" fmla="*/ 215 w 656"/>
                <a:gd name="T35" fmla="*/ 45 h 483"/>
                <a:gd name="T36" fmla="*/ 123 w 656"/>
                <a:gd name="T37" fmla="*/ 23 h 483"/>
                <a:gd name="T38" fmla="*/ 79 w 656"/>
                <a:gd name="T39" fmla="*/ 34 h 483"/>
                <a:gd name="T40" fmla="*/ 14 w 656"/>
                <a:gd name="T41" fmla="*/ 6 h 483"/>
                <a:gd name="T42" fmla="*/ 1 w 656"/>
                <a:gd name="T43" fmla="*/ 14 h 483"/>
                <a:gd name="T44" fmla="*/ 29 w 656"/>
                <a:gd name="T45" fmla="*/ 102 h 483"/>
                <a:gd name="T46" fmla="*/ 67 w 656"/>
                <a:gd name="T47" fmla="*/ 130 h 483"/>
                <a:gd name="T48" fmla="*/ 150 w 656"/>
                <a:gd name="T49" fmla="*/ 143 h 483"/>
                <a:gd name="T50" fmla="*/ 177 w 656"/>
                <a:gd name="T51" fmla="*/ 153 h 483"/>
                <a:gd name="T52" fmla="*/ 157 w 656"/>
                <a:gd name="T53" fmla="*/ 182 h 483"/>
                <a:gd name="T54" fmla="*/ 81 w 656"/>
                <a:gd name="T55" fmla="*/ 184 h 483"/>
                <a:gd name="T56" fmla="*/ 78 w 656"/>
                <a:gd name="T57" fmla="*/ 213 h 483"/>
                <a:gd name="T58" fmla="*/ 123 w 656"/>
                <a:gd name="T59" fmla="*/ 251 h 483"/>
                <a:gd name="T60" fmla="*/ 176 w 656"/>
                <a:gd name="T61" fmla="*/ 253 h 483"/>
                <a:gd name="T62" fmla="*/ 251 w 656"/>
                <a:gd name="T63" fmla="*/ 226 h 483"/>
                <a:gd name="T64" fmla="*/ 286 w 656"/>
                <a:gd name="T65" fmla="*/ 232 h 483"/>
                <a:gd name="T66" fmla="*/ 268 w 656"/>
                <a:gd name="T67" fmla="*/ 261 h 483"/>
                <a:gd name="T68" fmla="*/ 202 w 656"/>
                <a:gd name="T69" fmla="*/ 318 h 483"/>
                <a:gd name="T70" fmla="*/ 137 w 656"/>
                <a:gd name="T71" fmla="*/ 319 h 483"/>
                <a:gd name="T72" fmla="*/ 133 w 656"/>
                <a:gd name="T73" fmla="*/ 334 h 483"/>
                <a:gd name="T74" fmla="*/ 195 w 656"/>
                <a:gd name="T75" fmla="*/ 398 h 483"/>
                <a:gd name="T76" fmla="*/ 252 w 656"/>
                <a:gd name="T77" fmla="*/ 413 h 483"/>
                <a:gd name="T78" fmla="*/ 296 w 656"/>
                <a:gd name="T79" fmla="*/ 388 h 483"/>
                <a:gd name="T80" fmla="*/ 348 w 656"/>
                <a:gd name="T81" fmla="*/ 311 h 483"/>
                <a:gd name="T82" fmla="*/ 385 w 656"/>
                <a:gd name="T83" fmla="*/ 295 h 483"/>
                <a:gd name="T84" fmla="*/ 384 w 656"/>
                <a:gd name="T85" fmla="*/ 327 h 483"/>
                <a:gd name="T86" fmla="*/ 351 w 656"/>
                <a:gd name="T87" fmla="*/ 393 h 483"/>
                <a:gd name="T88" fmla="*/ 285 w 656"/>
                <a:gd name="T89" fmla="*/ 446 h 483"/>
                <a:gd name="T90" fmla="*/ 344 w 656"/>
                <a:gd name="T91" fmla="*/ 473 h 483"/>
                <a:gd name="T92" fmla="*/ 447 w 656"/>
                <a:gd name="T93" fmla="*/ 481 h 483"/>
                <a:gd name="T94" fmla="*/ 512 w 656"/>
                <a:gd name="T95" fmla="*/ 443 h 483"/>
                <a:gd name="T96" fmla="*/ 538 w 656"/>
                <a:gd name="T97" fmla="*/ 388 h 483"/>
                <a:gd name="T98" fmla="*/ 516 w 656"/>
                <a:gd name="T99" fmla="*/ 344 h 483"/>
                <a:gd name="T100" fmla="*/ 509 w 656"/>
                <a:gd name="T101" fmla="*/ 309 h 483"/>
                <a:gd name="T102" fmla="*/ 570 w 656"/>
                <a:gd name="T103" fmla="*/ 304 h 483"/>
                <a:gd name="T104" fmla="*/ 621 w 656"/>
                <a:gd name="T105" fmla="*/ 282 h 483"/>
                <a:gd name="T106" fmla="*/ 653 w 656"/>
                <a:gd name="T107" fmla="*/ 242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56" h="483">
                  <a:moveTo>
                    <a:pt x="651" y="202"/>
                  </a:moveTo>
                  <a:lnTo>
                    <a:pt x="651" y="202"/>
                  </a:lnTo>
                  <a:lnTo>
                    <a:pt x="644" y="189"/>
                  </a:lnTo>
                  <a:lnTo>
                    <a:pt x="636" y="174"/>
                  </a:lnTo>
                  <a:lnTo>
                    <a:pt x="636" y="174"/>
                  </a:lnTo>
                  <a:lnTo>
                    <a:pt x="627" y="161"/>
                  </a:lnTo>
                  <a:lnTo>
                    <a:pt x="618" y="148"/>
                  </a:lnTo>
                  <a:lnTo>
                    <a:pt x="596" y="122"/>
                  </a:lnTo>
                  <a:lnTo>
                    <a:pt x="596" y="122"/>
                  </a:lnTo>
                  <a:lnTo>
                    <a:pt x="575" y="102"/>
                  </a:lnTo>
                  <a:lnTo>
                    <a:pt x="575" y="102"/>
                  </a:lnTo>
                  <a:lnTo>
                    <a:pt x="566" y="138"/>
                  </a:lnTo>
                  <a:lnTo>
                    <a:pt x="556" y="169"/>
                  </a:lnTo>
                  <a:lnTo>
                    <a:pt x="556" y="169"/>
                  </a:lnTo>
                  <a:lnTo>
                    <a:pt x="547" y="191"/>
                  </a:lnTo>
                  <a:lnTo>
                    <a:pt x="541" y="203"/>
                  </a:lnTo>
                  <a:lnTo>
                    <a:pt x="535" y="214"/>
                  </a:lnTo>
                  <a:lnTo>
                    <a:pt x="528" y="224"/>
                  </a:lnTo>
                  <a:lnTo>
                    <a:pt x="521" y="232"/>
                  </a:lnTo>
                  <a:lnTo>
                    <a:pt x="514" y="238"/>
                  </a:lnTo>
                  <a:lnTo>
                    <a:pt x="509" y="241"/>
                  </a:lnTo>
                  <a:lnTo>
                    <a:pt x="505" y="242"/>
                  </a:lnTo>
                  <a:lnTo>
                    <a:pt x="505" y="242"/>
                  </a:lnTo>
                  <a:lnTo>
                    <a:pt x="497" y="242"/>
                  </a:lnTo>
                  <a:lnTo>
                    <a:pt x="491" y="241"/>
                  </a:lnTo>
                  <a:lnTo>
                    <a:pt x="487" y="238"/>
                  </a:lnTo>
                  <a:lnTo>
                    <a:pt x="485" y="234"/>
                  </a:lnTo>
                  <a:lnTo>
                    <a:pt x="483" y="229"/>
                  </a:lnTo>
                  <a:lnTo>
                    <a:pt x="483" y="223"/>
                  </a:lnTo>
                  <a:lnTo>
                    <a:pt x="486" y="215"/>
                  </a:lnTo>
                  <a:lnTo>
                    <a:pt x="489" y="208"/>
                  </a:lnTo>
                  <a:lnTo>
                    <a:pt x="489" y="208"/>
                  </a:lnTo>
                  <a:lnTo>
                    <a:pt x="498" y="191"/>
                  </a:lnTo>
                  <a:lnTo>
                    <a:pt x="506" y="173"/>
                  </a:lnTo>
                  <a:lnTo>
                    <a:pt x="530" y="114"/>
                  </a:lnTo>
                  <a:lnTo>
                    <a:pt x="530" y="114"/>
                  </a:lnTo>
                  <a:lnTo>
                    <a:pt x="534" y="103"/>
                  </a:lnTo>
                  <a:lnTo>
                    <a:pt x="538" y="92"/>
                  </a:lnTo>
                  <a:lnTo>
                    <a:pt x="541" y="72"/>
                  </a:lnTo>
                  <a:lnTo>
                    <a:pt x="541" y="72"/>
                  </a:lnTo>
                  <a:lnTo>
                    <a:pt x="518" y="55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86" y="32"/>
                  </a:lnTo>
                  <a:lnTo>
                    <a:pt x="486" y="32"/>
                  </a:lnTo>
                  <a:lnTo>
                    <a:pt x="453" y="17"/>
                  </a:lnTo>
                  <a:lnTo>
                    <a:pt x="453" y="17"/>
                  </a:lnTo>
                  <a:lnTo>
                    <a:pt x="429" y="6"/>
                  </a:lnTo>
                  <a:lnTo>
                    <a:pt x="429" y="6"/>
                  </a:lnTo>
                  <a:lnTo>
                    <a:pt x="422" y="3"/>
                  </a:lnTo>
                  <a:lnTo>
                    <a:pt x="422" y="3"/>
                  </a:lnTo>
                  <a:lnTo>
                    <a:pt x="402" y="0"/>
                  </a:lnTo>
                  <a:lnTo>
                    <a:pt x="402" y="0"/>
                  </a:lnTo>
                  <a:lnTo>
                    <a:pt x="406" y="14"/>
                  </a:lnTo>
                  <a:lnTo>
                    <a:pt x="414" y="32"/>
                  </a:lnTo>
                  <a:lnTo>
                    <a:pt x="414" y="32"/>
                  </a:lnTo>
                  <a:lnTo>
                    <a:pt x="422" y="47"/>
                  </a:lnTo>
                  <a:lnTo>
                    <a:pt x="426" y="59"/>
                  </a:lnTo>
                  <a:lnTo>
                    <a:pt x="430" y="69"/>
                  </a:lnTo>
                  <a:lnTo>
                    <a:pt x="431" y="78"/>
                  </a:lnTo>
                  <a:lnTo>
                    <a:pt x="430" y="84"/>
                  </a:lnTo>
                  <a:lnTo>
                    <a:pt x="428" y="87"/>
                  </a:lnTo>
                  <a:lnTo>
                    <a:pt x="423" y="90"/>
                  </a:lnTo>
                  <a:lnTo>
                    <a:pt x="418" y="90"/>
                  </a:lnTo>
                  <a:lnTo>
                    <a:pt x="418" y="90"/>
                  </a:lnTo>
                  <a:lnTo>
                    <a:pt x="406" y="90"/>
                  </a:lnTo>
                  <a:lnTo>
                    <a:pt x="401" y="88"/>
                  </a:lnTo>
                  <a:lnTo>
                    <a:pt x="397" y="86"/>
                  </a:lnTo>
                  <a:lnTo>
                    <a:pt x="393" y="82"/>
                  </a:lnTo>
                  <a:lnTo>
                    <a:pt x="389" y="75"/>
                  </a:lnTo>
                  <a:lnTo>
                    <a:pt x="385" y="66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73" y="12"/>
                  </a:lnTo>
                  <a:lnTo>
                    <a:pt x="371" y="3"/>
                  </a:lnTo>
                  <a:lnTo>
                    <a:pt x="371" y="3"/>
                  </a:lnTo>
                  <a:lnTo>
                    <a:pt x="351" y="5"/>
                  </a:lnTo>
                  <a:lnTo>
                    <a:pt x="310" y="9"/>
                  </a:lnTo>
                  <a:lnTo>
                    <a:pt x="310" y="9"/>
                  </a:lnTo>
                  <a:lnTo>
                    <a:pt x="258" y="9"/>
                  </a:lnTo>
                  <a:lnTo>
                    <a:pt x="228" y="9"/>
                  </a:lnTo>
                  <a:lnTo>
                    <a:pt x="228" y="9"/>
                  </a:lnTo>
                  <a:lnTo>
                    <a:pt x="233" y="12"/>
                  </a:lnTo>
                  <a:lnTo>
                    <a:pt x="244" y="20"/>
                  </a:lnTo>
                  <a:lnTo>
                    <a:pt x="261" y="34"/>
                  </a:lnTo>
                  <a:lnTo>
                    <a:pt x="280" y="53"/>
                  </a:lnTo>
                  <a:lnTo>
                    <a:pt x="280" y="53"/>
                  </a:lnTo>
                  <a:lnTo>
                    <a:pt x="297" y="70"/>
                  </a:lnTo>
                  <a:lnTo>
                    <a:pt x="302" y="76"/>
                  </a:lnTo>
                  <a:lnTo>
                    <a:pt x="303" y="81"/>
                  </a:lnTo>
                  <a:lnTo>
                    <a:pt x="303" y="82"/>
                  </a:lnTo>
                  <a:lnTo>
                    <a:pt x="303" y="84"/>
                  </a:lnTo>
                  <a:lnTo>
                    <a:pt x="298" y="87"/>
                  </a:lnTo>
                  <a:lnTo>
                    <a:pt x="292" y="91"/>
                  </a:lnTo>
                  <a:lnTo>
                    <a:pt x="281" y="95"/>
                  </a:lnTo>
                  <a:lnTo>
                    <a:pt x="281" y="95"/>
                  </a:lnTo>
                  <a:lnTo>
                    <a:pt x="275" y="96"/>
                  </a:lnTo>
                  <a:lnTo>
                    <a:pt x="270" y="97"/>
                  </a:lnTo>
                  <a:lnTo>
                    <a:pt x="266" y="97"/>
                  </a:lnTo>
                  <a:lnTo>
                    <a:pt x="261" y="97"/>
                  </a:lnTo>
                  <a:lnTo>
                    <a:pt x="254" y="93"/>
                  </a:lnTo>
                  <a:lnTo>
                    <a:pt x="247" y="88"/>
                  </a:lnTo>
                  <a:lnTo>
                    <a:pt x="241" y="81"/>
                  </a:lnTo>
                  <a:lnTo>
                    <a:pt x="237" y="74"/>
                  </a:lnTo>
                  <a:lnTo>
                    <a:pt x="228" y="59"/>
                  </a:lnTo>
                  <a:lnTo>
                    <a:pt x="228" y="59"/>
                  </a:lnTo>
                  <a:lnTo>
                    <a:pt x="222" y="52"/>
                  </a:lnTo>
                  <a:lnTo>
                    <a:pt x="215" y="45"/>
                  </a:lnTo>
                  <a:lnTo>
                    <a:pt x="198" y="29"/>
                  </a:lnTo>
                  <a:lnTo>
                    <a:pt x="177" y="14"/>
                  </a:lnTo>
                  <a:lnTo>
                    <a:pt x="177" y="14"/>
                  </a:lnTo>
                  <a:lnTo>
                    <a:pt x="169" y="15"/>
                  </a:lnTo>
                  <a:lnTo>
                    <a:pt x="148" y="17"/>
                  </a:lnTo>
                  <a:lnTo>
                    <a:pt x="123" y="23"/>
                  </a:lnTo>
                  <a:lnTo>
                    <a:pt x="111" y="27"/>
                  </a:lnTo>
                  <a:lnTo>
                    <a:pt x="100" y="32"/>
                  </a:lnTo>
                  <a:lnTo>
                    <a:pt x="100" y="32"/>
                  </a:lnTo>
                  <a:lnTo>
                    <a:pt x="95" y="33"/>
                  </a:lnTo>
                  <a:lnTo>
                    <a:pt x="90" y="34"/>
                  </a:lnTo>
                  <a:lnTo>
                    <a:pt x="79" y="34"/>
                  </a:lnTo>
                  <a:lnTo>
                    <a:pt x="67" y="33"/>
                  </a:lnTo>
                  <a:lnTo>
                    <a:pt x="55" y="28"/>
                  </a:lnTo>
                  <a:lnTo>
                    <a:pt x="43" y="23"/>
                  </a:lnTo>
                  <a:lnTo>
                    <a:pt x="32" y="17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7" y="3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4"/>
                  </a:lnTo>
                  <a:lnTo>
                    <a:pt x="0" y="7"/>
                  </a:lnTo>
                  <a:lnTo>
                    <a:pt x="1" y="14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12" y="50"/>
                  </a:lnTo>
                  <a:lnTo>
                    <a:pt x="19" y="78"/>
                  </a:lnTo>
                  <a:lnTo>
                    <a:pt x="24" y="91"/>
                  </a:lnTo>
                  <a:lnTo>
                    <a:pt x="29" y="102"/>
                  </a:lnTo>
                  <a:lnTo>
                    <a:pt x="33" y="111"/>
                  </a:lnTo>
                  <a:lnTo>
                    <a:pt x="38" y="118"/>
                  </a:lnTo>
                  <a:lnTo>
                    <a:pt x="38" y="118"/>
                  </a:lnTo>
                  <a:lnTo>
                    <a:pt x="44" y="121"/>
                  </a:lnTo>
                  <a:lnTo>
                    <a:pt x="55" y="126"/>
                  </a:lnTo>
                  <a:lnTo>
                    <a:pt x="67" y="130"/>
                  </a:lnTo>
                  <a:lnTo>
                    <a:pt x="82" y="134"/>
                  </a:lnTo>
                  <a:lnTo>
                    <a:pt x="99" y="138"/>
                  </a:lnTo>
                  <a:lnTo>
                    <a:pt x="116" y="140"/>
                  </a:lnTo>
                  <a:lnTo>
                    <a:pt x="133" y="143"/>
                  </a:lnTo>
                  <a:lnTo>
                    <a:pt x="150" y="143"/>
                  </a:lnTo>
                  <a:lnTo>
                    <a:pt x="150" y="143"/>
                  </a:lnTo>
                  <a:lnTo>
                    <a:pt x="164" y="143"/>
                  </a:lnTo>
                  <a:lnTo>
                    <a:pt x="169" y="144"/>
                  </a:lnTo>
                  <a:lnTo>
                    <a:pt x="173" y="145"/>
                  </a:lnTo>
                  <a:lnTo>
                    <a:pt x="175" y="147"/>
                  </a:lnTo>
                  <a:lnTo>
                    <a:pt x="177" y="149"/>
                  </a:lnTo>
                  <a:lnTo>
                    <a:pt x="177" y="153"/>
                  </a:lnTo>
                  <a:lnTo>
                    <a:pt x="177" y="155"/>
                  </a:lnTo>
                  <a:lnTo>
                    <a:pt x="175" y="162"/>
                  </a:lnTo>
                  <a:lnTo>
                    <a:pt x="171" y="168"/>
                  </a:lnTo>
                  <a:lnTo>
                    <a:pt x="164" y="176"/>
                  </a:lnTo>
                  <a:lnTo>
                    <a:pt x="157" y="182"/>
                  </a:lnTo>
                  <a:lnTo>
                    <a:pt x="157" y="182"/>
                  </a:lnTo>
                  <a:lnTo>
                    <a:pt x="153" y="184"/>
                  </a:lnTo>
                  <a:lnTo>
                    <a:pt x="147" y="186"/>
                  </a:lnTo>
                  <a:lnTo>
                    <a:pt x="135" y="188"/>
                  </a:lnTo>
                  <a:lnTo>
                    <a:pt x="121" y="188"/>
                  </a:lnTo>
                  <a:lnTo>
                    <a:pt x="106" y="186"/>
                  </a:lnTo>
                  <a:lnTo>
                    <a:pt x="81" y="184"/>
                  </a:lnTo>
                  <a:lnTo>
                    <a:pt x="72" y="184"/>
                  </a:lnTo>
                  <a:lnTo>
                    <a:pt x="71" y="185"/>
                  </a:lnTo>
                  <a:lnTo>
                    <a:pt x="70" y="186"/>
                  </a:lnTo>
                  <a:lnTo>
                    <a:pt x="70" y="186"/>
                  </a:lnTo>
                  <a:lnTo>
                    <a:pt x="72" y="197"/>
                  </a:lnTo>
                  <a:lnTo>
                    <a:pt x="78" y="213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90" y="236"/>
                  </a:lnTo>
                  <a:lnTo>
                    <a:pt x="104" y="243"/>
                  </a:lnTo>
                  <a:lnTo>
                    <a:pt x="112" y="247"/>
                  </a:lnTo>
                  <a:lnTo>
                    <a:pt x="123" y="251"/>
                  </a:lnTo>
                  <a:lnTo>
                    <a:pt x="135" y="254"/>
                  </a:lnTo>
                  <a:lnTo>
                    <a:pt x="148" y="257"/>
                  </a:lnTo>
                  <a:lnTo>
                    <a:pt x="148" y="257"/>
                  </a:lnTo>
                  <a:lnTo>
                    <a:pt x="154" y="257"/>
                  </a:lnTo>
                  <a:lnTo>
                    <a:pt x="162" y="257"/>
                  </a:lnTo>
                  <a:lnTo>
                    <a:pt x="176" y="253"/>
                  </a:lnTo>
                  <a:lnTo>
                    <a:pt x="189" y="247"/>
                  </a:lnTo>
                  <a:lnTo>
                    <a:pt x="204" y="241"/>
                  </a:lnTo>
                  <a:lnTo>
                    <a:pt x="220" y="235"/>
                  </a:lnTo>
                  <a:lnTo>
                    <a:pt x="235" y="230"/>
                  </a:lnTo>
                  <a:lnTo>
                    <a:pt x="243" y="228"/>
                  </a:lnTo>
                  <a:lnTo>
                    <a:pt x="251" y="226"/>
                  </a:lnTo>
                  <a:lnTo>
                    <a:pt x="260" y="226"/>
                  </a:lnTo>
                  <a:lnTo>
                    <a:pt x="269" y="226"/>
                  </a:lnTo>
                  <a:lnTo>
                    <a:pt x="269" y="226"/>
                  </a:lnTo>
                  <a:lnTo>
                    <a:pt x="277" y="228"/>
                  </a:lnTo>
                  <a:lnTo>
                    <a:pt x="283" y="230"/>
                  </a:lnTo>
                  <a:lnTo>
                    <a:pt x="286" y="232"/>
                  </a:lnTo>
                  <a:lnTo>
                    <a:pt x="289" y="235"/>
                  </a:lnTo>
                  <a:lnTo>
                    <a:pt x="289" y="238"/>
                  </a:lnTo>
                  <a:lnTo>
                    <a:pt x="286" y="242"/>
                  </a:lnTo>
                  <a:lnTo>
                    <a:pt x="284" y="246"/>
                  </a:lnTo>
                  <a:lnTo>
                    <a:pt x="279" y="251"/>
                  </a:lnTo>
                  <a:lnTo>
                    <a:pt x="268" y="261"/>
                  </a:lnTo>
                  <a:lnTo>
                    <a:pt x="254" y="275"/>
                  </a:lnTo>
                  <a:lnTo>
                    <a:pt x="237" y="289"/>
                  </a:lnTo>
                  <a:lnTo>
                    <a:pt x="220" y="305"/>
                  </a:lnTo>
                  <a:lnTo>
                    <a:pt x="220" y="305"/>
                  </a:lnTo>
                  <a:lnTo>
                    <a:pt x="211" y="312"/>
                  </a:lnTo>
                  <a:lnTo>
                    <a:pt x="202" y="318"/>
                  </a:lnTo>
                  <a:lnTo>
                    <a:pt x="193" y="322"/>
                  </a:lnTo>
                  <a:lnTo>
                    <a:pt x="183" y="323"/>
                  </a:lnTo>
                  <a:lnTo>
                    <a:pt x="175" y="324"/>
                  </a:lnTo>
                  <a:lnTo>
                    <a:pt x="166" y="324"/>
                  </a:lnTo>
                  <a:lnTo>
                    <a:pt x="151" y="322"/>
                  </a:lnTo>
                  <a:lnTo>
                    <a:pt x="137" y="319"/>
                  </a:lnTo>
                  <a:lnTo>
                    <a:pt x="133" y="319"/>
                  </a:lnTo>
                  <a:lnTo>
                    <a:pt x="130" y="319"/>
                  </a:lnTo>
                  <a:lnTo>
                    <a:pt x="128" y="321"/>
                  </a:lnTo>
                  <a:lnTo>
                    <a:pt x="128" y="323"/>
                  </a:lnTo>
                  <a:lnTo>
                    <a:pt x="129" y="328"/>
                  </a:lnTo>
                  <a:lnTo>
                    <a:pt x="133" y="334"/>
                  </a:lnTo>
                  <a:lnTo>
                    <a:pt x="133" y="334"/>
                  </a:lnTo>
                  <a:lnTo>
                    <a:pt x="142" y="348"/>
                  </a:lnTo>
                  <a:lnTo>
                    <a:pt x="153" y="363"/>
                  </a:lnTo>
                  <a:lnTo>
                    <a:pt x="165" y="375"/>
                  </a:lnTo>
                  <a:lnTo>
                    <a:pt x="180" y="387"/>
                  </a:lnTo>
                  <a:lnTo>
                    <a:pt x="195" y="398"/>
                  </a:lnTo>
                  <a:lnTo>
                    <a:pt x="204" y="402"/>
                  </a:lnTo>
                  <a:lnTo>
                    <a:pt x="212" y="405"/>
                  </a:lnTo>
                  <a:lnTo>
                    <a:pt x="222" y="409"/>
                  </a:lnTo>
                  <a:lnTo>
                    <a:pt x="232" y="410"/>
                  </a:lnTo>
                  <a:lnTo>
                    <a:pt x="241" y="413"/>
                  </a:lnTo>
                  <a:lnTo>
                    <a:pt x="252" y="413"/>
                  </a:lnTo>
                  <a:lnTo>
                    <a:pt x="252" y="413"/>
                  </a:lnTo>
                  <a:lnTo>
                    <a:pt x="262" y="413"/>
                  </a:lnTo>
                  <a:lnTo>
                    <a:pt x="272" y="409"/>
                  </a:lnTo>
                  <a:lnTo>
                    <a:pt x="280" y="404"/>
                  </a:lnTo>
                  <a:lnTo>
                    <a:pt x="289" y="397"/>
                  </a:lnTo>
                  <a:lnTo>
                    <a:pt x="296" y="388"/>
                  </a:lnTo>
                  <a:lnTo>
                    <a:pt x="303" y="379"/>
                  </a:lnTo>
                  <a:lnTo>
                    <a:pt x="315" y="358"/>
                  </a:lnTo>
                  <a:lnTo>
                    <a:pt x="329" y="338"/>
                  </a:lnTo>
                  <a:lnTo>
                    <a:pt x="335" y="328"/>
                  </a:lnTo>
                  <a:lnTo>
                    <a:pt x="341" y="318"/>
                  </a:lnTo>
                  <a:lnTo>
                    <a:pt x="348" y="311"/>
                  </a:lnTo>
                  <a:lnTo>
                    <a:pt x="355" y="304"/>
                  </a:lnTo>
                  <a:lnTo>
                    <a:pt x="362" y="299"/>
                  </a:lnTo>
                  <a:lnTo>
                    <a:pt x="371" y="296"/>
                  </a:lnTo>
                  <a:lnTo>
                    <a:pt x="371" y="296"/>
                  </a:lnTo>
                  <a:lnTo>
                    <a:pt x="379" y="295"/>
                  </a:lnTo>
                  <a:lnTo>
                    <a:pt x="385" y="295"/>
                  </a:lnTo>
                  <a:lnTo>
                    <a:pt x="389" y="296"/>
                  </a:lnTo>
                  <a:lnTo>
                    <a:pt x="393" y="299"/>
                  </a:lnTo>
                  <a:lnTo>
                    <a:pt x="394" y="301"/>
                  </a:lnTo>
                  <a:lnTo>
                    <a:pt x="393" y="305"/>
                  </a:lnTo>
                  <a:lnTo>
                    <a:pt x="390" y="315"/>
                  </a:lnTo>
                  <a:lnTo>
                    <a:pt x="384" y="327"/>
                  </a:lnTo>
                  <a:lnTo>
                    <a:pt x="376" y="341"/>
                  </a:lnTo>
                  <a:lnTo>
                    <a:pt x="367" y="358"/>
                  </a:lnTo>
                  <a:lnTo>
                    <a:pt x="360" y="376"/>
                  </a:lnTo>
                  <a:lnTo>
                    <a:pt x="360" y="376"/>
                  </a:lnTo>
                  <a:lnTo>
                    <a:pt x="356" y="385"/>
                  </a:lnTo>
                  <a:lnTo>
                    <a:pt x="351" y="393"/>
                  </a:lnTo>
                  <a:lnTo>
                    <a:pt x="345" y="402"/>
                  </a:lnTo>
                  <a:lnTo>
                    <a:pt x="339" y="409"/>
                  </a:lnTo>
                  <a:lnTo>
                    <a:pt x="325" y="422"/>
                  </a:lnTo>
                  <a:lnTo>
                    <a:pt x="310" y="432"/>
                  </a:lnTo>
                  <a:lnTo>
                    <a:pt x="296" y="440"/>
                  </a:lnTo>
                  <a:lnTo>
                    <a:pt x="285" y="446"/>
                  </a:lnTo>
                  <a:lnTo>
                    <a:pt x="274" y="451"/>
                  </a:lnTo>
                  <a:lnTo>
                    <a:pt x="274" y="451"/>
                  </a:lnTo>
                  <a:lnTo>
                    <a:pt x="286" y="456"/>
                  </a:lnTo>
                  <a:lnTo>
                    <a:pt x="302" y="461"/>
                  </a:lnTo>
                  <a:lnTo>
                    <a:pt x="321" y="467"/>
                  </a:lnTo>
                  <a:lnTo>
                    <a:pt x="344" y="473"/>
                  </a:lnTo>
                  <a:lnTo>
                    <a:pt x="371" y="478"/>
                  </a:lnTo>
                  <a:lnTo>
                    <a:pt x="401" y="481"/>
                  </a:lnTo>
                  <a:lnTo>
                    <a:pt x="416" y="483"/>
                  </a:lnTo>
                  <a:lnTo>
                    <a:pt x="431" y="483"/>
                  </a:lnTo>
                  <a:lnTo>
                    <a:pt x="431" y="483"/>
                  </a:lnTo>
                  <a:lnTo>
                    <a:pt x="447" y="481"/>
                  </a:lnTo>
                  <a:lnTo>
                    <a:pt x="460" y="478"/>
                  </a:lnTo>
                  <a:lnTo>
                    <a:pt x="474" y="473"/>
                  </a:lnTo>
                  <a:lnTo>
                    <a:pt x="486" y="467"/>
                  </a:lnTo>
                  <a:lnTo>
                    <a:pt x="495" y="460"/>
                  </a:lnTo>
                  <a:lnTo>
                    <a:pt x="505" y="451"/>
                  </a:lnTo>
                  <a:lnTo>
                    <a:pt x="512" y="443"/>
                  </a:lnTo>
                  <a:lnTo>
                    <a:pt x="520" y="433"/>
                  </a:lnTo>
                  <a:lnTo>
                    <a:pt x="526" y="423"/>
                  </a:lnTo>
                  <a:lnTo>
                    <a:pt x="530" y="414"/>
                  </a:lnTo>
                  <a:lnTo>
                    <a:pt x="534" y="405"/>
                  </a:lnTo>
                  <a:lnTo>
                    <a:pt x="537" y="397"/>
                  </a:lnTo>
                  <a:lnTo>
                    <a:pt x="538" y="388"/>
                  </a:lnTo>
                  <a:lnTo>
                    <a:pt x="538" y="382"/>
                  </a:lnTo>
                  <a:lnTo>
                    <a:pt x="538" y="376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26" y="358"/>
                  </a:lnTo>
                  <a:lnTo>
                    <a:pt x="516" y="344"/>
                  </a:lnTo>
                  <a:lnTo>
                    <a:pt x="505" y="325"/>
                  </a:lnTo>
                  <a:lnTo>
                    <a:pt x="505" y="325"/>
                  </a:lnTo>
                  <a:lnTo>
                    <a:pt x="505" y="318"/>
                  </a:lnTo>
                  <a:lnTo>
                    <a:pt x="505" y="315"/>
                  </a:lnTo>
                  <a:lnTo>
                    <a:pt x="505" y="311"/>
                  </a:lnTo>
                  <a:lnTo>
                    <a:pt x="509" y="309"/>
                  </a:lnTo>
                  <a:lnTo>
                    <a:pt x="514" y="306"/>
                  </a:lnTo>
                  <a:lnTo>
                    <a:pt x="521" y="305"/>
                  </a:lnTo>
                  <a:lnTo>
                    <a:pt x="532" y="305"/>
                  </a:lnTo>
                  <a:lnTo>
                    <a:pt x="532" y="305"/>
                  </a:lnTo>
                  <a:lnTo>
                    <a:pt x="551" y="306"/>
                  </a:lnTo>
                  <a:lnTo>
                    <a:pt x="570" y="304"/>
                  </a:lnTo>
                  <a:lnTo>
                    <a:pt x="580" y="301"/>
                  </a:lnTo>
                  <a:lnTo>
                    <a:pt x="590" y="299"/>
                  </a:lnTo>
                  <a:lnTo>
                    <a:pt x="598" y="295"/>
                  </a:lnTo>
                  <a:lnTo>
                    <a:pt x="608" y="292"/>
                  </a:lnTo>
                  <a:lnTo>
                    <a:pt x="608" y="292"/>
                  </a:lnTo>
                  <a:lnTo>
                    <a:pt x="621" y="282"/>
                  </a:lnTo>
                  <a:lnTo>
                    <a:pt x="634" y="271"/>
                  </a:lnTo>
                  <a:lnTo>
                    <a:pt x="639" y="264"/>
                  </a:lnTo>
                  <a:lnTo>
                    <a:pt x="644" y="258"/>
                  </a:lnTo>
                  <a:lnTo>
                    <a:pt x="649" y="251"/>
                  </a:lnTo>
                  <a:lnTo>
                    <a:pt x="653" y="242"/>
                  </a:lnTo>
                  <a:lnTo>
                    <a:pt x="653" y="242"/>
                  </a:lnTo>
                  <a:lnTo>
                    <a:pt x="655" y="232"/>
                  </a:lnTo>
                  <a:lnTo>
                    <a:pt x="656" y="221"/>
                  </a:lnTo>
                  <a:lnTo>
                    <a:pt x="655" y="212"/>
                  </a:lnTo>
                  <a:lnTo>
                    <a:pt x="651" y="202"/>
                  </a:lnTo>
                  <a:lnTo>
                    <a:pt x="651" y="202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582">
              <a:extLst>
                <a:ext uri="{FF2B5EF4-FFF2-40B4-BE49-F238E27FC236}">
                  <a16:creationId xmlns:a16="http://schemas.microsoft.com/office/drawing/2014/main" id="{241F8341-6A83-5246-A05B-C436D0928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776" y="4721225"/>
              <a:ext cx="361950" cy="274638"/>
            </a:xfrm>
            <a:custGeom>
              <a:avLst/>
              <a:gdLst>
                <a:gd name="T0" fmla="*/ 23 w 456"/>
                <a:gd name="T1" fmla="*/ 176 h 346"/>
                <a:gd name="T2" fmla="*/ 1 w 456"/>
                <a:gd name="T3" fmla="*/ 139 h 346"/>
                <a:gd name="T4" fmla="*/ 5 w 456"/>
                <a:gd name="T5" fmla="*/ 98 h 346"/>
                <a:gd name="T6" fmla="*/ 36 w 456"/>
                <a:gd name="T7" fmla="*/ 59 h 346"/>
                <a:gd name="T8" fmla="*/ 112 w 456"/>
                <a:gd name="T9" fmla="*/ 15 h 346"/>
                <a:gd name="T10" fmla="*/ 100 w 456"/>
                <a:gd name="T11" fmla="*/ 53 h 346"/>
                <a:gd name="T12" fmla="*/ 105 w 456"/>
                <a:gd name="T13" fmla="*/ 92 h 346"/>
                <a:gd name="T14" fmla="*/ 124 w 456"/>
                <a:gd name="T15" fmla="*/ 143 h 346"/>
                <a:gd name="T16" fmla="*/ 138 w 456"/>
                <a:gd name="T17" fmla="*/ 136 h 346"/>
                <a:gd name="T18" fmla="*/ 139 w 456"/>
                <a:gd name="T19" fmla="*/ 96 h 346"/>
                <a:gd name="T20" fmla="*/ 130 w 456"/>
                <a:gd name="T21" fmla="*/ 41 h 346"/>
                <a:gd name="T22" fmla="*/ 151 w 456"/>
                <a:gd name="T23" fmla="*/ 15 h 346"/>
                <a:gd name="T24" fmla="*/ 211 w 456"/>
                <a:gd name="T25" fmla="*/ 1 h 346"/>
                <a:gd name="T26" fmla="*/ 244 w 456"/>
                <a:gd name="T27" fmla="*/ 9 h 346"/>
                <a:gd name="T28" fmla="*/ 215 w 456"/>
                <a:gd name="T29" fmla="*/ 34 h 346"/>
                <a:gd name="T30" fmla="*/ 207 w 456"/>
                <a:gd name="T31" fmla="*/ 59 h 346"/>
                <a:gd name="T32" fmla="*/ 205 w 456"/>
                <a:gd name="T33" fmla="*/ 125 h 346"/>
                <a:gd name="T34" fmla="*/ 220 w 456"/>
                <a:gd name="T35" fmla="*/ 121 h 346"/>
                <a:gd name="T36" fmla="*/ 248 w 456"/>
                <a:gd name="T37" fmla="*/ 74 h 346"/>
                <a:gd name="T38" fmla="*/ 272 w 456"/>
                <a:gd name="T39" fmla="*/ 45 h 346"/>
                <a:gd name="T40" fmla="*/ 304 w 456"/>
                <a:gd name="T41" fmla="*/ 32 h 346"/>
                <a:gd name="T42" fmla="*/ 336 w 456"/>
                <a:gd name="T43" fmla="*/ 47 h 346"/>
                <a:gd name="T44" fmla="*/ 303 w 456"/>
                <a:gd name="T45" fmla="*/ 76 h 346"/>
                <a:gd name="T46" fmla="*/ 295 w 456"/>
                <a:gd name="T47" fmla="*/ 97 h 346"/>
                <a:gd name="T48" fmla="*/ 304 w 456"/>
                <a:gd name="T49" fmla="*/ 115 h 346"/>
                <a:gd name="T50" fmla="*/ 335 w 456"/>
                <a:gd name="T51" fmla="*/ 90 h 346"/>
                <a:gd name="T52" fmla="*/ 383 w 456"/>
                <a:gd name="T53" fmla="*/ 66 h 346"/>
                <a:gd name="T54" fmla="*/ 441 w 456"/>
                <a:gd name="T55" fmla="*/ 93 h 346"/>
                <a:gd name="T56" fmla="*/ 447 w 456"/>
                <a:gd name="T57" fmla="*/ 107 h 346"/>
                <a:gd name="T58" fmla="*/ 422 w 456"/>
                <a:gd name="T59" fmla="*/ 120 h 346"/>
                <a:gd name="T60" fmla="*/ 404 w 456"/>
                <a:gd name="T61" fmla="*/ 145 h 346"/>
                <a:gd name="T62" fmla="*/ 354 w 456"/>
                <a:gd name="T63" fmla="*/ 189 h 346"/>
                <a:gd name="T64" fmla="*/ 292 w 456"/>
                <a:gd name="T65" fmla="*/ 174 h 346"/>
                <a:gd name="T66" fmla="*/ 251 w 456"/>
                <a:gd name="T67" fmla="*/ 174 h 346"/>
                <a:gd name="T68" fmla="*/ 244 w 456"/>
                <a:gd name="T69" fmla="*/ 188 h 346"/>
                <a:gd name="T70" fmla="*/ 266 w 456"/>
                <a:gd name="T71" fmla="*/ 206 h 346"/>
                <a:gd name="T72" fmla="*/ 317 w 456"/>
                <a:gd name="T73" fmla="*/ 213 h 346"/>
                <a:gd name="T74" fmla="*/ 334 w 456"/>
                <a:gd name="T75" fmla="*/ 243 h 346"/>
                <a:gd name="T76" fmla="*/ 294 w 456"/>
                <a:gd name="T77" fmla="*/ 288 h 346"/>
                <a:gd name="T78" fmla="*/ 215 w 456"/>
                <a:gd name="T79" fmla="*/ 242 h 346"/>
                <a:gd name="T80" fmla="*/ 192 w 456"/>
                <a:gd name="T81" fmla="*/ 242 h 346"/>
                <a:gd name="T82" fmla="*/ 196 w 456"/>
                <a:gd name="T83" fmla="*/ 261 h 346"/>
                <a:gd name="T84" fmla="*/ 232 w 456"/>
                <a:gd name="T85" fmla="*/ 278 h 346"/>
                <a:gd name="T86" fmla="*/ 271 w 456"/>
                <a:gd name="T87" fmla="*/ 305 h 346"/>
                <a:gd name="T88" fmla="*/ 220 w 456"/>
                <a:gd name="T89" fmla="*/ 336 h 346"/>
                <a:gd name="T90" fmla="*/ 164 w 456"/>
                <a:gd name="T91" fmla="*/ 329 h 346"/>
                <a:gd name="T92" fmla="*/ 130 w 456"/>
                <a:gd name="T93" fmla="*/ 259 h 346"/>
                <a:gd name="T94" fmla="*/ 118 w 456"/>
                <a:gd name="T95" fmla="*/ 224 h 346"/>
                <a:gd name="T96" fmla="*/ 103 w 456"/>
                <a:gd name="T97" fmla="*/ 220 h 346"/>
                <a:gd name="T98" fmla="*/ 95 w 456"/>
                <a:gd name="T99" fmla="*/ 245 h 346"/>
                <a:gd name="T100" fmla="*/ 128 w 456"/>
                <a:gd name="T101" fmla="*/ 321 h 346"/>
                <a:gd name="T102" fmla="*/ 93 w 456"/>
                <a:gd name="T103" fmla="*/ 345 h 346"/>
                <a:gd name="T104" fmla="*/ 47 w 456"/>
                <a:gd name="T105" fmla="*/ 327 h 346"/>
                <a:gd name="T106" fmla="*/ 25 w 456"/>
                <a:gd name="T107" fmla="*/ 292 h 346"/>
                <a:gd name="T108" fmla="*/ 24 w 456"/>
                <a:gd name="T109" fmla="*/ 252 h 346"/>
                <a:gd name="T110" fmla="*/ 55 w 456"/>
                <a:gd name="T111" fmla="*/ 207 h 346"/>
                <a:gd name="T112" fmla="*/ 65 w 456"/>
                <a:gd name="T113" fmla="*/ 191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56" h="346">
                  <a:moveTo>
                    <a:pt x="59" y="184"/>
                  </a:moveTo>
                  <a:lnTo>
                    <a:pt x="59" y="184"/>
                  </a:lnTo>
                  <a:lnTo>
                    <a:pt x="46" y="180"/>
                  </a:lnTo>
                  <a:lnTo>
                    <a:pt x="23" y="176"/>
                  </a:lnTo>
                  <a:lnTo>
                    <a:pt x="23" y="176"/>
                  </a:lnTo>
                  <a:lnTo>
                    <a:pt x="19" y="174"/>
                  </a:lnTo>
                  <a:lnTo>
                    <a:pt x="17" y="173"/>
                  </a:lnTo>
                  <a:lnTo>
                    <a:pt x="11" y="165"/>
                  </a:lnTo>
                  <a:lnTo>
                    <a:pt x="5" y="154"/>
                  </a:lnTo>
                  <a:lnTo>
                    <a:pt x="1" y="139"/>
                  </a:lnTo>
                  <a:lnTo>
                    <a:pt x="0" y="132"/>
                  </a:lnTo>
                  <a:lnTo>
                    <a:pt x="0" y="124"/>
                  </a:lnTo>
                  <a:lnTo>
                    <a:pt x="1" y="115"/>
                  </a:lnTo>
                  <a:lnTo>
                    <a:pt x="2" y="107"/>
                  </a:lnTo>
                  <a:lnTo>
                    <a:pt x="5" y="98"/>
                  </a:lnTo>
                  <a:lnTo>
                    <a:pt x="8" y="90"/>
                  </a:lnTo>
                  <a:lnTo>
                    <a:pt x="14" y="82"/>
                  </a:lnTo>
                  <a:lnTo>
                    <a:pt x="20" y="74"/>
                  </a:lnTo>
                  <a:lnTo>
                    <a:pt x="20" y="74"/>
                  </a:lnTo>
                  <a:lnTo>
                    <a:pt x="36" y="59"/>
                  </a:lnTo>
                  <a:lnTo>
                    <a:pt x="52" y="47"/>
                  </a:lnTo>
                  <a:lnTo>
                    <a:pt x="67" y="38"/>
                  </a:lnTo>
                  <a:lnTo>
                    <a:pt x="81" y="29"/>
                  </a:lnTo>
                  <a:lnTo>
                    <a:pt x="104" y="18"/>
                  </a:lnTo>
                  <a:lnTo>
                    <a:pt x="112" y="15"/>
                  </a:lnTo>
                  <a:lnTo>
                    <a:pt x="112" y="15"/>
                  </a:lnTo>
                  <a:lnTo>
                    <a:pt x="109" y="22"/>
                  </a:lnTo>
                  <a:lnTo>
                    <a:pt x="106" y="30"/>
                  </a:lnTo>
                  <a:lnTo>
                    <a:pt x="103" y="41"/>
                  </a:lnTo>
                  <a:lnTo>
                    <a:pt x="100" y="53"/>
                  </a:lnTo>
                  <a:lnTo>
                    <a:pt x="100" y="66"/>
                  </a:lnTo>
                  <a:lnTo>
                    <a:pt x="101" y="79"/>
                  </a:lnTo>
                  <a:lnTo>
                    <a:pt x="103" y="85"/>
                  </a:lnTo>
                  <a:lnTo>
                    <a:pt x="105" y="92"/>
                  </a:lnTo>
                  <a:lnTo>
                    <a:pt x="105" y="92"/>
                  </a:lnTo>
                  <a:lnTo>
                    <a:pt x="110" y="104"/>
                  </a:lnTo>
                  <a:lnTo>
                    <a:pt x="115" y="116"/>
                  </a:lnTo>
                  <a:lnTo>
                    <a:pt x="119" y="136"/>
                  </a:lnTo>
                  <a:lnTo>
                    <a:pt x="123" y="142"/>
                  </a:lnTo>
                  <a:lnTo>
                    <a:pt x="124" y="143"/>
                  </a:lnTo>
                  <a:lnTo>
                    <a:pt x="127" y="144"/>
                  </a:lnTo>
                  <a:lnTo>
                    <a:pt x="129" y="144"/>
                  </a:lnTo>
                  <a:lnTo>
                    <a:pt x="132" y="143"/>
                  </a:lnTo>
                  <a:lnTo>
                    <a:pt x="138" y="136"/>
                  </a:lnTo>
                  <a:lnTo>
                    <a:pt x="138" y="136"/>
                  </a:lnTo>
                  <a:lnTo>
                    <a:pt x="140" y="130"/>
                  </a:lnTo>
                  <a:lnTo>
                    <a:pt x="141" y="125"/>
                  </a:lnTo>
                  <a:lnTo>
                    <a:pt x="142" y="118"/>
                  </a:lnTo>
                  <a:lnTo>
                    <a:pt x="142" y="110"/>
                  </a:lnTo>
                  <a:lnTo>
                    <a:pt x="139" y="96"/>
                  </a:lnTo>
                  <a:lnTo>
                    <a:pt x="135" y="79"/>
                  </a:lnTo>
                  <a:lnTo>
                    <a:pt x="132" y="63"/>
                  </a:lnTo>
                  <a:lnTo>
                    <a:pt x="130" y="56"/>
                  </a:lnTo>
                  <a:lnTo>
                    <a:pt x="130" y="49"/>
                  </a:lnTo>
                  <a:lnTo>
                    <a:pt x="130" y="41"/>
                  </a:lnTo>
                  <a:lnTo>
                    <a:pt x="133" y="34"/>
                  </a:lnTo>
                  <a:lnTo>
                    <a:pt x="135" y="28"/>
                  </a:lnTo>
                  <a:lnTo>
                    <a:pt x="140" y="23"/>
                  </a:lnTo>
                  <a:lnTo>
                    <a:pt x="140" y="23"/>
                  </a:lnTo>
                  <a:lnTo>
                    <a:pt x="151" y="15"/>
                  </a:lnTo>
                  <a:lnTo>
                    <a:pt x="163" y="7"/>
                  </a:lnTo>
                  <a:lnTo>
                    <a:pt x="175" y="4"/>
                  </a:lnTo>
                  <a:lnTo>
                    <a:pt x="187" y="1"/>
                  </a:lnTo>
                  <a:lnTo>
                    <a:pt x="199" y="0"/>
                  </a:lnTo>
                  <a:lnTo>
                    <a:pt x="211" y="1"/>
                  </a:lnTo>
                  <a:lnTo>
                    <a:pt x="223" y="3"/>
                  </a:lnTo>
                  <a:lnTo>
                    <a:pt x="236" y="5"/>
                  </a:lnTo>
                  <a:lnTo>
                    <a:pt x="236" y="5"/>
                  </a:lnTo>
                  <a:lnTo>
                    <a:pt x="243" y="7"/>
                  </a:lnTo>
                  <a:lnTo>
                    <a:pt x="244" y="9"/>
                  </a:lnTo>
                  <a:lnTo>
                    <a:pt x="243" y="11"/>
                  </a:lnTo>
                  <a:lnTo>
                    <a:pt x="239" y="15"/>
                  </a:lnTo>
                  <a:lnTo>
                    <a:pt x="232" y="18"/>
                  </a:lnTo>
                  <a:lnTo>
                    <a:pt x="223" y="26"/>
                  </a:lnTo>
                  <a:lnTo>
                    <a:pt x="215" y="34"/>
                  </a:lnTo>
                  <a:lnTo>
                    <a:pt x="211" y="39"/>
                  </a:lnTo>
                  <a:lnTo>
                    <a:pt x="209" y="45"/>
                  </a:lnTo>
                  <a:lnTo>
                    <a:pt x="208" y="52"/>
                  </a:lnTo>
                  <a:lnTo>
                    <a:pt x="207" y="59"/>
                  </a:lnTo>
                  <a:lnTo>
                    <a:pt x="207" y="59"/>
                  </a:lnTo>
                  <a:lnTo>
                    <a:pt x="207" y="76"/>
                  </a:lnTo>
                  <a:lnTo>
                    <a:pt x="205" y="91"/>
                  </a:lnTo>
                  <a:lnTo>
                    <a:pt x="203" y="114"/>
                  </a:lnTo>
                  <a:lnTo>
                    <a:pt x="204" y="122"/>
                  </a:lnTo>
                  <a:lnTo>
                    <a:pt x="205" y="125"/>
                  </a:lnTo>
                  <a:lnTo>
                    <a:pt x="207" y="126"/>
                  </a:lnTo>
                  <a:lnTo>
                    <a:pt x="209" y="126"/>
                  </a:lnTo>
                  <a:lnTo>
                    <a:pt x="211" y="126"/>
                  </a:lnTo>
                  <a:lnTo>
                    <a:pt x="220" y="121"/>
                  </a:lnTo>
                  <a:lnTo>
                    <a:pt x="220" y="121"/>
                  </a:lnTo>
                  <a:lnTo>
                    <a:pt x="228" y="113"/>
                  </a:lnTo>
                  <a:lnTo>
                    <a:pt x="234" y="104"/>
                  </a:lnTo>
                  <a:lnTo>
                    <a:pt x="240" y="93"/>
                  </a:lnTo>
                  <a:lnTo>
                    <a:pt x="244" y="84"/>
                  </a:lnTo>
                  <a:lnTo>
                    <a:pt x="248" y="74"/>
                  </a:lnTo>
                  <a:lnTo>
                    <a:pt x="252" y="64"/>
                  </a:lnTo>
                  <a:lnTo>
                    <a:pt x="257" y="56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72" y="45"/>
                  </a:lnTo>
                  <a:lnTo>
                    <a:pt x="279" y="40"/>
                  </a:lnTo>
                  <a:lnTo>
                    <a:pt x="292" y="35"/>
                  </a:lnTo>
                  <a:lnTo>
                    <a:pt x="301" y="32"/>
                  </a:lnTo>
                  <a:lnTo>
                    <a:pt x="304" y="32"/>
                  </a:lnTo>
                  <a:lnTo>
                    <a:pt x="304" y="32"/>
                  </a:lnTo>
                  <a:lnTo>
                    <a:pt x="318" y="38"/>
                  </a:lnTo>
                  <a:lnTo>
                    <a:pt x="329" y="43"/>
                  </a:lnTo>
                  <a:lnTo>
                    <a:pt x="335" y="46"/>
                  </a:lnTo>
                  <a:lnTo>
                    <a:pt x="335" y="46"/>
                  </a:lnTo>
                  <a:lnTo>
                    <a:pt x="336" y="47"/>
                  </a:lnTo>
                  <a:lnTo>
                    <a:pt x="335" y="49"/>
                  </a:lnTo>
                  <a:lnTo>
                    <a:pt x="331" y="53"/>
                  </a:lnTo>
                  <a:lnTo>
                    <a:pt x="318" y="63"/>
                  </a:lnTo>
                  <a:lnTo>
                    <a:pt x="311" y="70"/>
                  </a:lnTo>
                  <a:lnTo>
                    <a:pt x="303" y="76"/>
                  </a:lnTo>
                  <a:lnTo>
                    <a:pt x="297" y="84"/>
                  </a:lnTo>
                  <a:lnTo>
                    <a:pt x="296" y="87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7"/>
                  </a:lnTo>
                  <a:lnTo>
                    <a:pt x="295" y="103"/>
                  </a:lnTo>
                  <a:lnTo>
                    <a:pt x="296" y="108"/>
                  </a:lnTo>
                  <a:lnTo>
                    <a:pt x="297" y="113"/>
                  </a:lnTo>
                  <a:lnTo>
                    <a:pt x="301" y="115"/>
                  </a:lnTo>
                  <a:lnTo>
                    <a:pt x="304" y="115"/>
                  </a:lnTo>
                  <a:lnTo>
                    <a:pt x="311" y="111"/>
                  </a:lnTo>
                  <a:lnTo>
                    <a:pt x="317" y="105"/>
                  </a:lnTo>
                  <a:lnTo>
                    <a:pt x="317" y="105"/>
                  </a:lnTo>
                  <a:lnTo>
                    <a:pt x="325" y="97"/>
                  </a:lnTo>
                  <a:lnTo>
                    <a:pt x="335" y="90"/>
                  </a:lnTo>
                  <a:lnTo>
                    <a:pt x="344" y="84"/>
                  </a:lnTo>
                  <a:lnTo>
                    <a:pt x="354" y="78"/>
                  </a:lnTo>
                  <a:lnTo>
                    <a:pt x="371" y="69"/>
                  </a:lnTo>
                  <a:lnTo>
                    <a:pt x="383" y="66"/>
                  </a:lnTo>
                  <a:lnTo>
                    <a:pt x="383" y="66"/>
                  </a:lnTo>
                  <a:lnTo>
                    <a:pt x="388" y="66"/>
                  </a:lnTo>
                  <a:lnTo>
                    <a:pt x="394" y="68"/>
                  </a:lnTo>
                  <a:lnTo>
                    <a:pt x="411" y="75"/>
                  </a:lnTo>
                  <a:lnTo>
                    <a:pt x="441" y="93"/>
                  </a:lnTo>
                  <a:lnTo>
                    <a:pt x="441" y="93"/>
                  </a:lnTo>
                  <a:lnTo>
                    <a:pt x="451" y="98"/>
                  </a:lnTo>
                  <a:lnTo>
                    <a:pt x="456" y="102"/>
                  </a:lnTo>
                  <a:lnTo>
                    <a:pt x="456" y="103"/>
                  </a:lnTo>
                  <a:lnTo>
                    <a:pt x="454" y="104"/>
                  </a:lnTo>
                  <a:lnTo>
                    <a:pt x="447" y="107"/>
                  </a:lnTo>
                  <a:lnTo>
                    <a:pt x="447" y="107"/>
                  </a:lnTo>
                  <a:lnTo>
                    <a:pt x="441" y="109"/>
                  </a:lnTo>
                  <a:lnTo>
                    <a:pt x="435" y="111"/>
                  </a:lnTo>
                  <a:lnTo>
                    <a:pt x="428" y="116"/>
                  </a:lnTo>
                  <a:lnTo>
                    <a:pt x="422" y="120"/>
                  </a:lnTo>
                  <a:lnTo>
                    <a:pt x="416" y="126"/>
                  </a:lnTo>
                  <a:lnTo>
                    <a:pt x="411" y="132"/>
                  </a:lnTo>
                  <a:lnTo>
                    <a:pt x="406" y="138"/>
                  </a:lnTo>
                  <a:lnTo>
                    <a:pt x="404" y="145"/>
                  </a:lnTo>
                  <a:lnTo>
                    <a:pt x="404" y="145"/>
                  </a:lnTo>
                  <a:lnTo>
                    <a:pt x="396" y="160"/>
                  </a:lnTo>
                  <a:lnTo>
                    <a:pt x="388" y="176"/>
                  </a:lnTo>
                  <a:lnTo>
                    <a:pt x="378" y="191"/>
                  </a:lnTo>
                  <a:lnTo>
                    <a:pt x="378" y="191"/>
                  </a:lnTo>
                  <a:lnTo>
                    <a:pt x="354" y="189"/>
                  </a:lnTo>
                  <a:lnTo>
                    <a:pt x="334" y="185"/>
                  </a:lnTo>
                  <a:lnTo>
                    <a:pt x="319" y="183"/>
                  </a:lnTo>
                  <a:lnTo>
                    <a:pt x="319" y="183"/>
                  </a:lnTo>
                  <a:lnTo>
                    <a:pt x="302" y="178"/>
                  </a:lnTo>
                  <a:lnTo>
                    <a:pt x="292" y="174"/>
                  </a:lnTo>
                  <a:lnTo>
                    <a:pt x="280" y="172"/>
                  </a:lnTo>
                  <a:lnTo>
                    <a:pt x="269" y="171"/>
                  </a:lnTo>
                  <a:lnTo>
                    <a:pt x="260" y="172"/>
                  </a:lnTo>
                  <a:lnTo>
                    <a:pt x="255" y="172"/>
                  </a:lnTo>
                  <a:lnTo>
                    <a:pt x="251" y="174"/>
                  </a:lnTo>
                  <a:lnTo>
                    <a:pt x="249" y="177"/>
                  </a:lnTo>
                  <a:lnTo>
                    <a:pt x="246" y="180"/>
                  </a:lnTo>
                  <a:lnTo>
                    <a:pt x="246" y="180"/>
                  </a:lnTo>
                  <a:lnTo>
                    <a:pt x="245" y="184"/>
                  </a:lnTo>
                  <a:lnTo>
                    <a:pt x="244" y="188"/>
                  </a:lnTo>
                  <a:lnTo>
                    <a:pt x="245" y="191"/>
                  </a:lnTo>
                  <a:lnTo>
                    <a:pt x="246" y="194"/>
                  </a:lnTo>
                  <a:lnTo>
                    <a:pt x="250" y="199"/>
                  </a:lnTo>
                  <a:lnTo>
                    <a:pt x="257" y="202"/>
                  </a:lnTo>
                  <a:lnTo>
                    <a:pt x="266" y="206"/>
                  </a:lnTo>
                  <a:lnTo>
                    <a:pt x="275" y="208"/>
                  </a:lnTo>
                  <a:lnTo>
                    <a:pt x="296" y="211"/>
                  </a:lnTo>
                  <a:lnTo>
                    <a:pt x="296" y="211"/>
                  </a:lnTo>
                  <a:lnTo>
                    <a:pt x="307" y="211"/>
                  </a:lnTo>
                  <a:lnTo>
                    <a:pt x="317" y="213"/>
                  </a:lnTo>
                  <a:lnTo>
                    <a:pt x="337" y="218"/>
                  </a:lnTo>
                  <a:lnTo>
                    <a:pt x="356" y="224"/>
                  </a:lnTo>
                  <a:lnTo>
                    <a:pt x="356" y="224"/>
                  </a:lnTo>
                  <a:lnTo>
                    <a:pt x="344" y="234"/>
                  </a:lnTo>
                  <a:lnTo>
                    <a:pt x="334" y="243"/>
                  </a:lnTo>
                  <a:lnTo>
                    <a:pt x="323" y="253"/>
                  </a:lnTo>
                  <a:lnTo>
                    <a:pt x="323" y="253"/>
                  </a:lnTo>
                  <a:lnTo>
                    <a:pt x="303" y="276"/>
                  </a:lnTo>
                  <a:lnTo>
                    <a:pt x="294" y="288"/>
                  </a:lnTo>
                  <a:lnTo>
                    <a:pt x="294" y="288"/>
                  </a:lnTo>
                  <a:lnTo>
                    <a:pt x="279" y="278"/>
                  </a:lnTo>
                  <a:lnTo>
                    <a:pt x="246" y="259"/>
                  </a:lnTo>
                  <a:lnTo>
                    <a:pt x="246" y="259"/>
                  </a:lnTo>
                  <a:lnTo>
                    <a:pt x="230" y="248"/>
                  </a:lnTo>
                  <a:lnTo>
                    <a:pt x="215" y="242"/>
                  </a:lnTo>
                  <a:lnTo>
                    <a:pt x="208" y="240"/>
                  </a:lnTo>
                  <a:lnTo>
                    <a:pt x="202" y="238"/>
                  </a:lnTo>
                  <a:lnTo>
                    <a:pt x="197" y="240"/>
                  </a:lnTo>
                  <a:lnTo>
                    <a:pt x="192" y="242"/>
                  </a:lnTo>
                  <a:lnTo>
                    <a:pt x="192" y="242"/>
                  </a:lnTo>
                  <a:lnTo>
                    <a:pt x="190" y="245"/>
                  </a:lnTo>
                  <a:lnTo>
                    <a:pt x="188" y="248"/>
                  </a:lnTo>
                  <a:lnTo>
                    <a:pt x="190" y="253"/>
                  </a:lnTo>
                  <a:lnTo>
                    <a:pt x="192" y="257"/>
                  </a:lnTo>
                  <a:lnTo>
                    <a:pt x="196" y="261"/>
                  </a:lnTo>
                  <a:lnTo>
                    <a:pt x="202" y="266"/>
                  </a:lnTo>
                  <a:lnTo>
                    <a:pt x="210" y="270"/>
                  </a:lnTo>
                  <a:lnTo>
                    <a:pt x="220" y="275"/>
                  </a:lnTo>
                  <a:lnTo>
                    <a:pt x="220" y="275"/>
                  </a:lnTo>
                  <a:lnTo>
                    <a:pt x="232" y="278"/>
                  </a:lnTo>
                  <a:lnTo>
                    <a:pt x="242" y="283"/>
                  </a:lnTo>
                  <a:lnTo>
                    <a:pt x="257" y="294"/>
                  </a:lnTo>
                  <a:lnTo>
                    <a:pt x="267" y="301"/>
                  </a:lnTo>
                  <a:lnTo>
                    <a:pt x="271" y="305"/>
                  </a:lnTo>
                  <a:lnTo>
                    <a:pt x="271" y="305"/>
                  </a:lnTo>
                  <a:lnTo>
                    <a:pt x="251" y="319"/>
                  </a:lnTo>
                  <a:lnTo>
                    <a:pt x="234" y="330"/>
                  </a:lnTo>
                  <a:lnTo>
                    <a:pt x="227" y="334"/>
                  </a:lnTo>
                  <a:lnTo>
                    <a:pt x="220" y="336"/>
                  </a:lnTo>
                  <a:lnTo>
                    <a:pt x="220" y="336"/>
                  </a:lnTo>
                  <a:lnTo>
                    <a:pt x="182" y="345"/>
                  </a:lnTo>
                  <a:lnTo>
                    <a:pt x="182" y="345"/>
                  </a:lnTo>
                  <a:lnTo>
                    <a:pt x="179" y="342"/>
                  </a:lnTo>
                  <a:lnTo>
                    <a:pt x="170" y="335"/>
                  </a:lnTo>
                  <a:lnTo>
                    <a:pt x="164" y="329"/>
                  </a:lnTo>
                  <a:lnTo>
                    <a:pt x="158" y="321"/>
                  </a:lnTo>
                  <a:lnTo>
                    <a:pt x="152" y="311"/>
                  </a:lnTo>
                  <a:lnTo>
                    <a:pt x="147" y="299"/>
                  </a:lnTo>
                  <a:lnTo>
                    <a:pt x="147" y="299"/>
                  </a:lnTo>
                  <a:lnTo>
                    <a:pt x="130" y="259"/>
                  </a:lnTo>
                  <a:lnTo>
                    <a:pt x="126" y="246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1" y="229"/>
                  </a:lnTo>
                  <a:lnTo>
                    <a:pt x="118" y="224"/>
                  </a:lnTo>
                  <a:lnTo>
                    <a:pt x="116" y="220"/>
                  </a:lnTo>
                  <a:lnTo>
                    <a:pt x="112" y="219"/>
                  </a:lnTo>
                  <a:lnTo>
                    <a:pt x="109" y="218"/>
                  </a:lnTo>
                  <a:lnTo>
                    <a:pt x="106" y="219"/>
                  </a:lnTo>
                  <a:lnTo>
                    <a:pt x="103" y="220"/>
                  </a:lnTo>
                  <a:lnTo>
                    <a:pt x="99" y="225"/>
                  </a:lnTo>
                  <a:lnTo>
                    <a:pt x="99" y="225"/>
                  </a:lnTo>
                  <a:lnTo>
                    <a:pt x="96" y="230"/>
                  </a:lnTo>
                  <a:lnTo>
                    <a:pt x="95" y="237"/>
                  </a:lnTo>
                  <a:lnTo>
                    <a:pt x="95" y="245"/>
                  </a:lnTo>
                  <a:lnTo>
                    <a:pt x="96" y="253"/>
                  </a:lnTo>
                  <a:lnTo>
                    <a:pt x="103" y="269"/>
                  </a:lnTo>
                  <a:lnTo>
                    <a:pt x="109" y="284"/>
                  </a:lnTo>
                  <a:lnTo>
                    <a:pt x="109" y="284"/>
                  </a:lnTo>
                  <a:lnTo>
                    <a:pt x="128" y="321"/>
                  </a:lnTo>
                  <a:lnTo>
                    <a:pt x="141" y="345"/>
                  </a:lnTo>
                  <a:lnTo>
                    <a:pt x="141" y="345"/>
                  </a:lnTo>
                  <a:lnTo>
                    <a:pt x="127" y="346"/>
                  </a:lnTo>
                  <a:lnTo>
                    <a:pt x="111" y="346"/>
                  </a:lnTo>
                  <a:lnTo>
                    <a:pt x="93" y="345"/>
                  </a:lnTo>
                  <a:lnTo>
                    <a:pt x="83" y="342"/>
                  </a:lnTo>
                  <a:lnTo>
                    <a:pt x="72" y="340"/>
                  </a:lnTo>
                  <a:lnTo>
                    <a:pt x="64" y="338"/>
                  </a:lnTo>
                  <a:lnTo>
                    <a:pt x="54" y="333"/>
                  </a:lnTo>
                  <a:lnTo>
                    <a:pt x="47" y="327"/>
                  </a:lnTo>
                  <a:lnTo>
                    <a:pt x="40" y="321"/>
                  </a:lnTo>
                  <a:lnTo>
                    <a:pt x="34" y="312"/>
                  </a:lnTo>
                  <a:lnTo>
                    <a:pt x="29" y="303"/>
                  </a:lnTo>
                  <a:lnTo>
                    <a:pt x="29" y="303"/>
                  </a:lnTo>
                  <a:lnTo>
                    <a:pt x="25" y="292"/>
                  </a:lnTo>
                  <a:lnTo>
                    <a:pt x="24" y="282"/>
                  </a:lnTo>
                  <a:lnTo>
                    <a:pt x="23" y="274"/>
                  </a:lnTo>
                  <a:lnTo>
                    <a:pt x="22" y="265"/>
                  </a:lnTo>
                  <a:lnTo>
                    <a:pt x="23" y="258"/>
                  </a:lnTo>
                  <a:lnTo>
                    <a:pt x="24" y="252"/>
                  </a:lnTo>
                  <a:lnTo>
                    <a:pt x="28" y="240"/>
                  </a:lnTo>
                  <a:lnTo>
                    <a:pt x="34" y="229"/>
                  </a:lnTo>
                  <a:lnTo>
                    <a:pt x="41" y="220"/>
                  </a:lnTo>
                  <a:lnTo>
                    <a:pt x="48" y="213"/>
                  </a:lnTo>
                  <a:lnTo>
                    <a:pt x="55" y="207"/>
                  </a:lnTo>
                  <a:lnTo>
                    <a:pt x="55" y="207"/>
                  </a:lnTo>
                  <a:lnTo>
                    <a:pt x="61" y="202"/>
                  </a:lnTo>
                  <a:lnTo>
                    <a:pt x="64" y="197"/>
                  </a:lnTo>
                  <a:lnTo>
                    <a:pt x="66" y="194"/>
                  </a:lnTo>
                  <a:lnTo>
                    <a:pt x="65" y="191"/>
                  </a:lnTo>
                  <a:lnTo>
                    <a:pt x="64" y="190"/>
                  </a:lnTo>
                  <a:lnTo>
                    <a:pt x="63" y="188"/>
                  </a:lnTo>
                  <a:lnTo>
                    <a:pt x="59" y="184"/>
                  </a:lnTo>
                  <a:lnTo>
                    <a:pt x="59" y="184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583">
              <a:extLst>
                <a:ext uri="{FF2B5EF4-FFF2-40B4-BE49-F238E27FC236}">
                  <a16:creationId xmlns:a16="http://schemas.microsoft.com/office/drawing/2014/main" id="{8D421090-1AC2-5F48-A96C-5FCB8F718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813" y="4713288"/>
              <a:ext cx="185738" cy="361950"/>
            </a:xfrm>
            <a:custGeom>
              <a:avLst/>
              <a:gdLst>
                <a:gd name="T0" fmla="*/ 233 w 233"/>
                <a:gd name="T1" fmla="*/ 456 h 456"/>
                <a:gd name="T2" fmla="*/ 214 w 233"/>
                <a:gd name="T3" fmla="*/ 456 h 456"/>
                <a:gd name="T4" fmla="*/ 214 w 233"/>
                <a:gd name="T5" fmla="*/ 305 h 456"/>
                <a:gd name="T6" fmla="*/ 214 w 233"/>
                <a:gd name="T7" fmla="*/ 305 h 456"/>
                <a:gd name="T8" fmla="*/ 212 w 233"/>
                <a:gd name="T9" fmla="*/ 277 h 456"/>
                <a:gd name="T10" fmla="*/ 209 w 233"/>
                <a:gd name="T11" fmla="*/ 253 h 456"/>
                <a:gd name="T12" fmla="*/ 209 w 233"/>
                <a:gd name="T13" fmla="*/ 253 h 456"/>
                <a:gd name="T14" fmla="*/ 206 w 233"/>
                <a:gd name="T15" fmla="*/ 237 h 456"/>
                <a:gd name="T16" fmla="*/ 201 w 233"/>
                <a:gd name="T17" fmla="*/ 223 h 456"/>
                <a:gd name="T18" fmla="*/ 197 w 233"/>
                <a:gd name="T19" fmla="*/ 210 h 456"/>
                <a:gd name="T20" fmla="*/ 191 w 233"/>
                <a:gd name="T21" fmla="*/ 195 h 456"/>
                <a:gd name="T22" fmla="*/ 185 w 233"/>
                <a:gd name="T23" fmla="*/ 183 h 456"/>
                <a:gd name="T24" fmla="*/ 179 w 233"/>
                <a:gd name="T25" fmla="*/ 170 h 456"/>
                <a:gd name="T26" fmla="*/ 163 w 233"/>
                <a:gd name="T27" fmla="*/ 147 h 456"/>
                <a:gd name="T28" fmla="*/ 147 w 233"/>
                <a:gd name="T29" fmla="*/ 126 h 456"/>
                <a:gd name="T30" fmla="*/ 129 w 233"/>
                <a:gd name="T31" fmla="*/ 107 h 456"/>
                <a:gd name="T32" fmla="*/ 111 w 233"/>
                <a:gd name="T33" fmla="*/ 89 h 456"/>
                <a:gd name="T34" fmla="*/ 93 w 233"/>
                <a:gd name="T35" fmla="*/ 74 h 456"/>
                <a:gd name="T36" fmla="*/ 76 w 233"/>
                <a:gd name="T37" fmla="*/ 61 h 456"/>
                <a:gd name="T38" fmla="*/ 59 w 233"/>
                <a:gd name="T39" fmla="*/ 49 h 456"/>
                <a:gd name="T40" fmla="*/ 43 w 233"/>
                <a:gd name="T41" fmla="*/ 39 h 456"/>
                <a:gd name="T42" fmla="*/ 29 w 233"/>
                <a:gd name="T43" fmla="*/ 32 h 456"/>
                <a:gd name="T44" fmla="*/ 8 w 233"/>
                <a:gd name="T45" fmla="*/ 21 h 456"/>
                <a:gd name="T46" fmla="*/ 0 w 233"/>
                <a:gd name="T47" fmla="*/ 17 h 456"/>
                <a:gd name="T48" fmla="*/ 7 w 233"/>
                <a:gd name="T49" fmla="*/ 0 h 456"/>
                <a:gd name="T50" fmla="*/ 7 w 233"/>
                <a:gd name="T51" fmla="*/ 0 h 456"/>
                <a:gd name="T52" fmla="*/ 18 w 233"/>
                <a:gd name="T53" fmla="*/ 4 h 456"/>
                <a:gd name="T54" fmla="*/ 39 w 233"/>
                <a:gd name="T55" fmla="*/ 16 h 456"/>
                <a:gd name="T56" fmla="*/ 55 w 233"/>
                <a:gd name="T57" fmla="*/ 25 h 456"/>
                <a:gd name="T58" fmla="*/ 71 w 233"/>
                <a:gd name="T59" fmla="*/ 34 h 456"/>
                <a:gd name="T60" fmla="*/ 89 w 233"/>
                <a:gd name="T61" fmla="*/ 46 h 456"/>
                <a:gd name="T62" fmla="*/ 107 w 233"/>
                <a:gd name="T63" fmla="*/ 61 h 456"/>
                <a:gd name="T64" fmla="*/ 126 w 233"/>
                <a:gd name="T65" fmla="*/ 77 h 456"/>
                <a:gd name="T66" fmla="*/ 145 w 233"/>
                <a:gd name="T67" fmla="*/ 95 h 456"/>
                <a:gd name="T68" fmla="*/ 163 w 233"/>
                <a:gd name="T69" fmla="*/ 115 h 456"/>
                <a:gd name="T70" fmla="*/ 180 w 233"/>
                <a:gd name="T71" fmla="*/ 137 h 456"/>
                <a:gd name="T72" fmla="*/ 195 w 233"/>
                <a:gd name="T73" fmla="*/ 161 h 456"/>
                <a:gd name="T74" fmla="*/ 203 w 233"/>
                <a:gd name="T75" fmla="*/ 174 h 456"/>
                <a:gd name="T76" fmla="*/ 209 w 233"/>
                <a:gd name="T77" fmla="*/ 189 h 456"/>
                <a:gd name="T78" fmla="*/ 215 w 233"/>
                <a:gd name="T79" fmla="*/ 202 h 456"/>
                <a:gd name="T80" fmla="*/ 220 w 233"/>
                <a:gd name="T81" fmla="*/ 218 h 456"/>
                <a:gd name="T82" fmla="*/ 224 w 233"/>
                <a:gd name="T83" fmla="*/ 234 h 456"/>
                <a:gd name="T84" fmla="*/ 228 w 233"/>
                <a:gd name="T85" fmla="*/ 249 h 456"/>
                <a:gd name="T86" fmla="*/ 228 w 233"/>
                <a:gd name="T87" fmla="*/ 249 h 456"/>
                <a:gd name="T88" fmla="*/ 232 w 233"/>
                <a:gd name="T89" fmla="*/ 276 h 456"/>
                <a:gd name="T90" fmla="*/ 233 w 233"/>
                <a:gd name="T91" fmla="*/ 305 h 456"/>
                <a:gd name="T92" fmla="*/ 233 w 233"/>
                <a:gd name="T9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3" h="456">
                  <a:moveTo>
                    <a:pt x="233" y="456"/>
                  </a:moveTo>
                  <a:lnTo>
                    <a:pt x="214" y="456"/>
                  </a:lnTo>
                  <a:lnTo>
                    <a:pt x="214" y="305"/>
                  </a:lnTo>
                  <a:lnTo>
                    <a:pt x="214" y="305"/>
                  </a:lnTo>
                  <a:lnTo>
                    <a:pt x="212" y="277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06" y="237"/>
                  </a:lnTo>
                  <a:lnTo>
                    <a:pt x="201" y="223"/>
                  </a:lnTo>
                  <a:lnTo>
                    <a:pt x="197" y="210"/>
                  </a:lnTo>
                  <a:lnTo>
                    <a:pt x="191" y="195"/>
                  </a:lnTo>
                  <a:lnTo>
                    <a:pt x="185" y="183"/>
                  </a:lnTo>
                  <a:lnTo>
                    <a:pt x="179" y="170"/>
                  </a:lnTo>
                  <a:lnTo>
                    <a:pt x="163" y="147"/>
                  </a:lnTo>
                  <a:lnTo>
                    <a:pt x="147" y="126"/>
                  </a:lnTo>
                  <a:lnTo>
                    <a:pt x="129" y="107"/>
                  </a:lnTo>
                  <a:lnTo>
                    <a:pt x="111" y="89"/>
                  </a:lnTo>
                  <a:lnTo>
                    <a:pt x="93" y="74"/>
                  </a:lnTo>
                  <a:lnTo>
                    <a:pt x="76" y="61"/>
                  </a:lnTo>
                  <a:lnTo>
                    <a:pt x="59" y="49"/>
                  </a:lnTo>
                  <a:lnTo>
                    <a:pt x="43" y="39"/>
                  </a:lnTo>
                  <a:lnTo>
                    <a:pt x="29" y="32"/>
                  </a:lnTo>
                  <a:lnTo>
                    <a:pt x="8" y="21"/>
                  </a:lnTo>
                  <a:lnTo>
                    <a:pt x="0" y="17"/>
                  </a:lnTo>
                  <a:lnTo>
                    <a:pt x="7" y="0"/>
                  </a:lnTo>
                  <a:lnTo>
                    <a:pt x="7" y="0"/>
                  </a:lnTo>
                  <a:lnTo>
                    <a:pt x="18" y="4"/>
                  </a:lnTo>
                  <a:lnTo>
                    <a:pt x="39" y="16"/>
                  </a:lnTo>
                  <a:lnTo>
                    <a:pt x="55" y="25"/>
                  </a:lnTo>
                  <a:lnTo>
                    <a:pt x="71" y="34"/>
                  </a:lnTo>
                  <a:lnTo>
                    <a:pt x="89" y="46"/>
                  </a:lnTo>
                  <a:lnTo>
                    <a:pt x="107" y="61"/>
                  </a:lnTo>
                  <a:lnTo>
                    <a:pt x="126" y="77"/>
                  </a:lnTo>
                  <a:lnTo>
                    <a:pt x="145" y="95"/>
                  </a:lnTo>
                  <a:lnTo>
                    <a:pt x="163" y="115"/>
                  </a:lnTo>
                  <a:lnTo>
                    <a:pt x="180" y="137"/>
                  </a:lnTo>
                  <a:lnTo>
                    <a:pt x="195" y="161"/>
                  </a:lnTo>
                  <a:lnTo>
                    <a:pt x="203" y="174"/>
                  </a:lnTo>
                  <a:lnTo>
                    <a:pt x="209" y="189"/>
                  </a:lnTo>
                  <a:lnTo>
                    <a:pt x="215" y="202"/>
                  </a:lnTo>
                  <a:lnTo>
                    <a:pt x="220" y="218"/>
                  </a:lnTo>
                  <a:lnTo>
                    <a:pt x="224" y="234"/>
                  </a:lnTo>
                  <a:lnTo>
                    <a:pt x="228" y="249"/>
                  </a:lnTo>
                  <a:lnTo>
                    <a:pt x="228" y="249"/>
                  </a:lnTo>
                  <a:lnTo>
                    <a:pt x="232" y="276"/>
                  </a:lnTo>
                  <a:lnTo>
                    <a:pt x="233" y="305"/>
                  </a:lnTo>
                  <a:lnTo>
                    <a:pt x="233" y="456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584">
              <a:extLst>
                <a:ext uri="{FF2B5EF4-FFF2-40B4-BE49-F238E27FC236}">
                  <a16:creationId xmlns:a16="http://schemas.microsoft.com/office/drawing/2014/main" id="{E78FFD2C-B397-9547-A31F-66E7B5AE6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438" y="4856163"/>
              <a:ext cx="106363" cy="215900"/>
            </a:xfrm>
            <a:custGeom>
              <a:avLst/>
              <a:gdLst>
                <a:gd name="T0" fmla="*/ 0 w 135"/>
                <a:gd name="T1" fmla="*/ 272 h 272"/>
                <a:gd name="T2" fmla="*/ 0 w 135"/>
                <a:gd name="T3" fmla="*/ 272 h 272"/>
                <a:gd name="T4" fmla="*/ 0 w 135"/>
                <a:gd name="T5" fmla="*/ 262 h 272"/>
                <a:gd name="T6" fmla="*/ 2 w 135"/>
                <a:gd name="T7" fmla="*/ 238 h 272"/>
                <a:gd name="T8" fmla="*/ 3 w 135"/>
                <a:gd name="T9" fmla="*/ 221 h 272"/>
                <a:gd name="T10" fmla="*/ 5 w 135"/>
                <a:gd name="T11" fmla="*/ 201 h 272"/>
                <a:gd name="T12" fmla="*/ 9 w 135"/>
                <a:gd name="T13" fmla="*/ 181 h 272"/>
                <a:gd name="T14" fmla="*/ 14 w 135"/>
                <a:gd name="T15" fmla="*/ 159 h 272"/>
                <a:gd name="T16" fmla="*/ 20 w 135"/>
                <a:gd name="T17" fmla="*/ 136 h 272"/>
                <a:gd name="T18" fmla="*/ 28 w 135"/>
                <a:gd name="T19" fmla="*/ 113 h 272"/>
                <a:gd name="T20" fmla="*/ 39 w 135"/>
                <a:gd name="T21" fmla="*/ 90 h 272"/>
                <a:gd name="T22" fmla="*/ 51 w 135"/>
                <a:gd name="T23" fmla="*/ 68 h 272"/>
                <a:gd name="T24" fmla="*/ 58 w 135"/>
                <a:gd name="T25" fmla="*/ 59 h 272"/>
                <a:gd name="T26" fmla="*/ 67 w 135"/>
                <a:gd name="T27" fmla="*/ 48 h 272"/>
                <a:gd name="T28" fmla="*/ 75 w 135"/>
                <a:gd name="T29" fmla="*/ 38 h 272"/>
                <a:gd name="T30" fmla="*/ 85 w 135"/>
                <a:gd name="T31" fmla="*/ 30 h 272"/>
                <a:gd name="T32" fmla="*/ 95 w 135"/>
                <a:gd name="T33" fmla="*/ 21 h 272"/>
                <a:gd name="T34" fmla="*/ 106 w 135"/>
                <a:gd name="T35" fmla="*/ 13 h 272"/>
                <a:gd name="T36" fmla="*/ 118 w 135"/>
                <a:gd name="T37" fmla="*/ 6 h 272"/>
                <a:gd name="T38" fmla="*/ 131 w 135"/>
                <a:gd name="T39" fmla="*/ 0 h 272"/>
                <a:gd name="T40" fmla="*/ 135 w 135"/>
                <a:gd name="T41" fmla="*/ 8 h 272"/>
                <a:gd name="T42" fmla="*/ 135 w 135"/>
                <a:gd name="T43" fmla="*/ 8 h 272"/>
                <a:gd name="T44" fmla="*/ 123 w 135"/>
                <a:gd name="T45" fmla="*/ 14 h 272"/>
                <a:gd name="T46" fmla="*/ 112 w 135"/>
                <a:gd name="T47" fmla="*/ 21 h 272"/>
                <a:gd name="T48" fmla="*/ 101 w 135"/>
                <a:gd name="T49" fmla="*/ 29 h 272"/>
                <a:gd name="T50" fmla="*/ 91 w 135"/>
                <a:gd name="T51" fmla="*/ 37 h 272"/>
                <a:gd name="T52" fmla="*/ 81 w 135"/>
                <a:gd name="T53" fmla="*/ 45 h 272"/>
                <a:gd name="T54" fmla="*/ 73 w 135"/>
                <a:gd name="T55" fmla="*/ 55 h 272"/>
                <a:gd name="T56" fmla="*/ 66 w 135"/>
                <a:gd name="T57" fmla="*/ 65 h 272"/>
                <a:gd name="T58" fmla="*/ 58 w 135"/>
                <a:gd name="T59" fmla="*/ 75 h 272"/>
                <a:gd name="T60" fmla="*/ 46 w 135"/>
                <a:gd name="T61" fmla="*/ 96 h 272"/>
                <a:gd name="T62" fmla="*/ 37 w 135"/>
                <a:gd name="T63" fmla="*/ 118 h 272"/>
                <a:gd name="T64" fmla="*/ 28 w 135"/>
                <a:gd name="T65" fmla="*/ 140 h 272"/>
                <a:gd name="T66" fmla="*/ 22 w 135"/>
                <a:gd name="T67" fmla="*/ 162 h 272"/>
                <a:gd name="T68" fmla="*/ 17 w 135"/>
                <a:gd name="T69" fmla="*/ 183 h 272"/>
                <a:gd name="T70" fmla="*/ 14 w 135"/>
                <a:gd name="T71" fmla="*/ 204 h 272"/>
                <a:gd name="T72" fmla="*/ 13 w 135"/>
                <a:gd name="T73" fmla="*/ 222 h 272"/>
                <a:gd name="T74" fmla="*/ 10 w 135"/>
                <a:gd name="T75" fmla="*/ 238 h 272"/>
                <a:gd name="T76" fmla="*/ 10 w 135"/>
                <a:gd name="T77" fmla="*/ 262 h 272"/>
                <a:gd name="T78" fmla="*/ 10 w 135"/>
                <a:gd name="T79" fmla="*/ 272 h 272"/>
                <a:gd name="T80" fmla="*/ 0 w 135"/>
                <a:gd name="T81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5" h="272">
                  <a:moveTo>
                    <a:pt x="0" y="272"/>
                  </a:moveTo>
                  <a:lnTo>
                    <a:pt x="0" y="272"/>
                  </a:lnTo>
                  <a:lnTo>
                    <a:pt x="0" y="262"/>
                  </a:lnTo>
                  <a:lnTo>
                    <a:pt x="2" y="238"/>
                  </a:lnTo>
                  <a:lnTo>
                    <a:pt x="3" y="221"/>
                  </a:lnTo>
                  <a:lnTo>
                    <a:pt x="5" y="201"/>
                  </a:lnTo>
                  <a:lnTo>
                    <a:pt x="9" y="181"/>
                  </a:lnTo>
                  <a:lnTo>
                    <a:pt x="14" y="159"/>
                  </a:lnTo>
                  <a:lnTo>
                    <a:pt x="20" y="136"/>
                  </a:lnTo>
                  <a:lnTo>
                    <a:pt x="28" y="113"/>
                  </a:lnTo>
                  <a:lnTo>
                    <a:pt x="39" y="90"/>
                  </a:lnTo>
                  <a:lnTo>
                    <a:pt x="51" y="68"/>
                  </a:lnTo>
                  <a:lnTo>
                    <a:pt x="58" y="59"/>
                  </a:lnTo>
                  <a:lnTo>
                    <a:pt x="67" y="48"/>
                  </a:lnTo>
                  <a:lnTo>
                    <a:pt x="75" y="38"/>
                  </a:lnTo>
                  <a:lnTo>
                    <a:pt x="85" y="30"/>
                  </a:lnTo>
                  <a:lnTo>
                    <a:pt x="95" y="21"/>
                  </a:lnTo>
                  <a:lnTo>
                    <a:pt x="106" y="13"/>
                  </a:lnTo>
                  <a:lnTo>
                    <a:pt x="118" y="6"/>
                  </a:lnTo>
                  <a:lnTo>
                    <a:pt x="131" y="0"/>
                  </a:lnTo>
                  <a:lnTo>
                    <a:pt x="135" y="8"/>
                  </a:lnTo>
                  <a:lnTo>
                    <a:pt x="135" y="8"/>
                  </a:lnTo>
                  <a:lnTo>
                    <a:pt x="123" y="14"/>
                  </a:lnTo>
                  <a:lnTo>
                    <a:pt x="112" y="21"/>
                  </a:lnTo>
                  <a:lnTo>
                    <a:pt x="101" y="29"/>
                  </a:lnTo>
                  <a:lnTo>
                    <a:pt x="91" y="37"/>
                  </a:lnTo>
                  <a:lnTo>
                    <a:pt x="81" y="45"/>
                  </a:lnTo>
                  <a:lnTo>
                    <a:pt x="73" y="55"/>
                  </a:lnTo>
                  <a:lnTo>
                    <a:pt x="66" y="65"/>
                  </a:lnTo>
                  <a:lnTo>
                    <a:pt x="58" y="75"/>
                  </a:lnTo>
                  <a:lnTo>
                    <a:pt x="46" y="96"/>
                  </a:lnTo>
                  <a:lnTo>
                    <a:pt x="37" y="118"/>
                  </a:lnTo>
                  <a:lnTo>
                    <a:pt x="28" y="140"/>
                  </a:lnTo>
                  <a:lnTo>
                    <a:pt x="22" y="162"/>
                  </a:lnTo>
                  <a:lnTo>
                    <a:pt x="17" y="183"/>
                  </a:lnTo>
                  <a:lnTo>
                    <a:pt x="14" y="204"/>
                  </a:lnTo>
                  <a:lnTo>
                    <a:pt x="13" y="222"/>
                  </a:lnTo>
                  <a:lnTo>
                    <a:pt x="10" y="238"/>
                  </a:lnTo>
                  <a:lnTo>
                    <a:pt x="10" y="262"/>
                  </a:lnTo>
                  <a:lnTo>
                    <a:pt x="10" y="272"/>
                  </a:lnTo>
                  <a:lnTo>
                    <a:pt x="0" y="272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35" name="Freeform 320">
            <a:extLst>
              <a:ext uri="{FF2B5EF4-FFF2-40B4-BE49-F238E27FC236}">
                <a16:creationId xmlns:a16="http://schemas.microsoft.com/office/drawing/2014/main" id="{5DC59040-76EC-F444-B1BB-C481214FABD5}"/>
              </a:ext>
            </a:extLst>
          </p:cNvPr>
          <p:cNvSpPr>
            <a:spLocks/>
          </p:cNvSpPr>
          <p:nvPr/>
        </p:nvSpPr>
        <p:spPr bwMode="auto">
          <a:xfrm rot="2493426">
            <a:off x="11504441" y="438254"/>
            <a:ext cx="673927" cy="546682"/>
          </a:xfrm>
          <a:custGeom>
            <a:avLst/>
            <a:gdLst>
              <a:gd name="T0" fmla="*/ 1111 w 1145"/>
              <a:gd name="T1" fmla="*/ 84 h 927"/>
              <a:gd name="T2" fmla="*/ 1064 w 1145"/>
              <a:gd name="T3" fmla="*/ 110 h 927"/>
              <a:gd name="T4" fmla="*/ 996 w 1145"/>
              <a:gd name="T5" fmla="*/ 119 h 927"/>
              <a:gd name="T6" fmla="*/ 920 w 1145"/>
              <a:gd name="T7" fmla="*/ 116 h 927"/>
              <a:gd name="T8" fmla="*/ 860 w 1145"/>
              <a:gd name="T9" fmla="*/ 128 h 927"/>
              <a:gd name="T10" fmla="*/ 821 w 1145"/>
              <a:gd name="T11" fmla="*/ 162 h 927"/>
              <a:gd name="T12" fmla="*/ 801 w 1145"/>
              <a:gd name="T13" fmla="*/ 220 h 927"/>
              <a:gd name="T14" fmla="*/ 804 w 1145"/>
              <a:gd name="T15" fmla="*/ 290 h 927"/>
              <a:gd name="T16" fmla="*/ 797 w 1145"/>
              <a:gd name="T17" fmla="*/ 368 h 927"/>
              <a:gd name="T18" fmla="*/ 777 w 1145"/>
              <a:gd name="T19" fmla="*/ 414 h 927"/>
              <a:gd name="T20" fmla="*/ 749 w 1145"/>
              <a:gd name="T21" fmla="*/ 450 h 927"/>
              <a:gd name="T22" fmla="*/ 704 w 1145"/>
              <a:gd name="T23" fmla="*/ 483 h 927"/>
              <a:gd name="T24" fmla="*/ 656 w 1145"/>
              <a:gd name="T25" fmla="*/ 499 h 927"/>
              <a:gd name="T26" fmla="*/ 569 w 1145"/>
              <a:gd name="T27" fmla="*/ 501 h 927"/>
              <a:gd name="T28" fmla="*/ 505 w 1145"/>
              <a:gd name="T29" fmla="*/ 503 h 927"/>
              <a:gd name="T30" fmla="*/ 448 w 1145"/>
              <a:gd name="T31" fmla="*/ 532 h 927"/>
              <a:gd name="T32" fmla="*/ 423 w 1145"/>
              <a:gd name="T33" fmla="*/ 574 h 927"/>
              <a:gd name="T34" fmla="*/ 418 w 1145"/>
              <a:gd name="T35" fmla="*/ 653 h 927"/>
              <a:gd name="T36" fmla="*/ 419 w 1145"/>
              <a:gd name="T37" fmla="*/ 718 h 927"/>
              <a:gd name="T38" fmla="*/ 405 w 1145"/>
              <a:gd name="T39" fmla="*/ 775 h 927"/>
              <a:gd name="T40" fmla="*/ 376 w 1145"/>
              <a:gd name="T41" fmla="*/ 822 h 927"/>
              <a:gd name="T42" fmla="*/ 343 w 1145"/>
              <a:gd name="T43" fmla="*/ 852 h 927"/>
              <a:gd name="T44" fmla="*/ 296 w 1145"/>
              <a:gd name="T45" fmla="*/ 878 h 927"/>
              <a:gd name="T46" fmla="*/ 228 w 1145"/>
              <a:gd name="T47" fmla="*/ 887 h 927"/>
              <a:gd name="T48" fmla="*/ 152 w 1145"/>
              <a:gd name="T49" fmla="*/ 885 h 927"/>
              <a:gd name="T50" fmla="*/ 92 w 1145"/>
              <a:gd name="T51" fmla="*/ 896 h 927"/>
              <a:gd name="T52" fmla="*/ 59 w 1145"/>
              <a:gd name="T53" fmla="*/ 921 h 927"/>
              <a:gd name="T54" fmla="*/ 30 w 1145"/>
              <a:gd name="T55" fmla="*/ 927 h 927"/>
              <a:gd name="T56" fmla="*/ 11 w 1145"/>
              <a:gd name="T57" fmla="*/ 916 h 927"/>
              <a:gd name="T58" fmla="*/ 0 w 1145"/>
              <a:gd name="T59" fmla="*/ 890 h 927"/>
              <a:gd name="T60" fmla="*/ 11 w 1145"/>
              <a:gd name="T61" fmla="*/ 862 h 927"/>
              <a:gd name="T62" fmla="*/ 44 w 1145"/>
              <a:gd name="T63" fmla="*/ 834 h 927"/>
              <a:gd name="T64" fmla="*/ 92 w 1145"/>
              <a:gd name="T65" fmla="*/ 815 h 927"/>
              <a:gd name="T66" fmla="*/ 170 w 1145"/>
              <a:gd name="T67" fmla="*/ 807 h 927"/>
              <a:gd name="T68" fmla="*/ 240 w 1145"/>
              <a:gd name="T69" fmla="*/ 810 h 927"/>
              <a:gd name="T70" fmla="*/ 297 w 1145"/>
              <a:gd name="T71" fmla="*/ 791 h 927"/>
              <a:gd name="T72" fmla="*/ 331 w 1145"/>
              <a:gd name="T73" fmla="*/ 752 h 927"/>
              <a:gd name="T74" fmla="*/ 343 w 1145"/>
              <a:gd name="T75" fmla="*/ 691 h 927"/>
              <a:gd name="T76" fmla="*/ 339 w 1145"/>
              <a:gd name="T77" fmla="*/ 615 h 927"/>
              <a:gd name="T78" fmla="*/ 350 w 1145"/>
              <a:gd name="T79" fmla="*/ 547 h 927"/>
              <a:gd name="T80" fmla="*/ 375 w 1145"/>
              <a:gd name="T81" fmla="*/ 500 h 927"/>
              <a:gd name="T82" fmla="*/ 406 w 1145"/>
              <a:gd name="T83" fmla="*/ 468 h 927"/>
              <a:gd name="T84" fmla="*/ 452 w 1145"/>
              <a:gd name="T85" fmla="*/ 439 h 927"/>
              <a:gd name="T86" fmla="*/ 510 w 1145"/>
              <a:gd name="T87" fmla="*/ 424 h 927"/>
              <a:gd name="T88" fmla="*/ 574 w 1145"/>
              <a:gd name="T89" fmla="*/ 425 h 927"/>
              <a:gd name="T90" fmla="*/ 654 w 1145"/>
              <a:gd name="T91" fmla="*/ 420 h 927"/>
              <a:gd name="T92" fmla="*/ 695 w 1145"/>
              <a:gd name="T93" fmla="*/ 395 h 927"/>
              <a:gd name="T94" fmla="*/ 725 w 1145"/>
              <a:gd name="T95" fmla="*/ 338 h 927"/>
              <a:gd name="T96" fmla="*/ 725 w 1145"/>
              <a:gd name="T97" fmla="*/ 274 h 927"/>
              <a:gd name="T98" fmla="*/ 728 w 1145"/>
              <a:gd name="T99" fmla="*/ 187 h 927"/>
              <a:gd name="T100" fmla="*/ 745 w 1145"/>
              <a:gd name="T101" fmla="*/ 140 h 927"/>
              <a:gd name="T102" fmla="*/ 778 w 1145"/>
              <a:gd name="T103" fmla="*/ 94 h 927"/>
              <a:gd name="T104" fmla="*/ 812 w 1145"/>
              <a:gd name="T105" fmla="*/ 66 h 927"/>
              <a:gd name="T106" fmla="*/ 860 w 1145"/>
              <a:gd name="T107" fmla="*/ 47 h 927"/>
              <a:gd name="T108" fmla="*/ 938 w 1145"/>
              <a:gd name="T109" fmla="*/ 40 h 927"/>
              <a:gd name="T110" fmla="*/ 1008 w 1145"/>
              <a:gd name="T111" fmla="*/ 42 h 927"/>
              <a:gd name="T112" fmla="*/ 1066 w 1145"/>
              <a:gd name="T113" fmla="*/ 23 h 927"/>
              <a:gd name="T114" fmla="*/ 1092 w 1145"/>
              <a:gd name="T115" fmla="*/ 2 h 927"/>
              <a:gd name="T116" fmla="*/ 1121 w 1145"/>
              <a:gd name="T117" fmla="*/ 2 h 927"/>
              <a:gd name="T118" fmla="*/ 1139 w 1145"/>
              <a:gd name="T119" fmla="*/ 17 h 927"/>
              <a:gd name="T120" fmla="*/ 1144 w 1145"/>
              <a:gd name="T121" fmla="*/ 46 h 927"/>
              <a:gd name="T122" fmla="*/ 1134 w 1145"/>
              <a:gd name="T123" fmla="*/ 65 h 9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145" h="927">
                <a:moveTo>
                  <a:pt x="1134" y="65"/>
                </a:moveTo>
                <a:lnTo>
                  <a:pt x="1134" y="65"/>
                </a:lnTo>
                <a:lnTo>
                  <a:pt x="1122" y="76"/>
                </a:lnTo>
                <a:lnTo>
                  <a:pt x="1111" y="84"/>
                </a:lnTo>
                <a:lnTo>
                  <a:pt x="1099" y="93"/>
                </a:lnTo>
                <a:lnTo>
                  <a:pt x="1088" y="99"/>
                </a:lnTo>
                <a:lnTo>
                  <a:pt x="1076" y="105"/>
                </a:lnTo>
                <a:lnTo>
                  <a:pt x="1064" y="110"/>
                </a:lnTo>
                <a:lnTo>
                  <a:pt x="1053" y="112"/>
                </a:lnTo>
                <a:lnTo>
                  <a:pt x="1041" y="116"/>
                </a:lnTo>
                <a:lnTo>
                  <a:pt x="1018" y="118"/>
                </a:lnTo>
                <a:lnTo>
                  <a:pt x="996" y="119"/>
                </a:lnTo>
                <a:lnTo>
                  <a:pt x="974" y="119"/>
                </a:lnTo>
                <a:lnTo>
                  <a:pt x="954" y="118"/>
                </a:lnTo>
                <a:lnTo>
                  <a:pt x="954" y="118"/>
                </a:lnTo>
                <a:lnTo>
                  <a:pt x="920" y="116"/>
                </a:lnTo>
                <a:lnTo>
                  <a:pt x="904" y="117"/>
                </a:lnTo>
                <a:lnTo>
                  <a:pt x="889" y="118"/>
                </a:lnTo>
                <a:lnTo>
                  <a:pt x="874" y="122"/>
                </a:lnTo>
                <a:lnTo>
                  <a:pt x="860" y="128"/>
                </a:lnTo>
                <a:lnTo>
                  <a:pt x="846" y="136"/>
                </a:lnTo>
                <a:lnTo>
                  <a:pt x="833" y="148"/>
                </a:lnTo>
                <a:lnTo>
                  <a:pt x="833" y="148"/>
                </a:lnTo>
                <a:lnTo>
                  <a:pt x="821" y="162"/>
                </a:lnTo>
                <a:lnTo>
                  <a:pt x="812" y="175"/>
                </a:lnTo>
                <a:lnTo>
                  <a:pt x="806" y="190"/>
                </a:lnTo>
                <a:lnTo>
                  <a:pt x="803" y="204"/>
                </a:lnTo>
                <a:lnTo>
                  <a:pt x="801" y="220"/>
                </a:lnTo>
                <a:lnTo>
                  <a:pt x="800" y="235"/>
                </a:lnTo>
                <a:lnTo>
                  <a:pt x="803" y="269"/>
                </a:lnTo>
                <a:lnTo>
                  <a:pt x="803" y="269"/>
                </a:lnTo>
                <a:lnTo>
                  <a:pt x="804" y="290"/>
                </a:lnTo>
                <a:lnTo>
                  <a:pt x="804" y="312"/>
                </a:lnTo>
                <a:lnTo>
                  <a:pt x="803" y="333"/>
                </a:lnTo>
                <a:lnTo>
                  <a:pt x="800" y="356"/>
                </a:lnTo>
                <a:lnTo>
                  <a:pt x="797" y="368"/>
                </a:lnTo>
                <a:lnTo>
                  <a:pt x="794" y="379"/>
                </a:lnTo>
                <a:lnTo>
                  <a:pt x="789" y="391"/>
                </a:lnTo>
                <a:lnTo>
                  <a:pt x="783" y="404"/>
                </a:lnTo>
                <a:lnTo>
                  <a:pt x="777" y="414"/>
                </a:lnTo>
                <a:lnTo>
                  <a:pt x="769" y="427"/>
                </a:lnTo>
                <a:lnTo>
                  <a:pt x="760" y="437"/>
                </a:lnTo>
                <a:lnTo>
                  <a:pt x="749" y="450"/>
                </a:lnTo>
                <a:lnTo>
                  <a:pt x="749" y="450"/>
                </a:lnTo>
                <a:lnTo>
                  <a:pt x="739" y="459"/>
                </a:lnTo>
                <a:lnTo>
                  <a:pt x="726" y="469"/>
                </a:lnTo>
                <a:lnTo>
                  <a:pt x="716" y="476"/>
                </a:lnTo>
                <a:lnTo>
                  <a:pt x="704" y="483"/>
                </a:lnTo>
                <a:lnTo>
                  <a:pt x="691" y="488"/>
                </a:lnTo>
                <a:lnTo>
                  <a:pt x="681" y="493"/>
                </a:lnTo>
                <a:lnTo>
                  <a:pt x="668" y="497"/>
                </a:lnTo>
                <a:lnTo>
                  <a:pt x="656" y="499"/>
                </a:lnTo>
                <a:lnTo>
                  <a:pt x="635" y="503"/>
                </a:lnTo>
                <a:lnTo>
                  <a:pt x="612" y="504"/>
                </a:lnTo>
                <a:lnTo>
                  <a:pt x="590" y="503"/>
                </a:lnTo>
                <a:lnTo>
                  <a:pt x="569" y="501"/>
                </a:lnTo>
                <a:lnTo>
                  <a:pt x="569" y="501"/>
                </a:lnTo>
                <a:lnTo>
                  <a:pt x="535" y="500"/>
                </a:lnTo>
                <a:lnTo>
                  <a:pt x="520" y="500"/>
                </a:lnTo>
                <a:lnTo>
                  <a:pt x="505" y="503"/>
                </a:lnTo>
                <a:lnTo>
                  <a:pt x="491" y="506"/>
                </a:lnTo>
                <a:lnTo>
                  <a:pt x="476" y="512"/>
                </a:lnTo>
                <a:lnTo>
                  <a:pt x="463" y="521"/>
                </a:lnTo>
                <a:lnTo>
                  <a:pt x="448" y="532"/>
                </a:lnTo>
                <a:lnTo>
                  <a:pt x="448" y="532"/>
                </a:lnTo>
                <a:lnTo>
                  <a:pt x="437" y="546"/>
                </a:lnTo>
                <a:lnTo>
                  <a:pt x="429" y="560"/>
                </a:lnTo>
                <a:lnTo>
                  <a:pt x="423" y="574"/>
                </a:lnTo>
                <a:lnTo>
                  <a:pt x="419" y="589"/>
                </a:lnTo>
                <a:lnTo>
                  <a:pt x="417" y="603"/>
                </a:lnTo>
                <a:lnTo>
                  <a:pt x="417" y="619"/>
                </a:lnTo>
                <a:lnTo>
                  <a:pt x="418" y="653"/>
                </a:lnTo>
                <a:lnTo>
                  <a:pt x="418" y="653"/>
                </a:lnTo>
                <a:lnTo>
                  <a:pt x="419" y="673"/>
                </a:lnTo>
                <a:lnTo>
                  <a:pt x="421" y="695"/>
                </a:lnTo>
                <a:lnTo>
                  <a:pt x="419" y="718"/>
                </a:lnTo>
                <a:lnTo>
                  <a:pt x="416" y="741"/>
                </a:lnTo>
                <a:lnTo>
                  <a:pt x="413" y="752"/>
                </a:lnTo>
                <a:lnTo>
                  <a:pt x="410" y="764"/>
                </a:lnTo>
                <a:lnTo>
                  <a:pt x="405" y="775"/>
                </a:lnTo>
                <a:lnTo>
                  <a:pt x="400" y="787"/>
                </a:lnTo>
                <a:lnTo>
                  <a:pt x="393" y="799"/>
                </a:lnTo>
                <a:lnTo>
                  <a:pt x="385" y="810"/>
                </a:lnTo>
                <a:lnTo>
                  <a:pt x="376" y="822"/>
                </a:lnTo>
                <a:lnTo>
                  <a:pt x="366" y="833"/>
                </a:lnTo>
                <a:lnTo>
                  <a:pt x="366" y="833"/>
                </a:lnTo>
                <a:lnTo>
                  <a:pt x="354" y="844"/>
                </a:lnTo>
                <a:lnTo>
                  <a:pt x="343" y="852"/>
                </a:lnTo>
                <a:lnTo>
                  <a:pt x="331" y="861"/>
                </a:lnTo>
                <a:lnTo>
                  <a:pt x="319" y="867"/>
                </a:lnTo>
                <a:lnTo>
                  <a:pt x="308" y="873"/>
                </a:lnTo>
                <a:lnTo>
                  <a:pt x="296" y="878"/>
                </a:lnTo>
                <a:lnTo>
                  <a:pt x="285" y="881"/>
                </a:lnTo>
                <a:lnTo>
                  <a:pt x="273" y="884"/>
                </a:lnTo>
                <a:lnTo>
                  <a:pt x="250" y="886"/>
                </a:lnTo>
                <a:lnTo>
                  <a:pt x="228" y="887"/>
                </a:lnTo>
                <a:lnTo>
                  <a:pt x="206" y="887"/>
                </a:lnTo>
                <a:lnTo>
                  <a:pt x="186" y="886"/>
                </a:lnTo>
                <a:lnTo>
                  <a:pt x="186" y="886"/>
                </a:lnTo>
                <a:lnTo>
                  <a:pt x="152" y="885"/>
                </a:lnTo>
                <a:lnTo>
                  <a:pt x="136" y="885"/>
                </a:lnTo>
                <a:lnTo>
                  <a:pt x="121" y="886"/>
                </a:lnTo>
                <a:lnTo>
                  <a:pt x="106" y="890"/>
                </a:lnTo>
                <a:lnTo>
                  <a:pt x="92" y="896"/>
                </a:lnTo>
                <a:lnTo>
                  <a:pt x="78" y="904"/>
                </a:lnTo>
                <a:lnTo>
                  <a:pt x="65" y="916"/>
                </a:lnTo>
                <a:lnTo>
                  <a:pt x="65" y="916"/>
                </a:lnTo>
                <a:lnTo>
                  <a:pt x="59" y="921"/>
                </a:lnTo>
                <a:lnTo>
                  <a:pt x="52" y="925"/>
                </a:lnTo>
                <a:lnTo>
                  <a:pt x="44" y="927"/>
                </a:lnTo>
                <a:lnTo>
                  <a:pt x="37" y="927"/>
                </a:lnTo>
                <a:lnTo>
                  <a:pt x="30" y="927"/>
                </a:lnTo>
                <a:lnTo>
                  <a:pt x="23" y="925"/>
                </a:lnTo>
                <a:lnTo>
                  <a:pt x="17" y="921"/>
                </a:lnTo>
                <a:lnTo>
                  <a:pt x="11" y="916"/>
                </a:lnTo>
                <a:lnTo>
                  <a:pt x="11" y="916"/>
                </a:lnTo>
                <a:lnTo>
                  <a:pt x="6" y="910"/>
                </a:lnTo>
                <a:lnTo>
                  <a:pt x="2" y="903"/>
                </a:lnTo>
                <a:lnTo>
                  <a:pt x="0" y="897"/>
                </a:lnTo>
                <a:lnTo>
                  <a:pt x="0" y="890"/>
                </a:lnTo>
                <a:lnTo>
                  <a:pt x="0" y="881"/>
                </a:lnTo>
                <a:lnTo>
                  <a:pt x="2" y="875"/>
                </a:lnTo>
                <a:lnTo>
                  <a:pt x="6" y="868"/>
                </a:lnTo>
                <a:lnTo>
                  <a:pt x="11" y="862"/>
                </a:lnTo>
                <a:lnTo>
                  <a:pt x="11" y="862"/>
                </a:lnTo>
                <a:lnTo>
                  <a:pt x="21" y="851"/>
                </a:lnTo>
                <a:lnTo>
                  <a:pt x="34" y="843"/>
                </a:lnTo>
                <a:lnTo>
                  <a:pt x="44" y="834"/>
                </a:lnTo>
                <a:lnTo>
                  <a:pt x="56" y="828"/>
                </a:lnTo>
                <a:lnTo>
                  <a:pt x="69" y="822"/>
                </a:lnTo>
                <a:lnTo>
                  <a:pt x="79" y="818"/>
                </a:lnTo>
                <a:lnTo>
                  <a:pt x="92" y="815"/>
                </a:lnTo>
                <a:lnTo>
                  <a:pt x="102" y="811"/>
                </a:lnTo>
                <a:lnTo>
                  <a:pt x="125" y="809"/>
                </a:lnTo>
                <a:lnTo>
                  <a:pt x="148" y="807"/>
                </a:lnTo>
                <a:lnTo>
                  <a:pt x="170" y="807"/>
                </a:lnTo>
                <a:lnTo>
                  <a:pt x="191" y="809"/>
                </a:lnTo>
                <a:lnTo>
                  <a:pt x="191" y="809"/>
                </a:lnTo>
                <a:lnTo>
                  <a:pt x="225" y="811"/>
                </a:lnTo>
                <a:lnTo>
                  <a:pt x="240" y="810"/>
                </a:lnTo>
                <a:lnTo>
                  <a:pt x="255" y="809"/>
                </a:lnTo>
                <a:lnTo>
                  <a:pt x="269" y="805"/>
                </a:lnTo>
                <a:lnTo>
                  <a:pt x="284" y="799"/>
                </a:lnTo>
                <a:lnTo>
                  <a:pt x="297" y="791"/>
                </a:lnTo>
                <a:lnTo>
                  <a:pt x="312" y="778"/>
                </a:lnTo>
                <a:lnTo>
                  <a:pt x="312" y="778"/>
                </a:lnTo>
                <a:lnTo>
                  <a:pt x="323" y="765"/>
                </a:lnTo>
                <a:lnTo>
                  <a:pt x="331" y="752"/>
                </a:lnTo>
                <a:lnTo>
                  <a:pt x="337" y="737"/>
                </a:lnTo>
                <a:lnTo>
                  <a:pt x="341" y="723"/>
                </a:lnTo>
                <a:lnTo>
                  <a:pt x="343" y="707"/>
                </a:lnTo>
                <a:lnTo>
                  <a:pt x="343" y="691"/>
                </a:lnTo>
                <a:lnTo>
                  <a:pt x="342" y="657"/>
                </a:lnTo>
                <a:lnTo>
                  <a:pt x="342" y="657"/>
                </a:lnTo>
                <a:lnTo>
                  <a:pt x="341" y="637"/>
                </a:lnTo>
                <a:lnTo>
                  <a:pt x="339" y="615"/>
                </a:lnTo>
                <a:lnTo>
                  <a:pt x="341" y="593"/>
                </a:lnTo>
                <a:lnTo>
                  <a:pt x="344" y="570"/>
                </a:lnTo>
                <a:lnTo>
                  <a:pt x="347" y="558"/>
                </a:lnTo>
                <a:lnTo>
                  <a:pt x="350" y="547"/>
                </a:lnTo>
                <a:lnTo>
                  <a:pt x="355" y="535"/>
                </a:lnTo>
                <a:lnTo>
                  <a:pt x="360" y="524"/>
                </a:lnTo>
                <a:lnTo>
                  <a:pt x="367" y="512"/>
                </a:lnTo>
                <a:lnTo>
                  <a:pt x="375" y="500"/>
                </a:lnTo>
                <a:lnTo>
                  <a:pt x="384" y="489"/>
                </a:lnTo>
                <a:lnTo>
                  <a:pt x="394" y="479"/>
                </a:lnTo>
                <a:lnTo>
                  <a:pt x="394" y="479"/>
                </a:lnTo>
                <a:lnTo>
                  <a:pt x="406" y="468"/>
                </a:lnTo>
                <a:lnTo>
                  <a:pt x="417" y="458"/>
                </a:lnTo>
                <a:lnTo>
                  <a:pt x="429" y="451"/>
                </a:lnTo>
                <a:lnTo>
                  <a:pt x="440" y="443"/>
                </a:lnTo>
                <a:lnTo>
                  <a:pt x="452" y="439"/>
                </a:lnTo>
                <a:lnTo>
                  <a:pt x="464" y="434"/>
                </a:lnTo>
                <a:lnTo>
                  <a:pt x="475" y="430"/>
                </a:lnTo>
                <a:lnTo>
                  <a:pt x="487" y="428"/>
                </a:lnTo>
                <a:lnTo>
                  <a:pt x="510" y="424"/>
                </a:lnTo>
                <a:lnTo>
                  <a:pt x="532" y="423"/>
                </a:lnTo>
                <a:lnTo>
                  <a:pt x="554" y="424"/>
                </a:lnTo>
                <a:lnTo>
                  <a:pt x="574" y="425"/>
                </a:lnTo>
                <a:lnTo>
                  <a:pt x="574" y="425"/>
                </a:lnTo>
                <a:lnTo>
                  <a:pt x="608" y="427"/>
                </a:lnTo>
                <a:lnTo>
                  <a:pt x="624" y="427"/>
                </a:lnTo>
                <a:lnTo>
                  <a:pt x="639" y="424"/>
                </a:lnTo>
                <a:lnTo>
                  <a:pt x="654" y="420"/>
                </a:lnTo>
                <a:lnTo>
                  <a:pt x="668" y="414"/>
                </a:lnTo>
                <a:lnTo>
                  <a:pt x="682" y="406"/>
                </a:lnTo>
                <a:lnTo>
                  <a:pt x="695" y="395"/>
                </a:lnTo>
                <a:lnTo>
                  <a:pt x="695" y="395"/>
                </a:lnTo>
                <a:lnTo>
                  <a:pt x="707" y="382"/>
                </a:lnTo>
                <a:lnTo>
                  <a:pt x="716" y="367"/>
                </a:lnTo>
                <a:lnTo>
                  <a:pt x="722" y="353"/>
                </a:lnTo>
                <a:lnTo>
                  <a:pt x="725" y="338"/>
                </a:lnTo>
                <a:lnTo>
                  <a:pt x="726" y="324"/>
                </a:lnTo>
                <a:lnTo>
                  <a:pt x="728" y="308"/>
                </a:lnTo>
                <a:lnTo>
                  <a:pt x="725" y="274"/>
                </a:lnTo>
                <a:lnTo>
                  <a:pt x="725" y="274"/>
                </a:lnTo>
                <a:lnTo>
                  <a:pt x="724" y="254"/>
                </a:lnTo>
                <a:lnTo>
                  <a:pt x="724" y="232"/>
                </a:lnTo>
                <a:lnTo>
                  <a:pt x="725" y="209"/>
                </a:lnTo>
                <a:lnTo>
                  <a:pt x="728" y="187"/>
                </a:lnTo>
                <a:lnTo>
                  <a:pt x="731" y="175"/>
                </a:lnTo>
                <a:lnTo>
                  <a:pt x="734" y="163"/>
                </a:lnTo>
                <a:lnTo>
                  <a:pt x="739" y="152"/>
                </a:lnTo>
                <a:lnTo>
                  <a:pt x="745" y="140"/>
                </a:lnTo>
                <a:lnTo>
                  <a:pt x="751" y="128"/>
                </a:lnTo>
                <a:lnTo>
                  <a:pt x="759" y="117"/>
                </a:lnTo>
                <a:lnTo>
                  <a:pt x="768" y="105"/>
                </a:lnTo>
                <a:lnTo>
                  <a:pt x="778" y="94"/>
                </a:lnTo>
                <a:lnTo>
                  <a:pt x="778" y="94"/>
                </a:lnTo>
                <a:lnTo>
                  <a:pt x="789" y="83"/>
                </a:lnTo>
                <a:lnTo>
                  <a:pt x="801" y="75"/>
                </a:lnTo>
                <a:lnTo>
                  <a:pt x="812" y="66"/>
                </a:lnTo>
                <a:lnTo>
                  <a:pt x="824" y="60"/>
                </a:lnTo>
                <a:lnTo>
                  <a:pt x="837" y="54"/>
                </a:lnTo>
                <a:lnTo>
                  <a:pt x="847" y="49"/>
                </a:lnTo>
                <a:lnTo>
                  <a:pt x="860" y="47"/>
                </a:lnTo>
                <a:lnTo>
                  <a:pt x="870" y="43"/>
                </a:lnTo>
                <a:lnTo>
                  <a:pt x="893" y="41"/>
                </a:lnTo>
                <a:lnTo>
                  <a:pt x="916" y="40"/>
                </a:lnTo>
                <a:lnTo>
                  <a:pt x="938" y="40"/>
                </a:lnTo>
                <a:lnTo>
                  <a:pt x="959" y="41"/>
                </a:lnTo>
                <a:lnTo>
                  <a:pt x="959" y="41"/>
                </a:lnTo>
                <a:lnTo>
                  <a:pt x="993" y="43"/>
                </a:lnTo>
                <a:lnTo>
                  <a:pt x="1008" y="42"/>
                </a:lnTo>
                <a:lnTo>
                  <a:pt x="1023" y="41"/>
                </a:lnTo>
                <a:lnTo>
                  <a:pt x="1037" y="37"/>
                </a:lnTo>
                <a:lnTo>
                  <a:pt x="1052" y="31"/>
                </a:lnTo>
                <a:lnTo>
                  <a:pt x="1066" y="23"/>
                </a:lnTo>
                <a:lnTo>
                  <a:pt x="1080" y="11"/>
                </a:lnTo>
                <a:lnTo>
                  <a:pt x="1080" y="11"/>
                </a:lnTo>
                <a:lnTo>
                  <a:pt x="1086" y="6"/>
                </a:lnTo>
                <a:lnTo>
                  <a:pt x="1092" y="2"/>
                </a:lnTo>
                <a:lnTo>
                  <a:pt x="1099" y="0"/>
                </a:lnTo>
                <a:lnTo>
                  <a:pt x="1106" y="0"/>
                </a:lnTo>
                <a:lnTo>
                  <a:pt x="1113" y="0"/>
                </a:lnTo>
                <a:lnTo>
                  <a:pt x="1121" y="2"/>
                </a:lnTo>
                <a:lnTo>
                  <a:pt x="1128" y="6"/>
                </a:lnTo>
                <a:lnTo>
                  <a:pt x="1134" y="11"/>
                </a:lnTo>
                <a:lnTo>
                  <a:pt x="1134" y="11"/>
                </a:lnTo>
                <a:lnTo>
                  <a:pt x="1139" y="17"/>
                </a:lnTo>
                <a:lnTo>
                  <a:pt x="1142" y="24"/>
                </a:lnTo>
                <a:lnTo>
                  <a:pt x="1144" y="31"/>
                </a:lnTo>
                <a:lnTo>
                  <a:pt x="1145" y="38"/>
                </a:lnTo>
                <a:lnTo>
                  <a:pt x="1144" y="46"/>
                </a:lnTo>
                <a:lnTo>
                  <a:pt x="1142" y="53"/>
                </a:lnTo>
                <a:lnTo>
                  <a:pt x="1139" y="59"/>
                </a:lnTo>
                <a:lnTo>
                  <a:pt x="1134" y="65"/>
                </a:lnTo>
                <a:lnTo>
                  <a:pt x="1134" y="65"/>
                </a:lnTo>
                <a:close/>
              </a:path>
            </a:pathLst>
          </a:custGeom>
          <a:solidFill>
            <a:schemeClr val="bg2">
              <a:lumMod val="9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6" name="Freeform 534">
            <a:extLst>
              <a:ext uri="{FF2B5EF4-FFF2-40B4-BE49-F238E27FC236}">
                <a16:creationId xmlns:a16="http://schemas.microsoft.com/office/drawing/2014/main" id="{EF766EB9-806C-5045-9F6F-30378DD03EC4}"/>
              </a:ext>
            </a:extLst>
          </p:cNvPr>
          <p:cNvSpPr>
            <a:spLocks/>
          </p:cNvSpPr>
          <p:nvPr/>
        </p:nvSpPr>
        <p:spPr bwMode="auto">
          <a:xfrm>
            <a:off x="9339937" y="278732"/>
            <a:ext cx="238610" cy="238610"/>
          </a:xfrm>
          <a:custGeom>
            <a:avLst/>
            <a:gdLst>
              <a:gd name="T0" fmla="*/ 575 w 575"/>
              <a:gd name="T1" fmla="*/ 188 h 575"/>
              <a:gd name="T2" fmla="*/ 387 w 575"/>
              <a:gd name="T3" fmla="*/ 188 h 575"/>
              <a:gd name="T4" fmla="*/ 387 w 575"/>
              <a:gd name="T5" fmla="*/ 0 h 575"/>
              <a:gd name="T6" fmla="*/ 188 w 575"/>
              <a:gd name="T7" fmla="*/ 0 h 575"/>
              <a:gd name="T8" fmla="*/ 188 w 575"/>
              <a:gd name="T9" fmla="*/ 188 h 575"/>
              <a:gd name="T10" fmla="*/ 0 w 575"/>
              <a:gd name="T11" fmla="*/ 188 h 575"/>
              <a:gd name="T12" fmla="*/ 0 w 575"/>
              <a:gd name="T13" fmla="*/ 385 h 575"/>
              <a:gd name="T14" fmla="*/ 188 w 575"/>
              <a:gd name="T15" fmla="*/ 385 h 575"/>
              <a:gd name="T16" fmla="*/ 188 w 575"/>
              <a:gd name="T17" fmla="*/ 575 h 575"/>
              <a:gd name="T18" fmla="*/ 387 w 575"/>
              <a:gd name="T19" fmla="*/ 575 h 575"/>
              <a:gd name="T20" fmla="*/ 387 w 575"/>
              <a:gd name="T21" fmla="*/ 385 h 575"/>
              <a:gd name="T22" fmla="*/ 575 w 575"/>
              <a:gd name="T23" fmla="*/ 385 h 575"/>
              <a:gd name="T24" fmla="*/ 575 w 575"/>
              <a:gd name="T25" fmla="*/ 188 h 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75" h="575">
                <a:moveTo>
                  <a:pt x="575" y="188"/>
                </a:moveTo>
                <a:lnTo>
                  <a:pt x="387" y="188"/>
                </a:lnTo>
                <a:lnTo>
                  <a:pt x="387" y="0"/>
                </a:lnTo>
                <a:lnTo>
                  <a:pt x="188" y="0"/>
                </a:lnTo>
                <a:lnTo>
                  <a:pt x="188" y="188"/>
                </a:lnTo>
                <a:lnTo>
                  <a:pt x="0" y="188"/>
                </a:lnTo>
                <a:lnTo>
                  <a:pt x="0" y="385"/>
                </a:lnTo>
                <a:lnTo>
                  <a:pt x="188" y="385"/>
                </a:lnTo>
                <a:lnTo>
                  <a:pt x="188" y="575"/>
                </a:lnTo>
                <a:lnTo>
                  <a:pt x="387" y="575"/>
                </a:lnTo>
                <a:lnTo>
                  <a:pt x="387" y="385"/>
                </a:lnTo>
                <a:lnTo>
                  <a:pt x="575" y="385"/>
                </a:lnTo>
                <a:lnTo>
                  <a:pt x="575" y="188"/>
                </a:lnTo>
                <a:close/>
              </a:path>
            </a:pathLst>
          </a:custGeom>
          <a:solidFill>
            <a:schemeClr val="bg2">
              <a:lumMod val="9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7" name="Freeform 319">
            <a:extLst>
              <a:ext uri="{FF2B5EF4-FFF2-40B4-BE49-F238E27FC236}">
                <a16:creationId xmlns:a16="http://schemas.microsoft.com/office/drawing/2014/main" id="{FA05E4B7-0CB9-0242-B1C0-0B538B7AA881}"/>
              </a:ext>
            </a:extLst>
          </p:cNvPr>
          <p:cNvSpPr>
            <a:spLocks/>
          </p:cNvSpPr>
          <p:nvPr/>
        </p:nvSpPr>
        <p:spPr bwMode="auto">
          <a:xfrm>
            <a:off x="9770029" y="516331"/>
            <a:ext cx="195263" cy="195263"/>
          </a:xfrm>
          <a:custGeom>
            <a:avLst/>
            <a:gdLst>
              <a:gd name="T0" fmla="*/ 245 w 245"/>
              <a:gd name="T1" fmla="*/ 123 h 245"/>
              <a:gd name="T2" fmla="*/ 243 w 245"/>
              <a:gd name="T3" fmla="*/ 147 h 245"/>
              <a:gd name="T4" fmla="*/ 235 w 245"/>
              <a:gd name="T5" fmla="*/ 170 h 245"/>
              <a:gd name="T6" fmla="*/ 225 w 245"/>
              <a:gd name="T7" fmla="*/ 191 h 245"/>
              <a:gd name="T8" fmla="*/ 209 w 245"/>
              <a:gd name="T9" fmla="*/ 209 h 245"/>
              <a:gd name="T10" fmla="*/ 191 w 245"/>
              <a:gd name="T11" fmla="*/ 225 h 245"/>
              <a:gd name="T12" fmla="*/ 170 w 245"/>
              <a:gd name="T13" fmla="*/ 236 h 245"/>
              <a:gd name="T14" fmla="*/ 147 w 245"/>
              <a:gd name="T15" fmla="*/ 243 h 245"/>
              <a:gd name="T16" fmla="*/ 123 w 245"/>
              <a:gd name="T17" fmla="*/ 245 h 245"/>
              <a:gd name="T18" fmla="*/ 110 w 245"/>
              <a:gd name="T19" fmla="*/ 245 h 245"/>
              <a:gd name="T20" fmla="*/ 86 w 245"/>
              <a:gd name="T21" fmla="*/ 240 h 245"/>
              <a:gd name="T22" fmla="*/ 64 w 245"/>
              <a:gd name="T23" fmla="*/ 231 h 245"/>
              <a:gd name="T24" fmla="*/ 44 w 245"/>
              <a:gd name="T25" fmla="*/ 217 h 245"/>
              <a:gd name="T26" fmla="*/ 27 w 245"/>
              <a:gd name="T27" fmla="*/ 200 h 245"/>
              <a:gd name="T28" fmla="*/ 14 w 245"/>
              <a:gd name="T29" fmla="*/ 181 h 245"/>
              <a:gd name="T30" fmla="*/ 6 w 245"/>
              <a:gd name="T31" fmla="*/ 159 h 245"/>
              <a:gd name="T32" fmla="*/ 1 w 245"/>
              <a:gd name="T33" fmla="*/ 135 h 245"/>
              <a:gd name="T34" fmla="*/ 0 w 245"/>
              <a:gd name="T35" fmla="*/ 123 h 245"/>
              <a:gd name="T36" fmla="*/ 2 w 245"/>
              <a:gd name="T37" fmla="*/ 98 h 245"/>
              <a:gd name="T38" fmla="*/ 9 w 245"/>
              <a:gd name="T39" fmla="*/ 75 h 245"/>
              <a:gd name="T40" fmla="*/ 21 w 245"/>
              <a:gd name="T41" fmla="*/ 54 h 245"/>
              <a:gd name="T42" fmla="*/ 36 w 245"/>
              <a:gd name="T43" fmla="*/ 36 h 245"/>
              <a:gd name="T44" fmla="*/ 54 w 245"/>
              <a:gd name="T45" fmla="*/ 22 h 245"/>
              <a:gd name="T46" fmla="*/ 75 w 245"/>
              <a:gd name="T47" fmla="*/ 9 h 245"/>
              <a:gd name="T48" fmla="*/ 98 w 245"/>
              <a:gd name="T49" fmla="*/ 2 h 245"/>
              <a:gd name="T50" fmla="*/ 123 w 245"/>
              <a:gd name="T51" fmla="*/ 0 h 245"/>
              <a:gd name="T52" fmla="*/ 135 w 245"/>
              <a:gd name="T53" fmla="*/ 1 h 245"/>
              <a:gd name="T54" fmla="*/ 159 w 245"/>
              <a:gd name="T55" fmla="*/ 6 h 245"/>
              <a:gd name="T56" fmla="*/ 181 w 245"/>
              <a:gd name="T57" fmla="*/ 14 h 245"/>
              <a:gd name="T58" fmla="*/ 200 w 245"/>
              <a:gd name="T59" fmla="*/ 28 h 245"/>
              <a:gd name="T60" fmla="*/ 217 w 245"/>
              <a:gd name="T61" fmla="*/ 44 h 245"/>
              <a:gd name="T62" fmla="*/ 231 w 245"/>
              <a:gd name="T63" fmla="*/ 64 h 245"/>
              <a:gd name="T64" fmla="*/ 240 w 245"/>
              <a:gd name="T65" fmla="*/ 87 h 245"/>
              <a:gd name="T66" fmla="*/ 245 w 245"/>
              <a:gd name="T67" fmla="*/ 110 h 245"/>
              <a:gd name="T68" fmla="*/ 245 w 245"/>
              <a:gd name="T69" fmla="*/ 12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45" h="245">
                <a:moveTo>
                  <a:pt x="245" y="123"/>
                </a:moveTo>
                <a:lnTo>
                  <a:pt x="245" y="123"/>
                </a:lnTo>
                <a:lnTo>
                  <a:pt x="245" y="135"/>
                </a:lnTo>
                <a:lnTo>
                  <a:pt x="243" y="147"/>
                </a:lnTo>
                <a:lnTo>
                  <a:pt x="240" y="159"/>
                </a:lnTo>
                <a:lnTo>
                  <a:pt x="235" y="170"/>
                </a:lnTo>
                <a:lnTo>
                  <a:pt x="231" y="181"/>
                </a:lnTo>
                <a:lnTo>
                  <a:pt x="225" y="191"/>
                </a:lnTo>
                <a:lnTo>
                  <a:pt x="217" y="200"/>
                </a:lnTo>
                <a:lnTo>
                  <a:pt x="209" y="209"/>
                </a:lnTo>
                <a:lnTo>
                  <a:pt x="200" y="217"/>
                </a:lnTo>
                <a:lnTo>
                  <a:pt x="191" y="225"/>
                </a:lnTo>
                <a:lnTo>
                  <a:pt x="181" y="231"/>
                </a:lnTo>
                <a:lnTo>
                  <a:pt x="170" y="236"/>
                </a:lnTo>
                <a:lnTo>
                  <a:pt x="159" y="240"/>
                </a:lnTo>
                <a:lnTo>
                  <a:pt x="147" y="243"/>
                </a:lnTo>
                <a:lnTo>
                  <a:pt x="135" y="245"/>
                </a:lnTo>
                <a:lnTo>
                  <a:pt x="123" y="245"/>
                </a:lnTo>
                <a:lnTo>
                  <a:pt x="123" y="245"/>
                </a:lnTo>
                <a:lnTo>
                  <a:pt x="110" y="245"/>
                </a:lnTo>
                <a:lnTo>
                  <a:pt x="98" y="243"/>
                </a:lnTo>
                <a:lnTo>
                  <a:pt x="86" y="240"/>
                </a:lnTo>
                <a:lnTo>
                  <a:pt x="75" y="236"/>
                </a:lnTo>
                <a:lnTo>
                  <a:pt x="64" y="231"/>
                </a:lnTo>
                <a:lnTo>
                  <a:pt x="54" y="225"/>
                </a:lnTo>
                <a:lnTo>
                  <a:pt x="44" y="217"/>
                </a:lnTo>
                <a:lnTo>
                  <a:pt x="36" y="209"/>
                </a:lnTo>
                <a:lnTo>
                  <a:pt x="27" y="200"/>
                </a:lnTo>
                <a:lnTo>
                  <a:pt x="21" y="191"/>
                </a:lnTo>
                <a:lnTo>
                  <a:pt x="14" y="181"/>
                </a:lnTo>
                <a:lnTo>
                  <a:pt x="9" y="170"/>
                </a:lnTo>
                <a:lnTo>
                  <a:pt x="6" y="159"/>
                </a:lnTo>
                <a:lnTo>
                  <a:pt x="2" y="147"/>
                </a:lnTo>
                <a:lnTo>
                  <a:pt x="1" y="135"/>
                </a:lnTo>
                <a:lnTo>
                  <a:pt x="0" y="123"/>
                </a:lnTo>
                <a:lnTo>
                  <a:pt x="0" y="123"/>
                </a:lnTo>
                <a:lnTo>
                  <a:pt x="1" y="110"/>
                </a:lnTo>
                <a:lnTo>
                  <a:pt x="2" y="98"/>
                </a:lnTo>
                <a:lnTo>
                  <a:pt x="6" y="87"/>
                </a:lnTo>
                <a:lnTo>
                  <a:pt x="9" y="75"/>
                </a:lnTo>
                <a:lnTo>
                  <a:pt x="14" y="64"/>
                </a:lnTo>
                <a:lnTo>
                  <a:pt x="21" y="54"/>
                </a:lnTo>
                <a:lnTo>
                  <a:pt x="27" y="44"/>
                </a:lnTo>
                <a:lnTo>
                  <a:pt x="36" y="36"/>
                </a:lnTo>
                <a:lnTo>
                  <a:pt x="44" y="28"/>
                </a:lnTo>
                <a:lnTo>
                  <a:pt x="54" y="22"/>
                </a:lnTo>
                <a:lnTo>
                  <a:pt x="64" y="14"/>
                </a:lnTo>
                <a:lnTo>
                  <a:pt x="75" y="9"/>
                </a:lnTo>
                <a:lnTo>
                  <a:pt x="86" y="6"/>
                </a:lnTo>
                <a:lnTo>
                  <a:pt x="98" y="2"/>
                </a:lnTo>
                <a:lnTo>
                  <a:pt x="110" y="1"/>
                </a:lnTo>
                <a:lnTo>
                  <a:pt x="123" y="0"/>
                </a:lnTo>
                <a:lnTo>
                  <a:pt x="123" y="0"/>
                </a:lnTo>
                <a:lnTo>
                  <a:pt x="135" y="1"/>
                </a:lnTo>
                <a:lnTo>
                  <a:pt x="147" y="2"/>
                </a:lnTo>
                <a:lnTo>
                  <a:pt x="159" y="6"/>
                </a:lnTo>
                <a:lnTo>
                  <a:pt x="170" y="9"/>
                </a:lnTo>
                <a:lnTo>
                  <a:pt x="181" y="14"/>
                </a:lnTo>
                <a:lnTo>
                  <a:pt x="191" y="22"/>
                </a:lnTo>
                <a:lnTo>
                  <a:pt x="200" y="28"/>
                </a:lnTo>
                <a:lnTo>
                  <a:pt x="209" y="36"/>
                </a:lnTo>
                <a:lnTo>
                  <a:pt x="217" y="44"/>
                </a:lnTo>
                <a:lnTo>
                  <a:pt x="225" y="54"/>
                </a:lnTo>
                <a:lnTo>
                  <a:pt x="231" y="64"/>
                </a:lnTo>
                <a:lnTo>
                  <a:pt x="235" y="75"/>
                </a:lnTo>
                <a:lnTo>
                  <a:pt x="240" y="87"/>
                </a:lnTo>
                <a:lnTo>
                  <a:pt x="243" y="98"/>
                </a:lnTo>
                <a:lnTo>
                  <a:pt x="245" y="110"/>
                </a:lnTo>
                <a:lnTo>
                  <a:pt x="245" y="123"/>
                </a:lnTo>
                <a:lnTo>
                  <a:pt x="245" y="123"/>
                </a:lnTo>
                <a:close/>
              </a:path>
            </a:pathLst>
          </a:custGeom>
          <a:noFill/>
          <a:ln w="38100">
            <a:solidFill>
              <a:schemeClr val="bg1">
                <a:lumMod val="75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pic>
        <p:nvPicPr>
          <p:cNvPr id="538" name="Picture 537">
            <a:extLst>
              <a:ext uri="{FF2B5EF4-FFF2-40B4-BE49-F238E27FC236}">
                <a16:creationId xmlns:a16="http://schemas.microsoft.com/office/drawing/2014/main" id="{05B4C131-3351-B94B-856F-F5DA678CE0E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alphaModFix/>
            <a:duotone>
              <a:prstClr val="black"/>
              <a:schemeClr val="tx2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>
                    <a14:imgEffect>
                      <a14:brightnessContrast bright="-100000" contrast="-100000"/>
                    </a14:imgEffect>
                  </a14:imgLayer>
                </a14:imgProps>
              </a:ext>
            </a:extLst>
          </a:blip>
          <a:srcRect t="30610" b="34958"/>
          <a:stretch/>
        </p:blipFill>
        <p:spPr>
          <a:xfrm>
            <a:off x="10212120" y="291758"/>
            <a:ext cx="1048920" cy="361165"/>
          </a:xfrm>
          <a:prstGeom prst="rect">
            <a:avLst/>
          </a:prstGeom>
          <a:noFill/>
        </p:spPr>
      </p:pic>
      <p:sp>
        <p:nvSpPr>
          <p:cNvPr id="539" name="Freeform 320">
            <a:extLst>
              <a:ext uri="{FF2B5EF4-FFF2-40B4-BE49-F238E27FC236}">
                <a16:creationId xmlns:a16="http://schemas.microsoft.com/office/drawing/2014/main" id="{8D9EE9D0-1808-E64B-9000-663604CE98FF}"/>
              </a:ext>
            </a:extLst>
          </p:cNvPr>
          <p:cNvSpPr>
            <a:spLocks/>
          </p:cNvSpPr>
          <p:nvPr/>
        </p:nvSpPr>
        <p:spPr bwMode="auto">
          <a:xfrm rot="2493426">
            <a:off x="11857367" y="85327"/>
            <a:ext cx="673927" cy="546682"/>
          </a:xfrm>
          <a:custGeom>
            <a:avLst/>
            <a:gdLst>
              <a:gd name="T0" fmla="*/ 1111 w 1145"/>
              <a:gd name="T1" fmla="*/ 84 h 927"/>
              <a:gd name="T2" fmla="*/ 1064 w 1145"/>
              <a:gd name="T3" fmla="*/ 110 h 927"/>
              <a:gd name="T4" fmla="*/ 996 w 1145"/>
              <a:gd name="T5" fmla="*/ 119 h 927"/>
              <a:gd name="T6" fmla="*/ 920 w 1145"/>
              <a:gd name="T7" fmla="*/ 116 h 927"/>
              <a:gd name="T8" fmla="*/ 860 w 1145"/>
              <a:gd name="T9" fmla="*/ 128 h 927"/>
              <a:gd name="T10" fmla="*/ 821 w 1145"/>
              <a:gd name="T11" fmla="*/ 162 h 927"/>
              <a:gd name="T12" fmla="*/ 801 w 1145"/>
              <a:gd name="T13" fmla="*/ 220 h 927"/>
              <a:gd name="T14" fmla="*/ 804 w 1145"/>
              <a:gd name="T15" fmla="*/ 290 h 927"/>
              <a:gd name="T16" fmla="*/ 797 w 1145"/>
              <a:gd name="T17" fmla="*/ 368 h 927"/>
              <a:gd name="T18" fmla="*/ 777 w 1145"/>
              <a:gd name="T19" fmla="*/ 414 h 927"/>
              <a:gd name="T20" fmla="*/ 749 w 1145"/>
              <a:gd name="T21" fmla="*/ 450 h 927"/>
              <a:gd name="T22" fmla="*/ 704 w 1145"/>
              <a:gd name="T23" fmla="*/ 483 h 927"/>
              <a:gd name="T24" fmla="*/ 656 w 1145"/>
              <a:gd name="T25" fmla="*/ 499 h 927"/>
              <a:gd name="T26" fmla="*/ 569 w 1145"/>
              <a:gd name="T27" fmla="*/ 501 h 927"/>
              <a:gd name="T28" fmla="*/ 505 w 1145"/>
              <a:gd name="T29" fmla="*/ 503 h 927"/>
              <a:gd name="T30" fmla="*/ 448 w 1145"/>
              <a:gd name="T31" fmla="*/ 532 h 927"/>
              <a:gd name="T32" fmla="*/ 423 w 1145"/>
              <a:gd name="T33" fmla="*/ 574 h 927"/>
              <a:gd name="T34" fmla="*/ 418 w 1145"/>
              <a:gd name="T35" fmla="*/ 653 h 927"/>
              <a:gd name="T36" fmla="*/ 419 w 1145"/>
              <a:gd name="T37" fmla="*/ 718 h 927"/>
              <a:gd name="T38" fmla="*/ 405 w 1145"/>
              <a:gd name="T39" fmla="*/ 775 h 927"/>
              <a:gd name="T40" fmla="*/ 376 w 1145"/>
              <a:gd name="T41" fmla="*/ 822 h 927"/>
              <a:gd name="T42" fmla="*/ 343 w 1145"/>
              <a:gd name="T43" fmla="*/ 852 h 927"/>
              <a:gd name="T44" fmla="*/ 296 w 1145"/>
              <a:gd name="T45" fmla="*/ 878 h 927"/>
              <a:gd name="T46" fmla="*/ 228 w 1145"/>
              <a:gd name="T47" fmla="*/ 887 h 927"/>
              <a:gd name="T48" fmla="*/ 152 w 1145"/>
              <a:gd name="T49" fmla="*/ 885 h 927"/>
              <a:gd name="T50" fmla="*/ 92 w 1145"/>
              <a:gd name="T51" fmla="*/ 896 h 927"/>
              <a:gd name="T52" fmla="*/ 59 w 1145"/>
              <a:gd name="T53" fmla="*/ 921 h 927"/>
              <a:gd name="T54" fmla="*/ 30 w 1145"/>
              <a:gd name="T55" fmla="*/ 927 h 927"/>
              <a:gd name="T56" fmla="*/ 11 w 1145"/>
              <a:gd name="T57" fmla="*/ 916 h 927"/>
              <a:gd name="T58" fmla="*/ 0 w 1145"/>
              <a:gd name="T59" fmla="*/ 890 h 927"/>
              <a:gd name="T60" fmla="*/ 11 w 1145"/>
              <a:gd name="T61" fmla="*/ 862 h 927"/>
              <a:gd name="T62" fmla="*/ 44 w 1145"/>
              <a:gd name="T63" fmla="*/ 834 h 927"/>
              <a:gd name="T64" fmla="*/ 92 w 1145"/>
              <a:gd name="T65" fmla="*/ 815 h 927"/>
              <a:gd name="T66" fmla="*/ 170 w 1145"/>
              <a:gd name="T67" fmla="*/ 807 h 927"/>
              <a:gd name="T68" fmla="*/ 240 w 1145"/>
              <a:gd name="T69" fmla="*/ 810 h 927"/>
              <a:gd name="T70" fmla="*/ 297 w 1145"/>
              <a:gd name="T71" fmla="*/ 791 h 927"/>
              <a:gd name="T72" fmla="*/ 331 w 1145"/>
              <a:gd name="T73" fmla="*/ 752 h 927"/>
              <a:gd name="T74" fmla="*/ 343 w 1145"/>
              <a:gd name="T75" fmla="*/ 691 h 927"/>
              <a:gd name="T76" fmla="*/ 339 w 1145"/>
              <a:gd name="T77" fmla="*/ 615 h 927"/>
              <a:gd name="T78" fmla="*/ 350 w 1145"/>
              <a:gd name="T79" fmla="*/ 547 h 927"/>
              <a:gd name="T80" fmla="*/ 375 w 1145"/>
              <a:gd name="T81" fmla="*/ 500 h 927"/>
              <a:gd name="T82" fmla="*/ 406 w 1145"/>
              <a:gd name="T83" fmla="*/ 468 h 927"/>
              <a:gd name="T84" fmla="*/ 452 w 1145"/>
              <a:gd name="T85" fmla="*/ 439 h 927"/>
              <a:gd name="T86" fmla="*/ 510 w 1145"/>
              <a:gd name="T87" fmla="*/ 424 h 927"/>
              <a:gd name="T88" fmla="*/ 574 w 1145"/>
              <a:gd name="T89" fmla="*/ 425 h 927"/>
              <a:gd name="T90" fmla="*/ 654 w 1145"/>
              <a:gd name="T91" fmla="*/ 420 h 927"/>
              <a:gd name="T92" fmla="*/ 695 w 1145"/>
              <a:gd name="T93" fmla="*/ 395 h 927"/>
              <a:gd name="T94" fmla="*/ 725 w 1145"/>
              <a:gd name="T95" fmla="*/ 338 h 927"/>
              <a:gd name="T96" fmla="*/ 725 w 1145"/>
              <a:gd name="T97" fmla="*/ 274 h 927"/>
              <a:gd name="T98" fmla="*/ 728 w 1145"/>
              <a:gd name="T99" fmla="*/ 187 h 927"/>
              <a:gd name="T100" fmla="*/ 745 w 1145"/>
              <a:gd name="T101" fmla="*/ 140 h 927"/>
              <a:gd name="T102" fmla="*/ 778 w 1145"/>
              <a:gd name="T103" fmla="*/ 94 h 927"/>
              <a:gd name="T104" fmla="*/ 812 w 1145"/>
              <a:gd name="T105" fmla="*/ 66 h 927"/>
              <a:gd name="T106" fmla="*/ 860 w 1145"/>
              <a:gd name="T107" fmla="*/ 47 h 927"/>
              <a:gd name="T108" fmla="*/ 938 w 1145"/>
              <a:gd name="T109" fmla="*/ 40 h 927"/>
              <a:gd name="T110" fmla="*/ 1008 w 1145"/>
              <a:gd name="T111" fmla="*/ 42 h 927"/>
              <a:gd name="T112" fmla="*/ 1066 w 1145"/>
              <a:gd name="T113" fmla="*/ 23 h 927"/>
              <a:gd name="T114" fmla="*/ 1092 w 1145"/>
              <a:gd name="T115" fmla="*/ 2 h 927"/>
              <a:gd name="T116" fmla="*/ 1121 w 1145"/>
              <a:gd name="T117" fmla="*/ 2 h 927"/>
              <a:gd name="T118" fmla="*/ 1139 w 1145"/>
              <a:gd name="T119" fmla="*/ 17 h 927"/>
              <a:gd name="T120" fmla="*/ 1144 w 1145"/>
              <a:gd name="T121" fmla="*/ 46 h 927"/>
              <a:gd name="T122" fmla="*/ 1134 w 1145"/>
              <a:gd name="T123" fmla="*/ 65 h 9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145" h="927">
                <a:moveTo>
                  <a:pt x="1134" y="65"/>
                </a:moveTo>
                <a:lnTo>
                  <a:pt x="1134" y="65"/>
                </a:lnTo>
                <a:lnTo>
                  <a:pt x="1122" y="76"/>
                </a:lnTo>
                <a:lnTo>
                  <a:pt x="1111" y="84"/>
                </a:lnTo>
                <a:lnTo>
                  <a:pt x="1099" y="93"/>
                </a:lnTo>
                <a:lnTo>
                  <a:pt x="1088" y="99"/>
                </a:lnTo>
                <a:lnTo>
                  <a:pt x="1076" y="105"/>
                </a:lnTo>
                <a:lnTo>
                  <a:pt x="1064" y="110"/>
                </a:lnTo>
                <a:lnTo>
                  <a:pt x="1053" y="112"/>
                </a:lnTo>
                <a:lnTo>
                  <a:pt x="1041" y="116"/>
                </a:lnTo>
                <a:lnTo>
                  <a:pt x="1018" y="118"/>
                </a:lnTo>
                <a:lnTo>
                  <a:pt x="996" y="119"/>
                </a:lnTo>
                <a:lnTo>
                  <a:pt x="974" y="119"/>
                </a:lnTo>
                <a:lnTo>
                  <a:pt x="954" y="118"/>
                </a:lnTo>
                <a:lnTo>
                  <a:pt x="954" y="118"/>
                </a:lnTo>
                <a:lnTo>
                  <a:pt x="920" y="116"/>
                </a:lnTo>
                <a:lnTo>
                  <a:pt x="904" y="117"/>
                </a:lnTo>
                <a:lnTo>
                  <a:pt x="889" y="118"/>
                </a:lnTo>
                <a:lnTo>
                  <a:pt x="874" y="122"/>
                </a:lnTo>
                <a:lnTo>
                  <a:pt x="860" y="128"/>
                </a:lnTo>
                <a:lnTo>
                  <a:pt x="846" y="136"/>
                </a:lnTo>
                <a:lnTo>
                  <a:pt x="833" y="148"/>
                </a:lnTo>
                <a:lnTo>
                  <a:pt x="833" y="148"/>
                </a:lnTo>
                <a:lnTo>
                  <a:pt x="821" y="162"/>
                </a:lnTo>
                <a:lnTo>
                  <a:pt x="812" y="175"/>
                </a:lnTo>
                <a:lnTo>
                  <a:pt x="806" y="190"/>
                </a:lnTo>
                <a:lnTo>
                  <a:pt x="803" y="204"/>
                </a:lnTo>
                <a:lnTo>
                  <a:pt x="801" y="220"/>
                </a:lnTo>
                <a:lnTo>
                  <a:pt x="800" y="235"/>
                </a:lnTo>
                <a:lnTo>
                  <a:pt x="803" y="269"/>
                </a:lnTo>
                <a:lnTo>
                  <a:pt x="803" y="269"/>
                </a:lnTo>
                <a:lnTo>
                  <a:pt x="804" y="290"/>
                </a:lnTo>
                <a:lnTo>
                  <a:pt x="804" y="312"/>
                </a:lnTo>
                <a:lnTo>
                  <a:pt x="803" y="333"/>
                </a:lnTo>
                <a:lnTo>
                  <a:pt x="800" y="356"/>
                </a:lnTo>
                <a:lnTo>
                  <a:pt x="797" y="368"/>
                </a:lnTo>
                <a:lnTo>
                  <a:pt x="794" y="379"/>
                </a:lnTo>
                <a:lnTo>
                  <a:pt x="789" y="391"/>
                </a:lnTo>
                <a:lnTo>
                  <a:pt x="783" y="404"/>
                </a:lnTo>
                <a:lnTo>
                  <a:pt x="777" y="414"/>
                </a:lnTo>
                <a:lnTo>
                  <a:pt x="769" y="427"/>
                </a:lnTo>
                <a:lnTo>
                  <a:pt x="760" y="437"/>
                </a:lnTo>
                <a:lnTo>
                  <a:pt x="749" y="450"/>
                </a:lnTo>
                <a:lnTo>
                  <a:pt x="749" y="450"/>
                </a:lnTo>
                <a:lnTo>
                  <a:pt x="739" y="459"/>
                </a:lnTo>
                <a:lnTo>
                  <a:pt x="726" y="469"/>
                </a:lnTo>
                <a:lnTo>
                  <a:pt x="716" y="476"/>
                </a:lnTo>
                <a:lnTo>
                  <a:pt x="704" y="483"/>
                </a:lnTo>
                <a:lnTo>
                  <a:pt x="691" y="488"/>
                </a:lnTo>
                <a:lnTo>
                  <a:pt x="681" y="493"/>
                </a:lnTo>
                <a:lnTo>
                  <a:pt x="668" y="497"/>
                </a:lnTo>
                <a:lnTo>
                  <a:pt x="656" y="499"/>
                </a:lnTo>
                <a:lnTo>
                  <a:pt x="635" y="503"/>
                </a:lnTo>
                <a:lnTo>
                  <a:pt x="612" y="504"/>
                </a:lnTo>
                <a:lnTo>
                  <a:pt x="590" y="503"/>
                </a:lnTo>
                <a:lnTo>
                  <a:pt x="569" y="501"/>
                </a:lnTo>
                <a:lnTo>
                  <a:pt x="569" y="501"/>
                </a:lnTo>
                <a:lnTo>
                  <a:pt x="535" y="500"/>
                </a:lnTo>
                <a:lnTo>
                  <a:pt x="520" y="500"/>
                </a:lnTo>
                <a:lnTo>
                  <a:pt x="505" y="503"/>
                </a:lnTo>
                <a:lnTo>
                  <a:pt x="491" y="506"/>
                </a:lnTo>
                <a:lnTo>
                  <a:pt x="476" y="512"/>
                </a:lnTo>
                <a:lnTo>
                  <a:pt x="463" y="521"/>
                </a:lnTo>
                <a:lnTo>
                  <a:pt x="448" y="532"/>
                </a:lnTo>
                <a:lnTo>
                  <a:pt x="448" y="532"/>
                </a:lnTo>
                <a:lnTo>
                  <a:pt x="437" y="546"/>
                </a:lnTo>
                <a:lnTo>
                  <a:pt x="429" y="560"/>
                </a:lnTo>
                <a:lnTo>
                  <a:pt x="423" y="574"/>
                </a:lnTo>
                <a:lnTo>
                  <a:pt x="419" y="589"/>
                </a:lnTo>
                <a:lnTo>
                  <a:pt x="417" y="603"/>
                </a:lnTo>
                <a:lnTo>
                  <a:pt x="417" y="619"/>
                </a:lnTo>
                <a:lnTo>
                  <a:pt x="418" y="653"/>
                </a:lnTo>
                <a:lnTo>
                  <a:pt x="418" y="653"/>
                </a:lnTo>
                <a:lnTo>
                  <a:pt x="419" y="673"/>
                </a:lnTo>
                <a:lnTo>
                  <a:pt x="421" y="695"/>
                </a:lnTo>
                <a:lnTo>
                  <a:pt x="419" y="718"/>
                </a:lnTo>
                <a:lnTo>
                  <a:pt x="416" y="741"/>
                </a:lnTo>
                <a:lnTo>
                  <a:pt x="413" y="752"/>
                </a:lnTo>
                <a:lnTo>
                  <a:pt x="410" y="764"/>
                </a:lnTo>
                <a:lnTo>
                  <a:pt x="405" y="775"/>
                </a:lnTo>
                <a:lnTo>
                  <a:pt x="400" y="787"/>
                </a:lnTo>
                <a:lnTo>
                  <a:pt x="393" y="799"/>
                </a:lnTo>
                <a:lnTo>
                  <a:pt x="385" y="810"/>
                </a:lnTo>
                <a:lnTo>
                  <a:pt x="376" y="822"/>
                </a:lnTo>
                <a:lnTo>
                  <a:pt x="366" y="833"/>
                </a:lnTo>
                <a:lnTo>
                  <a:pt x="366" y="833"/>
                </a:lnTo>
                <a:lnTo>
                  <a:pt x="354" y="844"/>
                </a:lnTo>
                <a:lnTo>
                  <a:pt x="343" y="852"/>
                </a:lnTo>
                <a:lnTo>
                  <a:pt x="331" y="861"/>
                </a:lnTo>
                <a:lnTo>
                  <a:pt x="319" y="867"/>
                </a:lnTo>
                <a:lnTo>
                  <a:pt x="308" y="873"/>
                </a:lnTo>
                <a:lnTo>
                  <a:pt x="296" y="878"/>
                </a:lnTo>
                <a:lnTo>
                  <a:pt x="285" y="881"/>
                </a:lnTo>
                <a:lnTo>
                  <a:pt x="273" y="884"/>
                </a:lnTo>
                <a:lnTo>
                  <a:pt x="250" y="886"/>
                </a:lnTo>
                <a:lnTo>
                  <a:pt x="228" y="887"/>
                </a:lnTo>
                <a:lnTo>
                  <a:pt x="206" y="887"/>
                </a:lnTo>
                <a:lnTo>
                  <a:pt x="186" y="886"/>
                </a:lnTo>
                <a:lnTo>
                  <a:pt x="186" y="886"/>
                </a:lnTo>
                <a:lnTo>
                  <a:pt x="152" y="885"/>
                </a:lnTo>
                <a:lnTo>
                  <a:pt x="136" y="885"/>
                </a:lnTo>
                <a:lnTo>
                  <a:pt x="121" y="886"/>
                </a:lnTo>
                <a:lnTo>
                  <a:pt x="106" y="890"/>
                </a:lnTo>
                <a:lnTo>
                  <a:pt x="92" y="896"/>
                </a:lnTo>
                <a:lnTo>
                  <a:pt x="78" y="904"/>
                </a:lnTo>
                <a:lnTo>
                  <a:pt x="65" y="916"/>
                </a:lnTo>
                <a:lnTo>
                  <a:pt x="65" y="916"/>
                </a:lnTo>
                <a:lnTo>
                  <a:pt x="59" y="921"/>
                </a:lnTo>
                <a:lnTo>
                  <a:pt x="52" y="925"/>
                </a:lnTo>
                <a:lnTo>
                  <a:pt x="44" y="927"/>
                </a:lnTo>
                <a:lnTo>
                  <a:pt x="37" y="927"/>
                </a:lnTo>
                <a:lnTo>
                  <a:pt x="30" y="927"/>
                </a:lnTo>
                <a:lnTo>
                  <a:pt x="23" y="925"/>
                </a:lnTo>
                <a:lnTo>
                  <a:pt x="17" y="921"/>
                </a:lnTo>
                <a:lnTo>
                  <a:pt x="11" y="916"/>
                </a:lnTo>
                <a:lnTo>
                  <a:pt x="11" y="916"/>
                </a:lnTo>
                <a:lnTo>
                  <a:pt x="6" y="910"/>
                </a:lnTo>
                <a:lnTo>
                  <a:pt x="2" y="903"/>
                </a:lnTo>
                <a:lnTo>
                  <a:pt x="0" y="897"/>
                </a:lnTo>
                <a:lnTo>
                  <a:pt x="0" y="890"/>
                </a:lnTo>
                <a:lnTo>
                  <a:pt x="0" y="881"/>
                </a:lnTo>
                <a:lnTo>
                  <a:pt x="2" y="875"/>
                </a:lnTo>
                <a:lnTo>
                  <a:pt x="6" y="868"/>
                </a:lnTo>
                <a:lnTo>
                  <a:pt x="11" y="862"/>
                </a:lnTo>
                <a:lnTo>
                  <a:pt x="11" y="862"/>
                </a:lnTo>
                <a:lnTo>
                  <a:pt x="21" y="851"/>
                </a:lnTo>
                <a:lnTo>
                  <a:pt x="34" y="843"/>
                </a:lnTo>
                <a:lnTo>
                  <a:pt x="44" y="834"/>
                </a:lnTo>
                <a:lnTo>
                  <a:pt x="56" y="828"/>
                </a:lnTo>
                <a:lnTo>
                  <a:pt x="69" y="822"/>
                </a:lnTo>
                <a:lnTo>
                  <a:pt x="79" y="818"/>
                </a:lnTo>
                <a:lnTo>
                  <a:pt x="92" y="815"/>
                </a:lnTo>
                <a:lnTo>
                  <a:pt x="102" y="811"/>
                </a:lnTo>
                <a:lnTo>
                  <a:pt x="125" y="809"/>
                </a:lnTo>
                <a:lnTo>
                  <a:pt x="148" y="807"/>
                </a:lnTo>
                <a:lnTo>
                  <a:pt x="170" y="807"/>
                </a:lnTo>
                <a:lnTo>
                  <a:pt x="191" y="809"/>
                </a:lnTo>
                <a:lnTo>
                  <a:pt x="191" y="809"/>
                </a:lnTo>
                <a:lnTo>
                  <a:pt x="225" y="811"/>
                </a:lnTo>
                <a:lnTo>
                  <a:pt x="240" y="810"/>
                </a:lnTo>
                <a:lnTo>
                  <a:pt x="255" y="809"/>
                </a:lnTo>
                <a:lnTo>
                  <a:pt x="269" y="805"/>
                </a:lnTo>
                <a:lnTo>
                  <a:pt x="284" y="799"/>
                </a:lnTo>
                <a:lnTo>
                  <a:pt x="297" y="791"/>
                </a:lnTo>
                <a:lnTo>
                  <a:pt x="312" y="778"/>
                </a:lnTo>
                <a:lnTo>
                  <a:pt x="312" y="778"/>
                </a:lnTo>
                <a:lnTo>
                  <a:pt x="323" y="765"/>
                </a:lnTo>
                <a:lnTo>
                  <a:pt x="331" y="752"/>
                </a:lnTo>
                <a:lnTo>
                  <a:pt x="337" y="737"/>
                </a:lnTo>
                <a:lnTo>
                  <a:pt x="341" y="723"/>
                </a:lnTo>
                <a:lnTo>
                  <a:pt x="343" y="707"/>
                </a:lnTo>
                <a:lnTo>
                  <a:pt x="343" y="691"/>
                </a:lnTo>
                <a:lnTo>
                  <a:pt x="342" y="657"/>
                </a:lnTo>
                <a:lnTo>
                  <a:pt x="342" y="657"/>
                </a:lnTo>
                <a:lnTo>
                  <a:pt x="341" y="637"/>
                </a:lnTo>
                <a:lnTo>
                  <a:pt x="339" y="615"/>
                </a:lnTo>
                <a:lnTo>
                  <a:pt x="341" y="593"/>
                </a:lnTo>
                <a:lnTo>
                  <a:pt x="344" y="570"/>
                </a:lnTo>
                <a:lnTo>
                  <a:pt x="347" y="558"/>
                </a:lnTo>
                <a:lnTo>
                  <a:pt x="350" y="547"/>
                </a:lnTo>
                <a:lnTo>
                  <a:pt x="355" y="535"/>
                </a:lnTo>
                <a:lnTo>
                  <a:pt x="360" y="524"/>
                </a:lnTo>
                <a:lnTo>
                  <a:pt x="367" y="512"/>
                </a:lnTo>
                <a:lnTo>
                  <a:pt x="375" y="500"/>
                </a:lnTo>
                <a:lnTo>
                  <a:pt x="384" y="489"/>
                </a:lnTo>
                <a:lnTo>
                  <a:pt x="394" y="479"/>
                </a:lnTo>
                <a:lnTo>
                  <a:pt x="394" y="479"/>
                </a:lnTo>
                <a:lnTo>
                  <a:pt x="406" y="468"/>
                </a:lnTo>
                <a:lnTo>
                  <a:pt x="417" y="458"/>
                </a:lnTo>
                <a:lnTo>
                  <a:pt x="429" y="451"/>
                </a:lnTo>
                <a:lnTo>
                  <a:pt x="440" y="443"/>
                </a:lnTo>
                <a:lnTo>
                  <a:pt x="452" y="439"/>
                </a:lnTo>
                <a:lnTo>
                  <a:pt x="464" y="434"/>
                </a:lnTo>
                <a:lnTo>
                  <a:pt x="475" y="430"/>
                </a:lnTo>
                <a:lnTo>
                  <a:pt x="487" y="428"/>
                </a:lnTo>
                <a:lnTo>
                  <a:pt x="510" y="424"/>
                </a:lnTo>
                <a:lnTo>
                  <a:pt x="532" y="423"/>
                </a:lnTo>
                <a:lnTo>
                  <a:pt x="554" y="424"/>
                </a:lnTo>
                <a:lnTo>
                  <a:pt x="574" y="425"/>
                </a:lnTo>
                <a:lnTo>
                  <a:pt x="574" y="425"/>
                </a:lnTo>
                <a:lnTo>
                  <a:pt x="608" y="427"/>
                </a:lnTo>
                <a:lnTo>
                  <a:pt x="624" y="427"/>
                </a:lnTo>
                <a:lnTo>
                  <a:pt x="639" y="424"/>
                </a:lnTo>
                <a:lnTo>
                  <a:pt x="654" y="420"/>
                </a:lnTo>
                <a:lnTo>
                  <a:pt x="668" y="414"/>
                </a:lnTo>
                <a:lnTo>
                  <a:pt x="682" y="406"/>
                </a:lnTo>
                <a:lnTo>
                  <a:pt x="695" y="395"/>
                </a:lnTo>
                <a:lnTo>
                  <a:pt x="695" y="395"/>
                </a:lnTo>
                <a:lnTo>
                  <a:pt x="707" y="382"/>
                </a:lnTo>
                <a:lnTo>
                  <a:pt x="716" y="367"/>
                </a:lnTo>
                <a:lnTo>
                  <a:pt x="722" y="353"/>
                </a:lnTo>
                <a:lnTo>
                  <a:pt x="725" y="338"/>
                </a:lnTo>
                <a:lnTo>
                  <a:pt x="726" y="324"/>
                </a:lnTo>
                <a:lnTo>
                  <a:pt x="728" y="308"/>
                </a:lnTo>
                <a:lnTo>
                  <a:pt x="725" y="274"/>
                </a:lnTo>
                <a:lnTo>
                  <a:pt x="725" y="274"/>
                </a:lnTo>
                <a:lnTo>
                  <a:pt x="724" y="254"/>
                </a:lnTo>
                <a:lnTo>
                  <a:pt x="724" y="232"/>
                </a:lnTo>
                <a:lnTo>
                  <a:pt x="725" y="209"/>
                </a:lnTo>
                <a:lnTo>
                  <a:pt x="728" y="187"/>
                </a:lnTo>
                <a:lnTo>
                  <a:pt x="731" y="175"/>
                </a:lnTo>
                <a:lnTo>
                  <a:pt x="734" y="163"/>
                </a:lnTo>
                <a:lnTo>
                  <a:pt x="739" y="152"/>
                </a:lnTo>
                <a:lnTo>
                  <a:pt x="745" y="140"/>
                </a:lnTo>
                <a:lnTo>
                  <a:pt x="751" y="128"/>
                </a:lnTo>
                <a:lnTo>
                  <a:pt x="759" y="117"/>
                </a:lnTo>
                <a:lnTo>
                  <a:pt x="768" y="105"/>
                </a:lnTo>
                <a:lnTo>
                  <a:pt x="778" y="94"/>
                </a:lnTo>
                <a:lnTo>
                  <a:pt x="778" y="94"/>
                </a:lnTo>
                <a:lnTo>
                  <a:pt x="789" y="83"/>
                </a:lnTo>
                <a:lnTo>
                  <a:pt x="801" y="75"/>
                </a:lnTo>
                <a:lnTo>
                  <a:pt x="812" y="66"/>
                </a:lnTo>
                <a:lnTo>
                  <a:pt x="824" y="60"/>
                </a:lnTo>
                <a:lnTo>
                  <a:pt x="837" y="54"/>
                </a:lnTo>
                <a:lnTo>
                  <a:pt x="847" y="49"/>
                </a:lnTo>
                <a:lnTo>
                  <a:pt x="860" y="47"/>
                </a:lnTo>
                <a:lnTo>
                  <a:pt x="870" y="43"/>
                </a:lnTo>
                <a:lnTo>
                  <a:pt x="893" y="41"/>
                </a:lnTo>
                <a:lnTo>
                  <a:pt x="916" y="40"/>
                </a:lnTo>
                <a:lnTo>
                  <a:pt x="938" y="40"/>
                </a:lnTo>
                <a:lnTo>
                  <a:pt x="959" y="41"/>
                </a:lnTo>
                <a:lnTo>
                  <a:pt x="959" y="41"/>
                </a:lnTo>
                <a:lnTo>
                  <a:pt x="993" y="43"/>
                </a:lnTo>
                <a:lnTo>
                  <a:pt x="1008" y="42"/>
                </a:lnTo>
                <a:lnTo>
                  <a:pt x="1023" y="41"/>
                </a:lnTo>
                <a:lnTo>
                  <a:pt x="1037" y="37"/>
                </a:lnTo>
                <a:lnTo>
                  <a:pt x="1052" y="31"/>
                </a:lnTo>
                <a:lnTo>
                  <a:pt x="1066" y="23"/>
                </a:lnTo>
                <a:lnTo>
                  <a:pt x="1080" y="11"/>
                </a:lnTo>
                <a:lnTo>
                  <a:pt x="1080" y="11"/>
                </a:lnTo>
                <a:lnTo>
                  <a:pt x="1086" y="6"/>
                </a:lnTo>
                <a:lnTo>
                  <a:pt x="1092" y="2"/>
                </a:lnTo>
                <a:lnTo>
                  <a:pt x="1099" y="0"/>
                </a:lnTo>
                <a:lnTo>
                  <a:pt x="1106" y="0"/>
                </a:lnTo>
                <a:lnTo>
                  <a:pt x="1113" y="0"/>
                </a:lnTo>
                <a:lnTo>
                  <a:pt x="1121" y="2"/>
                </a:lnTo>
                <a:lnTo>
                  <a:pt x="1128" y="6"/>
                </a:lnTo>
                <a:lnTo>
                  <a:pt x="1134" y="11"/>
                </a:lnTo>
                <a:lnTo>
                  <a:pt x="1134" y="11"/>
                </a:lnTo>
                <a:lnTo>
                  <a:pt x="1139" y="17"/>
                </a:lnTo>
                <a:lnTo>
                  <a:pt x="1142" y="24"/>
                </a:lnTo>
                <a:lnTo>
                  <a:pt x="1144" y="31"/>
                </a:lnTo>
                <a:lnTo>
                  <a:pt x="1145" y="38"/>
                </a:lnTo>
                <a:lnTo>
                  <a:pt x="1144" y="46"/>
                </a:lnTo>
                <a:lnTo>
                  <a:pt x="1142" y="53"/>
                </a:lnTo>
                <a:lnTo>
                  <a:pt x="1139" y="59"/>
                </a:lnTo>
                <a:lnTo>
                  <a:pt x="1134" y="65"/>
                </a:lnTo>
                <a:lnTo>
                  <a:pt x="1134" y="65"/>
                </a:lnTo>
                <a:close/>
              </a:path>
            </a:pathLst>
          </a:custGeom>
          <a:solidFill>
            <a:schemeClr val="bg2">
              <a:lumMod val="9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0" name="Freeform 320">
            <a:extLst>
              <a:ext uri="{FF2B5EF4-FFF2-40B4-BE49-F238E27FC236}">
                <a16:creationId xmlns:a16="http://schemas.microsoft.com/office/drawing/2014/main" id="{6B97233A-9C28-E643-BE07-4B84ABAAA7E9}"/>
              </a:ext>
            </a:extLst>
          </p:cNvPr>
          <p:cNvSpPr>
            <a:spLocks/>
          </p:cNvSpPr>
          <p:nvPr/>
        </p:nvSpPr>
        <p:spPr bwMode="auto">
          <a:xfrm rot="2493426">
            <a:off x="7012652" y="6004864"/>
            <a:ext cx="673927" cy="546682"/>
          </a:xfrm>
          <a:custGeom>
            <a:avLst/>
            <a:gdLst>
              <a:gd name="T0" fmla="*/ 1111 w 1145"/>
              <a:gd name="T1" fmla="*/ 84 h 927"/>
              <a:gd name="T2" fmla="*/ 1064 w 1145"/>
              <a:gd name="T3" fmla="*/ 110 h 927"/>
              <a:gd name="T4" fmla="*/ 996 w 1145"/>
              <a:gd name="T5" fmla="*/ 119 h 927"/>
              <a:gd name="T6" fmla="*/ 920 w 1145"/>
              <a:gd name="T7" fmla="*/ 116 h 927"/>
              <a:gd name="T8" fmla="*/ 860 w 1145"/>
              <a:gd name="T9" fmla="*/ 128 h 927"/>
              <a:gd name="T10" fmla="*/ 821 w 1145"/>
              <a:gd name="T11" fmla="*/ 162 h 927"/>
              <a:gd name="T12" fmla="*/ 801 w 1145"/>
              <a:gd name="T13" fmla="*/ 220 h 927"/>
              <a:gd name="T14" fmla="*/ 804 w 1145"/>
              <a:gd name="T15" fmla="*/ 290 h 927"/>
              <a:gd name="T16" fmla="*/ 797 w 1145"/>
              <a:gd name="T17" fmla="*/ 368 h 927"/>
              <a:gd name="T18" fmla="*/ 777 w 1145"/>
              <a:gd name="T19" fmla="*/ 414 h 927"/>
              <a:gd name="T20" fmla="*/ 749 w 1145"/>
              <a:gd name="T21" fmla="*/ 450 h 927"/>
              <a:gd name="T22" fmla="*/ 704 w 1145"/>
              <a:gd name="T23" fmla="*/ 483 h 927"/>
              <a:gd name="T24" fmla="*/ 656 w 1145"/>
              <a:gd name="T25" fmla="*/ 499 h 927"/>
              <a:gd name="T26" fmla="*/ 569 w 1145"/>
              <a:gd name="T27" fmla="*/ 501 h 927"/>
              <a:gd name="T28" fmla="*/ 505 w 1145"/>
              <a:gd name="T29" fmla="*/ 503 h 927"/>
              <a:gd name="T30" fmla="*/ 448 w 1145"/>
              <a:gd name="T31" fmla="*/ 532 h 927"/>
              <a:gd name="T32" fmla="*/ 423 w 1145"/>
              <a:gd name="T33" fmla="*/ 574 h 927"/>
              <a:gd name="T34" fmla="*/ 418 w 1145"/>
              <a:gd name="T35" fmla="*/ 653 h 927"/>
              <a:gd name="T36" fmla="*/ 419 w 1145"/>
              <a:gd name="T37" fmla="*/ 718 h 927"/>
              <a:gd name="T38" fmla="*/ 405 w 1145"/>
              <a:gd name="T39" fmla="*/ 775 h 927"/>
              <a:gd name="T40" fmla="*/ 376 w 1145"/>
              <a:gd name="T41" fmla="*/ 822 h 927"/>
              <a:gd name="T42" fmla="*/ 343 w 1145"/>
              <a:gd name="T43" fmla="*/ 852 h 927"/>
              <a:gd name="T44" fmla="*/ 296 w 1145"/>
              <a:gd name="T45" fmla="*/ 878 h 927"/>
              <a:gd name="T46" fmla="*/ 228 w 1145"/>
              <a:gd name="T47" fmla="*/ 887 h 927"/>
              <a:gd name="T48" fmla="*/ 152 w 1145"/>
              <a:gd name="T49" fmla="*/ 885 h 927"/>
              <a:gd name="T50" fmla="*/ 92 w 1145"/>
              <a:gd name="T51" fmla="*/ 896 h 927"/>
              <a:gd name="T52" fmla="*/ 59 w 1145"/>
              <a:gd name="T53" fmla="*/ 921 h 927"/>
              <a:gd name="T54" fmla="*/ 30 w 1145"/>
              <a:gd name="T55" fmla="*/ 927 h 927"/>
              <a:gd name="T56" fmla="*/ 11 w 1145"/>
              <a:gd name="T57" fmla="*/ 916 h 927"/>
              <a:gd name="T58" fmla="*/ 0 w 1145"/>
              <a:gd name="T59" fmla="*/ 890 h 927"/>
              <a:gd name="T60" fmla="*/ 11 w 1145"/>
              <a:gd name="T61" fmla="*/ 862 h 927"/>
              <a:gd name="T62" fmla="*/ 44 w 1145"/>
              <a:gd name="T63" fmla="*/ 834 h 927"/>
              <a:gd name="T64" fmla="*/ 92 w 1145"/>
              <a:gd name="T65" fmla="*/ 815 h 927"/>
              <a:gd name="T66" fmla="*/ 170 w 1145"/>
              <a:gd name="T67" fmla="*/ 807 h 927"/>
              <a:gd name="T68" fmla="*/ 240 w 1145"/>
              <a:gd name="T69" fmla="*/ 810 h 927"/>
              <a:gd name="T70" fmla="*/ 297 w 1145"/>
              <a:gd name="T71" fmla="*/ 791 h 927"/>
              <a:gd name="T72" fmla="*/ 331 w 1145"/>
              <a:gd name="T73" fmla="*/ 752 h 927"/>
              <a:gd name="T74" fmla="*/ 343 w 1145"/>
              <a:gd name="T75" fmla="*/ 691 h 927"/>
              <a:gd name="T76" fmla="*/ 339 w 1145"/>
              <a:gd name="T77" fmla="*/ 615 h 927"/>
              <a:gd name="T78" fmla="*/ 350 w 1145"/>
              <a:gd name="T79" fmla="*/ 547 h 927"/>
              <a:gd name="T80" fmla="*/ 375 w 1145"/>
              <a:gd name="T81" fmla="*/ 500 h 927"/>
              <a:gd name="T82" fmla="*/ 406 w 1145"/>
              <a:gd name="T83" fmla="*/ 468 h 927"/>
              <a:gd name="T84" fmla="*/ 452 w 1145"/>
              <a:gd name="T85" fmla="*/ 439 h 927"/>
              <a:gd name="T86" fmla="*/ 510 w 1145"/>
              <a:gd name="T87" fmla="*/ 424 h 927"/>
              <a:gd name="T88" fmla="*/ 574 w 1145"/>
              <a:gd name="T89" fmla="*/ 425 h 927"/>
              <a:gd name="T90" fmla="*/ 654 w 1145"/>
              <a:gd name="T91" fmla="*/ 420 h 927"/>
              <a:gd name="T92" fmla="*/ 695 w 1145"/>
              <a:gd name="T93" fmla="*/ 395 h 927"/>
              <a:gd name="T94" fmla="*/ 725 w 1145"/>
              <a:gd name="T95" fmla="*/ 338 h 927"/>
              <a:gd name="T96" fmla="*/ 725 w 1145"/>
              <a:gd name="T97" fmla="*/ 274 h 927"/>
              <a:gd name="T98" fmla="*/ 728 w 1145"/>
              <a:gd name="T99" fmla="*/ 187 h 927"/>
              <a:gd name="T100" fmla="*/ 745 w 1145"/>
              <a:gd name="T101" fmla="*/ 140 h 927"/>
              <a:gd name="T102" fmla="*/ 778 w 1145"/>
              <a:gd name="T103" fmla="*/ 94 h 927"/>
              <a:gd name="T104" fmla="*/ 812 w 1145"/>
              <a:gd name="T105" fmla="*/ 66 h 927"/>
              <a:gd name="T106" fmla="*/ 860 w 1145"/>
              <a:gd name="T107" fmla="*/ 47 h 927"/>
              <a:gd name="T108" fmla="*/ 938 w 1145"/>
              <a:gd name="T109" fmla="*/ 40 h 927"/>
              <a:gd name="T110" fmla="*/ 1008 w 1145"/>
              <a:gd name="T111" fmla="*/ 42 h 927"/>
              <a:gd name="T112" fmla="*/ 1066 w 1145"/>
              <a:gd name="T113" fmla="*/ 23 h 927"/>
              <a:gd name="T114" fmla="*/ 1092 w 1145"/>
              <a:gd name="T115" fmla="*/ 2 h 927"/>
              <a:gd name="T116" fmla="*/ 1121 w 1145"/>
              <a:gd name="T117" fmla="*/ 2 h 927"/>
              <a:gd name="T118" fmla="*/ 1139 w 1145"/>
              <a:gd name="T119" fmla="*/ 17 h 927"/>
              <a:gd name="T120" fmla="*/ 1144 w 1145"/>
              <a:gd name="T121" fmla="*/ 46 h 927"/>
              <a:gd name="T122" fmla="*/ 1134 w 1145"/>
              <a:gd name="T123" fmla="*/ 65 h 9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145" h="927">
                <a:moveTo>
                  <a:pt x="1134" y="65"/>
                </a:moveTo>
                <a:lnTo>
                  <a:pt x="1134" y="65"/>
                </a:lnTo>
                <a:lnTo>
                  <a:pt x="1122" y="76"/>
                </a:lnTo>
                <a:lnTo>
                  <a:pt x="1111" y="84"/>
                </a:lnTo>
                <a:lnTo>
                  <a:pt x="1099" y="93"/>
                </a:lnTo>
                <a:lnTo>
                  <a:pt x="1088" y="99"/>
                </a:lnTo>
                <a:lnTo>
                  <a:pt x="1076" y="105"/>
                </a:lnTo>
                <a:lnTo>
                  <a:pt x="1064" y="110"/>
                </a:lnTo>
                <a:lnTo>
                  <a:pt x="1053" y="112"/>
                </a:lnTo>
                <a:lnTo>
                  <a:pt x="1041" y="116"/>
                </a:lnTo>
                <a:lnTo>
                  <a:pt x="1018" y="118"/>
                </a:lnTo>
                <a:lnTo>
                  <a:pt x="996" y="119"/>
                </a:lnTo>
                <a:lnTo>
                  <a:pt x="974" y="119"/>
                </a:lnTo>
                <a:lnTo>
                  <a:pt x="954" y="118"/>
                </a:lnTo>
                <a:lnTo>
                  <a:pt x="954" y="118"/>
                </a:lnTo>
                <a:lnTo>
                  <a:pt x="920" y="116"/>
                </a:lnTo>
                <a:lnTo>
                  <a:pt x="904" y="117"/>
                </a:lnTo>
                <a:lnTo>
                  <a:pt x="889" y="118"/>
                </a:lnTo>
                <a:lnTo>
                  <a:pt x="874" y="122"/>
                </a:lnTo>
                <a:lnTo>
                  <a:pt x="860" y="128"/>
                </a:lnTo>
                <a:lnTo>
                  <a:pt x="846" y="136"/>
                </a:lnTo>
                <a:lnTo>
                  <a:pt x="833" y="148"/>
                </a:lnTo>
                <a:lnTo>
                  <a:pt x="833" y="148"/>
                </a:lnTo>
                <a:lnTo>
                  <a:pt x="821" y="162"/>
                </a:lnTo>
                <a:lnTo>
                  <a:pt x="812" y="175"/>
                </a:lnTo>
                <a:lnTo>
                  <a:pt x="806" y="190"/>
                </a:lnTo>
                <a:lnTo>
                  <a:pt x="803" y="204"/>
                </a:lnTo>
                <a:lnTo>
                  <a:pt x="801" y="220"/>
                </a:lnTo>
                <a:lnTo>
                  <a:pt x="800" y="235"/>
                </a:lnTo>
                <a:lnTo>
                  <a:pt x="803" y="269"/>
                </a:lnTo>
                <a:lnTo>
                  <a:pt x="803" y="269"/>
                </a:lnTo>
                <a:lnTo>
                  <a:pt x="804" y="290"/>
                </a:lnTo>
                <a:lnTo>
                  <a:pt x="804" y="312"/>
                </a:lnTo>
                <a:lnTo>
                  <a:pt x="803" y="333"/>
                </a:lnTo>
                <a:lnTo>
                  <a:pt x="800" y="356"/>
                </a:lnTo>
                <a:lnTo>
                  <a:pt x="797" y="368"/>
                </a:lnTo>
                <a:lnTo>
                  <a:pt x="794" y="379"/>
                </a:lnTo>
                <a:lnTo>
                  <a:pt x="789" y="391"/>
                </a:lnTo>
                <a:lnTo>
                  <a:pt x="783" y="404"/>
                </a:lnTo>
                <a:lnTo>
                  <a:pt x="777" y="414"/>
                </a:lnTo>
                <a:lnTo>
                  <a:pt x="769" y="427"/>
                </a:lnTo>
                <a:lnTo>
                  <a:pt x="760" y="437"/>
                </a:lnTo>
                <a:lnTo>
                  <a:pt x="749" y="450"/>
                </a:lnTo>
                <a:lnTo>
                  <a:pt x="749" y="450"/>
                </a:lnTo>
                <a:lnTo>
                  <a:pt x="739" y="459"/>
                </a:lnTo>
                <a:lnTo>
                  <a:pt x="726" y="469"/>
                </a:lnTo>
                <a:lnTo>
                  <a:pt x="716" y="476"/>
                </a:lnTo>
                <a:lnTo>
                  <a:pt x="704" y="483"/>
                </a:lnTo>
                <a:lnTo>
                  <a:pt x="691" y="488"/>
                </a:lnTo>
                <a:lnTo>
                  <a:pt x="681" y="493"/>
                </a:lnTo>
                <a:lnTo>
                  <a:pt x="668" y="497"/>
                </a:lnTo>
                <a:lnTo>
                  <a:pt x="656" y="499"/>
                </a:lnTo>
                <a:lnTo>
                  <a:pt x="635" y="503"/>
                </a:lnTo>
                <a:lnTo>
                  <a:pt x="612" y="504"/>
                </a:lnTo>
                <a:lnTo>
                  <a:pt x="590" y="503"/>
                </a:lnTo>
                <a:lnTo>
                  <a:pt x="569" y="501"/>
                </a:lnTo>
                <a:lnTo>
                  <a:pt x="569" y="501"/>
                </a:lnTo>
                <a:lnTo>
                  <a:pt x="535" y="500"/>
                </a:lnTo>
                <a:lnTo>
                  <a:pt x="520" y="500"/>
                </a:lnTo>
                <a:lnTo>
                  <a:pt x="505" y="503"/>
                </a:lnTo>
                <a:lnTo>
                  <a:pt x="491" y="506"/>
                </a:lnTo>
                <a:lnTo>
                  <a:pt x="476" y="512"/>
                </a:lnTo>
                <a:lnTo>
                  <a:pt x="463" y="521"/>
                </a:lnTo>
                <a:lnTo>
                  <a:pt x="448" y="532"/>
                </a:lnTo>
                <a:lnTo>
                  <a:pt x="448" y="532"/>
                </a:lnTo>
                <a:lnTo>
                  <a:pt x="437" y="546"/>
                </a:lnTo>
                <a:lnTo>
                  <a:pt x="429" y="560"/>
                </a:lnTo>
                <a:lnTo>
                  <a:pt x="423" y="574"/>
                </a:lnTo>
                <a:lnTo>
                  <a:pt x="419" y="589"/>
                </a:lnTo>
                <a:lnTo>
                  <a:pt x="417" y="603"/>
                </a:lnTo>
                <a:lnTo>
                  <a:pt x="417" y="619"/>
                </a:lnTo>
                <a:lnTo>
                  <a:pt x="418" y="653"/>
                </a:lnTo>
                <a:lnTo>
                  <a:pt x="418" y="653"/>
                </a:lnTo>
                <a:lnTo>
                  <a:pt x="419" y="673"/>
                </a:lnTo>
                <a:lnTo>
                  <a:pt x="421" y="695"/>
                </a:lnTo>
                <a:lnTo>
                  <a:pt x="419" y="718"/>
                </a:lnTo>
                <a:lnTo>
                  <a:pt x="416" y="741"/>
                </a:lnTo>
                <a:lnTo>
                  <a:pt x="413" y="752"/>
                </a:lnTo>
                <a:lnTo>
                  <a:pt x="410" y="764"/>
                </a:lnTo>
                <a:lnTo>
                  <a:pt x="405" y="775"/>
                </a:lnTo>
                <a:lnTo>
                  <a:pt x="400" y="787"/>
                </a:lnTo>
                <a:lnTo>
                  <a:pt x="393" y="799"/>
                </a:lnTo>
                <a:lnTo>
                  <a:pt x="385" y="810"/>
                </a:lnTo>
                <a:lnTo>
                  <a:pt x="376" y="822"/>
                </a:lnTo>
                <a:lnTo>
                  <a:pt x="366" y="833"/>
                </a:lnTo>
                <a:lnTo>
                  <a:pt x="366" y="833"/>
                </a:lnTo>
                <a:lnTo>
                  <a:pt x="354" y="844"/>
                </a:lnTo>
                <a:lnTo>
                  <a:pt x="343" y="852"/>
                </a:lnTo>
                <a:lnTo>
                  <a:pt x="331" y="861"/>
                </a:lnTo>
                <a:lnTo>
                  <a:pt x="319" y="867"/>
                </a:lnTo>
                <a:lnTo>
                  <a:pt x="308" y="873"/>
                </a:lnTo>
                <a:lnTo>
                  <a:pt x="296" y="878"/>
                </a:lnTo>
                <a:lnTo>
                  <a:pt x="285" y="881"/>
                </a:lnTo>
                <a:lnTo>
                  <a:pt x="273" y="884"/>
                </a:lnTo>
                <a:lnTo>
                  <a:pt x="250" y="886"/>
                </a:lnTo>
                <a:lnTo>
                  <a:pt x="228" y="887"/>
                </a:lnTo>
                <a:lnTo>
                  <a:pt x="206" y="887"/>
                </a:lnTo>
                <a:lnTo>
                  <a:pt x="186" y="886"/>
                </a:lnTo>
                <a:lnTo>
                  <a:pt x="186" y="886"/>
                </a:lnTo>
                <a:lnTo>
                  <a:pt x="152" y="885"/>
                </a:lnTo>
                <a:lnTo>
                  <a:pt x="136" y="885"/>
                </a:lnTo>
                <a:lnTo>
                  <a:pt x="121" y="886"/>
                </a:lnTo>
                <a:lnTo>
                  <a:pt x="106" y="890"/>
                </a:lnTo>
                <a:lnTo>
                  <a:pt x="92" y="896"/>
                </a:lnTo>
                <a:lnTo>
                  <a:pt x="78" y="904"/>
                </a:lnTo>
                <a:lnTo>
                  <a:pt x="65" y="916"/>
                </a:lnTo>
                <a:lnTo>
                  <a:pt x="65" y="916"/>
                </a:lnTo>
                <a:lnTo>
                  <a:pt x="59" y="921"/>
                </a:lnTo>
                <a:lnTo>
                  <a:pt x="52" y="925"/>
                </a:lnTo>
                <a:lnTo>
                  <a:pt x="44" y="927"/>
                </a:lnTo>
                <a:lnTo>
                  <a:pt x="37" y="927"/>
                </a:lnTo>
                <a:lnTo>
                  <a:pt x="30" y="927"/>
                </a:lnTo>
                <a:lnTo>
                  <a:pt x="23" y="925"/>
                </a:lnTo>
                <a:lnTo>
                  <a:pt x="17" y="921"/>
                </a:lnTo>
                <a:lnTo>
                  <a:pt x="11" y="916"/>
                </a:lnTo>
                <a:lnTo>
                  <a:pt x="11" y="916"/>
                </a:lnTo>
                <a:lnTo>
                  <a:pt x="6" y="910"/>
                </a:lnTo>
                <a:lnTo>
                  <a:pt x="2" y="903"/>
                </a:lnTo>
                <a:lnTo>
                  <a:pt x="0" y="897"/>
                </a:lnTo>
                <a:lnTo>
                  <a:pt x="0" y="890"/>
                </a:lnTo>
                <a:lnTo>
                  <a:pt x="0" y="881"/>
                </a:lnTo>
                <a:lnTo>
                  <a:pt x="2" y="875"/>
                </a:lnTo>
                <a:lnTo>
                  <a:pt x="6" y="868"/>
                </a:lnTo>
                <a:lnTo>
                  <a:pt x="11" y="862"/>
                </a:lnTo>
                <a:lnTo>
                  <a:pt x="11" y="862"/>
                </a:lnTo>
                <a:lnTo>
                  <a:pt x="21" y="851"/>
                </a:lnTo>
                <a:lnTo>
                  <a:pt x="34" y="843"/>
                </a:lnTo>
                <a:lnTo>
                  <a:pt x="44" y="834"/>
                </a:lnTo>
                <a:lnTo>
                  <a:pt x="56" y="828"/>
                </a:lnTo>
                <a:lnTo>
                  <a:pt x="69" y="822"/>
                </a:lnTo>
                <a:lnTo>
                  <a:pt x="79" y="818"/>
                </a:lnTo>
                <a:lnTo>
                  <a:pt x="92" y="815"/>
                </a:lnTo>
                <a:lnTo>
                  <a:pt x="102" y="811"/>
                </a:lnTo>
                <a:lnTo>
                  <a:pt x="125" y="809"/>
                </a:lnTo>
                <a:lnTo>
                  <a:pt x="148" y="807"/>
                </a:lnTo>
                <a:lnTo>
                  <a:pt x="170" y="807"/>
                </a:lnTo>
                <a:lnTo>
                  <a:pt x="191" y="809"/>
                </a:lnTo>
                <a:lnTo>
                  <a:pt x="191" y="809"/>
                </a:lnTo>
                <a:lnTo>
                  <a:pt x="225" y="811"/>
                </a:lnTo>
                <a:lnTo>
                  <a:pt x="240" y="810"/>
                </a:lnTo>
                <a:lnTo>
                  <a:pt x="255" y="809"/>
                </a:lnTo>
                <a:lnTo>
                  <a:pt x="269" y="805"/>
                </a:lnTo>
                <a:lnTo>
                  <a:pt x="284" y="799"/>
                </a:lnTo>
                <a:lnTo>
                  <a:pt x="297" y="791"/>
                </a:lnTo>
                <a:lnTo>
                  <a:pt x="312" y="778"/>
                </a:lnTo>
                <a:lnTo>
                  <a:pt x="312" y="778"/>
                </a:lnTo>
                <a:lnTo>
                  <a:pt x="323" y="765"/>
                </a:lnTo>
                <a:lnTo>
                  <a:pt x="331" y="752"/>
                </a:lnTo>
                <a:lnTo>
                  <a:pt x="337" y="737"/>
                </a:lnTo>
                <a:lnTo>
                  <a:pt x="341" y="723"/>
                </a:lnTo>
                <a:lnTo>
                  <a:pt x="343" y="707"/>
                </a:lnTo>
                <a:lnTo>
                  <a:pt x="343" y="691"/>
                </a:lnTo>
                <a:lnTo>
                  <a:pt x="342" y="657"/>
                </a:lnTo>
                <a:lnTo>
                  <a:pt x="342" y="657"/>
                </a:lnTo>
                <a:lnTo>
                  <a:pt x="341" y="637"/>
                </a:lnTo>
                <a:lnTo>
                  <a:pt x="339" y="615"/>
                </a:lnTo>
                <a:lnTo>
                  <a:pt x="341" y="593"/>
                </a:lnTo>
                <a:lnTo>
                  <a:pt x="344" y="570"/>
                </a:lnTo>
                <a:lnTo>
                  <a:pt x="347" y="558"/>
                </a:lnTo>
                <a:lnTo>
                  <a:pt x="350" y="547"/>
                </a:lnTo>
                <a:lnTo>
                  <a:pt x="355" y="535"/>
                </a:lnTo>
                <a:lnTo>
                  <a:pt x="360" y="524"/>
                </a:lnTo>
                <a:lnTo>
                  <a:pt x="367" y="512"/>
                </a:lnTo>
                <a:lnTo>
                  <a:pt x="375" y="500"/>
                </a:lnTo>
                <a:lnTo>
                  <a:pt x="384" y="489"/>
                </a:lnTo>
                <a:lnTo>
                  <a:pt x="394" y="479"/>
                </a:lnTo>
                <a:lnTo>
                  <a:pt x="394" y="479"/>
                </a:lnTo>
                <a:lnTo>
                  <a:pt x="406" y="468"/>
                </a:lnTo>
                <a:lnTo>
                  <a:pt x="417" y="458"/>
                </a:lnTo>
                <a:lnTo>
                  <a:pt x="429" y="451"/>
                </a:lnTo>
                <a:lnTo>
                  <a:pt x="440" y="443"/>
                </a:lnTo>
                <a:lnTo>
                  <a:pt x="452" y="439"/>
                </a:lnTo>
                <a:lnTo>
                  <a:pt x="464" y="434"/>
                </a:lnTo>
                <a:lnTo>
                  <a:pt x="475" y="430"/>
                </a:lnTo>
                <a:lnTo>
                  <a:pt x="487" y="428"/>
                </a:lnTo>
                <a:lnTo>
                  <a:pt x="510" y="424"/>
                </a:lnTo>
                <a:lnTo>
                  <a:pt x="532" y="423"/>
                </a:lnTo>
                <a:lnTo>
                  <a:pt x="554" y="424"/>
                </a:lnTo>
                <a:lnTo>
                  <a:pt x="574" y="425"/>
                </a:lnTo>
                <a:lnTo>
                  <a:pt x="574" y="425"/>
                </a:lnTo>
                <a:lnTo>
                  <a:pt x="608" y="427"/>
                </a:lnTo>
                <a:lnTo>
                  <a:pt x="624" y="427"/>
                </a:lnTo>
                <a:lnTo>
                  <a:pt x="639" y="424"/>
                </a:lnTo>
                <a:lnTo>
                  <a:pt x="654" y="420"/>
                </a:lnTo>
                <a:lnTo>
                  <a:pt x="668" y="414"/>
                </a:lnTo>
                <a:lnTo>
                  <a:pt x="682" y="406"/>
                </a:lnTo>
                <a:lnTo>
                  <a:pt x="695" y="395"/>
                </a:lnTo>
                <a:lnTo>
                  <a:pt x="695" y="395"/>
                </a:lnTo>
                <a:lnTo>
                  <a:pt x="707" y="382"/>
                </a:lnTo>
                <a:lnTo>
                  <a:pt x="716" y="367"/>
                </a:lnTo>
                <a:lnTo>
                  <a:pt x="722" y="353"/>
                </a:lnTo>
                <a:lnTo>
                  <a:pt x="725" y="338"/>
                </a:lnTo>
                <a:lnTo>
                  <a:pt x="726" y="324"/>
                </a:lnTo>
                <a:lnTo>
                  <a:pt x="728" y="308"/>
                </a:lnTo>
                <a:lnTo>
                  <a:pt x="725" y="274"/>
                </a:lnTo>
                <a:lnTo>
                  <a:pt x="725" y="274"/>
                </a:lnTo>
                <a:lnTo>
                  <a:pt x="724" y="254"/>
                </a:lnTo>
                <a:lnTo>
                  <a:pt x="724" y="232"/>
                </a:lnTo>
                <a:lnTo>
                  <a:pt x="725" y="209"/>
                </a:lnTo>
                <a:lnTo>
                  <a:pt x="728" y="187"/>
                </a:lnTo>
                <a:lnTo>
                  <a:pt x="731" y="175"/>
                </a:lnTo>
                <a:lnTo>
                  <a:pt x="734" y="163"/>
                </a:lnTo>
                <a:lnTo>
                  <a:pt x="739" y="152"/>
                </a:lnTo>
                <a:lnTo>
                  <a:pt x="745" y="140"/>
                </a:lnTo>
                <a:lnTo>
                  <a:pt x="751" y="128"/>
                </a:lnTo>
                <a:lnTo>
                  <a:pt x="759" y="117"/>
                </a:lnTo>
                <a:lnTo>
                  <a:pt x="768" y="105"/>
                </a:lnTo>
                <a:lnTo>
                  <a:pt x="778" y="94"/>
                </a:lnTo>
                <a:lnTo>
                  <a:pt x="778" y="94"/>
                </a:lnTo>
                <a:lnTo>
                  <a:pt x="789" y="83"/>
                </a:lnTo>
                <a:lnTo>
                  <a:pt x="801" y="75"/>
                </a:lnTo>
                <a:lnTo>
                  <a:pt x="812" y="66"/>
                </a:lnTo>
                <a:lnTo>
                  <a:pt x="824" y="60"/>
                </a:lnTo>
                <a:lnTo>
                  <a:pt x="837" y="54"/>
                </a:lnTo>
                <a:lnTo>
                  <a:pt x="847" y="49"/>
                </a:lnTo>
                <a:lnTo>
                  <a:pt x="860" y="47"/>
                </a:lnTo>
                <a:lnTo>
                  <a:pt x="870" y="43"/>
                </a:lnTo>
                <a:lnTo>
                  <a:pt x="893" y="41"/>
                </a:lnTo>
                <a:lnTo>
                  <a:pt x="916" y="40"/>
                </a:lnTo>
                <a:lnTo>
                  <a:pt x="938" y="40"/>
                </a:lnTo>
                <a:lnTo>
                  <a:pt x="959" y="41"/>
                </a:lnTo>
                <a:lnTo>
                  <a:pt x="959" y="41"/>
                </a:lnTo>
                <a:lnTo>
                  <a:pt x="993" y="43"/>
                </a:lnTo>
                <a:lnTo>
                  <a:pt x="1008" y="42"/>
                </a:lnTo>
                <a:lnTo>
                  <a:pt x="1023" y="41"/>
                </a:lnTo>
                <a:lnTo>
                  <a:pt x="1037" y="37"/>
                </a:lnTo>
                <a:lnTo>
                  <a:pt x="1052" y="31"/>
                </a:lnTo>
                <a:lnTo>
                  <a:pt x="1066" y="23"/>
                </a:lnTo>
                <a:lnTo>
                  <a:pt x="1080" y="11"/>
                </a:lnTo>
                <a:lnTo>
                  <a:pt x="1080" y="11"/>
                </a:lnTo>
                <a:lnTo>
                  <a:pt x="1086" y="6"/>
                </a:lnTo>
                <a:lnTo>
                  <a:pt x="1092" y="2"/>
                </a:lnTo>
                <a:lnTo>
                  <a:pt x="1099" y="0"/>
                </a:lnTo>
                <a:lnTo>
                  <a:pt x="1106" y="0"/>
                </a:lnTo>
                <a:lnTo>
                  <a:pt x="1113" y="0"/>
                </a:lnTo>
                <a:lnTo>
                  <a:pt x="1121" y="2"/>
                </a:lnTo>
                <a:lnTo>
                  <a:pt x="1128" y="6"/>
                </a:lnTo>
                <a:lnTo>
                  <a:pt x="1134" y="11"/>
                </a:lnTo>
                <a:lnTo>
                  <a:pt x="1134" y="11"/>
                </a:lnTo>
                <a:lnTo>
                  <a:pt x="1139" y="17"/>
                </a:lnTo>
                <a:lnTo>
                  <a:pt x="1142" y="24"/>
                </a:lnTo>
                <a:lnTo>
                  <a:pt x="1144" y="31"/>
                </a:lnTo>
                <a:lnTo>
                  <a:pt x="1145" y="38"/>
                </a:lnTo>
                <a:lnTo>
                  <a:pt x="1144" y="46"/>
                </a:lnTo>
                <a:lnTo>
                  <a:pt x="1142" y="53"/>
                </a:lnTo>
                <a:lnTo>
                  <a:pt x="1139" y="59"/>
                </a:lnTo>
                <a:lnTo>
                  <a:pt x="1134" y="65"/>
                </a:lnTo>
                <a:lnTo>
                  <a:pt x="1134" y="65"/>
                </a:lnTo>
                <a:close/>
              </a:path>
            </a:pathLst>
          </a:custGeom>
          <a:solidFill>
            <a:schemeClr val="bg2">
              <a:lumMod val="9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9283897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Oval 57">
            <a:extLst>
              <a:ext uri="{FF2B5EF4-FFF2-40B4-BE49-F238E27FC236}">
                <a16:creationId xmlns:a16="http://schemas.microsoft.com/office/drawing/2014/main" id="{67F14FAD-5222-A34A-9260-23FAF50A93C9}"/>
              </a:ext>
            </a:extLst>
          </p:cNvPr>
          <p:cNvSpPr/>
          <p:nvPr/>
        </p:nvSpPr>
        <p:spPr>
          <a:xfrm>
            <a:off x="4186989" y="1876137"/>
            <a:ext cx="3818022" cy="3818022"/>
          </a:xfrm>
          <a:prstGeom prst="ellipse">
            <a:avLst/>
          </a:prstGeom>
          <a:gradFill flip="none" rotWithShape="1">
            <a:gsLst>
              <a:gs pos="42000">
                <a:srgbClr val="F4AAA6"/>
              </a:gs>
              <a:gs pos="0">
                <a:schemeClr val="accent1"/>
              </a:gs>
              <a:gs pos="100000">
                <a:schemeClr val="accent4">
                  <a:lumMod val="40000"/>
                  <a:lumOff val="6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638" name="Group 637">
            <a:extLst>
              <a:ext uri="{FF2B5EF4-FFF2-40B4-BE49-F238E27FC236}">
                <a16:creationId xmlns:a16="http://schemas.microsoft.com/office/drawing/2014/main" id="{C652ED1F-AAFD-8944-A149-50BEF9208857}"/>
              </a:ext>
            </a:extLst>
          </p:cNvPr>
          <p:cNvGrpSpPr/>
          <p:nvPr/>
        </p:nvGrpSpPr>
        <p:grpSpPr>
          <a:xfrm rot="21343499" flipH="1">
            <a:off x="4350014" y="2621951"/>
            <a:ext cx="3343501" cy="2070062"/>
            <a:chOff x="3363913" y="4510088"/>
            <a:chExt cx="912813" cy="565150"/>
          </a:xfrm>
          <a:solidFill>
            <a:schemeClr val="accent1">
              <a:lumMod val="75000"/>
              <a:alpha val="15000"/>
            </a:schemeClr>
          </a:solidFill>
        </p:grpSpPr>
        <p:sp>
          <p:nvSpPr>
            <p:cNvPr id="639" name="Freeform 581">
              <a:extLst>
                <a:ext uri="{FF2B5EF4-FFF2-40B4-BE49-F238E27FC236}">
                  <a16:creationId xmlns:a16="http://schemas.microsoft.com/office/drawing/2014/main" id="{3531A038-F1B5-834D-AF1D-3E148B49A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913" y="4510088"/>
              <a:ext cx="520700" cy="382588"/>
            </a:xfrm>
            <a:custGeom>
              <a:avLst/>
              <a:gdLst>
                <a:gd name="T0" fmla="*/ 627 w 656"/>
                <a:gd name="T1" fmla="*/ 161 h 483"/>
                <a:gd name="T2" fmla="*/ 566 w 656"/>
                <a:gd name="T3" fmla="*/ 138 h 483"/>
                <a:gd name="T4" fmla="*/ 528 w 656"/>
                <a:gd name="T5" fmla="*/ 224 h 483"/>
                <a:gd name="T6" fmla="*/ 497 w 656"/>
                <a:gd name="T7" fmla="*/ 242 h 483"/>
                <a:gd name="T8" fmla="*/ 486 w 656"/>
                <a:gd name="T9" fmla="*/ 215 h 483"/>
                <a:gd name="T10" fmla="*/ 530 w 656"/>
                <a:gd name="T11" fmla="*/ 114 h 483"/>
                <a:gd name="T12" fmla="*/ 497 w 656"/>
                <a:gd name="T13" fmla="*/ 38 h 483"/>
                <a:gd name="T14" fmla="*/ 429 w 656"/>
                <a:gd name="T15" fmla="*/ 6 h 483"/>
                <a:gd name="T16" fmla="*/ 406 w 656"/>
                <a:gd name="T17" fmla="*/ 14 h 483"/>
                <a:gd name="T18" fmla="*/ 431 w 656"/>
                <a:gd name="T19" fmla="*/ 78 h 483"/>
                <a:gd name="T20" fmla="*/ 406 w 656"/>
                <a:gd name="T21" fmla="*/ 90 h 483"/>
                <a:gd name="T22" fmla="*/ 383 w 656"/>
                <a:gd name="T23" fmla="*/ 53 h 483"/>
                <a:gd name="T24" fmla="*/ 310 w 656"/>
                <a:gd name="T25" fmla="*/ 9 h 483"/>
                <a:gd name="T26" fmla="*/ 244 w 656"/>
                <a:gd name="T27" fmla="*/ 20 h 483"/>
                <a:gd name="T28" fmla="*/ 303 w 656"/>
                <a:gd name="T29" fmla="*/ 81 h 483"/>
                <a:gd name="T30" fmla="*/ 281 w 656"/>
                <a:gd name="T31" fmla="*/ 95 h 483"/>
                <a:gd name="T32" fmla="*/ 247 w 656"/>
                <a:gd name="T33" fmla="*/ 88 h 483"/>
                <a:gd name="T34" fmla="*/ 215 w 656"/>
                <a:gd name="T35" fmla="*/ 45 h 483"/>
                <a:gd name="T36" fmla="*/ 123 w 656"/>
                <a:gd name="T37" fmla="*/ 23 h 483"/>
                <a:gd name="T38" fmla="*/ 79 w 656"/>
                <a:gd name="T39" fmla="*/ 34 h 483"/>
                <a:gd name="T40" fmla="*/ 14 w 656"/>
                <a:gd name="T41" fmla="*/ 6 h 483"/>
                <a:gd name="T42" fmla="*/ 1 w 656"/>
                <a:gd name="T43" fmla="*/ 14 h 483"/>
                <a:gd name="T44" fmla="*/ 29 w 656"/>
                <a:gd name="T45" fmla="*/ 102 h 483"/>
                <a:gd name="T46" fmla="*/ 67 w 656"/>
                <a:gd name="T47" fmla="*/ 130 h 483"/>
                <a:gd name="T48" fmla="*/ 150 w 656"/>
                <a:gd name="T49" fmla="*/ 143 h 483"/>
                <a:gd name="T50" fmla="*/ 177 w 656"/>
                <a:gd name="T51" fmla="*/ 153 h 483"/>
                <a:gd name="T52" fmla="*/ 157 w 656"/>
                <a:gd name="T53" fmla="*/ 182 h 483"/>
                <a:gd name="T54" fmla="*/ 81 w 656"/>
                <a:gd name="T55" fmla="*/ 184 h 483"/>
                <a:gd name="T56" fmla="*/ 78 w 656"/>
                <a:gd name="T57" fmla="*/ 213 h 483"/>
                <a:gd name="T58" fmla="*/ 123 w 656"/>
                <a:gd name="T59" fmla="*/ 251 h 483"/>
                <a:gd name="T60" fmla="*/ 176 w 656"/>
                <a:gd name="T61" fmla="*/ 253 h 483"/>
                <a:gd name="T62" fmla="*/ 251 w 656"/>
                <a:gd name="T63" fmla="*/ 226 h 483"/>
                <a:gd name="T64" fmla="*/ 286 w 656"/>
                <a:gd name="T65" fmla="*/ 232 h 483"/>
                <a:gd name="T66" fmla="*/ 268 w 656"/>
                <a:gd name="T67" fmla="*/ 261 h 483"/>
                <a:gd name="T68" fmla="*/ 202 w 656"/>
                <a:gd name="T69" fmla="*/ 318 h 483"/>
                <a:gd name="T70" fmla="*/ 137 w 656"/>
                <a:gd name="T71" fmla="*/ 319 h 483"/>
                <a:gd name="T72" fmla="*/ 133 w 656"/>
                <a:gd name="T73" fmla="*/ 334 h 483"/>
                <a:gd name="T74" fmla="*/ 195 w 656"/>
                <a:gd name="T75" fmla="*/ 398 h 483"/>
                <a:gd name="T76" fmla="*/ 252 w 656"/>
                <a:gd name="T77" fmla="*/ 413 h 483"/>
                <a:gd name="T78" fmla="*/ 296 w 656"/>
                <a:gd name="T79" fmla="*/ 388 h 483"/>
                <a:gd name="T80" fmla="*/ 348 w 656"/>
                <a:gd name="T81" fmla="*/ 311 h 483"/>
                <a:gd name="T82" fmla="*/ 385 w 656"/>
                <a:gd name="T83" fmla="*/ 295 h 483"/>
                <a:gd name="T84" fmla="*/ 384 w 656"/>
                <a:gd name="T85" fmla="*/ 327 h 483"/>
                <a:gd name="T86" fmla="*/ 351 w 656"/>
                <a:gd name="T87" fmla="*/ 393 h 483"/>
                <a:gd name="T88" fmla="*/ 285 w 656"/>
                <a:gd name="T89" fmla="*/ 446 h 483"/>
                <a:gd name="T90" fmla="*/ 344 w 656"/>
                <a:gd name="T91" fmla="*/ 473 h 483"/>
                <a:gd name="T92" fmla="*/ 447 w 656"/>
                <a:gd name="T93" fmla="*/ 481 h 483"/>
                <a:gd name="T94" fmla="*/ 512 w 656"/>
                <a:gd name="T95" fmla="*/ 443 h 483"/>
                <a:gd name="T96" fmla="*/ 538 w 656"/>
                <a:gd name="T97" fmla="*/ 388 h 483"/>
                <a:gd name="T98" fmla="*/ 516 w 656"/>
                <a:gd name="T99" fmla="*/ 344 h 483"/>
                <a:gd name="T100" fmla="*/ 509 w 656"/>
                <a:gd name="T101" fmla="*/ 309 h 483"/>
                <a:gd name="T102" fmla="*/ 570 w 656"/>
                <a:gd name="T103" fmla="*/ 304 h 483"/>
                <a:gd name="T104" fmla="*/ 621 w 656"/>
                <a:gd name="T105" fmla="*/ 282 h 483"/>
                <a:gd name="T106" fmla="*/ 653 w 656"/>
                <a:gd name="T107" fmla="*/ 242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56" h="483">
                  <a:moveTo>
                    <a:pt x="651" y="202"/>
                  </a:moveTo>
                  <a:lnTo>
                    <a:pt x="651" y="202"/>
                  </a:lnTo>
                  <a:lnTo>
                    <a:pt x="644" y="189"/>
                  </a:lnTo>
                  <a:lnTo>
                    <a:pt x="636" y="174"/>
                  </a:lnTo>
                  <a:lnTo>
                    <a:pt x="636" y="174"/>
                  </a:lnTo>
                  <a:lnTo>
                    <a:pt x="627" y="161"/>
                  </a:lnTo>
                  <a:lnTo>
                    <a:pt x="618" y="148"/>
                  </a:lnTo>
                  <a:lnTo>
                    <a:pt x="596" y="122"/>
                  </a:lnTo>
                  <a:lnTo>
                    <a:pt x="596" y="122"/>
                  </a:lnTo>
                  <a:lnTo>
                    <a:pt x="575" y="102"/>
                  </a:lnTo>
                  <a:lnTo>
                    <a:pt x="575" y="102"/>
                  </a:lnTo>
                  <a:lnTo>
                    <a:pt x="566" y="138"/>
                  </a:lnTo>
                  <a:lnTo>
                    <a:pt x="556" y="169"/>
                  </a:lnTo>
                  <a:lnTo>
                    <a:pt x="556" y="169"/>
                  </a:lnTo>
                  <a:lnTo>
                    <a:pt x="547" y="191"/>
                  </a:lnTo>
                  <a:lnTo>
                    <a:pt x="541" y="203"/>
                  </a:lnTo>
                  <a:lnTo>
                    <a:pt x="535" y="214"/>
                  </a:lnTo>
                  <a:lnTo>
                    <a:pt x="528" y="224"/>
                  </a:lnTo>
                  <a:lnTo>
                    <a:pt x="521" y="232"/>
                  </a:lnTo>
                  <a:lnTo>
                    <a:pt x="514" y="238"/>
                  </a:lnTo>
                  <a:lnTo>
                    <a:pt x="509" y="241"/>
                  </a:lnTo>
                  <a:lnTo>
                    <a:pt x="505" y="242"/>
                  </a:lnTo>
                  <a:lnTo>
                    <a:pt x="505" y="242"/>
                  </a:lnTo>
                  <a:lnTo>
                    <a:pt x="497" y="242"/>
                  </a:lnTo>
                  <a:lnTo>
                    <a:pt x="491" y="241"/>
                  </a:lnTo>
                  <a:lnTo>
                    <a:pt x="487" y="238"/>
                  </a:lnTo>
                  <a:lnTo>
                    <a:pt x="485" y="234"/>
                  </a:lnTo>
                  <a:lnTo>
                    <a:pt x="483" y="229"/>
                  </a:lnTo>
                  <a:lnTo>
                    <a:pt x="483" y="223"/>
                  </a:lnTo>
                  <a:lnTo>
                    <a:pt x="486" y="215"/>
                  </a:lnTo>
                  <a:lnTo>
                    <a:pt x="489" y="208"/>
                  </a:lnTo>
                  <a:lnTo>
                    <a:pt x="489" y="208"/>
                  </a:lnTo>
                  <a:lnTo>
                    <a:pt x="498" y="191"/>
                  </a:lnTo>
                  <a:lnTo>
                    <a:pt x="506" y="173"/>
                  </a:lnTo>
                  <a:lnTo>
                    <a:pt x="530" y="114"/>
                  </a:lnTo>
                  <a:lnTo>
                    <a:pt x="530" y="114"/>
                  </a:lnTo>
                  <a:lnTo>
                    <a:pt x="534" y="103"/>
                  </a:lnTo>
                  <a:lnTo>
                    <a:pt x="538" y="92"/>
                  </a:lnTo>
                  <a:lnTo>
                    <a:pt x="541" y="72"/>
                  </a:lnTo>
                  <a:lnTo>
                    <a:pt x="541" y="72"/>
                  </a:lnTo>
                  <a:lnTo>
                    <a:pt x="518" y="55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86" y="32"/>
                  </a:lnTo>
                  <a:lnTo>
                    <a:pt x="486" y="32"/>
                  </a:lnTo>
                  <a:lnTo>
                    <a:pt x="453" y="17"/>
                  </a:lnTo>
                  <a:lnTo>
                    <a:pt x="453" y="17"/>
                  </a:lnTo>
                  <a:lnTo>
                    <a:pt x="429" y="6"/>
                  </a:lnTo>
                  <a:lnTo>
                    <a:pt x="429" y="6"/>
                  </a:lnTo>
                  <a:lnTo>
                    <a:pt x="422" y="3"/>
                  </a:lnTo>
                  <a:lnTo>
                    <a:pt x="422" y="3"/>
                  </a:lnTo>
                  <a:lnTo>
                    <a:pt x="402" y="0"/>
                  </a:lnTo>
                  <a:lnTo>
                    <a:pt x="402" y="0"/>
                  </a:lnTo>
                  <a:lnTo>
                    <a:pt x="406" y="14"/>
                  </a:lnTo>
                  <a:lnTo>
                    <a:pt x="414" y="32"/>
                  </a:lnTo>
                  <a:lnTo>
                    <a:pt x="414" y="32"/>
                  </a:lnTo>
                  <a:lnTo>
                    <a:pt x="422" y="47"/>
                  </a:lnTo>
                  <a:lnTo>
                    <a:pt x="426" y="59"/>
                  </a:lnTo>
                  <a:lnTo>
                    <a:pt x="430" y="69"/>
                  </a:lnTo>
                  <a:lnTo>
                    <a:pt x="431" y="78"/>
                  </a:lnTo>
                  <a:lnTo>
                    <a:pt x="430" y="84"/>
                  </a:lnTo>
                  <a:lnTo>
                    <a:pt x="428" y="87"/>
                  </a:lnTo>
                  <a:lnTo>
                    <a:pt x="423" y="90"/>
                  </a:lnTo>
                  <a:lnTo>
                    <a:pt x="418" y="90"/>
                  </a:lnTo>
                  <a:lnTo>
                    <a:pt x="418" y="90"/>
                  </a:lnTo>
                  <a:lnTo>
                    <a:pt x="406" y="90"/>
                  </a:lnTo>
                  <a:lnTo>
                    <a:pt x="401" y="88"/>
                  </a:lnTo>
                  <a:lnTo>
                    <a:pt x="397" y="86"/>
                  </a:lnTo>
                  <a:lnTo>
                    <a:pt x="393" y="82"/>
                  </a:lnTo>
                  <a:lnTo>
                    <a:pt x="389" y="75"/>
                  </a:lnTo>
                  <a:lnTo>
                    <a:pt x="385" y="66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73" y="12"/>
                  </a:lnTo>
                  <a:lnTo>
                    <a:pt x="371" y="3"/>
                  </a:lnTo>
                  <a:lnTo>
                    <a:pt x="371" y="3"/>
                  </a:lnTo>
                  <a:lnTo>
                    <a:pt x="351" y="5"/>
                  </a:lnTo>
                  <a:lnTo>
                    <a:pt x="310" y="9"/>
                  </a:lnTo>
                  <a:lnTo>
                    <a:pt x="310" y="9"/>
                  </a:lnTo>
                  <a:lnTo>
                    <a:pt x="258" y="9"/>
                  </a:lnTo>
                  <a:lnTo>
                    <a:pt x="228" y="9"/>
                  </a:lnTo>
                  <a:lnTo>
                    <a:pt x="228" y="9"/>
                  </a:lnTo>
                  <a:lnTo>
                    <a:pt x="233" y="12"/>
                  </a:lnTo>
                  <a:lnTo>
                    <a:pt x="244" y="20"/>
                  </a:lnTo>
                  <a:lnTo>
                    <a:pt x="261" y="34"/>
                  </a:lnTo>
                  <a:lnTo>
                    <a:pt x="280" y="53"/>
                  </a:lnTo>
                  <a:lnTo>
                    <a:pt x="280" y="53"/>
                  </a:lnTo>
                  <a:lnTo>
                    <a:pt x="297" y="70"/>
                  </a:lnTo>
                  <a:lnTo>
                    <a:pt x="302" y="76"/>
                  </a:lnTo>
                  <a:lnTo>
                    <a:pt x="303" y="81"/>
                  </a:lnTo>
                  <a:lnTo>
                    <a:pt x="303" y="82"/>
                  </a:lnTo>
                  <a:lnTo>
                    <a:pt x="303" y="84"/>
                  </a:lnTo>
                  <a:lnTo>
                    <a:pt x="298" y="87"/>
                  </a:lnTo>
                  <a:lnTo>
                    <a:pt x="292" y="91"/>
                  </a:lnTo>
                  <a:lnTo>
                    <a:pt x="281" y="95"/>
                  </a:lnTo>
                  <a:lnTo>
                    <a:pt x="281" y="95"/>
                  </a:lnTo>
                  <a:lnTo>
                    <a:pt x="275" y="96"/>
                  </a:lnTo>
                  <a:lnTo>
                    <a:pt x="270" y="97"/>
                  </a:lnTo>
                  <a:lnTo>
                    <a:pt x="266" y="97"/>
                  </a:lnTo>
                  <a:lnTo>
                    <a:pt x="261" y="97"/>
                  </a:lnTo>
                  <a:lnTo>
                    <a:pt x="254" y="93"/>
                  </a:lnTo>
                  <a:lnTo>
                    <a:pt x="247" y="88"/>
                  </a:lnTo>
                  <a:lnTo>
                    <a:pt x="241" y="81"/>
                  </a:lnTo>
                  <a:lnTo>
                    <a:pt x="237" y="74"/>
                  </a:lnTo>
                  <a:lnTo>
                    <a:pt x="228" y="59"/>
                  </a:lnTo>
                  <a:lnTo>
                    <a:pt x="228" y="59"/>
                  </a:lnTo>
                  <a:lnTo>
                    <a:pt x="222" y="52"/>
                  </a:lnTo>
                  <a:lnTo>
                    <a:pt x="215" y="45"/>
                  </a:lnTo>
                  <a:lnTo>
                    <a:pt x="198" y="29"/>
                  </a:lnTo>
                  <a:lnTo>
                    <a:pt x="177" y="14"/>
                  </a:lnTo>
                  <a:lnTo>
                    <a:pt x="177" y="14"/>
                  </a:lnTo>
                  <a:lnTo>
                    <a:pt x="169" y="15"/>
                  </a:lnTo>
                  <a:lnTo>
                    <a:pt x="148" y="17"/>
                  </a:lnTo>
                  <a:lnTo>
                    <a:pt x="123" y="23"/>
                  </a:lnTo>
                  <a:lnTo>
                    <a:pt x="111" y="27"/>
                  </a:lnTo>
                  <a:lnTo>
                    <a:pt x="100" y="32"/>
                  </a:lnTo>
                  <a:lnTo>
                    <a:pt x="100" y="32"/>
                  </a:lnTo>
                  <a:lnTo>
                    <a:pt x="95" y="33"/>
                  </a:lnTo>
                  <a:lnTo>
                    <a:pt x="90" y="34"/>
                  </a:lnTo>
                  <a:lnTo>
                    <a:pt x="79" y="34"/>
                  </a:lnTo>
                  <a:lnTo>
                    <a:pt x="67" y="33"/>
                  </a:lnTo>
                  <a:lnTo>
                    <a:pt x="55" y="28"/>
                  </a:lnTo>
                  <a:lnTo>
                    <a:pt x="43" y="23"/>
                  </a:lnTo>
                  <a:lnTo>
                    <a:pt x="32" y="17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7" y="3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4"/>
                  </a:lnTo>
                  <a:lnTo>
                    <a:pt x="0" y="7"/>
                  </a:lnTo>
                  <a:lnTo>
                    <a:pt x="1" y="14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12" y="50"/>
                  </a:lnTo>
                  <a:lnTo>
                    <a:pt x="19" y="78"/>
                  </a:lnTo>
                  <a:lnTo>
                    <a:pt x="24" y="91"/>
                  </a:lnTo>
                  <a:lnTo>
                    <a:pt x="29" y="102"/>
                  </a:lnTo>
                  <a:lnTo>
                    <a:pt x="33" y="111"/>
                  </a:lnTo>
                  <a:lnTo>
                    <a:pt x="38" y="118"/>
                  </a:lnTo>
                  <a:lnTo>
                    <a:pt x="38" y="118"/>
                  </a:lnTo>
                  <a:lnTo>
                    <a:pt x="44" y="121"/>
                  </a:lnTo>
                  <a:lnTo>
                    <a:pt x="55" y="126"/>
                  </a:lnTo>
                  <a:lnTo>
                    <a:pt x="67" y="130"/>
                  </a:lnTo>
                  <a:lnTo>
                    <a:pt x="82" y="134"/>
                  </a:lnTo>
                  <a:lnTo>
                    <a:pt x="99" y="138"/>
                  </a:lnTo>
                  <a:lnTo>
                    <a:pt x="116" y="140"/>
                  </a:lnTo>
                  <a:lnTo>
                    <a:pt x="133" y="143"/>
                  </a:lnTo>
                  <a:lnTo>
                    <a:pt x="150" y="143"/>
                  </a:lnTo>
                  <a:lnTo>
                    <a:pt x="150" y="143"/>
                  </a:lnTo>
                  <a:lnTo>
                    <a:pt x="164" y="143"/>
                  </a:lnTo>
                  <a:lnTo>
                    <a:pt x="169" y="144"/>
                  </a:lnTo>
                  <a:lnTo>
                    <a:pt x="173" y="145"/>
                  </a:lnTo>
                  <a:lnTo>
                    <a:pt x="175" y="147"/>
                  </a:lnTo>
                  <a:lnTo>
                    <a:pt x="177" y="149"/>
                  </a:lnTo>
                  <a:lnTo>
                    <a:pt x="177" y="153"/>
                  </a:lnTo>
                  <a:lnTo>
                    <a:pt x="177" y="155"/>
                  </a:lnTo>
                  <a:lnTo>
                    <a:pt x="175" y="162"/>
                  </a:lnTo>
                  <a:lnTo>
                    <a:pt x="171" y="168"/>
                  </a:lnTo>
                  <a:lnTo>
                    <a:pt x="164" y="176"/>
                  </a:lnTo>
                  <a:lnTo>
                    <a:pt x="157" y="182"/>
                  </a:lnTo>
                  <a:lnTo>
                    <a:pt x="157" y="182"/>
                  </a:lnTo>
                  <a:lnTo>
                    <a:pt x="153" y="184"/>
                  </a:lnTo>
                  <a:lnTo>
                    <a:pt x="147" y="186"/>
                  </a:lnTo>
                  <a:lnTo>
                    <a:pt x="135" y="188"/>
                  </a:lnTo>
                  <a:lnTo>
                    <a:pt x="121" y="188"/>
                  </a:lnTo>
                  <a:lnTo>
                    <a:pt x="106" y="186"/>
                  </a:lnTo>
                  <a:lnTo>
                    <a:pt x="81" y="184"/>
                  </a:lnTo>
                  <a:lnTo>
                    <a:pt x="72" y="184"/>
                  </a:lnTo>
                  <a:lnTo>
                    <a:pt x="71" y="185"/>
                  </a:lnTo>
                  <a:lnTo>
                    <a:pt x="70" y="186"/>
                  </a:lnTo>
                  <a:lnTo>
                    <a:pt x="70" y="186"/>
                  </a:lnTo>
                  <a:lnTo>
                    <a:pt x="72" y="197"/>
                  </a:lnTo>
                  <a:lnTo>
                    <a:pt x="78" y="213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90" y="236"/>
                  </a:lnTo>
                  <a:lnTo>
                    <a:pt x="104" y="243"/>
                  </a:lnTo>
                  <a:lnTo>
                    <a:pt x="112" y="247"/>
                  </a:lnTo>
                  <a:lnTo>
                    <a:pt x="123" y="251"/>
                  </a:lnTo>
                  <a:lnTo>
                    <a:pt x="135" y="254"/>
                  </a:lnTo>
                  <a:lnTo>
                    <a:pt x="148" y="257"/>
                  </a:lnTo>
                  <a:lnTo>
                    <a:pt x="148" y="257"/>
                  </a:lnTo>
                  <a:lnTo>
                    <a:pt x="154" y="257"/>
                  </a:lnTo>
                  <a:lnTo>
                    <a:pt x="162" y="257"/>
                  </a:lnTo>
                  <a:lnTo>
                    <a:pt x="176" y="253"/>
                  </a:lnTo>
                  <a:lnTo>
                    <a:pt x="189" y="247"/>
                  </a:lnTo>
                  <a:lnTo>
                    <a:pt x="204" y="241"/>
                  </a:lnTo>
                  <a:lnTo>
                    <a:pt x="220" y="235"/>
                  </a:lnTo>
                  <a:lnTo>
                    <a:pt x="235" y="230"/>
                  </a:lnTo>
                  <a:lnTo>
                    <a:pt x="243" y="228"/>
                  </a:lnTo>
                  <a:lnTo>
                    <a:pt x="251" y="226"/>
                  </a:lnTo>
                  <a:lnTo>
                    <a:pt x="260" y="226"/>
                  </a:lnTo>
                  <a:lnTo>
                    <a:pt x="269" y="226"/>
                  </a:lnTo>
                  <a:lnTo>
                    <a:pt x="269" y="226"/>
                  </a:lnTo>
                  <a:lnTo>
                    <a:pt x="277" y="228"/>
                  </a:lnTo>
                  <a:lnTo>
                    <a:pt x="283" y="230"/>
                  </a:lnTo>
                  <a:lnTo>
                    <a:pt x="286" y="232"/>
                  </a:lnTo>
                  <a:lnTo>
                    <a:pt x="289" y="235"/>
                  </a:lnTo>
                  <a:lnTo>
                    <a:pt x="289" y="238"/>
                  </a:lnTo>
                  <a:lnTo>
                    <a:pt x="286" y="242"/>
                  </a:lnTo>
                  <a:lnTo>
                    <a:pt x="284" y="246"/>
                  </a:lnTo>
                  <a:lnTo>
                    <a:pt x="279" y="251"/>
                  </a:lnTo>
                  <a:lnTo>
                    <a:pt x="268" y="261"/>
                  </a:lnTo>
                  <a:lnTo>
                    <a:pt x="254" y="275"/>
                  </a:lnTo>
                  <a:lnTo>
                    <a:pt x="237" y="289"/>
                  </a:lnTo>
                  <a:lnTo>
                    <a:pt x="220" y="305"/>
                  </a:lnTo>
                  <a:lnTo>
                    <a:pt x="220" y="305"/>
                  </a:lnTo>
                  <a:lnTo>
                    <a:pt x="211" y="312"/>
                  </a:lnTo>
                  <a:lnTo>
                    <a:pt x="202" y="318"/>
                  </a:lnTo>
                  <a:lnTo>
                    <a:pt x="193" y="322"/>
                  </a:lnTo>
                  <a:lnTo>
                    <a:pt x="183" y="323"/>
                  </a:lnTo>
                  <a:lnTo>
                    <a:pt x="175" y="324"/>
                  </a:lnTo>
                  <a:lnTo>
                    <a:pt x="166" y="324"/>
                  </a:lnTo>
                  <a:lnTo>
                    <a:pt x="151" y="322"/>
                  </a:lnTo>
                  <a:lnTo>
                    <a:pt x="137" y="319"/>
                  </a:lnTo>
                  <a:lnTo>
                    <a:pt x="133" y="319"/>
                  </a:lnTo>
                  <a:lnTo>
                    <a:pt x="130" y="319"/>
                  </a:lnTo>
                  <a:lnTo>
                    <a:pt x="128" y="321"/>
                  </a:lnTo>
                  <a:lnTo>
                    <a:pt x="128" y="323"/>
                  </a:lnTo>
                  <a:lnTo>
                    <a:pt x="129" y="328"/>
                  </a:lnTo>
                  <a:lnTo>
                    <a:pt x="133" y="334"/>
                  </a:lnTo>
                  <a:lnTo>
                    <a:pt x="133" y="334"/>
                  </a:lnTo>
                  <a:lnTo>
                    <a:pt x="142" y="348"/>
                  </a:lnTo>
                  <a:lnTo>
                    <a:pt x="153" y="363"/>
                  </a:lnTo>
                  <a:lnTo>
                    <a:pt x="165" y="375"/>
                  </a:lnTo>
                  <a:lnTo>
                    <a:pt x="180" y="387"/>
                  </a:lnTo>
                  <a:lnTo>
                    <a:pt x="195" y="398"/>
                  </a:lnTo>
                  <a:lnTo>
                    <a:pt x="204" y="402"/>
                  </a:lnTo>
                  <a:lnTo>
                    <a:pt x="212" y="405"/>
                  </a:lnTo>
                  <a:lnTo>
                    <a:pt x="222" y="409"/>
                  </a:lnTo>
                  <a:lnTo>
                    <a:pt x="232" y="410"/>
                  </a:lnTo>
                  <a:lnTo>
                    <a:pt x="241" y="413"/>
                  </a:lnTo>
                  <a:lnTo>
                    <a:pt x="252" y="413"/>
                  </a:lnTo>
                  <a:lnTo>
                    <a:pt x="252" y="413"/>
                  </a:lnTo>
                  <a:lnTo>
                    <a:pt x="262" y="413"/>
                  </a:lnTo>
                  <a:lnTo>
                    <a:pt x="272" y="409"/>
                  </a:lnTo>
                  <a:lnTo>
                    <a:pt x="280" y="404"/>
                  </a:lnTo>
                  <a:lnTo>
                    <a:pt x="289" y="397"/>
                  </a:lnTo>
                  <a:lnTo>
                    <a:pt x="296" y="388"/>
                  </a:lnTo>
                  <a:lnTo>
                    <a:pt x="303" y="379"/>
                  </a:lnTo>
                  <a:lnTo>
                    <a:pt x="315" y="358"/>
                  </a:lnTo>
                  <a:lnTo>
                    <a:pt x="329" y="338"/>
                  </a:lnTo>
                  <a:lnTo>
                    <a:pt x="335" y="328"/>
                  </a:lnTo>
                  <a:lnTo>
                    <a:pt x="341" y="318"/>
                  </a:lnTo>
                  <a:lnTo>
                    <a:pt x="348" y="311"/>
                  </a:lnTo>
                  <a:lnTo>
                    <a:pt x="355" y="304"/>
                  </a:lnTo>
                  <a:lnTo>
                    <a:pt x="362" y="299"/>
                  </a:lnTo>
                  <a:lnTo>
                    <a:pt x="371" y="296"/>
                  </a:lnTo>
                  <a:lnTo>
                    <a:pt x="371" y="296"/>
                  </a:lnTo>
                  <a:lnTo>
                    <a:pt x="379" y="295"/>
                  </a:lnTo>
                  <a:lnTo>
                    <a:pt x="385" y="295"/>
                  </a:lnTo>
                  <a:lnTo>
                    <a:pt x="389" y="296"/>
                  </a:lnTo>
                  <a:lnTo>
                    <a:pt x="393" y="299"/>
                  </a:lnTo>
                  <a:lnTo>
                    <a:pt x="394" y="301"/>
                  </a:lnTo>
                  <a:lnTo>
                    <a:pt x="393" y="305"/>
                  </a:lnTo>
                  <a:lnTo>
                    <a:pt x="390" y="315"/>
                  </a:lnTo>
                  <a:lnTo>
                    <a:pt x="384" y="327"/>
                  </a:lnTo>
                  <a:lnTo>
                    <a:pt x="376" y="341"/>
                  </a:lnTo>
                  <a:lnTo>
                    <a:pt x="367" y="358"/>
                  </a:lnTo>
                  <a:lnTo>
                    <a:pt x="360" y="376"/>
                  </a:lnTo>
                  <a:lnTo>
                    <a:pt x="360" y="376"/>
                  </a:lnTo>
                  <a:lnTo>
                    <a:pt x="356" y="385"/>
                  </a:lnTo>
                  <a:lnTo>
                    <a:pt x="351" y="393"/>
                  </a:lnTo>
                  <a:lnTo>
                    <a:pt x="345" y="402"/>
                  </a:lnTo>
                  <a:lnTo>
                    <a:pt x="339" y="409"/>
                  </a:lnTo>
                  <a:lnTo>
                    <a:pt x="325" y="422"/>
                  </a:lnTo>
                  <a:lnTo>
                    <a:pt x="310" y="432"/>
                  </a:lnTo>
                  <a:lnTo>
                    <a:pt x="296" y="440"/>
                  </a:lnTo>
                  <a:lnTo>
                    <a:pt x="285" y="446"/>
                  </a:lnTo>
                  <a:lnTo>
                    <a:pt x="274" y="451"/>
                  </a:lnTo>
                  <a:lnTo>
                    <a:pt x="274" y="451"/>
                  </a:lnTo>
                  <a:lnTo>
                    <a:pt x="286" y="456"/>
                  </a:lnTo>
                  <a:lnTo>
                    <a:pt x="302" y="461"/>
                  </a:lnTo>
                  <a:lnTo>
                    <a:pt x="321" y="467"/>
                  </a:lnTo>
                  <a:lnTo>
                    <a:pt x="344" y="473"/>
                  </a:lnTo>
                  <a:lnTo>
                    <a:pt x="371" y="478"/>
                  </a:lnTo>
                  <a:lnTo>
                    <a:pt x="401" y="481"/>
                  </a:lnTo>
                  <a:lnTo>
                    <a:pt x="416" y="483"/>
                  </a:lnTo>
                  <a:lnTo>
                    <a:pt x="431" y="483"/>
                  </a:lnTo>
                  <a:lnTo>
                    <a:pt x="431" y="483"/>
                  </a:lnTo>
                  <a:lnTo>
                    <a:pt x="447" y="481"/>
                  </a:lnTo>
                  <a:lnTo>
                    <a:pt x="460" y="478"/>
                  </a:lnTo>
                  <a:lnTo>
                    <a:pt x="474" y="473"/>
                  </a:lnTo>
                  <a:lnTo>
                    <a:pt x="486" y="467"/>
                  </a:lnTo>
                  <a:lnTo>
                    <a:pt x="495" y="460"/>
                  </a:lnTo>
                  <a:lnTo>
                    <a:pt x="505" y="451"/>
                  </a:lnTo>
                  <a:lnTo>
                    <a:pt x="512" y="443"/>
                  </a:lnTo>
                  <a:lnTo>
                    <a:pt x="520" y="433"/>
                  </a:lnTo>
                  <a:lnTo>
                    <a:pt x="526" y="423"/>
                  </a:lnTo>
                  <a:lnTo>
                    <a:pt x="530" y="414"/>
                  </a:lnTo>
                  <a:lnTo>
                    <a:pt x="534" y="405"/>
                  </a:lnTo>
                  <a:lnTo>
                    <a:pt x="537" y="397"/>
                  </a:lnTo>
                  <a:lnTo>
                    <a:pt x="538" y="388"/>
                  </a:lnTo>
                  <a:lnTo>
                    <a:pt x="538" y="382"/>
                  </a:lnTo>
                  <a:lnTo>
                    <a:pt x="538" y="376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26" y="358"/>
                  </a:lnTo>
                  <a:lnTo>
                    <a:pt x="516" y="344"/>
                  </a:lnTo>
                  <a:lnTo>
                    <a:pt x="505" y="325"/>
                  </a:lnTo>
                  <a:lnTo>
                    <a:pt x="505" y="325"/>
                  </a:lnTo>
                  <a:lnTo>
                    <a:pt x="505" y="318"/>
                  </a:lnTo>
                  <a:lnTo>
                    <a:pt x="505" y="315"/>
                  </a:lnTo>
                  <a:lnTo>
                    <a:pt x="505" y="311"/>
                  </a:lnTo>
                  <a:lnTo>
                    <a:pt x="509" y="309"/>
                  </a:lnTo>
                  <a:lnTo>
                    <a:pt x="514" y="306"/>
                  </a:lnTo>
                  <a:lnTo>
                    <a:pt x="521" y="305"/>
                  </a:lnTo>
                  <a:lnTo>
                    <a:pt x="532" y="305"/>
                  </a:lnTo>
                  <a:lnTo>
                    <a:pt x="532" y="305"/>
                  </a:lnTo>
                  <a:lnTo>
                    <a:pt x="551" y="306"/>
                  </a:lnTo>
                  <a:lnTo>
                    <a:pt x="570" y="304"/>
                  </a:lnTo>
                  <a:lnTo>
                    <a:pt x="580" y="301"/>
                  </a:lnTo>
                  <a:lnTo>
                    <a:pt x="590" y="299"/>
                  </a:lnTo>
                  <a:lnTo>
                    <a:pt x="598" y="295"/>
                  </a:lnTo>
                  <a:lnTo>
                    <a:pt x="608" y="292"/>
                  </a:lnTo>
                  <a:lnTo>
                    <a:pt x="608" y="292"/>
                  </a:lnTo>
                  <a:lnTo>
                    <a:pt x="621" y="282"/>
                  </a:lnTo>
                  <a:lnTo>
                    <a:pt x="634" y="271"/>
                  </a:lnTo>
                  <a:lnTo>
                    <a:pt x="639" y="264"/>
                  </a:lnTo>
                  <a:lnTo>
                    <a:pt x="644" y="258"/>
                  </a:lnTo>
                  <a:lnTo>
                    <a:pt x="649" y="251"/>
                  </a:lnTo>
                  <a:lnTo>
                    <a:pt x="653" y="242"/>
                  </a:lnTo>
                  <a:lnTo>
                    <a:pt x="653" y="242"/>
                  </a:lnTo>
                  <a:lnTo>
                    <a:pt x="655" y="232"/>
                  </a:lnTo>
                  <a:lnTo>
                    <a:pt x="656" y="221"/>
                  </a:lnTo>
                  <a:lnTo>
                    <a:pt x="655" y="212"/>
                  </a:lnTo>
                  <a:lnTo>
                    <a:pt x="651" y="202"/>
                  </a:lnTo>
                  <a:lnTo>
                    <a:pt x="651" y="20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Freeform 582">
              <a:extLst>
                <a:ext uri="{FF2B5EF4-FFF2-40B4-BE49-F238E27FC236}">
                  <a16:creationId xmlns:a16="http://schemas.microsoft.com/office/drawing/2014/main" id="{A1CA3B90-4E08-2143-B261-52F84EDB6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776" y="4721225"/>
              <a:ext cx="361950" cy="274638"/>
            </a:xfrm>
            <a:custGeom>
              <a:avLst/>
              <a:gdLst>
                <a:gd name="T0" fmla="*/ 23 w 456"/>
                <a:gd name="T1" fmla="*/ 176 h 346"/>
                <a:gd name="T2" fmla="*/ 1 w 456"/>
                <a:gd name="T3" fmla="*/ 139 h 346"/>
                <a:gd name="T4" fmla="*/ 5 w 456"/>
                <a:gd name="T5" fmla="*/ 98 h 346"/>
                <a:gd name="T6" fmla="*/ 36 w 456"/>
                <a:gd name="T7" fmla="*/ 59 h 346"/>
                <a:gd name="T8" fmla="*/ 112 w 456"/>
                <a:gd name="T9" fmla="*/ 15 h 346"/>
                <a:gd name="T10" fmla="*/ 100 w 456"/>
                <a:gd name="T11" fmla="*/ 53 h 346"/>
                <a:gd name="T12" fmla="*/ 105 w 456"/>
                <a:gd name="T13" fmla="*/ 92 h 346"/>
                <a:gd name="T14" fmla="*/ 124 w 456"/>
                <a:gd name="T15" fmla="*/ 143 h 346"/>
                <a:gd name="T16" fmla="*/ 138 w 456"/>
                <a:gd name="T17" fmla="*/ 136 h 346"/>
                <a:gd name="T18" fmla="*/ 139 w 456"/>
                <a:gd name="T19" fmla="*/ 96 h 346"/>
                <a:gd name="T20" fmla="*/ 130 w 456"/>
                <a:gd name="T21" fmla="*/ 41 h 346"/>
                <a:gd name="T22" fmla="*/ 151 w 456"/>
                <a:gd name="T23" fmla="*/ 15 h 346"/>
                <a:gd name="T24" fmla="*/ 211 w 456"/>
                <a:gd name="T25" fmla="*/ 1 h 346"/>
                <a:gd name="T26" fmla="*/ 244 w 456"/>
                <a:gd name="T27" fmla="*/ 9 h 346"/>
                <a:gd name="T28" fmla="*/ 215 w 456"/>
                <a:gd name="T29" fmla="*/ 34 h 346"/>
                <a:gd name="T30" fmla="*/ 207 w 456"/>
                <a:gd name="T31" fmla="*/ 59 h 346"/>
                <a:gd name="T32" fmla="*/ 205 w 456"/>
                <a:gd name="T33" fmla="*/ 125 h 346"/>
                <a:gd name="T34" fmla="*/ 220 w 456"/>
                <a:gd name="T35" fmla="*/ 121 h 346"/>
                <a:gd name="T36" fmla="*/ 248 w 456"/>
                <a:gd name="T37" fmla="*/ 74 h 346"/>
                <a:gd name="T38" fmla="*/ 272 w 456"/>
                <a:gd name="T39" fmla="*/ 45 h 346"/>
                <a:gd name="T40" fmla="*/ 304 w 456"/>
                <a:gd name="T41" fmla="*/ 32 h 346"/>
                <a:gd name="T42" fmla="*/ 336 w 456"/>
                <a:gd name="T43" fmla="*/ 47 h 346"/>
                <a:gd name="T44" fmla="*/ 303 w 456"/>
                <a:gd name="T45" fmla="*/ 76 h 346"/>
                <a:gd name="T46" fmla="*/ 295 w 456"/>
                <a:gd name="T47" fmla="*/ 97 h 346"/>
                <a:gd name="T48" fmla="*/ 304 w 456"/>
                <a:gd name="T49" fmla="*/ 115 h 346"/>
                <a:gd name="T50" fmla="*/ 335 w 456"/>
                <a:gd name="T51" fmla="*/ 90 h 346"/>
                <a:gd name="T52" fmla="*/ 383 w 456"/>
                <a:gd name="T53" fmla="*/ 66 h 346"/>
                <a:gd name="T54" fmla="*/ 441 w 456"/>
                <a:gd name="T55" fmla="*/ 93 h 346"/>
                <a:gd name="T56" fmla="*/ 447 w 456"/>
                <a:gd name="T57" fmla="*/ 107 h 346"/>
                <a:gd name="T58" fmla="*/ 422 w 456"/>
                <a:gd name="T59" fmla="*/ 120 h 346"/>
                <a:gd name="T60" fmla="*/ 404 w 456"/>
                <a:gd name="T61" fmla="*/ 145 h 346"/>
                <a:gd name="T62" fmla="*/ 354 w 456"/>
                <a:gd name="T63" fmla="*/ 189 h 346"/>
                <a:gd name="T64" fmla="*/ 292 w 456"/>
                <a:gd name="T65" fmla="*/ 174 h 346"/>
                <a:gd name="T66" fmla="*/ 251 w 456"/>
                <a:gd name="T67" fmla="*/ 174 h 346"/>
                <a:gd name="T68" fmla="*/ 244 w 456"/>
                <a:gd name="T69" fmla="*/ 188 h 346"/>
                <a:gd name="T70" fmla="*/ 266 w 456"/>
                <a:gd name="T71" fmla="*/ 206 h 346"/>
                <a:gd name="T72" fmla="*/ 317 w 456"/>
                <a:gd name="T73" fmla="*/ 213 h 346"/>
                <a:gd name="T74" fmla="*/ 334 w 456"/>
                <a:gd name="T75" fmla="*/ 243 h 346"/>
                <a:gd name="T76" fmla="*/ 294 w 456"/>
                <a:gd name="T77" fmla="*/ 288 h 346"/>
                <a:gd name="T78" fmla="*/ 215 w 456"/>
                <a:gd name="T79" fmla="*/ 242 h 346"/>
                <a:gd name="T80" fmla="*/ 192 w 456"/>
                <a:gd name="T81" fmla="*/ 242 h 346"/>
                <a:gd name="T82" fmla="*/ 196 w 456"/>
                <a:gd name="T83" fmla="*/ 261 h 346"/>
                <a:gd name="T84" fmla="*/ 232 w 456"/>
                <a:gd name="T85" fmla="*/ 278 h 346"/>
                <a:gd name="T86" fmla="*/ 271 w 456"/>
                <a:gd name="T87" fmla="*/ 305 h 346"/>
                <a:gd name="T88" fmla="*/ 220 w 456"/>
                <a:gd name="T89" fmla="*/ 336 h 346"/>
                <a:gd name="T90" fmla="*/ 164 w 456"/>
                <a:gd name="T91" fmla="*/ 329 h 346"/>
                <a:gd name="T92" fmla="*/ 130 w 456"/>
                <a:gd name="T93" fmla="*/ 259 h 346"/>
                <a:gd name="T94" fmla="*/ 118 w 456"/>
                <a:gd name="T95" fmla="*/ 224 h 346"/>
                <a:gd name="T96" fmla="*/ 103 w 456"/>
                <a:gd name="T97" fmla="*/ 220 h 346"/>
                <a:gd name="T98" fmla="*/ 95 w 456"/>
                <a:gd name="T99" fmla="*/ 245 h 346"/>
                <a:gd name="T100" fmla="*/ 128 w 456"/>
                <a:gd name="T101" fmla="*/ 321 h 346"/>
                <a:gd name="T102" fmla="*/ 93 w 456"/>
                <a:gd name="T103" fmla="*/ 345 h 346"/>
                <a:gd name="T104" fmla="*/ 47 w 456"/>
                <a:gd name="T105" fmla="*/ 327 h 346"/>
                <a:gd name="T106" fmla="*/ 25 w 456"/>
                <a:gd name="T107" fmla="*/ 292 h 346"/>
                <a:gd name="T108" fmla="*/ 24 w 456"/>
                <a:gd name="T109" fmla="*/ 252 h 346"/>
                <a:gd name="T110" fmla="*/ 55 w 456"/>
                <a:gd name="T111" fmla="*/ 207 h 346"/>
                <a:gd name="T112" fmla="*/ 65 w 456"/>
                <a:gd name="T113" fmla="*/ 191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56" h="346">
                  <a:moveTo>
                    <a:pt x="59" y="184"/>
                  </a:moveTo>
                  <a:lnTo>
                    <a:pt x="59" y="184"/>
                  </a:lnTo>
                  <a:lnTo>
                    <a:pt x="46" y="180"/>
                  </a:lnTo>
                  <a:lnTo>
                    <a:pt x="23" y="176"/>
                  </a:lnTo>
                  <a:lnTo>
                    <a:pt x="23" y="176"/>
                  </a:lnTo>
                  <a:lnTo>
                    <a:pt x="19" y="174"/>
                  </a:lnTo>
                  <a:lnTo>
                    <a:pt x="17" y="173"/>
                  </a:lnTo>
                  <a:lnTo>
                    <a:pt x="11" y="165"/>
                  </a:lnTo>
                  <a:lnTo>
                    <a:pt x="5" y="154"/>
                  </a:lnTo>
                  <a:lnTo>
                    <a:pt x="1" y="139"/>
                  </a:lnTo>
                  <a:lnTo>
                    <a:pt x="0" y="132"/>
                  </a:lnTo>
                  <a:lnTo>
                    <a:pt x="0" y="124"/>
                  </a:lnTo>
                  <a:lnTo>
                    <a:pt x="1" y="115"/>
                  </a:lnTo>
                  <a:lnTo>
                    <a:pt x="2" y="107"/>
                  </a:lnTo>
                  <a:lnTo>
                    <a:pt x="5" y="98"/>
                  </a:lnTo>
                  <a:lnTo>
                    <a:pt x="8" y="90"/>
                  </a:lnTo>
                  <a:lnTo>
                    <a:pt x="14" y="82"/>
                  </a:lnTo>
                  <a:lnTo>
                    <a:pt x="20" y="74"/>
                  </a:lnTo>
                  <a:lnTo>
                    <a:pt x="20" y="74"/>
                  </a:lnTo>
                  <a:lnTo>
                    <a:pt x="36" y="59"/>
                  </a:lnTo>
                  <a:lnTo>
                    <a:pt x="52" y="47"/>
                  </a:lnTo>
                  <a:lnTo>
                    <a:pt x="67" y="38"/>
                  </a:lnTo>
                  <a:lnTo>
                    <a:pt x="81" y="29"/>
                  </a:lnTo>
                  <a:lnTo>
                    <a:pt x="104" y="18"/>
                  </a:lnTo>
                  <a:lnTo>
                    <a:pt x="112" y="15"/>
                  </a:lnTo>
                  <a:lnTo>
                    <a:pt x="112" y="15"/>
                  </a:lnTo>
                  <a:lnTo>
                    <a:pt x="109" y="22"/>
                  </a:lnTo>
                  <a:lnTo>
                    <a:pt x="106" y="30"/>
                  </a:lnTo>
                  <a:lnTo>
                    <a:pt x="103" y="41"/>
                  </a:lnTo>
                  <a:lnTo>
                    <a:pt x="100" y="53"/>
                  </a:lnTo>
                  <a:lnTo>
                    <a:pt x="100" y="66"/>
                  </a:lnTo>
                  <a:lnTo>
                    <a:pt x="101" y="79"/>
                  </a:lnTo>
                  <a:lnTo>
                    <a:pt x="103" y="85"/>
                  </a:lnTo>
                  <a:lnTo>
                    <a:pt x="105" y="92"/>
                  </a:lnTo>
                  <a:lnTo>
                    <a:pt x="105" y="92"/>
                  </a:lnTo>
                  <a:lnTo>
                    <a:pt x="110" y="104"/>
                  </a:lnTo>
                  <a:lnTo>
                    <a:pt x="115" y="116"/>
                  </a:lnTo>
                  <a:lnTo>
                    <a:pt x="119" y="136"/>
                  </a:lnTo>
                  <a:lnTo>
                    <a:pt x="123" y="142"/>
                  </a:lnTo>
                  <a:lnTo>
                    <a:pt x="124" y="143"/>
                  </a:lnTo>
                  <a:lnTo>
                    <a:pt x="127" y="144"/>
                  </a:lnTo>
                  <a:lnTo>
                    <a:pt x="129" y="144"/>
                  </a:lnTo>
                  <a:lnTo>
                    <a:pt x="132" y="143"/>
                  </a:lnTo>
                  <a:lnTo>
                    <a:pt x="138" y="136"/>
                  </a:lnTo>
                  <a:lnTo>
                    <a:pt x="138" y="136"/>
                  </a:lnTo>
                  <a:lnTo>
                    <a:pt x="140" y="130"/>
                  </a:lnTo>
                  <a:lnTo>
                    <a:pt x="141" y="125"/>
                  </a:lnTo>
                  <a:lnTo>
                    <a:pt x="142" y="118"/>
                  </a:lnTo>
                  <a:lnTo>
                    <a:pt x="142" y="110"/>
                  </a:lnTo>
                  <a:lnTo>
                    <a:pt x="139" y="96"/>
                  </a:lnTo>
                  <a:lnTo>
                    <a:pt x="135" y="79"/>
                  </a:lnTo>
                  <a:lnTo>
                    <a:pt x="132" y="63"/>
                  </a:lnTo>
                  <a:lnTo>
                    <a:pt x="130" y="56"/>
                  </a:lnTo>
                  <a:lnTo>
                    <a:pt x="130" y="49"/>
                  </a:lnTo>
                  <a:lnTo>
                    <a:pt x="130" y="41"/>
                  </a:lnTo>
                  <a:lnTo>
                    <a:pt x="133" y="34"/>
                  </a:lnTo>
                  <a:lnTo>
                    <a:pt x="135" y="28"/>
                  </a:lnTo>
                  <a:lnTo>
                    <a:pt x="140" y="23"/>
                  </a:lnTo>
                  <a:lnTo>
                    <a:pt x="140" y="23"/>
                  </a:lnTo>
                  <a:lnTo>
                    <a:pt x="151" y="15"/>
                  </a:lnTo>
                  <a:lnTo>
                    <a:pt x="163" y="7"/>
                  </a:lnTo>
                  <a:lnTo>
                    <a:pt x="175" y="4"/>
                  </a:lnTo>
                  <a:lnTo>
                    <a:pt x="187" y="1"/>
                  </a:lnTo>
                  <a:lnTo>
                    <a:pt x="199" y="0"/>
                  </a:lnTo>
                  <a:lnTo>
                    <a:pt x="211" y="1"/>
                  </a:lnTo>
                  <a:lnTo>
                    <a:pt x="223" y="3"/>
                  </a:lnTo>
                  <a:lnTo>
                    <a:pt x="236" y="5"/>
                  </a:lnTo>
                  <a:lnTo>
                    <a:pt x="236" y="5"/>
                  </a:lnTo>
                  <a:lnTo>
                    <a:pt x="243" y="7"/>
                  </a:lnTo>
                  <a:lnTo>
                    <a:pt x="244" y="9"/>
                  </a:lnTo>
                  <a:lnTo>
                    <a:pt x="243" y="11"/>
                  </a:lnTo>
                  <a:lnTo>
                    <a:pt x="239" y="15"/>
                  </a:lnTo>
                  <a:lnTo>
                    <a:pt x="232" y="18"/>
                  </a:lnTo>
                  <a:lnTo>
                    <a:pt x="223" y="26"/>
                  </a:lnTo>
                  <a:lnTo>
                    <a:pt x="215" y="34"/>
                  </a:lnTo>
                  <a:lnTo>
                    <a:pt x="211" y="39"/>
                  </a:lnTo>
                  <a:lnTo>
                    <a:pt x="209" y="45"/>
                  </a:lnTo>
                  <a:lnTo>
                    <a:pt x="208" y="52"/>
                  </a:lnTo>
                  <a:lnTo>
                    <a:pt x="207" y="59"/>
                  </a:lnTo>
                  <a:lnTo>
                    <a:pt x="207" y="59"/>
                  </a:lnTo>
                  <a:lnTo>
                    <a:pt x="207" y="76"/>
                  </a:lnTo>
                  <a:lnTo>
                    <a:pt x="205" y="91"/>
                  </a:lnTo>
                  <a:lnTo>
                    <a:pt x="203" y="114"/>
                  </a:lnTo>
                  <a:lnTo>
                    <a:pt x="204" y="122"/>
                  </a:lnTo>
                  <a:lnTo>
                    <a:pt x="205" y="125"/>
                  </a:lnTo>
                  <a:lnTo>
                    <a:pt x="207" y="126"/>
                  </a:lnTo>
                  <a:lnTo>
                    <a:pt x="209" y="126"/>
                  </a:lnTo>
                  <a:lnTo>
                    <a:pt x="211" y="126"/>
                  </a:lnTo>
                  <a:lnTo>
                    <a:pt x="220" y="121"/>
                  </a:lnTo>
                  <a:lnTo>
                    <a:pt x="220" y="121"/>
                  </a:lnTo>
                  <a:lnTo>
                    <a:pt x="228" y="113"/>
                  </a:lnTo>
                  <a:lnTo>
                    <a:pt x="234" y="104"/>
                  </a:lnTo>
                  <a:lnTo>
                    <a:pt x="240" y="93"/>
                  </a:lnTo>
                  <a:lnTo>
                    <a:pt x="244" y="84"/>
                  </a:lnTo>
                  <a:lnTo>
                    <a:pt x="248" y="74"/>
                  </a:lnTo>
                  <a:lnTo>
                    <a:pt x="252" y="64"/>
                  </a:lnTo>
                  <a:lnTo>
                    <a:pt x="257" y="56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72" y="45"/>
                  </a:lnTo>
                  <a:lnTo>
                    <a:pt x="279" y="40"/>
                  </a:lnTo>
                  <a:lnTo>
                    <a:pt x="292" y="35"/>
                  </a:lnTo>
                  <a:lnTo>
                    <a:pt x="301" y="32"/>
                  </a:lnTo>
                  <a:lnTo>
                    <a:pt x="304" y="32"/>
                  </a:lnTo>
                  <a:lnTo>
                    <a:pt x="304" y="32"/>
                  </a:lnTo>
                  <a:lnTo>
                    <a:pt x="318" y="38"/>
                  </a:lnTo>
                  <a:lnTo>
                    <a:pt x="329" y="43"/>
                  </a:lnTo>
                  <a:lnTo>
                    <a:pt x="335" y="46"/>
                  </a:lnTo>
                  <a:lnTo>
                    <a:pt x="335" y="46"/>
                  </a:lnTo>
                  <a:lnTo>
                    <a:pt x="336" y="47"/>
                  </a:lnTo>
                  <a:lnTo>
                    <a:pt x="335" y="49"/>
                  </a:lnTo>
                  <a:lnTo>
                    <a:pt x="331" y="53"/>
                  </a:lnTo>
                  <a:lnTo>
                    <a:pt x="318" y="63"/>
                  </a:lnTo>
                  <a:lnTo>
                    <a:pt x="311" y="70"/>
                  </a:lnTo>
                  <a:lnTo>
                    <a:pt x="303" y="76"/>
                  </a:lnTo>
                  <a:lnTo>
                    <a:pt x="297" y="84"/>
                  </a:lnTo>
                  <a:lnTo>
                    <a:pt x="296" y="87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7"/>
                  </a:lnTo>
                  <a:lnTo>
                    <a:pt x="295" y="103"/>
                  </a:lnTo>
                  <a:lnTo>
                    <a:pt x="296" y="108"/>
                  </a:lnTo>
                  <a:lnTo>
                    <a:pt x="297" y="113"/>
                  </a:lnTo>
                  <a:lnTo>
                    <a:pt x="301" y="115"/>
                  </a:lnTo>
                  <a:lnTo>
                    <a:pt x="304" y="115"/>
                  </a:lnTo>
                  <a:lnTo>
                    <a:pt x="311" y="111"/>
                  </a:lnTo>
                  <a:lnTo>
                    <a:pt x="317" y="105"/>
                  </a:lnTo>
                  <a:lnTo>
                    <a:pt x="317" y="105"/>
                  </a:lnTo>
                  <a:lnTo>
                    <a:pt x="325" y="97"/>
                  </a:lnTo>
                  <a:lnTo>
                    <a:pt x="335" y="90"/>
                  </a:lnTo>
                  <a:lnTo>
                    <a:pt x="344" y="84"/>
                  </a:lnTo>
                  <a:lnTo>
                    <a:pt x="354" y="78"/>
                  </a:lnTo>
                  <a:lnTo>
                    <a:pt x="371" y="69"/>
                  </a:lnTo>
                  <a:lnTo>
                    <a:pt x="383" y="66"/>
                  </a:lnTo>
                  <a:lnTo>
                    <a:pt x="383" y="66"/>
                  </a:lnTo>
                  <a:lnTo>
                    <a:pt x="388" y="66"/>
                  </a:lnTo>
                  <a:lnTo>
                    <a:pt x="394" y="68"/>
                  </a:lnTo>
                  <a:lnTo>
                    <a:pt x="411" y="75"/>
                  </a:lnTo>
                  <a:lnTo>
                    <a:pt x="441" y="93"/>
                  </a:lnTo>
                  <a:lnTo>
                    <a:pt x="441" y="93"/>
                  </a:lnTo>
                  <a:lnTo>
                    <a:pt x="451" y="98"/>
                  </a:lnTo>
                  <a:lnTo>
                    <a:pt x="456" y="102"/>
                  </a:lnTo>
                  <a:lnTo>
                    <a:pt x="456" y="103"/>
                  </a:lnTo>
                  <a:lnTo>
                    <a:pt x="454" y="104"/>
                  </a:lnTo>
                  <a:lnTo>
                    <a:pt x="447" y="107"/>
                  </a:lnTo>
                  <a:lnTo>
                    <a:pt x="447" y="107"/>
                  </a:lnTo>
                  <a:lnTo>
                    <a:pt x="441" y="109"/>
                  </a:lnTo>
                  <a:lnTo>
                    <a:pt x="435" y="111"/>
                  </a:lnTo>
                  <a:lnTo>
                    <a:pt x="428" y="116"/>
                  </a:lnTo>
                  <a:lnTo>
                    <a:pt x="422" y="120"/>
                  </a:lnTo>
                  <a:lnTo>
                    <a:pt x="416" y="126"/>
                  </a:lnTo>
                  <a:lnTo>
                    <a:pt x="411" y="132"/>
                  </a:lnTo>
                  <a:lnTo>
                    <a:pt x="406" y="138"/>
                  </a:lnTo>
                  <a:lnTo>
                    <a:pt x="404" y="145"/>
                  </a:lnTo>
                  <a:lnTo>
                    <a:pt x="404" y="145"/>
                  </a:lnTo>
                  <a:lnTo>
                    <a:pt x="396" y="160"/>
                  </a:lnTo>
                  <a:lnTo>
                    <a:pt x="388" y="176"/>
                  </a:lnTo>
                  <a:lnTo>
                    <a:pt x="378" y="191"/>
                  </a:lnTo>
                  <a:lnTo>
                    <a:pt x="378" y="191"/>
                  </a:lnTo>
                  <a:lnTo>
                    <a:pt x="354" y="189"/>
                  </a:lnTo>
                  <a:lnTo>
                    <a:pt x="334" y="185"/>
                  </a:lnTo>
                  <a:lnTo>
                    <a:pt x="319" y="183"/>
                  </a:lnTo>
                  <a:lnTo>
                    <a:pt x="319" y="183"/>
                  </a:lnTo>
                  <a:lnTo>
                    <a:pt x="302" y="178"/>
                  </a:lnTo>
                  <a:lnTo>
                    <a:pt x="292" y="174"/>
                  </a:lnTo>
                  <a:lnTo>
                    <a:pt x="280" y="172"/>
                  </a:lnTo>
                  <a:lnTo>
                    <a:pt x="269" y="171"/>
                  </a:lnTo>
                  <a:lnTo>
                    <a:pt x="260" y="172"/>
                  </a:lnTo>
                  <a:lnTo>
                    <a:pt x="255" y="172"/>
                  </a:lnTo>
                  <a:lnTo>
                    <a:pt x="251" y="174"/>
                  </a:lnTo>
                  <a:lnTo>
                    <a:pt x="249" y="177"/>
                  </a:lnTo>
                  <a:lnTo>
                    <a:pt x="246" y="180"/>
                  </a:lnTo>
                  <a:lnTo>
                    <a:pt x="246" y="180"/>
                  </a:lnTo>
                  <a:lnTo>
                    <a:pt x="245" y="184"/>
                  </a:lnTo>
                  <a:lnTo>
                    <a:pt x="244" y="188"/>
                  </a:lnTo>
                  <a:lnTo>
                    <a:pt x="245" y="191"/>
                  </a:lnTo>
                  <a:lnTo>
                    <a:pt x="246" y="194"/>
                  </a:lnTo>
                  <a:lnTo>
                    <a:pt x="250" y="199"/>
                  </a:lnTo>
                  <a:lnTo>
                    <a:pt x="257" y="202"/>
                  </a:lnTo>
                  <a:lnTo>
                    <a:pt x="266" y="206"/>
                  </a:lnTo>
                  <a:lnTo>
                    <a:pt x="275" y="208"/>
                  </a:lnTo>
                  <a:lnTo>
                    <a:pt x="296" y="211"/>
                  </a:lnTo>
                  <a:lnTo>
                    <a:pt x="296" y="211"/>
                  </a:lnTo>
                  <a:lnTo>
                    <a:pt x="307" y="211"/>
                  </a:lnTo>
                  <a:lnTo>
                    <a:pt x="317" y="213"/>
                  </a:lnTo>
                  <a:lnTo>
                    <a:pt x="337" y="218"/>
                  </a:lnTo>
                  <a:lnTo>
                    <a:pt x="356" y="224"/>
                  </a:lnTo>
                  <a:lnTo>
                    <a:pt x="356" y="224"/>
                  </a:lnTo>
                  <a:lnTo>
                    <a:pt x="344" y="234"/>
                  </a:lnTo>
                  <a:lnTo>
                    <a:pt x="334" y="243"/>
                  </a:lnTo>
                  <a:lnTo>
                    <a:pt x="323" y="253"/>
                  </a:lnTo>
                  <a:lnTo>
                    <a:pt x="323" y="253"/>
                  </a:lnTo>
                  <a:lnTo>
                    <a:pt x="303" y="276"/>
                  </a:lnTo>
                  <a:lnTo>
                    <a:pt x="294" y="288"/>
                  </a:lnTo>
                  <a:lnTo>
                    <a:pt x="294" y="288"/>
                  </a:lnTo>
                  <a:lnTo>
                    <a:pt x="279" y="278"/>
                  </a:lnTo>
                  <a:lnTo>
                    <a:pt x="246" y="259"/>
                  </a:lnTo>
                  <a:lnTo>
                    <a:pt x="246" y="259"/>
                  </a:lnTo>
                  <a:lnTo>
                    <a:pt x="230" y="248"/>
                  </a:lnTo>
                  <a:lnTo>
                    <a:pt x="215" y="242"/>
                  </a:lnTo>
                  <a:lnTo>
                    <a:pt x="208" y="240"/>
                  </a:lnTo>
                  <a:lnTo>
                    <a:pt x="202" y="238"/>
                  </a:lnTo>
                  <a:lnTo>
                    <a:pt x="197" y="240"/>
                  </a:lnTo>
                  <a:lnTo>
                    <a:pt x="192" y="242"/>
                  </a:lnTo>
                  <a:lnTo>
                    <a:pt x="192" y="242"/>
                  </a:lnTo>
                  <a:lnTo>
                    <a:pt x="190" y="245"/>
                  </a:lnTo>
                  <a:lnTo>
                    <a:pt x="188" y="248"/>
                  </a:lnTo>
                  <a:lnTo>
                    <a:pt x="190" y="253"/>
                  </a:lnTo>
                  <a:lnTo>
                    <a:pt x="192" y="257"/>
                  </a:lnTo>
                  <a:lnTo>
                    <a:pt x="196" y="261"/>
                  </a:lnTo>
                  <a:lnTo>
                    <a:pt x="202" y="266"/>
                  </a:lnTo>
                  <a:lnTo>
                    <a:pt x="210" y="270"/>
                  </a:lnTo>
                  <a:lnTo>
                    <a:pt x="220" y="275"/>
                  </a:lnTo>
                  <a:lnTo>
                    <a:pt x="220" y="275"/>
                  </a:lnTo>
                  <a:lnTo>
                    <a:pt x="232" y="278"/>
                  </a:lnTo>
                  <a:lnTo>
                    <a:pt x="242" y="283"/>
                  </a:lnTo>
                  <a:lnTo>
                    <a:pt x="257" y="294"/>
                  </a:lnTo>
                  <a:lnTo>
                    <a:pt x="267" y="301"/>
                  </a:lnTo>
                  <a:lnTo>
                    <a:pt x="271" y="305"/>
                  </a:lnTo>
                  <a:lnTo>
                    <a:pt x="271" y="305"/>
                  </a:lnTo>
                  <a:lnTo>
                    <a:pt x="251" y="319"/>
                  </a:lnTo>
                  <a:lnTo>
                    <a:pt x="234" y="330"/>
                  </a:lnTo>
                  <a:lnTo>
                    <a:pt x="227" y="334"/>
                  </a:lnTo>
                  <a:lnTo>
                    <a:pt x="220" y="336"/>
                  </a:lnTo>
                  <a:lnTo>
                    <a:pt x="220" y="336"/>
                  </a:lnTo>
                  <a:lnTo>
                    <a:pt x="182" y="345"/>
                  </a:lnTo>
                  <a:lnTo>
                    <a:pt x="182" y="345"/>
                  </a:lnTo>
                  <a:lnTo>
                    <a:pt x="179" y="342"/>
                  </a:lnTo>
                  <a:lnTo>
                    <a:pt x="170" y="335"/>
                  </a:lnTo>
                  <a:lnTo>
                    <a:pt x="164" y="329"/>
                  </a:lnTo>
                  <a:lnTo>
                    <a:pt x="158" y="321"/>
                  </a:lnTo>
                  <a:lnTo>
                    <a:pt x="152" y="311"/>
                  </a:lnTo>
                  <a:lnTo>
                    <a:pt x="147" y="299"/>
                  </a:lnTo>
                  <a:lnTo>
                    <a:pt x="147" y="299"/>
                  </a:lnTo>
                  <a:lnTo>
                    <a:pt x="130" y="259"/>
                  </a:lnTo>
                  <a:lnTo>
                    <a:pt x="126" y="246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1" y="229"/>
                  </a:lnTo>
                  <a:lnTo>
                    <a:pt x="118" y="224"/>
                  </a:lnTo>
                  <a:lnTo>
                    <a:pt x="116" y="220"/>
                  </a:lnTo>
                  <a:lnTo>
                    <a:pt x="112" y="219"/>
                  </a:lnTo>
                  <a:lnTo>
                    <a:pt x="109" y="218"/>
                  </a:lnTo>
                  <a:lnTo>
                    <a:pt x="106" y="219"/>
                  </a:lnTo>
                  <a:lnTo>
                    <a:pt x="103" y="220"/>
                  </a:lnTo>
                  <a:lnTo>
                    <a:pt x="99" y="225"/>
                  </a:lnTo>
                  <a:lnTo>
                    <a:pt x="99" y="225"/>
                  </a:lnTo>
                  <a:lnTo>
                    <a:pt x="96" y="230"/>
                  </a:lnTo>
                  <a:lnTo>
                    <a:pt x="95" y="237"/>
                  </a:lnTo>
                  <a:lnTo>
                    <a:pt x="95" y="245"/>
                  </a:lnTo>
                  <a:lnTo>
                    <a:pt x="96" y="253"/>
                  </a:lnTo>
                  <a:lnTo>
                    <a:pt x="103" y="269"/>
                  </a:lnTo>
                  <a:lnTo>
                    <a:pt x="109" y="284"/>
                  </a:lnTo>
                  <a:lnTo>
                    <a:pt x="109" y="284"/>
                  </a:lnTo>
                  <a:lnTo>
                    <a:pt x="128" y="321"/>
                  </a:lnTo>
                  <a:lnTo>
                    <a:pt x="141" y="345"/>
                  </a:lnTo>
                  <a:lnTo>
                    <a:pt x="141" y="345"/>
                  </a:lnTo>
                  <a:lnTo>
                    <a:pt x="127" y="346"/>
                  </a:lnTo>
                  <a:lnTo>
                    <a:pt x="111" y="346"/>
                  </a:lnTo>
                  <a:lnTo>
                    <a:pt x="93" y="345"/>
                  </a:lnTo>
                  <a:lnTo>
                    <a:pt x="83" y="342"/>
                  </a:lnTo>
                  <a:lnTo>
                    <a:pt x="72" y="340"/>
                  </a:lnTo>
                  <a:lnTo>
                    <a:pt x="64" y="338"/>
                  </a:lnTo>
                  <a:lnTo>
                    <a:pt x="54" y="333"/>
                  </a:lnTo>
                  <a:lnTo>
                    <a:pt x="47" y="327"/>
                  </a:lnTo>
                  <a:lnTo>
                    <a:pt x="40" y="321"/>
                  </a:lnTo>
                  <a:lnTo>
                    <a:pt x="34" y="312"/>
                  </a:lnTo>
                  <a:lnTo>
                    <a:pt x="29" y="303"/>
                  </a:lnTo>
                  <a:lnTo>
                    <a:pt x="29" y="303"/>
                  </a:lnTo>
                  <a:lnTo>
                    <a:pt x="25" y="292"/>
                  </a:lnTo>
                  <a:lnTo>
                    <a:pt x="24" y="282"/>
                  </a:lnTo>
                  <a:lnTo>
                    <a:pt x="23" y="274"/>
                  </a:lnTo>
                  <a:lnTo>
                    <a:pt x="22" y="265"/>
                  </a:lnTo>
                  <a:lnTo>
                    <a:pt x="23" y="258"/>
                  </a:lnTo>
                  <a:lnTo>
                    <a:pt x="24" y="252"/>
                  </a:lnTo>
                  <a:lnTo>
                    <a:pt x="28" y="240"/>
                  </a:lnTo>
                  <a:lnTo>
                    <a:pt x="34" y="229"/>
                  </a:lnTo>
                  <a:lnTo>
                    <a:pt x="41" y="220"/>
                  </a:lnTo>
                  <a:lnTo>
                    <a:pt x="48" y="213"/>
                  </a:lnTo>
                  <a:lnTo>
                    <a:pt x="55" y="207"/>
                  </a:lnTo>
                  <a:lnTo>
                    <a:pt x="55" y="207"/>
                  </a:lnTo>
                  <a:lnTo>
                    <a:pt x="61" y="202"/>
                  </a:lnTo>
                  <a:lnTo>
                    <a:pt x="64" y="197"/>
                  </a:lnTo>
                  <a:lnTo>
                    <a:pt x="66" y="194"/>
                  </a:lnTo>
                  <a:lnTo>
                    <a:pt x="65" y="191"/>
                  </a:lnTo>
                  <a:lnTo>
                    <a:pt x="64" y="190"/>
                  </a:lnTo>
                  <a:lnTo>
                    <a:pt x="63" y="188"/>
                  </a:lnTo>
                  <a:lnTo>
                    <a:pt x="59" y="184"/>
                  </a:lnTo>
                  <a:lnTo>
                    <a:pt x="59" y="18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Freeform 583">
              <a:extLst>
                <a:ext uri="{FF2B5EF4-FFF2-40B4-BE49-F238E27FC236}">
                  <a16:creationId xmlns:a16="http://schemas.microsoft.com/office/drawing/2014/main" id="{F118C445-1BED-D64B-9CBF-4C41C6935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813" y="4713288"/>
              <a:ext cx="185738" cy="361950"/>
            </a:xfrm>
            <a:custGeom>
              <a:avLst/>
              <a:gdLst>
                <a:gd name="T0" fmla="*/ 233 w 233"/>
                <a:gd name="T1" fmla="*/ 456 h 456"/>
                <a:gd name="T2" fmla="*/ 214 w 233"/>
                <a:gd name="T3" fmla="*/ 456 h 456"/>
                <a:gd name="T4" fmla="*/ 214 w 233"/>
                <a:gd name="T5" fmla="*/ 305 h 456"/>
                <a:gd name="T6" fmla="*/ 214 w 233"/>
                <a:gd name="T7" fmla="*/ 305 h 456"/>
                <a:gd name="T8" fmla="*/ 212 w 233"/>
                <a:gd name="T9" fmla="*/ 277 h 456"/>
                <a:gd name="T10" fmla="*/ 209 w 233"/>
                <a:gd name="T11" fmla="*/ 253 h 456"/>
                <a:gd name="T12" fmla="*/ 209 w 233"/>
                <a:gd name="T13" fmla="*/ 253 h 456"/>
                <a:gd name="T14" fmla="*/ 206 w 233"/>
                <a:gd name="T15" fmla="*/ 237 h 456"/>
                <a:gd name="T16" fmla="*/ 201 w 233"/>
                <a:gd name="T17" fmla="*/ 223 h 456"/>
                <a:gd name="T18" fmla="*/ 197 w 233"/>
                <a:gd name="T19" fmla="*/ 210 h 456"/>
                <a:gd name="T20" fmla="*/ 191 w 233"/>
                <a:gd name="T21" fmla="*/ 195 h 456"/>
                <a:gd name="T22" fmla="*/ 185 w 233"/>
                <a:gd name="T23" fmla="*/ 183 h 456"/>
                <a:gd name="T24" fmla="*/ 179 w 233"/>
                <a:gd name="T25" fmla="*/ 170 h 456"/>
                <a:gd name="T26" fmla="*/ 163 w 233"/>
                <a:gd name="T27" fmla="*/ 147 h 456"/>
                <a:gd name="T28" fmla="*/ 147 w 233"/>
                <a:gd name="T29" fmla="*/ 126 h 456"/>
                <a:gd name="T30" fmla="*/ 129 w 233"/>
                <a:gd name="T31" fmla="*/ 107 h 456"/>
                <a:gd name="T32" fmla="*/ 111 w 233"/>
                <a:gd name="T33" fmla="*/ 89 h 456"/>
                <a:gd name="T34" fmla="*/ 93 w 233"/>
                <a:gd name="T35" fmla="*/ 74 h 456"/>
                <a:gd name="T36" fmla="*/ 76 w 233"/>
                <a:gd name="T37" fmla="*/ 61 h 456"/>
                <a:gd name="T38" fmla="*/ 59 w 233"/>
                <a:gd name="T39" fmla="*/ 49 h 456"/>
                <a:gd name="T40" fmla="*/ 43 w 233"/>
                <a:gd name="T41" fmla="*/ 39 h 456"/>
                <a:gd name="T42" fmla="*/ 29 w 233"/>
                <a:gd name="T43" fmla="*/ 32 h 456"/>
                <a:gd name="T44" fmla="*/ 8 w 233"/>
                <a:gd name="T45" fmla="*/ 21 h 456"/>
                <a:gd name="T46" fmla="*/ 0 w 233"/>
                <a:gd name="T47" fmla="*/ 17 h 456"/>
                <a:gd name="T48" fmla="*/ 7 w 233"/>
                <a:gd name="T49" fmla="*/ 0 h 456"/>
                <a:gd name="T50" fmla="*/ 7 w 233"/>
                <a:gd name="T51" fmla="*/ 0 h 456"/>
                <a:gd name="T52" fmla="*/ 18 w 233"/>
                <a:gd name="T53" fmla="*/ 4 h 456"/>
                <a:gd name="T54" fmla="*/ 39 w 233"/>
                <a:gd name="T55" fmla="*/ 16 h 456"/>
                <a:gd name="T56" fmla="*/ 55 w 233"/>
                <a:gd name="T57" fmla="*/ 25 h 456"/>
                <a:gd name="T58" fmla="*/ 71 w 233"/>
                <a:gd name="T59" fmla="*/ 34 h 456"/>
                <a:gd name="T60" fmla="*/ 89 w 233"/>
                <a:gd name="T61" fmla="*/ 46 h 456"/>
                <a:gd name="T62" fmla="*/ 107 w 233"/>
                <a:gd name="T63" fmla="*/ 61 h 456"/>
                <a:gd name="T64" fmla="*/ 126 w 233"/>
                <a:gd name="T65" fmla="*/ 77 h 456"/>
                <a:gd name="T66" fmla="*/ 145 w 233"/>
                <a:gd name="T67" fmla="*/ 95 h 456"/>
                <a:gd name="T68" fmla="*/ 163 w 233"/>
                <a:gd name="T69" fmla="*/ 115 h 456"/>
                <a:gd name="T70" fmla="*/ 180 w 233"/>
                <a:gd name="T71" fmla="*/ 137 h 456"/>
                <a:gd name="T72" fmla="*/ 195 w 233"/>
                <a:gd name="T73" fmla="*/ 161 h 456"/>
                <a:gd name="T74" fmla="*/ 203 w 233"/>
                <a:gd name="T75" fmla="*/ 174 h 456"/>
                <a:gd name="T76" fmla="*/ 209 w 233"/>
                <a:gd name="T77" fmla="*/ 189 h 456"/>
                <a:gd name="T78" fmla="*/ 215 w 233"/>
                <a:gd name="T79" fmla="*/ 202 h 456"/>
                <a:gd name="T80" fmla="*/ 220 w 233"/>
                <a:gd name="T81" fmla="*/ 218 h 456"/>
                <a:gd name="T82" fmla="*/ 224 w 233"/>
                <a:gd name="T83" fmla="*/ 234 h 456"/>
                <a:gd name="T84" fmla="*/ 228 w 233"/>
                <a:gd name="T85" fmla="*/ 249 h 456"/>
                <a:gd name="T86" fmla="*/ 228 w 233"/>
                <a:gd name="T87" fmla="*/ 249 h 456"/>
                <a:gd name="T88" fmla="*/ 232 w 233"/>
                <a:gd name="T89" fmla="*/ 276 h 456"/>
                <a:gd name="T90" fmla="*/ 233 w 233"/>
                <a:gd name="T91" fmla="*/ 305 h 456"/>
                <a:gd name="T92" fmla="*/ 233 w 233"/>
                <a:gd name="T9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3" h="456">
                  <a:moveTo>
                    <a:pt x="233" y="456"/>
                  </a:moveTo>
                  <a:lnTo>
                    <a:pt x="214" y="456"/>
                  </a:lnTo>
                  <a:lnTo>
                    <a:pt x="214" y="305"/>
                  </a:lnTo>
                  <a:lnTo>
                    <a:pt x="214" y="305"/>
                  </a:lnTo>
                  <a:lnTo>
                    <a:pt x="212" y="277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06" y="237"/>
                  </a:lnTo>
                  <a:lnTo>
                    <a:pt x="201" y="223"/>
                  </a:lnTo>
                  <a:lnTo>
                    <a:pt x="197" y="210"/>
                  </a:lnTo>
                  <a:lnTo>
                    <a:pt x="191" y="195"/>
                  </a:lnTo>
                  <a:lnTo>
                    <a:pt x="185" y="183"/>
                  </a:lnTo>
                  <a:lnTo>
                    <a:pt x="179" y="170"/>
                  </a:lnTo>
                  <a:lnTo>
                    <a:pt x="163" y="147"/>
                  </a:lnTo>
                  <a:lnTo>
                    <a:pt x="147" y="126"/>
                  </a:lnTo>
                  <a:lnTo>
                    <a:pt x="129" y="107"/>
                  </a:lnTo>
                  <a:lnTo>
                    <a:pt x="111" y="89"/>
                  </a:lnTo>
                  <a:lnTo>
                    <a:pt x="93" y="74"/>
                  </a:lnTo>
                  <a:lnTo>
                    <a:pt x="76" y="61"/>
                  </a:lnTo>
                  <a:lnTo>
                    <a:pt x="59" y="49"/>
                  </a:lnTo>
                  <a:lnTo>
                    <a:pt x="43" y="39"/>
                  </a:lnTo>
                  <a:lnTo>
                    <a:pt x="29" y="32"/>
                  </a:lnTo>
                  <a:lnTo>
                    <a:pt x="8" y="21"/>
                  </a:lnTo>
                  <a:lnTo>
                    <a:pt x="0" y="17"/>
                  </a:lnTo>
                  <a:lnTo>
                    <a:pt x="7" y="0"/>
                  </a:lnTo>
                  <a:lnTo>
                    <a:pt x="7" y="0"/>
                  </a:lnTo>
                  <a:lnTo>
                    <a:pt x="18" y="4"/>
                  </a:lnTo>
                  <a:lnTo>
                    <a:pt x="39" y="16"/>
                  </a:lnTo>
                  <a:lnTo>
                    <a:pt x="55" y="25"/>
                  </a:lnTo>
                  <a:lnTo>
                    <a:pt x="71" y="34"/>
                  </a:lnTo>
                  <a:lnTo>
                    <a:pt x="89" y="46"/>
                  </a:lnTo>
                  <a:lnTo>
                    <a:pt x="107" y="61"/>
                  </a:lnTo>
                  <a:lnTo>
                    <a:pt x="126" y="77"/>
                  </a:lnTo>
                  <a:lnTo>
                    <a:pt x="145" y="95"/>
                  </a:lnTo>
                  <a:lnTo>
                    <a:pt x="163" y="115"/>
                  </a:lnTo>
                  <a:lnTo>
                    <a:pt x="180" y="137"/>
                  </a:lnTo>
                  <a:lnTo>
                    <a:pt x="195" y="161"/>
                  </a:lnTo>
                  <a:lnTo>
                    <a:pt x="203" y="174"/>
                  </a:lnTo>
                  <a:lnTo>
                    <a:pt x="209" y="189"/>
                  </a:lnTo>
                  <a:lnTo>
                    <a:pt x="215" y="202"/>
                  </a:lnTo>
                  <a:lnTo>
                    <a:pt x="220" y="218"/>
                  </a:lnTo>
                  <a:lnTo>
                    <a:pt x="224" y="234"/>
                  </a:lnTo>
                  <a:lnTo>
                    <a:pt x="228" y="249"/>
                  </a:lnTo>
                  <a:lnTo>
                    <a:pt x="228" y="249"/>
                  </a:lnTo>
                  <a:lnTo>
                    <a:pt x="232" y="276"/>
                  </a:lnTo>
                  <a:lnTo>
                    <a:pt x="233" y="305"/>
                  </a:lnTo>
                  <a:lnTo>
                    <a:pt x="233" y="4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Freeform 584">
              <a:extLst>
                <a:ext uri="{FF2B5EF4-FFF2-40B4-BE49-F238E27FC236}">
                  <a16:creationId xmlns:a16="http://schemas.microsoft.com/office/drawing/2014/main" id="{7D2CEF37-9F59-B04A-A904-E53197C13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438" y="4856163"/>
              <a:ext cx="106363" cy="215900"/>
            </a:xfrm>
            <a:custGeom>
              <a:avLst/>
              <a:gdLst>
                <a:gd name="T0" fmla="*/ 0 w 135"/>
                <a:gd name="T1" fmla="*/ 272 h 272"/>
                <a:gd name="T2" fmla="*/ 0 w 135"/>
                <a:gd name="T3" fmla="*/ 272 h 272"/>
                <a:gd name="T4" fmla="*/ 0 w 135"/>
                <a:gd name="T5" fmla="*/ 262 h 272"/>
                <a:gd name="T6" fmla="*/ 2 w 135"/>
                <a:gd name="T7" fmla="*/ 238 h 272"/>
                <a:gd name="T8" fmla="*/ 3 w 135"/>
                <a:gd name="T9" fmla="*/ 221 h 272"/>
                <a:gd name="T10" fmla="*/ 5 w 135"/>
                <a:gd name="T11" fmla="*/ 201 h 272"/>
                <a:gd name="T12" fmla="*/ 9 w 135"/>
                <a:gd name="T13" fmla="*/ 181 h 272"/>
                <a:gd name="T14" fmla="*/ 14 w 135"/>
                <a:gd name="T15" fmla="*/ 159 h 272"/>
                <a:gd name="T16" fmla="*/ 20 w 135"/>
                <a:gd name="T17" fmla="*/ 136 h 272"/>
                <a:gd name="T18" fmla="*/ 28 w 135"/>
                <a:gd name="T19" fmla="*/ 113 h 272"/>
                <a:gd name="T20" fmla="*/ 39 w 135"/>
                <a:gd name="T21" fmla="*/ 90 h 272"/>
                <a:gd name="T22" fmla="*/ 51 w 135"/>
                <a:gd name="T23" fmla="*/ 68 h 272"/>
                <a:gd name="T24" fmla="*/ 58 w 135"/>
                <a:gd name="T25" fmla="*/ 59 h 272"/>
                <a:gd name="T26" fmla="*/ 67 w 135"/>
                <a:gd name="T27" fmla="*/ 48 h 272"/>
                <a:gd name="T28" fmla="*/ 75 w 135"/>
                <a:gd name="T29" fmla="*/ 38 h 272"/>
                <a:gd name="T30" fmla="*/ 85 w 135"/>
                <a:gd name="T31" fmla="*/ 30 h 272"/>
                <a:gd name="T32" fmla="*/ 95 w 135"/>
                <a:gd name="T33" fmla="*/ 21 h 272"/>
                <a:gd name="T34" fmla="*/ 106 w 135"/>
                <a:gd name="T35" fmla="*/ 13 h 272"/>
                <a:gd name="T36" fmla="*/ 118 w 135"/>
                <a:gd name="T37" fmla="*/ 6 h 272"/>
                <a:gd name="T38" fmla="*/ 131 w 135"/>
                <a:gd name="T39" fmla="*/ 0 h 272"/>
                <a:gd name="T40" fmla="*/ 135 w 135"/>
                <a:gd name="T41" fmla="*/ 8 h 272"/>
                <a:gd name="T42" fmla="*/ 135 w 135"/>
                <a:gd name="T43" fmla="*/ 8 h 272"/>
                <a:gd name="T44" fmla="*/ 123 w 135"/>
                <a:gd name="T45" fmla="*/ 14 h 272"/>
                <a:gd name="T46" fmla="*/ 112 w 135"/>
                <a:gd name="T47" fmla="*/ 21 h 272"/>
                <a:gd name="T48" fmla="*/ 101 w 135"/>
                <a:gd name="T49" fmla="*/ 29 h 272"/>
                <a:gd name="T50" fmla="*/ 91 w 135"/>
                <a:gd name="T51" fmla="*/ 37 h 272"/>
                <a:gd name="T52" fmla="*/ 81 w 135"/>
                <a:gd name="T53" fmla="*/ 45 h 272"/>
                <a:gd name="T54" fmla="*/ 73 w 135"/>
                <a:gd name="T55" fmla="*/ 55 h 272"/>
                <a:gd name="T56" fmla="*/ 66 w 135"/>
                <a:gd name="T57" fmla="*/ 65 h 272"/>
                <a:gd name="T58" fmla="*/ 58 w 135"/>
                <a:gd name="T59" fmla="*/ 75 h 272"/>
                <a:gd name="T60" fmla="*/ 46 w 135"/>
                <a:gd name="T61" fmla="*/ 96 h 272"/>
                <a:gd name="T62" fmla="*/ 37 w 135"/>
                <a:gd name="T63" fmla="*/ 118 h 272"/>
                <a:gd name="T64" fmla="*/ 28 w 135"/>
                <a:gd name="T65" fmla="*/ 140 h 272"/>
                <a:gd name="T66" fmla="*/ 22 w 135"/>
                <a:gd name="T67" fmla="*/ 162 h 272"/>
                <a:gd name="T68" fmla="*/ 17 w 135"/>
                <a:gd name="T69" fmla="*/ 183 h 272"/>
                <a:gd name="T70" fmla="*/ 14 w 135"/>
                <a:gd name="T71" fmla="*/ 204 h 272"/>
                <a:gd name="T72" fmla="*/ 13 w 135"/>
                <a:gd name="T73" fmla="*/ 222 h 272"/>
                <a:gd name="T74" fmla="*/ 10 w 135"/>
                <a:gd name="T75" fmla="*/ 238 h 272"/>
                <a:gd name="T76" fmla="*/ 10 w 135"/>
                <a:gd name="T77" fmla="*/ 262 h 272"/>
                <a:gd name="T78" fmla="*/ 10 w 135"/>
                <a:gd name="T79" fmla="*/ 272 h 272"/>
                <a:gd name="T80" fmla="*/ 0 w 135"/>
                <a:gd name="T81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5" h="272">
                  <a:moveTo>
                    <a:pt x="0" y="272"/>
                  </a:moveTo>
                  <a:lnTo>
                    <a:pt x="0" y="272"/>
                  </a:lnTo>
                  <a:lnTo>
                    <a:pt x="0" y="262"/>
                  </a:lnTo>
                  <a:lnTo>
                    <a:pt x="2" y="238"/>
                  </a:lnTo>
                  <a:lnTo>
                    <a:pt x="3" y="221"/>
                  </a:lnTo>
                  <a:lnTo>
                    <a:pt x="5" y="201"/>
                  </a:lnTo>
                  <a:lnTo>
                    <a:pt x="9" y="181"/>
                  </a:lnTo>
                  <a:lnTo>
                    <a:pt x="14" y="159"/>
                  </a:lnTo>
                  <a:lnTo>
                    <a:pt x="20" y="136"/>
                  </a:lnTo>
                  <a:lnTo>
                    <a:pt x="28" y="113"/>
                  </a:lnTo>
                  <a:lnTo>
                    <a:pt x="39" y="90"/>
                  </a:lnTo>
                  <a:lnTo>
                    <a:pt x="51" y="68"/>
                  </a:lnTo>
                  <a:lnTo>
                    <a:pt x="58" y="59"/>
                  </a:lnTo>
                  <a:lnTo>
                    <a:pt x="67" y="48"/>
                  </a:lnTo>
                  <a:lnTo>
                    <a:pt x="75" y="38"/>
                  </a:lnTo>
                  <a:lnTo>
                    <a:pt x="85" y="30"/>
                  </a:lnTo>
                  <a:lnTo>
                    <a:pt x="95" y="21"/>
                  </a:lnTo>
                  <a:lnTo>
                    <a:pt x="106" y="13"/>
                  </a:lnTo>
                  <a:lnTo>
                    <a:pt x="118" y="6"/>
                  </a:lnTo>
                  <a:lnTo>
                    <a:pt x="131" y="0"/>
                  </a:lnTo>
                  <a:lnTo>
                    <a:pt x="135" y="8"/>
                  </a:lnTo>
                  <a:lnTo>
                    <a:pt x="135" y="8"/>
                  </a:lnTo>
                  <a:lnTo>
                    <a:pt x="123" y="14"/>
                  </a:lnTo>
                  <a:lnTo>
                    <a:pt x="112" y="21"/>
                  </a:lnTo>
                  <a:lnTo>
                    <a:pt x="101" y="29"/>
                  </a:lnTo>
                  <a:lnTo>
                    <a:pt x="91" y="37"/>
                  </a:lnTo>
                  <a:lnTo>
                    <a:pt x="81" y="45"/>
                  </a:lnTo>
                  <a:lnTo>
                    <a:pt x="73" y="55"/>
                  </a:lnTo>
                  <a:lnTo>
                    <a:pt x="66" y="65"/>
                  </a:lnTo>
                  <a:lnTo>
                    <a:pt x="58" y="75"/>
                  </a:lnTo>
                  <a:lnTo>
                    <a:pt x="46" y="96"/>
                  </a:lnTo>
                  <a:lnTo>
                    <a:pt x="37" y="118"/>
                  </a:lnTo>
                  <a:lnTo>
                    <a:pt x="28" y="140"/>
                  </a:lnTo>
                  <a:lnTo>
                    <a:pt x="22" y="162"/>
                  </a:lnTo>
                  <a:lnTo>
                    <a:pt x="17" y="183"/>
                  </a:lnTo>
                  <a:lnTo>
                    <a:pt x="14" y="204"/>
                  </a:lnTo>
                  <a:lnTo>
                    <a:pt x="13" y="222"/>
                  </a:lnTo>
                  <a:lnTo>
                    <a:pt x="10" y="238"/>
                  </a:lnTo>
                  <a:lnTo>
                    <a:pt x="10" y="262"/>
                  </a:lnTo>
                  <a:lnTo>
                    <a:pt x="10" y="272"/>
                  </a:lnTo>
                  <a:lnTo>
                    <a:pt x="0" y="27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07" name="Freeform 433">
            <a:extLst>
              <a:ext uri="{FF2B5EF4-FFF2-40B4-BE49-F238E27FC236}">
                <a16:creationId xmlns:a16="http://schemas.microsoft.com/office/drawing/2014/main" id="{286206CA-E4A4-0040-8C05-6A77ADB38742}"/>
              </a:ext>
            </a:extLst>
          </p:cNvPr>
          <p:cNvSpPr>
            <a:spLocks/>
          </p:cNvSpPr>
          <p:nvPr/>
        </p:nvSpPr>
        <p:spPr bwMode="auto">
          <a:xfrm flipH="1">
            <a:off x="3064871" y="1494240"/>
            <a:ext cx="1874519" cy="1062934"/>
          </a:xfrm>
          <a:custGeom>
            <a:avLst/>
            <a:gdLst>
              <a:gd name="T0" fmla="*/ 1029 w 1238"/>
              <a:gd name="T1" fmla="*/ 701 h 701"/>
              <a:gd name="T2" fmla="*/ 1072 w 1238"/>
              <a:gd name="T3" fmla="*/ 694 h 701"/>
              <a:gd name="T4" fmla="*/ 1110 w 1238"/>
              <a:gd name="T5" fmla="*/ 681 h 701"/>
              <a:gd name="T6" fmla="*/ 1147 w 1238"/>
              <a:gd name="T7" fmla="*/ 659 h 701"/>
              <a:gd name="T8" fmla="*/ 1177 w 1238"/>
              <a:gd name="T9" fmla="*/ 632 h 701"/>
              <a:gd name="T10" fmla="*/ 1202 w 1238"/>
              <a:gd name="T11" fmla="*/ 601 h 701"/>
              <a:gd name="T12" fmla="*/ 1222 w 1238"/>
              <a:gd name="T13" fmla="*/ 563 h 701"/>
              <a:gd name="T14" fmla="*/ 1234 w 1238"/>
              <a:gd name="T15" fmla="*/ 523 h 701"/>
              <a:gd name="T16" fmla="*/ 1238 w 1238"/>
              <a:gd name="T17" fmla="*/ 480 h 701"/>
              <a:gd name="T18" fmla="*/ 1237 w 1238"/>
              <a:gd name="T19" fmla="*/ 458 h 701"/>
              <a:gd name="T20" fmla="*/ 1229 w 1238"/>
              <a:gd name="T21" fmla="*/ 414 h 701"/>
              <a:gd name="T22" fmla="*/ 1212 w 1238"/>
              <a:gd name="T23" fmla="*/ 375 h 701"/>
              <a:gd name="T24" fmla="*/ 1188 w 1238"/>
              <a:gd name="T25" fmla="*/ 340 h 701"/>
              <a:gd name="T26" fmla="*/ 1157 w 1238"/>
              <a:gd name="T27" fmla="*/ 309 h 701"/>
              <a:gd name="T28" fmla="*/ 1122 w 1238"/>
              <a:gd name="T29" fmla="*/ 286 h 701"/>
              <a:gd name="T30" fmla="*/ 1082 w 1238"/>
              <a:gd name="T31" fmla="*/ 269 h 701"/>
              <a:gd name="T32" fmla="*/ 1040 w 1238"/>
              <a:gd name="T33" fmla="*/ 260 h 701"/>
              <a:gd name="T34" fmla="*/ 1017 w 1238"/>
              <a:gd name="T35" fmla="*/ 259 h 701"/>
              <a:gd name="T36" fmla="*/ 984 w 1238"/>
              <a:gd name="T37" fmla="*/ 261 h 701"/>
              <a:gd name="T38" fmla="*/ 953 w 1238"/>
              <a:gd name="T39" fmla="*/ 268 h 701"/>
              <a:gd name="T40" fmla="*/ 945 w 1238"/>
              <a:gd name="T41" fmla="*/ 240 h 701"/>
              <a:gd name="T42" fmla="*/ 922 w 1238"/>
              <a:gd name="T43" fmla="*/ 186 h 701"/>
              <a:gd name="T44" fmla="*/ 890 w 1238"/>
              <a:gd name="T45" fmla="*/ 138 h 701"/>
              <a:gd name="T46" fmla="*/ 851 w 1238"/>
              <a:gd name="T47" fmla="*/ 95 h 701"/>
              <a:gd name="T48" fmla="*/ 807 w 1238"/>
              <a:gd name="T49" fmla="*/ 59 h 701"/>
              <a:gd name="T50" fmla="*/ 756 w 1238"/>
              <a:gd name="T51" fmla="*/ 31 h 701"/>
              <a:gd name="T52" fmla="*/ 700 w 1238"/>
              <a:gd name="T53" fmla="*/ 11 h 701"/>
              <a:gd name="T54" fmla="*/ 641 w 1238"/>
              <a:gd name="T55" fmla="*/ 1 h 701"/>
              <a:gd name="T56" fmla="*/ 611 w 1238"/>
              <a:gd name="T57" fmla="*/ 0 h 701"/>
              <a:gd name="T58" fmla="*/ 550 w 1238"/>
              <a:gd name="T59" fmla="*/ 5 h 701"/>
              <a:gd name="T60" fmla="*/ 493 w 1238"/>
              <a:gd name="T61" fmla="*/ 19 h 701"/>
              <a:gd name="T62" fmla="*/ 440 w 1238"/>
              <a:gd name="T63" fmla="*/ 43 h 701"/>
              <a:gd name="T64" fmla="*/ 393 w 1238"/>
              <a:gd name="T65" fmla="*/ 75 h 701"/>
              <a:gd name="T66" fmla="*/ 351 w 1238"/>
              <a:gd name="T67" fmla="*/ 113 h 701"/>
              <a:gd name="T68" fmla="*/ 316 w 1238"/>
              <a:gd name="T69" fmla="*/ 159 h 701"/>
              <a:gd name="T70" fmla="*/ 289 w 1238"/>
              <a:gd name="T71" fmla="*/ 209 h 701"/>
              <a:gd name="T72" fmla="*/ 270 w 1238"/>
              <a:gd name="T73" fmla="*/ 265 h 701"/>
              <a:gd name="T74" fmla="*/ 246 w 1238"/>
              <a:gd name="T75" fmla="*/ 261 h 701"/>
              <a:gd name="T76" fmla="*/ 221 w 1238"/>
              <a:gd name="T77" fmla="*/ 259 h 701"/>
              <a:gd name="T78" fmla="*/ 198 w 1238"/>
              <a:gd name="T79" fmla="*/ 260 h 701"/>
              <a:gd name="T80" fmla="*/ 155 w 1238"/>
              <a:gd name="T81" fmla="*/ 269 h 701"/>
              <a:gd name="T82" fmla="*/ 116 w 1238"/>
              <a:gd name="T83" fmla="*/ 286 h 701"/>
              <a:gd name="T84" fmla="*/ 80 w 1238"/>
              <a:gd name="T85" fmla="*/ 309 h 701"/>
              <a:gd name="T86" fmla="*/ 51 w 1238"/>
              <a:gd name="T87" fmla="*/ 340 h 701"/>
              <a:gd name="T88" fmla="*/ 27 w 1238"/>
              <a:gd name="T89" fmla="*/ 375 h 701"/>
              <a:gd name="T90" fmla="*/ 10 w 1238"/>
              <a:gd name="T91" fmla="*/ 414 h 701"/>
              <a:gd name="T92" fmla="*/ 1 w 1238"/>
              <a:gd name="T93" fmla="*/ 458 h 701"/>
              <a:gd name="T94" fmla="*/ 0 w 1238"/>
              <a:gd name="T95" fmla="*/ 480 h 701"/>
              <a:gd name="T96" fmla="*/ 4 w 1238"/>
              <a:gd name="T97" fmla="*/ 522 h 701"/>
              <a:gd name="T98" fmla="*/ 16 w 1238"/>
              <a:gd name="T99" fmla="*/ 562 h 701"/>
              <a:gd name="T100" fmla="*/ 34 w 1238"/>
              <a:gd name="T101" fmla="*/ 598 h 701"/>
              <a:gd name="T102" fmla="*/ 59 w 1238"/>
              <a:gd name="T103" fmla="*/ 631 h 701"/>
              <a:gd name="T104" fmla="*/ 90 w 1238"/>
              <a:gd name="T105" fmla="*/ 658 h 701"/>
              <a:gd name="T106" fmla="*/ 123 w 1238"/>
              <a:gd name="T107" fmla="*/ 678 h 701"/>
              <a:gd name="T108" fmla="*/ 162 w 1238"/>
              <a:gd name="T109" fmla="*/ 693 h 701"/>
              <a:gd name="T110" fmla="*/ 203 w 1238"/>
              <a:gd name="T111" fmla="*/ 70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38" h="701">
                <a:moveTo>
                  <a:pt x="1029" y="701"/>
                </a:moveTo>
                <a:lnTo>
                  <a:pt x="1029" y="701"/>
                </a:lnTo>
                <a:lnTo>
                  <a:pt x="1051" y="699"/>
                </a:lnTo>
                <a:lnTo>
                  <a:pt x="1072" y="694"/>
                </a:lnTo>
                <a:lnTo>
                  <a:pt x="1091" y="688"/>
                </a:lnTo>
                <a:lnTo>
                  <a:pt x="1110" y="681"/>
                </a:lnTo>
                <a:lnTo>
                  <a:pt x="1130" y="671"/>
                </a:lnTo>
                <a:lnTo>
                  <a:pt x="1147" y="659"/>
                </a:lnTo>
                <a:lnTo>
                  <a:pt x="1162" y="647"/>
                </a:lnTo>
                <a:lnTo>
                  <a:pt x="1177" y="632"/>
                </a:lnTo>
                <a:lnTo>
                  <a:pt x="1191" y="616"/>
                </a:lnTo>
                <a:lnTo>
                  <a:pt x="1202" y="601"/>
                </a:lnTo>
                <a:lnTo>
                  <a:pt x="1213" y="583"/>
                </a:lnTo>
                <a:lnTo>
                  <a:pt x="1222" y="563"/>
                </a:lnTo>
                <a:lnTo>
                  <a:pt x="1229" y="544"/>
                </a:lnTo>
                <a:lnTo>
                  <a:pt x="1234" y="523"/>
                </a:lnTo>
                <a:lnTo>
                  <a:pt x="1237" y="502"/>
                </a:lnTo>
                <a:lnTo>
                  <a:pt x="1238" y="480"/>
                </a:lnTo>
                <a:lnTo>
                  <a:pt x="1238" y="480"/>
                </a:lnTo>
                <a:lnTo>
                  <a:pt x="1237" y="458"/>
                </a:lnTo>
                <a:lnTo>
                  <a:pt x="1234" y="435"/>
                </a:lnTo>
                <a:lnTo>
                  <a:pt x="1229" y="414"/>
                </a:lnTo>
                <a:lnTo>
                  <a:pt x="1220" y="394"/>
                </a:lnTo>
                <a:lnTo>
                  <a:pt x="1212" y="375"/>
                </a:lnTo>
                <a:lnTo>
                  <a:pt x="1201" y="356"/>
                </a:lnTo>
                <a:lnTo>
                  <a:pt x="1188" y="340"/>
                </a:lnTo>
                <a:lnTo>
                  <a:pt x="1173" y="324"/>
                </a:lnTo>
                <a:lnTo>
                  <a:pt x="1157" y="309"/>
                </a:lnTo>
                <a:lnTo>
                  <a:pt x="1140" y="297"/>
                </a:lnTo>
                <a:lnTo>
                  <a:pt x="1122" y="286"/>
                </a:lnTo>
                <a:lnTo>
                  <a:pt x="1103" y="277"/>
                </a:lnTo>
                <a:lnTo>
                  <a:pt x="1082" y="269"/>
                </a:lnTo>
                <a:lnTo>
                  <a:pt x="1062" y="263"/>
                </a:lnTo>
                <a:lnTo>
                  <a:pt x="1040" y="260"/>
                </a:lnTo>
                <a:lnTo>
                  <a:pt x="1017" y="259"/>
                </a:lnTo>
                <a:lnTo>
                  <a:pt x="1017" y="259"/>
                </a:lnTo>
                <a:lnTo>
                  <a:pt x="1000" y="260"/>
                </a:lnTo>
                <a:lnTo>
                  <a:pt x="984" y="261"/>
                </a:lnTo>
                <a:lnTo>
                  <a:pt x="969" y="265"/>
                </a:lnTo>
                <a:lnTo>
                  <a:pt x="953" y="268"/>
                </a:lnTo>
                <a:lnTo>
                  <a:pt x="953" y="268"/>
                </a:lnTo>
                <a:lnTo>
                  <a:pt x="945" y="240"/>
                </a:lnTo>
                <a:lnTo>
                  <a:pt x="935" y="213"/>
                </a:lnTo>
                <a:lnTo>
                  <a:pt x="922" y="186"/>
                </a:lnTo>
                <a:lnTo>
                  <a:pt x="907" y="162"/>
                </a:lnTo>
                <a:lnTo>
                  <a:pt x="890" y="138"/>
                </a:lnTo>
                <a:lnTo>
                  <a:pt x="872" y="116"/>
                </a:lnTo>
                <a:lnTo>
                  <a:pt x="851" y="95"/>
                </a:lnTo>
                <a:lnTo>
                  <a:pt x="830" y="76"/>
                </a:lnTo>
                <a:lnTo>
                  <a:pt x="807" y="59"/>
                </a:lnTo>
                <a:lnTo>
                  <a:pt x="783" y="43"/>
                </a:lnTo>
                <a:lnTo>
                  <a:pt x="756" y="31"/>
                </a:lnTo>
                <a:lnTo>
                  <a:pt x="729" y="20"/>
                </a:lnTo>
                <a:lnTo>
                  <a:pt x="700" y="11"/>
                </a:lnTo>
                <a:lnTo>
                  <a:pt x="671" y="5"/>
                </a:lnTo>
                <a:lnTo>
                  <a:pt x="641" y="1"/>
                </a:lnTo>
                <a:lnTo>
                  <a:pt x="611" y="0"/>
                </a:lnTo>
                <a:lnTo>
                  <a:pt x="611" y="0"/>
                </a:lnTo>
                <a:lnTo>
                  <a:pt x="581" y="1"/>
                </a:lnTo>
                <a:lnTo>
                  <a:pt x="550" y="5"/>
                </a:lnTo>
                <a:lnTo>
                  <a:pt x="521" y="11"/>
                </a:lnTo>
                <a:lnTo>
                  <a:pt x="493" y="19"/>
                </a:lnTo>
                <a:lnTo>
                  <a:pt x="467" y="30"/>
                </a:lnTo>
                <a:lnTo>
                  <a:pt x="440" y="43"/>
                </a:lnTo>
                <a:lnTo>
                  <a:pt x="416" y="58"/>
                </a:lnTo>
                <a:lnTo>
                  <a:pt x="393" y="75"/>
                </a:lnTo>
                <a:lnTo>
                  <a:pt x="371" y="93"/>
                </a:lnTo>
                <a:lnTo>
                  <a:pt x="351" y="113"/>
                </a:lnTo>
                <a:lnTo>
                  <a:pt x="333" y="135"/>
                </a:lnTo>
                <a:lnTo>
                  <a:pt x="316" y="159"/>
                </a:lnTo>
                <a:lnTo>
                  <a:pt x="301" y="184"/>
                </a:lnTo>
                <a:lnTo>
                  <a:pt x="289" y="209"/>
                </a:lnTo>
                <a:lnTo>
                  <a:pt x="278" y="237"/>
                </a:lnTo>
                <a:lnTo>
                  <a:pt x="270" y="265"/>
                </a:lnTo>
                <a:lnTo>
                  <a:pt x="270" y="265"/>
                </a:lnTo>
                <a:lnTo>
                  <a:pt x="246" y="261"/>
                </a:lnTo>
                <a:lnTo>
                  <a:pt x="233" y="260"/>
                </a:lnTo>
                <a:lnTo>
                  <a:pt x="221" y="259"/>
                </a:lnTo>
                <a:lnTo>
                  <a:pt x="221" y="259"/>
                </a:lnTo>
                <a:lnTo>
                  <a:pt x="198" y="260"/>
                </a:lnTo>
                <a:lnTo>
                  <a:pt x="177" y="263"/>
                </a:lnTo>
                <a:lnTo>
                  <a:pt x="155" y="269"/>
                </a:lnTo>
                <a:lnTo>
                  <a:pt x="136" y="277"/>
                </a:lnTo>
                <a:lnTo>
                  <a:pt x="116" y="286"/>
                </a:lnTo>
                <a:lnTo>
                  <a:pt x="97" y="297"/>
                </a:lnTo>
                <a:lnTo>
                  <a:pt x="80" y="309"/>
                </a:lnTo>
                <a:lnTo>
                  <a:pt x="64" y="324"/>
                </a:lnTo>
                <a:lnTo>
                  <a:pt x="51" y="340"/>
                </a:lnTo>
                <a:lnTo>
                  <a:pt x="38" y="356"/>
                </a:lnTo>
                <a:lnTo>
                  <a:pt x="27" y="375"/>
                </a:lnTo>
                <a:lnTo>
                  <a:pt x="17" y="394"/>
                </a:lnTo>
                <a:lnTo>
                  <a:pt x="10" y="414"/>
                </a:lnTo>
                <a:lnTo>
                  <a:pt x="5" y="435"/>
                </a:lnTo>
                <a:lnTo>
                  <a:pt x="1" y="458"/>
                </a:lnTo>
                <a:lnTo>
                  <a:pt x="0" y="480"/>
                </a:lnTo>
                <a:lnTo>
                  <a:pt x="0" y="480"/>
                </a:lnTo>
                <a:lnTo>
                  <a:pt x="1" y="502"/>
                </a:lnTo>
                <a:lnTo>
                  <a:pt x="4" y="522"/>
                </a:lnTo>
                <a:lnTo>
                  <a:pt x="9" y="543"/>
                </a:lnTo>
                <a:lnTo>
                  <a:pt x="16" y="562"/>
                </a:lnTo>
                <a:lnTo>
                  <a:pt x="24" y="581"/>
                </a:lnTo>
                <a:lnTo>
                  <a:pt x="34" y="598"/>
                </a:lnTo>
                <a:lnTo>
                  <a:pt x="46" y="615"/>
                </a:lnTo>
                <a:lnTo>
                  <a:pt x="59" y="631"/>
                </a:lnTo>
                <a:lnTo>
                  <a:pt x="74" y="644"/>
                </a:lnTo>
                <a:lnTo>
                  <a:pt x="90" y="658"/>
                </a:lnTo>
                <a:lnTo>
                  <a:pt x="105" y="668"/>
                </a:lnTo>
                <a:lnTo>
                  <a:pt x="123" y="678"/>
                </a:lnTo>
                <a:lnTo>
                  <a:pt x="143" y="687"/>
                </a:lnTo>
                <a:lnTo>
                  <a:pt x="162" y="693"/>
                </a:lnTo>
                <a:lnTo>
                  <a:pt x="183" y="697"/>
                </a:lnTo>
                <a:lnTo>
                  <a:pt x="203" y="700"/>
                </a:lnTo>
                <a:lnTo>
                  <a:pt x="1029" y="701"/>
                </a:lnTo>
                <a:close/>
              </a:path>
            </a:pathLst>
          </a:custGeom>
          <a:gradFill>
            <a:gsLst>
              <a:gs pos="0">
                <a:schemeClr val="accent5"/>
              </a:gs>
              <a:gs pos="76000">
                <a:schemeClr val="bg1"/>
              </a:gs>
            </a:gsLst>
            <a:path path="circle">
              <a:fillToRect r="100000" b="10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1" name="Freeform 14">
            <a:extLst>
              <a:ext uri="{FF2B5EF4-FFF2-40B4-BE49-F238E27FC236}">
                <a16:creationId xmlns:a16="http://schemas.microsoft.com/office/drawing/2014/main" id="{2E2B9ABB-B0CC-4F4C-AE53-9AD007768B9D}"/>
              </a:ext>
            </a:extLst>
          </p:cNvPr>
          <p:cNvSpPr>
            <a:spLocks/>
          </p:cNvSpPr>
          <p:nvPr/>
        </p:nvSpPr>
        <p:spPr bwMode="auto">
          <a:xfrm flipH="1">
            <a:off x="3696148" y="4838016"/>
            <a:ext cx="8555021" cy="2019984"/>
          </a:xfrm>
          <a:custGeom>
            <a:avLst/>
            <a:gdLst>
              <a:gd name="T0" fmla="*/ 0 w 1812"/>
              <a:gd name="T1" fmla="*/ 305 h 305"/>
              <a:gd name="T2" fmla="*/ 0 w 1812"/>
              <a:gd name="T3" fmla="*/ 0 h 305"/>
              <a:gd name="T4" fmla="*/ 468 w 1812"/>
              <a:gd name="T5" fmla="*/ 113 h 305"/>
              <a:gd name="T6" fmla="*/ 960 w 1812"/>
              <a:gd name="T7" fmla="*/ 193 h 305"/>
              <a:gd name="T8" fmla="*/ 1479 w 1812"/>
              <a:gd name="T9" fmla="*/ 237 h 305"/>
              <a:gd name="T10" fmla="*/ 1812 w 1812"/>
              <a:gd name="T11" fmla="*/ 305 h 305"/>
              <a:gd name="T12" fmla="*/ 0 w 1812"/>
              <a:gd name="T13" fmla="*/ 305 h 305"/>
              <a:gd name="connsiteX0" fmla="*/ 0 w 10000"/>
              <a:gd name="connsiteY0" fmla="*/ 10000 h 10000"/>
              <a:gd name="connsiteX1" fmla="*/ 0 w 10000"/>
              <a:gd name="connsiteY1" fmla="*/ 0 h 10000"/>
              <a:gd name="connsiteX2" fmla="*/ 2583 w 10000"/>
              <a:gd name="connsiteY2" fmla="*/ 3705 h 10000"/>
              <a:gd name="connsiteX3" fmla="*/ 5298 w 10000"/>
              <a:gd name="connsiteY3" fmla="*/ 6328 h 10000"/>
              <a:gd name="connsiteX4" fmla="*/ 8162 w 10000"/>
              <a:gd name="connsiteY4" fmla="*/ 7770 h 10000"/>
              <a:gd name="connsiteX5" fmla="*/ 10000 w 10000"/>
              <a:gd name="connsiteY5" fmla="*/ 10000 h 10000"/>
              <a:gd name="connsiteX6" fmla="*/ 0 w 10000"/>
              <a:gd name="connsiteY6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000" h="10000">
                <a:moveTo>
                  <a:pt x="0" y="10000"/>
                </a:moveTo>
                <a:lnTo>
                  <a:pt x="0" y="0"/>
                </a:lnTo>
                <a:cubicBezTo>
                  <a:pt x="1076" y="5934"/>
                  <a:pt x="1659" y="4644"/>
                  <a:pt x="2583" y="3705"/>
                </a:cubicBezTo>
                <a:cubicBezTo>
                  <a:pt x="3507" y="2766"/>
                  <a:pt x="4321" y="3082"/>
                  <a:pt x="5298" y="6328"/>
                </a:cubicBezTo>
                <a:cubicBezTo>
                  <a:pt x="5993" y="8623"/>
                  <a:pt x="7042" y="8885"/>
                  <a:pt x="8162" y="7770"/>
                </a:cubicBezTo>
                <a:cubicBezTo>
                  <a:pt x="9283" y="6689"/>
                  <a:pt x="10000" y="10000"/>
                  <a:pt x="10000" y="10000"/>
                </a:cubicBezTo>
                <a:lnTo>
                  <a:pt x="0" y="10000"/>
                </a:lnTo>
                <a:close/>
              </a:path>
            </a:pathLst>
          </a:custGeom>
          <a:solidFill>
            <a:schemeClr val="accent5"/>
          </a:solidFill>
          <a:ln w="11113" cap="flat">
            <a:noFill/>
            <a:prstDash val="solid"/>
            <a:miter lim="800000"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ID" sz="2400"/>
          </a:p>
        </p:txBody>
      </p:sp>
      <p:sp>
        <p:nvSpPr>
          <p:cNvPr id="630" name="Freeform 14">
            <a:extLst>
              <a:ext uri="{FF2B5EF4-FFF2-40B4-BE49-F238E27FC236}">
                <a16:creationId xmlns:a16="http://schemas.microsoft.com/office/drawing/2014/main" id="{DB9558B3-B225-524A-B539-AC2C8FC303A5}"/>
              </a:ext>
            </a:extLst>
          </p:cNvPr>
          <p:cNvSpPr>
            <a:spLocks/>
          </p:cNvSpPr>
          <p:nvPr/>
        </p:nvSpPr>
        <p:spPr bwMode="auto">
          <a:xfrm>
            <a:off x="0" y="4838016"/>
            <a:ext cx="8555021" cy="2019984"/>
          </a:xfrm>
          <a:custGeom>
            <a:avLst/>
            <a:gdLst>
              <a:gd name="T0" fmla="*/ 0 w 1812"/>
              <a:gd name="T1" fmla="*/ 305 h 305"/>
              <a:gd name="T2" fmla="*/ 0 w 1812"/>
              <a:gd name="T3" fmla="*/ 0 h 305"/>
              <a:gd name="T4" fmla="*/ 468 w 1812"/>
              <a:gd name="T5" fmla="*/ 113 h 305"/>
              <a:gd name="T6" fmla="*/ 960 w 1812"/>
              <a:gd name="T7" fmla="*/ 193 h 305"/>
              <a:gd name="T8" fmla="*/ 1479 w 1812"/>
              <a:gd name="T9" fmla="*/ 237 h 305"/>
              <a:gd name="T10" fmla="*/ 1812 w 1812"/>
              <a:gd name="T11" fmla="*/ 305 h 305"/>
              <a:gd name="T12" fmla="*/ 0 w 1812"/>
              <a:gd name="T13" fmla="*/ 305 h 305"/>
              <a:gd name="connsiteX0" fmla="*/ 0 w 10000"/>
              <a:gd name="connsiteY0" fmla="*/ 10000 h 10000"/>
              <a:gd name="connsiteX1" fmla="*/ 0 w 10000"/>
              <a:gd name="connsiteY1" fmla="*/ 0 h 10000"/>
              <a:gd name="connsiteX2" fmla="*/ 2583 w 10000"/>
              <a:gd name="connsiteY2" fmla="*/ 3705 h 10000"/>
              <a:gd name="connsiteX3" fmla="*/ 5298 w 10000"/>
              <a:gd name="connsiteY3" fmla="*/ 6328 h 10000"/>
              <a:gd name="connsiteX4" fmla="*/ 8162 w 10000"/>
              <a:gd name="connsiteY4" fmla="*/ 7770 h 10000"/>
              <a:gd name="connsiteX5" fmla="*/ 10000 w 10000"/>
              <a:gd name="connsiteY5" fmla="*/ 10000 h 10000"/>
              <a:gd name="connsiteX6" fmla="*/ 0 w 10000"/>
              <a:gd name="connsiteY6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000" h="10000">
                <a:moveTo>
                  <a:pt x="0" y="10000"/>
                </a:moveTo>
                <a:lnTo>
                  <a:pt x="0" y="0"/>
                </a:lnTo>
                <a:cubicBezTo>
                  <a:pt x="1076" y="5934"/>
                  <a:pt x="1659" y="4644"/>
                  <a:pt x="2583" y="3705"/>
                </a:cubicBezTo>
                <a:cubicBezTo>
                  <a:pt x="3507" y="2766"/>
                  <a:pt x="4321" y="3082"/>
                  <a:pt x="5298" y="6328"/>
                </a:cubicBezTo>
                <a:cubicBezTo>
                  <a:pt x="5993" y="8623"/>
                  <a:pt x="7042" y="8885"/>
                  <a:pt x="8162" y="7770"/>
                </a:cubicBezTo>
                <a:cubicBezTo>
                  <a:pt x="9283" y="6689"/>
                  <a:pt x="10000" y="10000"/>
                  <a:pt x="10000" y="10000"/>
                </a:cubicBezTo>
                <a:lnTo>
                  <a:pt x="0" y="10000"/>
                </a:lnTo>
                <a:close/>
              </a:path>
            </a:pathLst>
          </a:custGeom>
          <a:solidFill>
            <a:schemeClr val="accent5"/>
          </a:solidFill>
          <a:ln w="11113" cap="flat">
            <a:noFill/>
            <a:prstDash val="solid"/>
            <a:miter lim="800000"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ID" sz="2400"/>
          </a:p>
        </p:txBody>
      </p: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B7C1FF6D-783F-1649-8A6E-69C7E37DE581}"/>
              </a:ext>
            </a:extLst>
          </p:cNvPr>
          <p:cNvGrpSpPr/>
          <p:nvPr/>
        </p:nvGrpSpPr>
        <p:grpSpPr>
          <a:xfrm>
            <a:off x="3288065" y="4670594"/>
            <a:ext cx="2171684" cy="1306719"/>
            <a:chOff x="9915526" y="1892300"/>
            <a:chExt cx="1116012" cy="671513"/>
          </a:xfrm>
          <a:solidFill>
            <a:schemeClr val="bg2">
              <a:lumMod val="90000"/>
            </a:schemeClr>
          </a:solidFill>
        </p:grpSpPr>
        <p:sp>
          <p:nvSpPr>
            <p:cNvPr id="212" name="Freeform 80">
              <a:extLst>
                <a:ext uri="{FF2B5EF4-FFF2-40B4-BE49-F238E27FC236}">
                  <a16:creationId xmlns:a16="http://schemas.microsoft.com/office/drawing/2014/main" id="{D08D1DB6-BAFA-C749-AF2D-A32D3C79F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81">
              <a:extLst>
                <a:ext uri="{FF2B5EF4-FFF2-40B4-BE49-F238E27FC236}">
                  <a16:creationId xmlns:a16="http://schemas.microsoft.com/office/drawing/2014/main" id="{D8AAD7E2-E50C-5343-A716-7ECD8DA8A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82">
              <a:extLst>
                <a:ext uri="{FF2B5EF4-FFF2-40B4-BE49-F238E27FC236}">
                  <a16:creationId xmlns:a16="http://schemas.microsoft.com/office/drawing/2014/main" id="{601348CB-1F43-2149-8661-AA20EFD76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83">
              <a:extLst>
                <a:ext uri="{FF2B5EF4-FFF2-40B4-BE49-F238E27FC236}">
                  <a16:creationId xmlns:a16="http://schemas.microsoft.com/office/drawing/2014/main" id="{E3E043B6-3D71-9D41-8DAC-4F9A4DFC4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84">
              <a:extLst>
                <a:ext uri="{FF2B5EF4-FFF2-40B4-BE49-F238E27FC236}">
                  <a16:creationId xmlns:a16="http://schemas.microsoft.com/office/drawing/2014/main" id="{B0EFD344-9161-3A4E-95D3-7A6047B02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85">
              <a:extLst>
                <a:ext uri="{FF2B5EF4-FFF2-40B4-BE49-F238E27FC236}">
                  <a16:creationId xmlns:a16="http://schemas.microsoft.com/office/drawing/2014/main" id="{B5D1A2B8-7975-CE48-B00C-95ECC485D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86">
              <a:extLst>
                <a:ext uri="{FF2B5EF4-FFF2-40B4-BE49-F238E27FC236}">
                  <a16:creationId xmlns:a16="http://schemas.microsoft.com/office/drawing/2014/main" id="{DBC6C322-4DC9-CF48-B4D4-3AD831E26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87">
              <a:extLst>
                <a:ext uri="{FF2B5EF4-FFF2-40B4-BE49-F238E27FC236}">
                  <a16:creationId xmlns:a16="http://schemas.microsoft.com/office/drawing/2014/main" id="{ED4686AF-89EA-1948-8982-0DCFFC5C0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88">
              <a:extLst>
                <a:ext uri="{FF2B5EF4-FFF2-40B4-BE49-F238E27FC236}">
                  <a16:creationId xmlns:a16="http://schemas.microsoft.com/office/drawing/2014/main" id="{B56E7955-74A5-BD4F-A5EE-E47D1891D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89">
              <a:extLst>
                <a:ext uri="{FF2B5EF4-FFF2-40B4-BE49-F238E27FC236}">
                  <a16:creationId xmlns:a16="http://schemas.microsoft.com/office/drawing/2014/main" id="{A068F006-7092-654D-BF1C-459B83D5C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90">
              <a:extLst>
                <a:ext uri="{FF2B5EF4-FFF2-40B4-BE49-F238E27FC236}">
                  <a16:creationId xmlns:a16="http://schemas.microsoft.com/office/drawing/2014/main" id="{D5F4A337-2059-5248-ACED-E47C6B15E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91">
              <a:extLst>
                <a:ext uri="{FF2B5EF4-FFF2-40B4-BE49-F238E27FC236}">
                  <a16:creationId xmlns:a16="http://schemas.microsoft.com/office/drawing/2014/main" id="{E8D3BBF8-91F4-3B49-95A4-AEE090B70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92">
              <a:extLst>
                <a:ext uri="{FF2B5EF4-FFF2-40B4-BE49-F238E27FC236}">
                  <a16:creationId xmlns:a16="http://schemas.microsoft.com/office/drawing/2014/main" id="{10642BC3-7F16-C84D-9918-F9C8DA892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93">
              <a:extLst>
                <a:ext uri="{FF2B5EF4-FFF2-40B4-BE49-F238E27FC236}">
                  <a16:creationId xmlns:a16="http://schemas.microsoft.com/office/drawing/2014/main" id="{435A2702-182E-A443-9F06-034B1FA2D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94">
              <a:extLst>
                <a:ext uri="{FF2B5EF4-FFF2-40B4-BE49-F238E27FC236}">
                  <a16:creationId xmlns:a16="http://schemas.microsoft.com/office/drawing/2014/main" id="{701A5A17-4208-3141-B8C1-8DB09BEC9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95">
              <a:extLst>
                <a:ext uri="{FF2B5EF4-FFF2-40B4-BE49-F238E27FC236}">
                  <a16:creationId xmlns:a16="http://schemas.microsoft.com/office/drawing/2014/main" id="{2C51AB7F-8210-A644-8316-7A2B772C1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96">
              <a:extLst>
                <a:ext uri="{FF2B5EF4-FFF2-40B4-BE49-F238E27FC236}">
                  <a16:creationId xmlns:a16="http://schemas.microsoft.com/office/drawing/2014/main" id="{43FE7477-4B5C-8246-8840-8FA9E0A48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97">
              <a:extLst>
                <a:ext uri="{FF2B5EF4-FFF2-40B4-BE49-F238E27FC236}">
                  <a16:creationId xmlns:a16="http://schemas.microsoft.com/office/drawing/2014/main" id="{E95B80A3-2C85-7F40-A3A1-4244B37D0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98">
              <a:extLst>
                <a:ext uri="{FF2B5EF4-FFF2-40B4-BE49-F238E27FC236}">
                  <a16:creationId xmlns:a16="http://schemas.microsoft.com/office/drawing/2014/main" id="{58C05226-7DC1-B240-BFD7-5854E790E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99">
              <a:extLst>
                <a:ext uri="{FF2B5EF4-FFF2-40B4-BE49-F238E27FC236}">
                  <a16:creationId xmlns:a16="http://schemas.microsoft.com/office/drawing/2014/main" id="{90A17403-81A1-DF4E-B1B5-A6468D71A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100">
              <a:extLst>
                <a:ext uri="{FF2B5EF4-FFF2-40B4-BE49-F238E27FC236}">
                  <a16:creationId xmlns:a16="http://schemas.microsoft.com/office/drawing/2014/main" id="{2272B892-12DB-C94D-86A3-4C8E8C97D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101">
              <a:extLst>
                <a:ext uri="{FF2B5EF4-FFF2-40B4-BE49-F238E27FC236}">
                  <a16:creationId xmlns:a16="http://schemas.microsoft.com/office/drawing/2014/main" id="{42F089FD-58C9-2840-8E5D-5D17C7F00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102">
              <a:extLst>
                <a:ext uri="{FF2B5EF4-FFF2-40B4-BE49-F238E27FC236}">
                  <a16:creationId xmlns:a16="http://schemas.microsoft.com/office/drawing/2014/main" id="{3E0ED53D-5215-114C-9F95-C897AC73B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103">
              <a:extLst>
                <a:ext uri="{FF2B5EF4-FFF2-40B4-BE49-F238E27FC236}">
                  <a16:creationId xmlns:a16="http://schemas.microsoft.com/office/drawing/2014/main" id="{DE4B4555-D7ED-9C44-B01C-3044CF494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104">
              <a:extLst>
                <a:ext uri="{FF2B5EF4-FFF2-40B4-BE49-F238E27FC236}">
                  <a16:creationId xmlns:a16="http://schemas.microsoft.com/office/drawing/2014/main" id="{F5A32B8D-EF25-7A4E-A00F-2D62860BA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105">
              <a:extLst>
                <a:ext uri="{FF2B5EF4-FFF2-40B4-BE49-F238E27FC236}">
                  <a16:creationId xmlns:a16="http://schemas.microsoft.com/office/drawing/2014/main" id="{8A73E8E6-0BA8-EA40-AB01-2FE9F4108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106">
              <a:extLst>
                <a:ext uri="{FF2B5EF4-FFF2-40B4-BE49-F238E27FC236}">
                  <a16:creationId xmlns:a16="http://schemas.microsoft.com/office/drawing/2014/main" id="{210254EA-6585-5A46-B4FD-7DA3B6A6C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107">
              <a:extLst>
                <a:ext uri="{FF2B5EF4-FFF2-40B4-BE49-F238E27FC236}">
                  <a16:creationId xmlns:a16="http://schemas.microsoft.com/office/drawing/2014/main" id="{365B32B6-CFEA-FA4A-8C29-9E4FB03F2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108">
              <a:extLst>
                <a:ext uri="{FF2B5EF4-FFF2-40B4-BE49-F238E27FC236}">
                  <a16:creationId xmlns:a16="http://schemas.microsoft.com/office/drawing/2014/main" id="{FD7FB610-5812-BC4D-AEDE-7B786FE47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109">
              <a:extLst>
                <a:ext uri="{FF2B5EF4-FFF2-40B4-BE49-F238E27FC236}">
                  <a16:creationId xmlns:a16="http://schemas.microsoft.com/office/drawing/2014/main" id="{BE24326C-48E3-1A44-A8C2-7167A9AA1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110">
              <a:extLst>
                <a:ext uri="{FF2B5EF4-FFF2-40B4-BE49-F238E27FC236}">
                  <a16:creationId xmlns:a16="http://schemas.microsoft.com/office/drawing/2014/main" id="{CB3C27AC-81D8-264C-85BB-7B7A66CF8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111">
              <a:extLst>
                <a:ext uri="{FF2B5EF4-FFF2-40B4-BE49-F238E27FC236}">
                  <a16:creationId xmlns:a16="http://schemas.microsoft.com/office/drawing/2014/main" id="{559B4B7A-09D4-C34E-BA0E-4FDE7F020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112">
              <a:extLst>
                <a:ext uri="{FF2B5EF4-FFF2-40B4-BE49-F238E27FC236}">
                  <a16:creationId xmlns:a16="http://schemas.microsoft.com/office/drawing/2014/main" id="{48C89B33-AB22-7944-8AFB-E99C7A108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113">
              <a:extLst>
                <a:ext uri="{FF2B5EF4-FFF2-40B4-BE49-F238E27FC236}">
                  <a16:creationId xmlns:a16="http://schemas.microsoft.com/office/drawing/2014/main" id="{C53CE96D-8353-8A4B-A8BA-8265A3BDF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114">
              <a:extLst>
                <a:ext uri="{FF2B5EF4-FFF2-40B4-BE49-F238E27FC236}">
                  <a16:creationId xmlns:a16="http://schemas.microsoft.com/office/drawing/2014/main" id="{FCF16C67-6AB8-9F4A-8B51-CD210ECA1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115">
              <a:extLst>
                <a:ext uri="{FF2B5EF4-FFF2-40B4-BE49-F238E27FC236}">
                  <a16:creationId xmlns:a16="http://schemas.microsoft.com/office/drawing/2014/main" id="{04148DA4-E390-D44F-AE59-07691AF0B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116">
              <a:extLst>
                <a:ext uri="{FF2B5EF4-FFF2-40B4-BE49-F238E27FC236}">
                  <a16:creationId xmlns:a16="http://schemas.microsoft.com/office/drawing/2014/main" id="{BD5D2C2C-19A3-B148-ACA8-0732DA8D5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117">
              <a:extLst>
                <a:ext uri="{FF2B5EF4-FFF2-40B4-BE49-F238E27FC236}">
                  <a16:creationId xmlns:a16="http://schemas.microsoft.com/office/drawing/2014/main" id="{ADE584EC-E8C9-6E42-811B-158330922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118">
              <a:extLst>
                <a:ext uri="{FF2B5EF4-FFF2-40B4-BE49-F238E27FC236}">
                  <a16:creationId xmlns:a16="http://schemas.microsoft.com/office/drawing/2014/main" id="{DEB7B76A-E3F9-204D-801A-4DAC2B17C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119">
              <a:extLst>
                <a:ext uri="{FF2B5EF4-FFF2-40B4-BE49-F238E27FC236}">
                  <a16:creationId xmlns:a16="http://schemas.microsoft.com/office/drawing/2014/main" id="{BC9F0B3D-16A6-724E-A339-88597085D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120">
              <a:extLst>
                <a:ext uri="{FF2B5EF4-FFF2-40B4-BE49-F238E27FC236}">
                  <a16:creationId xmlns:a16="http://schemas.microsoft.com/office/drawing/2014/main" id="{1B2C3A3A-7BF5-8D4B-8386-671C49502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121">
              <a:extLst>
                <a:ext uri="{FF2B5EF4-FFF2-40B4-BE49-F238E27FC236}">
                  <a16:creationId xmlns:a16="http://schemas.microsoft.com/office/drawing/2014/main" id="{46CF33B4-9CB9-1C4F-8E43-5503729A0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122">
              <a:extLst>
                <a:ext uri="{FF2B5EF4-FFF2-40B4-BE49-F238E27FC236}">
                  <a16:creationId xmlns:a16="http://schemas.microsoft.com/office/drawing/2014/main" id="{5EEB039D-F033-214A-AF62-EA46A5272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123">
              <a:extLst>
                <a:ext uri="{FF2B5EF4-FFF2-40B4-BE49-F238E27FC236}">
                  <a16:creationId xmlns:a16="http://schemas.microsoft.com/office/drawing/2014/main" id="{2BE664BF-A07F-9C40-A361-6F96FCF4A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124">
              <a:extLst>
                <a:ext uri="{FF2B5EF4-FFF2-40B4-BE49-F238E27FC236}">
                  <a16:creationId xmlns:a16="http://schemas.microsoft.com/office/drawing/2014/main" id="{0314E66C-47C5-C84B-A3B0-55FEE3FC0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125">
              <a:extLst>
                <a:ext uri="{FF2B5EF4-FFF2-40B4-BE49-F238E27FC236}">
                  <a16:creationId xmlns:a16="http://schemas.microsoft.com/office/drawing/2014/main" id="{1974582E-89C8-9246-86AA-FA8C0B62B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126">
              <a:extLst>
                <a:ext uri="{FF2B5EF4-FFF2-40B4-BE49-F238E27FC236}">
                  <a16:creationId xmlns:a16="http://schemas.microsoft.com/office/drawing/2014/main" id="{C13DE3D4-B0C2-FB4D-983C-F0379BCD5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127">
              <a:extLst>
                <a:ext uri="{FF2B5EF4-FFF2-40B4-BE49-F238E27FC236}">
                  <a16:creationId xmlns:a16="http://schemas.microsoft.com/office/drawing/2014/main" id="{8835FE64-2848-D743-B131-2BD53836F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128">
              <a:extLst>
                <a:ext uri="{FF2B5EF4-FFF2-40B4-BE49-F238E27FC236}">
                  <a16:creationId xmlns:a16="http://schemas.microsoft.com/office/drawing/2014/main" id="{5AB05A5B-E8F8-9F4A-BA6A-9CBCB4FAC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129">
              <a:extLst>
                <a:ext uri="{FF2B5EF4-FFF2-40B4-BE49-F238E27FC236}">
                  <a16:creationId xmlns:a16="http://schemas.microsoft.com/office/drawing/2014/main" id="{DAAC5C6E-82CF-A743-969F-7659B2072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130">
              <a:extLst>
                <a:ext uri="{FF2B5EF4-FFF2-40B4-BE49-F238E27FC236}">
                  <a16:creationId xmlns:a16="http://schemas.microsoft.com/office/drawing/2014/main" id="{A95E859A-647C-714C-ABA3-A9946D706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131">
              <a:extLst>
                <a:ext uri="{FF2B5EF4-FFF2-40B4-BE49-F238E27FC236}">
                  <a16:creationId xmlns:a16="http://schemas.microsoft.com/office/drawing/2014/main" id="{B3C62BED-D4E1-3146-8A1B-A805CD2C9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132">
              <a:extLst>
                <a:ext uri="{FF2B5EF4-FFF2-40B4-BE49-F238E27FC236}">
                  <a16:creationId xmlns:a16="http://schemas.microsoft.com/office/drawing/2014/main" id="{1730E0AC-535B-D54B-869D-73EDA87F1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133">
              <a:extLst>
                <a:ext uri="{FF2B5EF4-FFF2-40B4-BE49-F238E27FC236}">
                  <a16:creationId xmlns:a16="http://schemas.microsoft.com/office/drawing/2014/main" id="{48307E9A-95D7-5F43-9D26-E6F4E1D60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134">
              <a:extLst>
                <a:ext uri="{FF2B5EF4-FFF2-40B4-BE49-F238E27FC236}">
                  <a16:creationId xmlns:a16="http://schemas.microsoft.com/office/drawing/2014/main" id="{AC570F49-FE0A-9D4E-B250-CBD1CBDDC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135">
              <a:extLst>
                <a:ext uri="{FF2B5EF4-FFF2-40B4-BE49-F238E27FC236}">
                  <a16:creationId xmlns:a16="http://schemas.microsoft.com/office/drawing/2014/main" id="{3FC04FF9-9866-FF47-A322-CFE4F0F8C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136">
              <a:extLst>
                <a:ext uri="{FF2B5EF4-FFF2-40B4-BE49-F238E27FC236}">
                  <a16:creationId xmlns:a16="http://schemas.microsoft.com/office/drawing/2014/main" id="{89B823AC-7763-5949-8FF0-28F10D26A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137">
              <a:extLst>
                <a:ext uri="{FF2B5EF4-FFF2-40B4-BE49-F238E27FC236}">
                  <a16:creationId xmlns:a16="http://schemas.microsoft.com/office/drawing/2014/main" id="{A3AD3FE7-1CF2-E949-9E7A-11892B786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138">
              <a:extLst>
                <a:ext uri="{FF2B5EF4-FFF2-40B4-BE49-F238E27FC236}">
                  <a16:creationId xmlns:a16="http://schemas.microsoft.com/office/drawing/2014/main" id="{2C49B286-0BB9-E946-ABCC-5A00BA521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139">
              <a:extLst>
                <a:ext uri="{FF2B5EF4-FFF2-40B4-BE49-F238E27FC236}">
                  <a16:creationId xmlns:a16="http://schemas.microsoft.com/office/drawing/2014/main" id="{ABA5B1E6-3898-DC41-9D95-4D7A64965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140">
              <a:extLst>
                <a:ext uri="{FF2B5EF4-FFF2-40B4-BE49-F238E27FC236}">
                  <a16:creationId xmlns:a16="http://schemas.microsoft.com/office/drawing/2014/main" id="{E15792FD-D134-C044-907F-6D7957CF7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141">
              <a:extLst>
                <a:ext uri="{FF2B5EF4-FFF2-40B4-BE49-F238E27FC236}">
                  <a16:creationId xmlns:a16="http://schemas.microsoft.com/office/drawing/2014/main" id="{3E8B488E-F07C-9842-A764-1485329E2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142">
              <a:extLst>
                <a:ext uri="{FF2B5EF4-FFF2-40B4-BE49-F238E27FC236}">
                  <a16:creationId xmlns:a16="http://schemas.microsoft.com/office/drawing/2014/main" id="{F2BA29F0-52FA-F040-B2D4-E5D4CC19E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143">
              <a:extLst>
                <a:ext uri="{FF2B5EF4-FFF2-40B4-BE49-F238E27FC236}">
                  <a16:creationId xmlns:a16="http://schemas.microsoft.com/office/drawing/2014/main" id="{04395841-5B73-A243-A088-4C935D1B1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144">
              <a:extLst>
                <a:ext uri="{FF2B5EF4-FFF2-40B4-BE49-F238E27FC236}">
                  <a16:creationId xmlns:a16="http://schemas.microsoft.com/office/drawing/2014/main" id="{0D8FB311-F290-D14C-A4FB-3798CE929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145">
              <a:extLst>
                <a:ext uri="{FF2B5EF4-FFF2-40B4-BE49-F238E27FC236}">
                  <a16:creationId xmlns:a16="http://schemas.microsoft.com/office/drawing/2014/main" id="{29B4A47F-D4F8-C849-B8B1-811BBDFD4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146">
              <a:extLst>
                <a:ext uri="{FF2B5EF4-FFF2-40B4-BE49-F238E27FC236}">
                  <a16:creationId xmlns:a16="http://schemas.microsoft.com/office/drawing/2014/main" id="{C8F50620-D88C-7849-9F5F-D596455EF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147">
              <a:extLst>
                <a:ext uri="{FF2B5EF4-FFF2-40B4-BE49-F238E27FC236}">
                  <a16:creationId xmlns:a16="http://schemas.microsoft.com/office/drawing/2014/main" id="{C78C372F-5AB4-F947-834F-0F3BDB2CC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148">
              <a:extLst>
                <a:ext uri="{FF2B5EF4-FFF2-40B4-BE49-F238E27FC236}">
                  <a16:creationId xmlns:a16="http://schemas.microsoft.com/office/drawing/2014/main" id="{E21B02C5-CAE8-504D-A2D8-D9EDBE4A0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149">
              <a:extLst>
                <a:ext uri="{FF2B5EF4-FFF2-40B4-BE49-F238E27FC236}">
                  <a16:creationId xmlns:a16="http://schemas.microsoft.com/office/drawing/2014/main" id="{47DE18A8-E90F-0E41-B54D-009304000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150">
              <a:extLst>
                <a:ext uri="{FF2B5EF4-FFF2-40B4-BE49-F238E27FC236}">
                  <a16:creationId xmlns:a16="http://schemas.microsoft.com/office/drawing/2014/main" id="{C2047B47-167B-EB4E-A7CD-CAD43B009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151">
              <a:extLst>
                <a:ext uri="{FF2B5EF4-FFF2-40B4-BE49-F238E27FC236}">
                  <a16:creationId xmlns:a16="http://schemas.microsoft.com/office/drawing/2014/main" id="{E148BE35-3B07-EF4A-87EA-8DA3F7B79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152">
              <a:extLst>
                <a:ext uri="{FF2B5EF4-FFF2-40B4-BE49-F238E27FC236}">
                  <a16:creationId xmlns:a16="http://schemas.microsoft.com/office/drawing/2014/main" id="{965E4385-6BB1-7349-A73A-826E665A8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153">
              <a:extLst>
                <a:ext uri="{FF2B5EF4-FFF2-40B4-BE49-F238E27FC236}">
                  <a16:creationId xmlns:a16="http://schemas.microsoft.com/office/drawing/2014/main" id="{4C32E18E-C761-1644-9237-62EDB35D4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154">
              <a:extLst>
                <a:ext uri="{FF2B5EF4-FFF2-40B4-BE49-F238E27FC236}">
                  <a16:creationId xmlns:a16="http://schemas.microsoft.com/office/drawing/2014/main" id="{28A4D011-CD1B-4140-9838-060634BB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155">
              <a:extLst>
                <a:ext uri="{FF2B5EF4-FFF2-40B4-BE49-F238E27FC236}">
                  <a16:creationId xmlns:a16="http://schemas.microsoft.com/office/drawing/2014/main" id="{AE568EE8-A9AB-D34F-B5F9-350B6C2E7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156">
              <a:extLst>
                <a:ext uri="{FF2B5EF4-FFF2-40B4-BE49-F238E27FC236}">
                  <a16:creationId xmlns:a16="http://schemas.microsoft.com/office/drawing/2014/main" id="{DCD01A5D-5C16-2E4F-8D91-2BD22CF63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157">
              <a:extLst>
                <a:ext uri="{FF2B5EF4-FFF2-40B4-BE49-F238E27FC236}">
                  <a16:creationId xmlns:a16="http://schemas.microsoft.com/office/drawing/2014/main" id="{FC83FDA3-4D09-A84A-A95A-FED2B60E2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158">
              <a:extLst>
                <a:ext uri="{FF2B5EF4-FFF2-40B4-BE49-F238E27FC236}">
                  <a16:creationId xmlns:a16="http://schemas.microsoft.com/office/drawing/2014/main" id="{9DBD7E55-73B1-8448-81EF-35148A085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159">
              <a:extLst>
                <a:ext uri="{FF2B5EF4-FFF2-40B4-BE49-F238E27FC236}">
                  <a16:creationId xmlns:a16="http://schemas.microsoft.com/office/drawing/2014/main" id="{B98C34D3-BFC5-E847-8347-91E8A239C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160">
              <a:extLst>
                <a:ext uri="{FF2B5EF4-FFF2-40B4-BE49-F238E27FC236}">
                  <a16:creationId xmlns:a16="http://schemas.microsoft.com/office/drawing/2014/main" id="{4FB7C5B1-72E7-6049-9B45-1F00C26BD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161">
              <a:extLst>
                <a:ext uri="{FF2B5EF4-FFF2-40B4-BE49-F238E27FC236}">
                  <a16:creationId xmlns:a16="http://schemas.microsoft.com/office/drawing/2014/main" id="{5BD474B9-92BC-2143-A77C-4672A6E1E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162">
              <a:extLst>
                <a:ext uri="{FF2B5EF4-FFF2-40B4-BE49-F238E27FC236}">
                  <a16:creationId xmlns:a16="http://schemas.microsoft.com/office/drawing/2014/main" id="{146EB123-9F82-F448-AE77-41397F1BD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163">
              <a:extLst>
                <a:ext uri="{FF2B5EF4-FFF2-40B4-BE49-F238E27FC236}">
                  <a16:creationId xmlns:a16="http://schemas.microsoft.com/office/drawing/2014/main" id="{6B311DC5-4D6F-0F46-BB98-C92E53518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235">
              <a:extLst>
                <a:ext uri="{FF2B5EF4-FFF2-40B4-BE49-F238E27FC236}">
                  <a16:creationId xmlns:a16="http://schemas.microsoft.com/office/drawing/2014/main" id="{8305CC62-2A6C-3048-BED4-FB0FEC73E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242">
              <a:extLst>
                <a:ext uri="{FF2B5EF4-FFF2-40B4-BE49-F238E27FC236}">
                  <a16:creationId xmlns:a16="http://schemas.microsoft.com/office/drawing/2014/main" id="{69A3F3B8-69EE-CC49-BAF0-8DEF9FCC5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249">
              <a:extLst>
                <a:ext uri="{FF2B5EF4-FFF2-40B4-BE49-F238E27FC236}">
                  <a16:creationId xmlns:a16="http://schemas.microsoft.com/office/drawing/2014/main" id="{782CEE1D-E95D-5946-BC60-8F3981598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256">
              <a:extLst>
                <a:ext uri="{FF2B5EF4-FFF2-40B4-BE49-F238E27FC236}">
                  <a16:creationId xmlns:a16="http://schemas.microsoft.com/office/drawing/2014/main" id="{CBE5D61D-D6CF-224B-9140-5E49551FE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263">
              <a:extLst>
                <a:ext uri="{FF2B5EF4-FFF2-40B4-BE49-F238E27FC236}">
                  <a16:creationId xmlns:a16="http://schemas.microsoft.com/office/drawing/2014/main" id="{30594338-5A31-3240-8EA6-03D685C34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270">
              <a:extLst>
                <a:ext uri="{FF2B5EF4-FFF2-40B4-BE49-F238E27FC236}">
                  <a16:creationId xmlns:a16="http://schemas.microsoft.com/office/drawing/2014/main" id="{65F8A2DF-52CC-F54D-8D41-1BA6C96B6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277">
              <a:extLst>
                <a:ext uri="{FF2B5EF4-FFF2-40B4-BE49-F238E27FC236}">
                  <a16:creationId xmlns:a16="http://schemas.microsoft.com/office/drawing/2014/main" id="{78B31678-F0B0-F846-86CC-4C0A2698B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284">
              <a:extLst>
                <a:ext uri="{FF2B5EF4-FFF2-40B4-BE49-F238E27FC236}">
                  <a16:creationId xmlns:a16="http://schemas.microsoft.com/office/drawing/2014/main" id="{A37809E4-4442-3944-9D31-91AD6E179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291">
              <a:extLst>
                <a:ext uri="{FF2B5EF4-FFF2-40B4-BE49-F238E27FC236}">
                  <a16:creationId xmlns:a16="http://schemas.microsoft.com/office/drawing/2014/main" id="{9B362E08-8198-1644-B07D-2D924699E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298">
              <a:extLst>
                <a:ext uri="{FF2B5EF4-FFF2-40B4-BE49-F238E27FC236}">
                  <a16:creationId xmlns:a16="http://schemas.microsoft.com/office/drawing/2014/main" id="{A638BD09-F137-0945-8AE9-9BD843A9B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305">
              <a:extLst>
                <a:ext uri="{FF2B5EF4-FFF2-40B4-BE49-F238E27FC236}">
                  <a16:creationId xmlns:a16="http://schemas.microsoft.com/office/drawing/2014/main" id="{51CEBBB4-C60C-BB4D-BD2B-046D0E8C4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312">
              <a:extLst>
                <a:ext uri="{FF2B5EF4-FFF2-40B4-BE49-F238E27FC236}">
                  <a16:creationId xmlns:a16="http://schemas.microsoft.com/office/drawing/2014/main" id="{98C663BB-CB42-9446-9621-A1B87ED6B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18" name="Group 517">
            <a:extLst>
              <a:ext uri="{FF2B5EF4-FFF2-40B4-BE49-F238E27FC236}">
                <a16:creationId xmlns:a16="http://schemas.microsoft.com/office/drawing/2014/main" id="{E8AE419C-40FD-7D44-A7FA-9DEEC276AA83}"/>
              </a:ext>
            </a:extLst>
          </p:cNvPr>
          <p:cNvGrpSpPr/>
          <p:nvPr/>
        </p:nvGrpSpPr>
        <p:grpSpPr>
          <a:xfrm>
            <a:off x="6669615" y="4670594"/>
            <a:ext cx="2171684" cy="1306719"/>
            <a:chOff x="9915526" y="1892300"/>
            <a:chExt cx="1116012" cy="671513"/>
          </a:xfrm>
          <a:solidFill>
            <a:schemeClr val="bg2">
              <a:lumMod val="90000"/>
            </a:schemeClr>
          </a:solidFill>
        </p:grpSpPr>
        <p:sp>
          <p:nvSpPr>
            <p:cNvPr id="519" name="Freeform 80">
              <a:extLst>
                <a:ext uri="{FF2B5EF4-FFF2-40B4-BE49-F238E27FC236}">
                  <a16:creationId xmlns:a16="http://schemas.microsoft.com/office/drawing/2014/main" id="{E7E36D39-7399-3242-B74D-FF122C9A4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Freeform 81">
              <a:extLst>
                <a:ext uri="{FF2B5EF4-FFF2-40B4-BE49-F238E27FC236}">
                  <a16:creationId xmlns:a16="http://schemas.microsoft.com/office/drawing/2014/main" id="{DF724CAB-03B0-9141-9714-1AE2A70BD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Freeform 82">
              <a:extLst>
                <a:ext uri="{FF2B5EF4-FFF2-40B4-BE49-F238E27FC236}">
                  <a16:creationId xmlns:a16="http://schemas.microsoft.com/office/drawing/2014/main" id="{7A421615-555A-FE46-A004-9DD39FFE1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Freeform 83">
              <a:extLst>
                <a:ext uri="{FF2B5EF4-FFF2-40B4-BE49-F238E27FC236}">
                  <a16:creationId xmlns:a16="http://schemas.microsoft.com/office/drawing/2014/main" id="{A0A1A6AD-10D3-B347-8F1E-E77621467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Freeform 84">
              <a:extLst>
                <a:ext uri="{FF2B5EF4-FFF2-40B4-BE49-F238E27FC236}">
                  <a16:creationId xmlns:a16="http://schemas.microsoft.com/office/drawing/2014/main" id="{2CCD3F84-B7BC-E64A-891F-03DAB65A0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Freeform 85">
              <a:extLst>
                <a:ext uri="{FF2B5EF4-FFF2-40B4-BE49-F238E27FC236}">
                  <a16:creationId xmlns:a16="http://schemas.microsoft.com/office/drawing/2014/main" id="{7AB3D496-58D7-3549-B5EC-DEFD150E7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Freeform 86">
              <a:extLst>
                <a:ext uri="{FF2B5EF4-FFF2-40B4-BE49-F238E27FC236}">
                  <a16:creationId xmlns:a16="http://schemas.microsoft.com/office/drawing/2014/main" id="{EF8F9932-7EAE-4144-A566-0EC2E4541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Freeform 87">
              <a:extLst>
                <a:ext uri="{FF2B5EF4-FFF2-40B4-BE49-F238E27FC236}">
                  <a16:creationId xmlns:a16="http://schemas.microsoft.com/office/drawing/2014/main" id="{6BD2DC88-7195-8B42-AC48-2580207A5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Freeform 88">
              <a:extLst>
                <a:ext uri="{FF2B5EF4-FFF2-40B4-BE49-F238E27FC236}">
                  <a16:creationId xmlns:a16="http://schemas.microsoft.com/office/drawing/2014/main" id="{7215C1F6-012E-5143-B60A-7DFAA20F7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Freeform 89">
              <a:extLst>
                <a:ext uri="{FF2B5EF4-FFF2-40B4-BE49-F238E27FC236}">
                  <a16:creationId xmlns:a16="http://schemas.microsoft.com/office/drawing/2014/main" id="{9A28D9C4-4188-0840-9E0C-92346B959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Freeform 90">
              <a:extLst>
                <a:ext uri="{FF2B5EF4-FFF2-40B4-BE49-F238E27FC236}">
                  <a16:creationId xmlns:a16="http://schemas.microsoft.com/office/drawing/2014/main" id="{81CECBE8-2DCF-D34A-8387-6454695E1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Freeform 91">
              <a:extLst>
                <a:ext uri="{FF2B5EF4-FFF2-40B4-BE49-F238E27FC236}">
                  <a16:creationId xmlns:a16="http://schemas.microsoft.com/office/drawing/2014/main" id="{78E8C10F-4A10-244F-B860-4BB28BA78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Freeform 92">
              <a:extLst>
                <a:ext uri="{FF2B5EF4-FFF2-40B4-BE49-F238E27FC236}">
                  <a16:creationId xmlns:a16="http://schemas.microsoft.com/office/drawing/2014/main" id="{29C5C98F-C099-C54C-8712-FE51B86E3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Freeform 93">
              <a:extLst>
                <a:ext uri="{FF2B5EF4-FFF2-40B4-BE49-F238E27FC236}">
                  <a16:creationId xmlns:a16="http://schemas.microsoft.com/office/drawing/2014/main" id="{FB41EF10-AEDC-7D4C-AC12-C0EF9A9E5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Freeform 94">
              <a:extLst>
                <a:ext uri="{FF2B5EF4-FFF2-40B4-BE49-F238E27FC236}">
                  <a16:creationId xmlns:a16="http://schemas.microsoft.com/office/drawing/2014/main" id="{90AC4FA6-03CF-CE44-AA7D-06B57E6DF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Freeform 95">
              <a:extLst>
                <a:ext uri="{FF2B5EF4-FFF2-40B4-BE49-F238E27FC236}">
                  <a16:creationId xmlns:a16="http://schemas.microsoft.com/office/drawing/2014/main" id="{D53F9680-52C2-1A45-B9BC-7E76A582D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Freeform 96">
              <a:extLst>
                <a:ext uri="{FF2B5EF4-FFF2-40B4-BE49-F238E27FC236}">
                  <a16:creationId xmlns:a16="http://schemas.microsoft.com/office/drawing/2014/main" id="{94F97B08-A475-4144-A665-E2EDB8501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Freeform 97">
              <a:extLst>
                <a:ext uri="{FF2B5EF4-FFF2-40B4-BE49-F238E27FC236}">
                  <a16:creationId xmlns:a16="http://schemas.microsoft.com/office/drawing/2014/main" id="{18AC7BF5-498F-714A-A1C7-C38DF2A4C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Freeform 98">
              <a:extLst>
                <a:ext uri="{FF2B5EF4-FFF2-40B4-BE49-F238E27FC236}">
                  <a16:creationId xmlns:a16="http://schemas.microsoft.com/office/drawing/2014/main" id="{B89974C5-3EDE-9443-9596-F29B52E5F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Freeform 99">
              <a:extLst>
                <a:ext uri="{FF2B5EF4-FFF2-40B4-BE49-F238E27FC236}">
                  <a16:creationId xmlns:a16="http://schemas.microsoft.com/office/drawing/2014/main" id="{88D88D2A-7A11-E14C-B5BA-FABEF3506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Freeform 100">
              <a:extLst>
                <a:ext uri="{FF2B5EF4-FFF2-40B4-BE49-F238E27FC236}">
                  <a16:creationId xmlns:a16="http://schemas.microsoft.com/office/drawing/2014/main" id="{83589BF0-2AC9-A24D-B21D-E9DF61309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Freeform 101">
              <a:extLst>
                <a:ext uri="{FF2B5EF4-FFF2-40B4-BE49-F238E27FC236}">
                  <a16:creationId xmlns:a16="http://schemas.microsoft.com/office/drawing/2014/main" id="{9BA7A214-7485-6B4B-9406-1815CD6CC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Freeform 102">
              <a:extLst>
                <a:ext uri="{FF2B5EF4-FFF2-40B4-BE49-F238E27FC236}">
                  <a16:creationId xmlns:a16="http://schemas.microsoft.com/office/drawing/2014/main" id="{3F3CFF45-5C8D-8946-83CD-5C0C0E146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Freeform 103">
              <a:extLst>
                <a:ext uri="{FF2B5EF4-FFF2-40B4-BE49-F238E27FC236}">
                  <a16:creationId xmlns:a16="http://schemas.microsoft.com/office/drawing/2014/main" id="{40D3EA0D-D192-5345-B845-BD03050C8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Freeform 104">
              <a:extLst>
                <a:ext uri="{FF2B5EF4-FFF2-40B4-BE49-F238E27FC236}">
                  <a16:creationId xmlns:a16="http://schemas.microsoft.com/office/drawing/2014/main" id="{14AFF1A8-B082-1048-8F2F-1684EC487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Freeform 105">
              <a:extLst>
                <a:ext uri="{FF2B5EF4-FFF2-40B4-BE49-F238E27FC236}">
                  <a16:creationId xmlns:a16="http://schemas.microsoft.com/office/drawing/2014/main" id="{4D8BE106-B643-C74D-B89A-F1AE821EE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Freeform 106">
              <a:extLst>
                <a:ext uri="{FF2B5EF4-FFF2-40B4-BE49-F238E27FC236}">
                  <a16:creationId xmlns:a16="http://schemas.microsoft.com/office/drawing/2014/main" id="{CC0FD175-1ABD-5A47-BF24-458D4F363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Freeform 107">
              <a:extLst>
                <a:ext uri="{FF2B5EF4-FFF2-40B4-BE49-F238E27FC236}">
                  <a16:creationId xmlns:a16="http://schemas.microsoft.com/office/drawing/2014/main" id="{67DBE763-C74E-094A-85D0-46FE91A8B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Freeform 108">
              <a:extLst>
                <a:ext uri="{FF2B5EF4-FFF2-40B4-BE49-F238E27FC236}">
                  <a16:creationId xmlns:a16="http://schemas.microsoft.com/office/drawing/2014/main" id="{0F6FA5A6-C5CB-854D-B085-E1D1631A4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Freeform 109">
              <a:extLst>
                <a:ext uri="{FF2B5EF4-FFF2-40B4-BE49-F238E27FC236}">
                  <a16:creationId xmlns:a16="http://schemas.microsoft.com/office/drawing/2014/main" id="{D2F749FD-E420-5E48-B8D0-2A02210DC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Freeform 110">
              <a:extLst>
                <a:ext uri="{FF2B5EF4-FFF2-40B4-BE49-F238E27FC236}">
                  <a16:creationId xmlns:a16="http://schemas.microsoft.com/office/drawing/2014/main" id="{A804F013-9A00-0D4D-92C0-0E7AFEC2E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Freeform 111">
              <a:extLst>
                <a:ext uri="{FF2B5EF4-FFF2-40B4-BE49-F238E27FC236}">
                  <a16:creationId xmlns:a16="http://schemas.microsoft.com/office/drawing/2014/main" id="{E8A4B622-1E7B-F846-B0A2-02C7B23FE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Freeform 112">
              <a:extLst>
                <a:ext uri="{FF2B5EF4-FFF2-40B4-BE49-F238E27FC236}">
                  <a16:creationId xmlns:a16="http://schemas.microsoft.com/office/drawing/2014/main" id="{9EAFD966-B083-9D4F-97B2-F0F6DB9AF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Freeform 113">
              <a:extLst>
                <a:ext uri="{FF2B5EF4-FFF2-40B4-BE49-F238E27FC236}">
                  <a16:creationId xmlns:a16="http://schemas.microsoft.com/office/drawing/2014/main" id="{1FB38A46-0DDC-5B4D-B41C-983C49658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Freeform 114">
              <a:extLst>
                <a:ext uri="{FF2B5EF4-FFF2-40B4-BE49-F238E27FC236}">
                  <a16:creationId xmlns:a16="http://schemas.microsoft.com/office/drawing/2014/main" id="{283BFF5B-F21D-BC47-B369-131C2C91B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Freeform 115">
              <a:extLst>
                <a:ext uri="{FF2B5EF4-FFF2-40B4-BE49-F238E27FC236}">
                  <a16:creationId xmlns:a16="http://schemas.microsoft.com/office/drawing/2014/main" id="{FD243F1E-179B-AB40-B768-03EC23957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Freeform 116">
              <a:extLst>
                <a:ext uri="{FF2B5EF4-FFF2-40B4-BE49-F238E27FC236}">
                  <a16:creationId xmlns:a16="http://schemas.microsoft.com/office/drawing/2014/main" id="{114C96EA-CC48-3E43-9E6B-DB85C73E3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Freeform 117">
              <a:extLst>
                <a:ext uri="{FF2B5EF4-FFF2-40B4-BE49-F238E27FC236}">
                  <a16:creationId xmlns:a16="http://schemas.microsoft.com/office/drawing/2014/main" id="{475D6DBF-086B-5E47-9A68-07F2D6DBC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Freeform 118">
              <a:extLst>
                <a:ext uri="{FF2B5EF4-FFF2-40B4-BE49-F238E27FC236}">
                  <a16:creationId xmlns:a16="http://schemas.microsoft.com/office/drawing/2014/main" id="{F9EF9E43-D870-9948-B9E6-848404D45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Freeform 119">
              <a:extLst>
                <a:ext uri="{FF2B5EF4-FFF2-40B4-BE49-F238E27FC236}">
                  <a16:creationId xmlns:a16="http://schemas.microsoft.com/office/drawing/2014/main" id="{243F5978-CC0E-B247-B49F-5D7D3CA9D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Freeform 120">
              <a:extLst>
                <a:ext uri="{FF2B5EF4-FFF2-40B4-BE49-F238E27FC236}">
                  <a16:creationId xmlns:a16="http://schemas.microsoft.com/office/drawing/2014/main" id="{A4406095-6187-1049-B91A-D48599CEA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Freeform 121">
              <a:extLst>
                <a:ext uri="{FF2B5EF4-FFF2-40B4-BE49-F238E27FC236}">
                  <a16:creationId xmlns:a16="http://schemas.microsoft.com/office/drawing/2014/main" id="{90EEAF5A-2B26-FC4F-9B68-9A6AE33AD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Freeform 122">
              <a:extLst>
                <a:ext uri="{FF2B5EF4-FFF2-40B4-BE49-F238E27FC236}">
                  <a16:creationId xmlns:a16="http://schemas.microsoft.com/office/drawing/2014/main" id="{EAAF7817-56F1-3043-BB2D-22559E34C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Freeform 123">
              <a:extLst>
                <a:ext uri="{FF2B5EF4-FFF2-40B4-BE49-F238E27FC236}">
                  <a16:creationId xmlns:a16="http://schemas.microsoft.com/office/drawing/2014/main" id="{90C5E805-46D7-6C4C-895F-7DB61A9DA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Freeform 124">
              <a:extLst>
                <a:ext uri="{FF2B5EF4-FFF2-40B4-BE49-F238E27FC236}">
                  <a16:creationId xmlns:a16="http://schemas.microsoft.com/office/drawing/2014/main" id="{026C1F9F-6D61-184B-8AC4-A3EA2D485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Freeform 125">
              <a:extLst>
                <a:ext uri="{FF2B5EF4-FFF2-40B4-BE49-F238E27FC236}">
                  <a16:creationId xmlns:a16="http://schemas.microsoft.com/office/drawing/2014/main" id="{5841442F-0DBC-8C44-A5FD-78B6530DA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Freeform 126">
              <a:extLst>
                <a:ext uri="{FF2B5EF4-FFF2-40B4-BE49-F238E27FC236}">
                  <a16:creationId xmlns:a16="http://schemas.microsoft.com/office/drawing/2014/main" id="{3C4AFE0D-26CB-A142-86FB-0B6772CA9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Freeform 127">
              <a:extLst>
                <a:ext uri="{FF2B5EF4-FFF2-40B4-BE49-F238E27FC236}">
                  <a16:creationId xmlns:a16="http://schemas.microsoft.com/office/drawing/2014/main" id="{C4B82303-9130-534A-B460-2F481D09C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Freeform 128">
              <a:extLst>
                <a:ext uri="{FF2B5EF4-FFF2-40B4-BE49-F238E27FC236}">
                  <a16:creationId xmlns:a16="http://schemas.microsoft.com/office/drawing/2014/main" id="{3C118594-4A84-0049-AAE2-198D1F9F5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Freeform 129">
              <a:extLst>
                <a:ext uri="{FF2B5EF4-FFF2-40B4-BE49-F238E27FC236}">
                  <a16:creationId xmlns:a16="http://schemas.microsoft.com/office/drawing/2014/main" id="{C9109A17-520A-1940-A851-719BB4892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Freeform 130">
              <a:extLst>
                <a:ext uri="{FF2B5EF4-FFF2-40B4-BE49-F238E27FC236}">
                  <a16:creationId xmlns:a16="http://schemas.microsoft.com/office/drawing/2014/main" id="{DBF7A951-9169-2343-9EE4-3AC94EE8C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131">
              <a:extLst>
                <a:ext uri="{FF2B5EF4-FFF2-40B4-BE49-F238E27FC236}">
                  <a16:creationId xmlns:a16="http://schemas.microsoft.com/office/drawing/2014/main" id="{93EF73FB-5F34-F842-8BB5-30CA48E90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Freeform 132">
              <a:extLst>
                <a:ext uri="{FF2B5EF4-FFF2-40B4-BE49-F238E27FC236}">
                  <a16:creationId xmlns:a16="http://schemas.microsoft.com/office/drawing/2014/main" id="{AEEE8249-B52D-434F-A8A6-3C85E06BB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" name="Freeform 133">
              <a:extLst>
                <a:ext uri="{FF2B5EF4-FFF2-40B4-BE49-F238E27FC236}">
                  <a16:creationId xmlns:a16="http://schemas.microsoft.com/office/drawing/2014/main" id="{F1FA2A95-E97D-0F47-8B75-D112E4448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Freeform 134">
              <a:extLst>
                <a:ext uri="{FF2B5EF4-FFF2-40B4-BE49-F238E27FC236}">
                  <a16:creationId xmlns:a16="http://schemas.microsoft.com/office/drawing/2014/main" id="{588C2AD3-9174-A741-BD87-A916B63A6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Freeform 135">
              <a:extLst>
                <a:ext uri="{FF2B5EF4-FFF2-40B4-BE49-F238E27FC236}">
                  <a16:creationId xmlns:a16="http://schemas.microsoft.com/office/drawing/2014/main" id="{9520BCB2-16A6-9244-9C93-26703DD11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Freeform 136">
              <a:extLst>
                <a:ext uri="{FF2B5EF4-FFF2-40B4-BE49-F238E27FC236}">
                  <a16:creationId xmlns:a16="http://schemas.microsoft.com/office/drawing/2014/main" id="{880A7357-3D54-5049-BFB4-F6F0308D5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Freeform 137">
              <a:extLst>
                <a:ext uri="{FF2B5EF4-FFF2-40B4-BE49-F238E27FC236}">
                  <a16:creationId xmlns:a16="http://schemas.microsoft.com/office/drawing/2014/main" id="{F5FFA388-12C4-9745-8B3F-276FD4CFE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Freeform 138">
              <a:extLst>
                <a:ext uri="{FF2B5EF4-FFF2-40B4-BE49-F238E27FC236}">
                  <a16:creationId xmlns:a16="http://schemas.microsoft.com/office/drawing/2014/main" id="{8EB7AF14-A71B-504E-9259-E57E3D793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139">
              <a:extLst>
                <a:ext uri="{FF2B5EF4-FFF2-40B4-BE49-F238E27FC236}">
                  <a16:creationId xmlns:a16="http://schemas.microsoft.com/office/drawing/2014/main" id="{1B694DB2-3E19-A440-9D2D-F4E624FC7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Freeform 140">
              <a:extLst>
                <a:ext uri="{FF2B5EF4-FFF2-40B4-BE49-F238E27FC236}">
                  <a16:creationId xmlns:a16="http://schemas.microsoft.com/office/drawing/2014/main" id="{62C56F7A-D69E-D145-BF37-32289B32D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Freeform 141">
              <a:extLst>
                <a:ext uri="{FF2B5EF4-FFF2-40B4-BE49-F238E27FC236}">
                  <a16:creationId xmlns:a16="http://schemas.microsoft.com/office/drawing/2014/main" id="{94BD07C9-B62C-C54E-8122-83BC7A6E4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Freeform 142">
              <a:extLst>
                <a:ext uri="{FF2B5EF4-FFF2-40B4-BE49-F238E27FC236}">
                  <a16:creationId xmlns:a16="http://schemas.microsoft.com/office/drawing/2014/main" id="{3C5E1885-246C-B245-8C53-5F45AD4B8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Freeform 143">
              <a:extLst>
                <a:ext uri="{FF2B5EF4-FFF2-40B4-BE49-F238E27FC236}">
                  <a16:creationId xmlns:a16="http://schemas.microsoft.com/office/drawing/2014/main" id="{C53AFF0F-6D18-C049-8D16-DB7C952C4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Freeform 144">
              <a:extLst>
                <a:ext uri="{FF2B5EF4-FFF2-40B4-BE49-F238E27FC236}">
                  <a16:creationId xmlns:a16="http://schemas.microsoft.com/office/drawing/2014/main" id="{9BFE3810-4557-364F-9D4D-DAA9EB23A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Freeform 145">
              <a:extLst>
                <a:ext uri="{FF2B5EF4-FFF2-40B4-BE49-F238E27FC236}">
                  <a16:creationId xmlns:a16="http://schemas.microsoft.com/office/drawing/2014/main" id="{898D0581-845A-8C47-8813-9663C8C44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Freeform 146">
              <a:extLst>
                <a:ext uri="{FF2B5EF4-FFF2-40B4-BE49-F238E27FC236}">
                  <a16:creationId xmlns:a16="http://schemas.microsoft.com/office/drawing/2014/main" id="{76F6A229-174C-C94A-A6A9-07A82E972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Freeform 147">
              <a:extLst>
                <a:ext uri="{FF2B5EF4-FFF2-40B4-BE49-F238E27FC236}">
                  <a16:creationId xmlns:a16="http://schemas.microsoft.com/office/drawing/2014/main" id="{467E74EA-6479-FB4A-A293-00C35DA64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Freeform 148">
              <a:extLst>
                <a:ext uri="{FF2B5EF4-FFF2-40B4-BE49-F238E27FC236}">
                  <a16:creationId xmlns:a16="http://schemas.microsoft.com/office/drawing/2014/main" id="{17B3CDAD-E782-0443-8939-ABDA07C4B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Freeform 149">
              <a:extLst>
                <a:ext uri="{FF2B5EF4-FFF2-40B4-BE49-F238E27FC236}">
                  <a16:creationId xmlns:a16="http://schemas.microsoft.com/office/drawing/2014/main" id="{0A6E666F-A87B-004B-805C-02076202A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Freeform 150">
              <a:extLst>
                <a:ext uri="{FF2B5EF4-FFF2-40B4-BE49-F238E27FC236}">
                  <a16:creationId xmlns:a16="http://schemas.microsoft.com/office/drawing/2014/main" id="{0E4D53D6-F9CE-D141-AC64-C36D6970A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Freeform 151">
              <a:extLst>
                <a:ext uri="{FF2B5EF4-FFF2-40B4-BE49-F238E27FC236}">
                  <a16:creationId xmlns:a16="http://schemas.microsoft.com/office/drawing/2014/main" id="{22EDEB2A-11D4-B84F-85B5-6B12F04A6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Freeform 152">
              <a:extLst>
                <a:ext uri="{FF2B5EF4-FFF2-40B4-BE49-F238E27FC236}">
                  <a16:creationId xmlns:a16="http://schemas.microsoft.com/office/drawing/2014/main" id="{98063E7E-ADA4-5144-906E-1D7E8AB76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Freeform 153">
              <a:extLst>
                <a:ext uri="{FF2B5EF4-FFF2-40B4-BE49-F238E27FC236}">
                  <a16:creationId xmlns:a16="http://schemas.microsoft.com/office/drawing/2014/main" id="{C5C48165-1DB3-6E4C-879C-A8A80D6C8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Freeform 154">
              <a:extLst>
                <a:ext uri="{FF2B5EF4-FFF2-40B4-BE49-F238E27FC236}">
                  <a16:creationId xmlns:a16="http://schemas.microsoft.com/office/drawing/2014/main" id="{27BE3868-E5C6-3749-A983-1A98ECC07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Freeform 155">
              <a:extLst>
                <a:ext uri="{FF2B5EF4-FFF2-40B4-BE49-F238E27FC236}">
                  <a16:creationId xmlns:a16="http://schemas.microsoft.com/office/drawing/2014/main" id="{1FCCE161-3B42-C343-AC4D-299E47BAE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Freeform 156">
              <a:extLst>
                <a:ext uri="{FF2B5EF4-FFF2-40B4-BE49-F238E27FC236}">
                  <a16:creationId xmlns:a16="http://schemas.microsoft.com/office/drawing/2014/main" id="{D25CD74A-6DBF-0C49-AF56-4761D32E9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Freeform 157">
              <a:extLst>
                <a:ext uri="{FF2B5EF4-FFF2-40B4-BE49-F238E27FC236}">
                  <a16:creationId xmlns:a16="http://schemas.microsoft.com/office/drawing/2014/main" id="{7F7AB465-AFC8-1C49-841E-87B14EAA2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Freeform 158">
              <a:extLst>
                <a:ext uri="{FF2B5EF4-FFF2-40B4-BE49-F238E27FC236}">
                  <a16:creationId xmlns:a16="http://schemas.microsoft.com/office/drawing/2014/main" id="{0D1DFB28-D511-A944-878D-607942838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Freeform 159">
              <a:extLst>
                <a:ext uri="{FF2B5EF4-FFF2-40B4-BE49-F238E27FC236}">
                  <a16:creationId xmlns:a16="http://schemas.microsoft.com/office/drawing/2014/main" id="{1BC2B83B-7E57-5D44-A383-3D6F6CBBA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160">
              <a:extLst>
                <a:ext uri="{FF2B5EF4-FFF2-40B4-BE49-F238E27FC236}">
                  <a16:creationId xmlns:a16="http://schemas.microsoft.com/office/drawing/2014/main" id="{80D87FBF-9EE6-3E44-A7EB-D86DB4A4C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Freeform 161">
              <a:extLst>
                <a:ext uri="{FF2B5EF4-FFF2-40B4-BE49-F238E27FC236}">
                  <a16:creationId xmlns:a16="http://schemas.microsoft.com/office/drawing/2014/main" id="{0E3A6900-4F0A-C949-B3BC-10209A47D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162">
              <a:extLst>
                <a:ext uri="{FF2B5EF4-FFF2-40B4-BE49-F238E27FC236}">
                  <a16:creationId xmlns:a16="http://schemas.microsoft.com/office/drawing/2014/main" id="{410CBA9F-3408-9149-A609-62529AE6A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Freeform 163">
              <a:extLst>
                <a:ext uri="{FF2B5EF4-FFF2-40B4-BE49-F238E27FC236}">
                  <a16:creationId xmlns:a16="http://schemas.microsoft.com/office/drawing/2014/main" id="{E3555EB3-BF4A-7749-9E18-5053B1B4A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Freeform 235">
              <a:extLst>
                <a:ext uri="{FF2B5EF4-FFF2-40B4-BE49-F238E27FC236}">
                  <a16:creationId xmlns:a16="http://schemas.microsoft.com/office/drawing/2014/main" id="{E01D9EFD-C412-824C-98C1-721875BB8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Freeform 242">
              <a:extLst>
                <a:ext uri="{FF2B5EF4-FFF2-40B4-BE49-F238E27FC236}">
                  <a16:creationId xmlns:a16="http://schemas.microsoft.com/office/drawing/2014/main" id="{4539C2B7-DF75-9544-88B9-75E8476D8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Freeform 249">
              <a:extLst>
                <a:ext uri="{FF2B5EF4-FFF2-40B4-BE49-F238E27FC236}">
                  <a16:creationId xmlns:a16="http://schemas.microsoft.com/office/drawing/2014/main" id="{854E8410-FF41-8B4B-A4B6-8C5385A38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Freeform 256">
              <a:extLst>
                <a:ext uri="{FF2B5EF4-FFF2-40B4-BE49-F238E27FC236}">
                  <a16:creationId xmlns:a16="http://schemas.microsoft.com/office/drawing/2014/main" id="{E2F233FB-C493-1449-AE2F-825BE1CC0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Freeform 263">
              <a:extLst>
                <a:ext uri="{FF2B5EF4-FFF2-40B4-BE49-F238E27FC236}">
                  <a16:creationId xmlns:a16="http://schemas.microsoft.com/office/drawing/2014/main" id="{FCC6F562-1D59-DC4E-98EA-F1938992E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Freeform 270">
              <a:extLst>
                <a:ext uri="{FF2B5EF4-FFF2-40B4-BE49-F238E27FC236}">
                  <a16:creationId xmlns:a16="http://schemas.microsoft.com/office/drawing/2014/main" id="{320CD2B3-D14F-2A48-B8B3-382F85440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Freeform 277">
              <a:extLst>
                <a:ext uri="{FF2B5EF4-FFF2-40B4-BE49-F238E27FC236}">
                  <a16:creationId xmlns:a16="http://schemas.microsoft.com/office/drawing/2014/main" id="{CCB4C9F0-71C7-1540-9056-2D667F247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Freeform 284">
              <a:extLst>
                <a:ext uri="{FF2B5EF4-FFF2-40B4-BE49-F238E27FC236}">
                  <a16:creationId xmlns:a16="http://schemas.microsoft.com/office/drawing/2014/main" id="{53FCADCA-91E2-C54F-9840-F5D03F9EE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" name="Freeform 291">
              <a:extLst>
                <a:ext uri="{FF2B5EF4-FFF2-40B4-BE49-F238E27FC236}">
                  <a16:creationId xmlns:a16="http://schemas.microsoft.com/office/drawing/2014/main" id="{B9AD3FEA-E18C-4144-AA81-8F57D1CEB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Freeform 298">
              <a:extLst>
                <a:ext uri="{FF2B5EF4-FFF2-40B4-BE49-F238E27FC236}">
                  <a16:creationId xmlns:a16="http://schemas.microsoft.com/office/drawing/2014/main" id="{C77266A9-5990-2B47-980A-31083A95B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Freeform 612">
              <a:extLst>
                <a:ext uri="{FF2B5EF4-FFF2-40B4-BE49-F238E27FC236}">
                  <a16:creationId xmlns:a16="http://schemas.microsoft.com/office/drawing/2014/main" id="{1C65B792-88D6-9444-A960-D12FD7A12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Freeform 312">
              <a:extLst>
                <a:ext uri="{FF2B5EF4-FFF2-40B4-BE49-F238E27FC236}">
                  <a16:creationId xmlns:a16="http://schemas.microsoft.com/office/drawing/2014/main" id="{5AC34133-9D17-5A41-A692-5877A693C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08" name="Freeform 433">
            <a:extLst>
              <a:ext uri="{FF2B5EF4-FFF2-40B4-BE49-F238E27FC236}">
                <a16:creationId xmlns:a16="http://schemas.microsoft.com/office/drawing/2014/main" id="{F390AFDC-F318-BA44-8703-602927A31197}"/>
              </a:ext>
            </a:extLst>
          </p:cNvPr>
          <p:cNvSpPr>
            <a:spLocks/>
          </p:cNvSpPr>
          <p:nvPr/>
        </p:nvSpPr>
        <p:spPr bwMode="auto">
          <a:xfrm flipH="1">
            <a:off x="6888645" y="974218"/>
            <a:ext cx="1874519" cy="1062934"/>
          </a:xfrm>
          <a:custGeom>
            <a:avLst/>
            <a:gdLst>
              <a:gd name="T0" fmla="*/ 1029 w 1238"/>
              <a:gd name="T1" fmla="*/ 701 h 701"/>
              <a:gd name="T2" fmla="*/ 1072 w 1238"/>
              <a:gd name="T3" fmla="*/ 694 h 701"/>
              <a:gd name="T4" fmla="*/ 1110 w 1238"/>
              <a:gd name="T5" fmla="*/ 681 h 701"/>
              <a:gd name="T6" fmla="*/ 1147 w 1238"/>
              <a:gd name="T7" fmla="*/ 659 h 701"/>
              <a:gd name="T8" fmla="*/ 1177 w 1238"/>
              <a:gd name="T9" fmla="*/ 632 h 701"/>
              <a:gd name="T10" fmla="*/ 1202 w 1238"/>
              <a:gd name="T11" fmla="*/ 601 h 701"/>
              <a:gd name="T12" fmla="*/ 1222 w 1238"/>
              <a:gd name="T13" fmla="*/ 563 h 701"/>
              <a:gd name="T14" fmla="*/ 1234 w 1238"/>
              <a:gd name="T15" fmla="*/ 523 h 701"/>
              <a:gd name="T16" fmla="*/ 1238 w 1238"/>
              <a:gd name="T17" fmla="*/ 480 h 701"/>
              <a:gd name="T18" fmla="*/ 1237 w 1238"/>
              <a:gd name="T19" fmla="*/ 458 h 701"/>
              <a:gd name="T20" fmla="*/ 1229 w 1238"/>
              <a:gd name="T21" fmla="*/ 414 h 701"/>
              <a:gd name="T22" fmla="*/ 1212 w 1238"/>
              <a:gd name="T23" fmla="*/ 375 h 701"/>
              <a:gd name="T24" fmla="*/ 1188 w 1238"/>
              <a:gd name="T25" fmla="*/ 340 h 701"/>
              <a:gd name="T26" fmla="*/ 1157 w 1238"/>
              <a:gd name="T27" fmla="*/ 309 h 701"/>
              <a:gd name="T28" fmla="*/ 1122 w 1238"/>
              <a:gd name="T29" fmla="*/ 286 h 701"/>
              <a:gd name="T30" fmla="*/ 1082 w 1238"/>
              <a:gd name="T31" fmla="*/ 269 h 701"/>
              <a:gd name="T32" fmla="*/ 1040 w 1238"/>
              <a:gd name="T33" fmla="*/ 260 h 701"/>
              <a:gd name="T34" fmla="*/ 1017 w 1238"/>
              <a:gd name="T35" fmla="*/ 259 h 701"/>
              <a:gd name="T36" fmla="*/ 984 w 1238"/>
              <a:gd name="T37" fmla="*/ 261 h 701"/>
              <a:gd name="T38" fmla="*/ 953 w 1238"/>
              <a:gd name="T39" fmla="*/ 268 h 701"/>
              <a:gd name="T40" fmla="*/ 945 w 1238"/>
              <a:gd name="T41" fmla="*/ 240 h 701"/>
              <a:gd name="T42" fmla="*/ 922 w 1238"/>
              <a:gd name="T43" fmla="*/ 186 h 701"/>
              <a:gd name="T44" fmla="*/ 890 w 1238"/>
              <a:gd name="T45" fmla="*/ 138 h 701"/>
              <a:gd name="T46" fmla="*/ 851 w 1238"/>
              <a:gd name="T47" fmla="*/ 95 h 701"/>
              <a:gd name="T48" fmla="*/ 807 w 1238"/>
              <a:gd name="T49" fmla="*/ 59 h 701"/>
              <a:gd name="T50" fmla="*/ 756 w 1238"/>
              <a:gd name="T51" fmla="*/ 31 h 701"/>
              <a:gd name="T52" fmla="*/ 700 w 1238"/>
              <a:gd name="T53" fmla="*/ 11 h 701"/>
              <a:gd name="T54" fmla="*/ 641 w 1238"/>
              <a:gd name="T55" fmla="*/ 1 h 701"/>
              <a:gd name="T56" fmla="*/ 611 w 1238"/>
              <a:gd name="T57" fmla="*/ 0 h 701"/>
              <a:gd name="T58" fmla="*/ 550 w 1238"/>
              <a:gd name="T59" fmla="*/ 5 h 701"/>
              <a:gd name="T60" fmla="*/ 493 w 1238"/>
              <a:gd name="T61" fmla="*/ 19 h 701"/>
              <a:gd name="T62" fmla="*/ 440 w 1238"/>
              <a:gd name="T63" fmla="*/ 43 h 701"/>
              <a:gd name="T64" fmla="*/ 393 w 1238"/>
              <a:gd name="T65" fmla="*/ 75 h 701"/>
              <a:gd name="T66" fmla="*/ 351 w 1238"/>
              <a:gd name="T67" fmla="*/ 113 h 701"/>
              <a:gd name="T68" fmla="*/ 316 w 1238"/>
              <a:gd name="T69" fmla="*/ 159 h 701"/>
              <a:gd name="T70" fmla="*/ 289 w 1238"/>
              <a:gd name="T71" fmla="*/ 209 h 701"/>
              <a:gd name="T72" fmla="*/ 270 w 1238"/>
              <a:gd name="T73" fmla="*/ 265 h 701"/>
              <a:gd name="T74" fmla="*/ 246 w 1238"/>
              <a:gd name="T75" fmla="*/ 261 h 701"/>
              <a:gd name="T76" fmla="*/ 221 w 1238"/>
              <a:gd name="T77" fmla="*/ 259 h 701"/>
              <a:gd name="T78" fmla="*/ 198 w 1238"/>
              <a:gd name="T79" fmla="*/ 260 h 701"/>
              <a:gd name="T80" fmla="*/ 155 w 1238"/>
              <a:gd name="T81" fmla="*/ 269 h 701"/>
              <a:gd name="T82" fmla="*/ 116 w 1238"/>
              <a:gd name="T83" fmla="*/ 286 h 701"/>
              <a:gd name="T84" fmla="*/ 80 w 1238"/>
              <a:gd name="T85" fmla="*/ 309 h 701"/>
              <a:gd name="T86" fmla="*/ 51 w 1238"/>
              <a:gd name="T87" fmla="*/ 340 h 701"/>
              <a:gd name="T88" fmla="*/ 27 w 1238"/>
              <a:gd name="T89" fmla="*/ 375 h 701"/>
              <a:gd name="T90" fmla="*/ 10 w 1238"/>
              <a:gd name="T91" fmla="*/ 414 h 701"/>
              <a:gd name="T92" fmla="*/ 1 w 1238"/>
              <a:gd name="T93" fmla="*/ 458 h 701"/>
              <a:gd name="T94" fmla="*/ 0 w 1238"/>
              <a:gd name="T95" fmla="*/ 480 h 701"/>
              <a:gd name="T96" fmla="*/ 4 w 1238"/>
              <a:gd name="T97" fmla="*/ 522 h 701"/>
              <a:gd name="T98" fmla="*/ 16 w 1238"/>
              <a:gd name="T99" fmla="*/ 562 h 701"/>
              <a:gd name="T100" fmla="*/ 34 w 1238"/>
              <a:gd name="T101" fmla="*/ 598 h 701"/>
              <a:gd name="T102" fmla="*/ 59 w 1238"/>
              <a:gd name="T103" fmla="*/ 631 h 701"/>
              <a:gd name="T104" fmla="*/ 90 w 1238"/>
              <a:gd name="T105" fmla="*/ 658 h 701"/>
              <a:gd name="T106" fmla="*/ 123 w 1238"/>
              <a:gd name="T107" fmla="*/ 678 h 701"/>
              <a:gd name="T108" fmla="*/ 162 w 1238"/>
              <a:gd name="T109" fmla="*/ 693 h 701"/>
              <a:gd name="T110" fmla="*/ 203 w 1238"/>
              <a:gd name="T111" fmla="*/ 70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38" h="701">
                <a:moveTo>
                  <a:pt x="1029" y="701"/>
                </a:moveTo>
                <a:lnTo>
                  <a:pt x="1029" y="701"/>
                </a:lnTo>
                <a:lnTo>
                  <a:pt x="1051" y="699"/>
                </a:lnTo>
                <a:lnTo>
                  <a:pt x="1072" y="694"/>
                </a:lnTo>
                <a:lnTo>
                  <a:pt x="1091" y="688"/>
                </a:lnTo>
                <a:lnTo>
                  <a:pt x="1110" y="681"/>
                </a:lnTo>
                <a:lnTo>
                  <a:pt x="1130" y="671"/>
                </a:lnTo>
                <a:lnTo>
                  <a:pt x="1147" y="659"/>
                </a:lnTo>
                <a:lnTo>
                  <a:pt x="1162" y="647"/>
                </a:lnTo>
                <a:lnTo>
                  <a:pt x="1177" y="632"/>
                </a:lnTo>
                <a:lnTo>
                  <a:pt x="1191" y="616"/>
                </a:lnTo>
                <a:lnTo>
                  <a:pt x="1202" y="601"/>
                </a:lnTo>
                <a:lnTo>
                  <a:pt x="1213" y="583"/>
                </a:lnTo>
                <a:lnTo>
                  <a:pt x="1222" y="563"/>
                </a:lnTo>
                <a:lnTo>
                  <a:pt x="1229" y="544"/>
                </a:lnTo>
                <a:lnTo>
                  <a:pt x="1234" y="523"/>
                </a:lnTo>
                <a:lnTo>
                  <a:pt x="1237" y="502"/>
                </a:lnTo>
                <a:lnTo>
                  <a:pt x="1238" y="480"/>
                </a:lnTo>
                <a:lnTo>
                  <a:pt x="1238" y="480"/>
                </a:lnTo>
                <a:lnTo>
                  <a:pt x="1237" y="458"/>
                </a:lnTo>
                <a:lnTo>
                  <a:pt x="1234" y="435"/>
                </a:lnTo>
                <a:lnTo>
                  <a:pt x="1229" y="414"/>
                </a:lnTo>
                <a:lnTo>
                  <a:pt x="1220" y="394"/>
                </a:lnTo>
                <a:lnTo>
                  <a:pt x="1212" y="375"/>
                </a:lnTo>
                <a:lnTo>
                  <a:pt x="1201" y="356"/>
                </a:lnTo>
                <a:lnTo>
                  <a:pt x="1188" y="340"/>
                </a:lnTo>
                <a:lnTo>
                  <a:pt x="1173" y="324"/>
                </a:lnTo>
                <a:lnTo>
                  <a:pt x="1157" y="309"/>
                </a:lnTo>
                <a:lnTo>
                  <a:pt x="1140" y="297"/>
                </a:lnTo>
                <a:lnTo>
                  <a:pt x="1122" y="286"/>
                </a:lnTo>
                <a:lnTo>
                  <a:pt x="1103" y="277"/>
                </a:lnTo>
                <a:lnTo>
                  <a:pt x="1082" y="269"/>
                </a:lnTo>
                <a:lnTo>
                  <a:pt x="1062" y="263"/>
                </a:lnTo>
                <a:lnTo>
                  <a:pt x="1040" y="260"/>
                </a:lnTo>
                <a:lnTo>
                  <a:pt x="1017" y="259"/>
                </a:lnTo>
                <a:lnTo>
                  <a:pt x="1017" y="259"/>
                </a:lnTo>
                <a:lnTo>
                  <a:pt x="1000" y="260"/>
                </a:lnTo>
                <a:lnTo>
                  <a:pt x="984" y="261"/>
                </a:lnTo>
                <a:lnTo>
                  <a:pt x="969" y="265"/>
                </a:lnTo>
                <a:lnTo>
                  <a:pt x="953" y="268"/>
                </a:lnTo>
                <a:lnTo>
                  <a:pt x="953" y="268"/>
                </a:lnTo>
                <a:lnTo>
                  <a:pt x="945" y="240"/>
                </a:lnTo>
                <a:lnTo>
                  <a:pt x="935" y="213"/>
                </a:lnTo>
                <a:lnTo>
                  <a:pt x="922" y="186"/>
                </a:lnTo>
                <a:lnTo>
                  <a:pt x="907" y="162"/>
                </a:lnTo>
                <a:lnTo>
                  <a:pt x="890" y="138"/>
                </a:lnTo>
                <a:lnTo>
                  <a:pt x="872" y="116"/>
                </a:lnTo>
                <a:lnTo>
                  <a:pt x="851" y="95"/>
                </a:lnTo>
                <a:lnTo>
                  <a:pt x="830" y="76"/>
                </a:lnTo>
                <a:lnTo>
                  <a:pt x="807" y="59"/>
                </a:lnTo>
                <a:lnTo>
                  <a:pt x="783" y="43"/>
                </a:lnTo>
                <a:lnTo>
                  <a:pt x="756" y="31"/>
                </a:lnTo>
                <a:lnTo>
                  <a:pt x="729" y="20"/>
                </a:lnTo>
                <a:lnTo>
                  <a:pt x="700" y="11"/>
                </a:lnTo>
                <a:lnTo>
                  <a:pt x="671" y="5"/>
                </a:lnTo>
                <a:lnTo>
                  <a:pt x="641" y="1"/>
                </a:lnTo>
                <a:lnTo>
                  <a:pt x="611" y="0"/>
                </a:lnTo>
                <a:lnTo>
                  <a:pt x="611" y="0"/>
                </a:lnTo>
                <a:lnTo>
                  <a:pt x="581" y="1"/>
                </a:lnTo>
                <a:lnTo>
                  <a:pt x="550" y="5"/>
                </a:lnTo>
                <a:lnTo>
                  <a:pt x="521" y="11"/>
                </a:lnTo>
                <a:lnTo>
                  <a:pt x="493" y="19"/>
                </a:lnTo>
                <a:lnTo>
                  <a:pt x="467" y="30"/>
                </a:lnTo>
                <a:lnTo>
                  <a:pt x="440" y="43"/>
                </a:lnTo>
                <a:lnTo>
                  <a:pt x="416" y="58"/>
                </a:lnTo>
                <a:lnTo>
                  <a:pt x="393" y="75"/>
                </a:lnTo>
                <a:lnTo>
                  <a:pt x="371" y="93"/>
                </a:lnTo>
                <a:lnTo>
                  <a:pt x="351" y="113"/>
                </a:lnTo>
                <a:lnTo>
                  <a:pt x="333" y="135"/>
                </a:lnTo>
                <a:lnTo>
                  <a:pt x="316" y="159"/>
                </a:lnTo>
                <a:lnTo>
                  <a:pt x="301" y="184"/>
                </a:lnTo>
                <a:lnTo>
                  <a:pt x="289" y="209"/>
                </a:lnTo>
                <a:lnTo>
                  <a:pt x="278" y="237"/>
                </a:lnTo>
                <a:lnTo>
                  <a:pt x="270" y="265"/>
                </a:lnTo>
                <a:lnTo>
                  <a:pt x="270" y="265"/>
                </a:lnTo>
                <a:lnTo>
                  <a:pt x="246" y="261"/>
                </a:lnTo>
                <a:lnTo>
                  <a:pt x="233" y="260"/>
                </a:lnTo>
                <a:lnTo>
                  <a:pt x="221" y="259"/>
                </a:lnTo>
                <a:lnTo>
                  <a:pt x="221" y="259"/>
                </a:lnTo>
                <a:lnTo>
                  <a:pt x="198" y="260"/>
                </a:lnTo>
                <a:lnTo>
                  <a:pt x="177" y="263"/>
                </a:lnTo>
                <a:lnTo>
                  <a:pt x="155" y="269"/>
                </a:lnTo>
                <a:lnTo>
                  <a:pt x="136" y="277"/>
                </a:lnTo>
                <a:lnTo>
                  <a:pt x="116" y="286"/>
                </a:lnTo>
                <a:lnTo>
                  <a:pt x="97" y="297"/>
                </a:lnTo>
                <a:lnTo>
                  <a:pt x="80" y="309"/>
                </a:lnTo>
                <a:lnTo>
                  <a:pt x="64" y="324"/>
                </a:lnTo>
                <a:lnTo>
                  <a:pt x="51" y="340"/>
                </a:lnTo>
                <a:lnTo>
                  <a:pt x="38" y="356"/>
                </a:lnTo>
                <a:lnTo>
                  <a:pt x="27" y="375"/>
                </a:lnTo>
                <a:lnTo>
                  <a:pt x="17" y="394"/>
                </a:lnTo>
                <a:lnTo>
                  <a:pt x="10" y="414"/>
                </a:lnTo>
                <a:lnTo>
                  <a:pt x="5" y="435"/>
                </a:lnTo>
                <a:lnTo>
                  <a:pt x="1" y="458"/>
                </a:lnTo>
                <a:lnTo>
                  <a:pt x="0" y="480"/>
                </a:lnTo>
                <a:lnTo>
                  <a:pt x="0" y="480"/>
                </a:lnTo>
                <a:lnTo>
                  <a:pt x="1" y="502"/>
                </a:lnTo>
                <a:lnTo>
                  <a:pt x="4" y="522"/>
                </a:lnTo>
                <a:lnTo>
                  <a:pt x="9" y="543"/>
                </a:lnTo>
                <a:lnTo>
                  <a:pt x="16" y="562"/>
                </a:lnTo>
                <a:lnTo>
                  <a:pt x="24" y="581"/>
                </a:lnTo>
                <a:lnTo>
                  <a:pt x="34" y="598"/>
                </a:lnTo>
                <a:lnTo>
                  <a:pt x="46" y="615"/>
                </a:lnTo>
                <a:lnTo>
                  <a:pt x="59" y="631"/>
                </a:lnTo>
                <a:lnTo>
                  <a:pt x="74" y="644"/>
                </a:lnTo>
                <a:lnTo>
                  <a:pt x="90" y="658"/>
                </a:lnTo>
                <a:lnTo>
                  <a:pt x="105" y="668"/>
                </a:lnTo>
                <a:lnTo>
                  <a:pt x="123" y="678"/>
                </a:lnTo>
                <a:lnTo>
                  <a:pt x="143" y="687"/>
                </a:lnTo>
                <a:lnTo>
                  <a:pt x="162" y="693"/>
                </a:lnTo>
                <a:lnTo>
                  <a:pt x="183" y="697"/>
                </a:lnTo>
                <a:lnTo>
                  <a:pt x="203" y="700"/>
                </a:lnTo>
                <a:lnTo>
                  <a:pt x="1029" y="701"/>
                </a:lnTo>
                <a:close/>
              </a:path>
            </a:pathLst>
          </a:custGeom>
          <a:gradFill>
            <a:gsLst>
              <a:gs pos="0">
                <a:schemeClr val="accent5">
                  <a:alpha val="22000"/>
                </a:schemeClr>
              </a:gs>
              <a:gs pos="76000">
                <a:schemeClr val="bg1"/>
              </a:gs>
            </a:gsLst>
            <a:path path="circle">
              <a:fillToRect r="100000" b="10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00">
            <a:extLst>
              <a:ext uri="{FF2B5EF4-FFF2-40B4-BE49-F238E27FC236}">
                <a16:creationId xmlns:a16="http://schemas.microsoft.com/office/drawing/2014/main" id="{6ABD525C-A91F-E941-9E84-DF3072D80300}"/>
              </a:ext>
            </a:extLst>
          </p:cNvPr>
          <p:cNvSpPr>
            <a:spLocks/>
          </p:cNvSpPr>
          <p:nvPr/>
        </p:nvSpPr>
        <p:spPr bwMode="auto">
          <a:xfrm>
            <a:off x="4033483" y="3022476"/>
            <a:ext cx="3940176" cy="4109191"/>
          </a:xfrm>
          <a:custGeom>
            <a:avLst/>
            <a:gdLst>
              <a:gd name="connsiteX0" fmla="*/ 1058885 w 3940176"/>
              <a:gd name="connsiteY0" fmla="*/ 2965309 h 4109191"/>
              <a:gd name="connsiteX1" fmla="*/ 896647 w 3940176"/>
              <a:gd name="connsiteY1" fmla="*/ 3244944 h 4109191"/>
              <a:gd name="connsiteX2" fmla="*/ 928386 w 3940176"/>
              <a:gd name="connsiteY2" fmla="*/ 3258162 h 4109191"/>
              <a:gd name="connsiteX3" fmla="*/ 1013026 w 3940176"/>
              <a:gd name="connsiteY3" fmla="*/ 3295173 h 4109191"/>
              <a:gd name="connsiteX4" fmla="*/ 1064354 w 3940176"/>
              <a:gd name="connsiteY4" fmla="*/ 3318207 h 4109191"/>
              <a:gd name="connsiteX5" fmla="*/ 1064354 w 3940176"/>
              <a:gd name="connsiteY5" fmla="*/ 3259618 h 4109191"/>
              <a:gd name="connsiteX6" fmla="*/ 1872377 w 3940176"/>
              <a:gd name="connsiteY6" fmla="*/ 0 h 4109191"/>
              <a:gd name="connsiteX7" fmla="*/ 1904068 w 3940176"/>
              <a:gd name="connsiteY7" fmla="*/ 0 h 4109191"/>
              <a:gd name="connsiteX8" fmla="*/ 1933117 w 3940176"/>
              <a:gd name="connsiteY8" fmla="*/ 0 h 4109191"/>
              <a:gd name="connsiteX9" fmla="*/ 1978012 w 3940176"/>
              <a:gd name="connsiteY9" fmla="*/ 5299 h 4109191"/>
              <a:gd name="connsiteX10" fmla="*/ 1999139 w 3940176"/>
              <a:gd name="connsiteY10" fmla="*/ 7948 h 4109191"/>
              <a:gd name="connsiteX11" fmla="*/ 2017625 w 3940176"/>
              <a:gd name="connsiteY11" fmla="*/ 13248 h 4109191"/>
              <a:gd name="connsiteX12" fmla="*/ 2046675 w 3940176"/>
              <a:gd name="connsiteY12" fmla="*/ 26495 h 4109191"/>
              <a:gd name="connsiteX13" fmla="*/ 2091570 w 3940176"/>
              <a:gd name="connsiteY13" fmla="*/ 50341 h 4109191"/>
              <a:gd name="connsiteX14" fmla="*/ 2117978 w 3940176"/>
              <a:gd name="connsiteY14" fmla="*/ 66238 h 4109191"/>
              <a:gd name="connsiteX15" fmla="*/ 2144387 w 3940176"/>
              <a:gd name="connsiteY15" fmla="*/ 84785 h 4109191"/>
              <a:gd name="connsiteX16" fmla="*/ 2168155 w 3940176"/>
              <a:gd name="connsiteY16" fmla="*/ 105981 h 4109191"/>
              <a:gd name="connsiteX17" fmla="*/ 2191923 w 3940176"/>
              <a:gd name="connsiteY17" fmla="*/ 132476 h 4109191"/>
              <a:gd name="connsiteX18" fmla="*/ 2210409 w 3940176"/>
              <a:gd name="connsiteY18" fmla="*/ 161621 h 4109191"/>
              <a:gd name="connsiteX19" fmla="*/ 2228895 w 3940176"/>
              <a:gd name="connsiteY19" fmla="*/ 193416 h 4109191"/>
              <a:gd name="connsiteX20" fmla="*/ 2242099 w 3940176"/>
              <a:gd name="connsiteY20" fmla="*/ 227860 h 4109191"/>
              <a:gd name="connsiteX21" fmla="*/ 2250022 w 3940176"/>
              <a:gd name="connsiteY21" fmla="*/ 267603 h 4109191"/>
              <a:gd name="connsiteX22" fmla="*/ 2250022 w 3940176"/>
              <a:gd name="connsiteY22" fmla="*/ 307345 h 4109191"/>
              <a:gd name="connsiteX23" fmla="*/ 2242099 w 3940176"/>
              <a:gd name="connsiteY23" fmla="*/ 357687 h 4109191"/>
              <a:gd name="connsiteX24" fmla="*/ 2231536 w 3940176"/>
              <a:gd name="connsiteY24" fmla="*/ 378883 h 4109191"/>
              <a:gd name="connsiteX25" fmla="*/ 2226254 w 3940176"/>
              <a:gd name="connsiteY25" fmla="*/ 405378 h 4109191"/>
              <a:gd name="connsiteX26" fmla="*/ 2197205 w 3940176"/>
              <a:gd name="connsiteY26" fmla="*/ 458369 h 4109191"/>
              <a:gd name="connsiteX27" fmla="*/ 2193981 w 3940176"/>
              <a:gd name="connsiteY27" fmla="*/ 458369 h 4109191"/>
              <a:gd name="connsiteX28" fmla="*/ 2197181 w 3940176"/>
              <a:gd name="connsiteY28" fmla="*/ 475358 h 4109191"/>
              <a:gd name="connsiteX29" fmla="*/ 2202486 w 3940176"/>
              <a:gd name="connsiteY29" fmla="*/ 522893 h 4109191"/>
              <a:gd name="connsiteX30" fmla="*/ 2202486 w 3940176"/>
              <a:gd name="connsiteY30" fmla="*/ 575711 h 4109191"/>
              <a:gd name="connsiteX31" fmla="*/ 2202486 w 3940176"/>
              <a:gd name="connsiteY31" fmla="*/ 576454 h 4109191"/>
              <a:gd name="connsiteX32" fmla="*/ 2207011 w 3940176"/>
              <a:gd name="connsiteY32" fmla="*/ 575711 h 4109191"/>
              <a:gd name="connsiteX33" fmla="*/ 2225497 w 3940176"/>
              <a:gd name="connsiteY33" fmla="*/ 578312 h 4109191"/>
              <a:gd name="connsiteX34" fmla="*/ 2243983 w 3940176"/>
              <a:gd name="connsiteY34" fmla="*/ 580914 h 4109191"/>
              <a:gd name="connsiteX35" fmla="*/ 2259828 w 3940176"/>
              <a:gd name="connsiteY35" fmla="*/ 591320 h 4109191"/>
              <a:gd name="connsiteX36" fmla="*/ 2270392 w 3940176"/>
              <a:gd name="connsiteY36" fmla="*/ 601726 h 4109191"/>
              <a:gd name="connsiteX37" fmla="*/ 2280956 w 3940176"/>
              <a:gd name="connsiteY37" fmla="*/ 614733 h 4109191"/>
              <a:gd name="connsiteX38" fmla="*/ 2291519 w 3940176"/>
              <a:gd name="connsiteY38" fmla="*/ 630342 h 4109191"/>
              <a:gd name="connsiteX39" fmla="*/ 2294160 w 3940176"/>
              <a:gd name="connsiteY39" fmla="*/ 645951 h 4109191"/>
              <a:gd name="connsiteX40" fmla="*/ 2296801 w 3940176"/>
              <a:gd name="connsiteY40" fmla="*/ 664161 h 4109191"/>
              <a:gd name="connsiteX41" fmla="*/ 2294160 w 3940176"/>
              <a:gd name="connsiteY41" fmla="*/ 679770 h 4109191"/>
              <a:gd name="connsiteX42" fmla="*/ 2291519 w 3940176"/>
              <a:gd name="connsiteY42" fmla="*/ 695379 h 4109191"/>
              <a:gd name="connsiteX43" fmla="*/ 2280956 w 3940176"/>
              <a:gd name="connsiteY43" fmla="*/ 710988 h 4109191"/>
              <a:gd name="connsiteX44" fmla="*/ 2270392 w 3940176"/>
              <a:gd name="connsiteY44" fmla="*/ 723995 h 4109191"/>
              <a:gd name="connsiteX45" fmla="*/ 2259828 w 3940176"/>
              <a:gd name="connsiteY45" fmla="*/ 731800 h 4109191"/>
              <a:gd name="connsiteX46" fmla="*/ 2243983 w 3940176"/>
              <a:gd name="connsiteY46" fmla="*/ 742206 h 4109191"/>
              <a:gd name="connsiteX47" fmla="*/ 2225497 w 3940176"/>
              <a:gd name="connsiteY47" fmla="*/ 744807 h 4109191"/>
              <a:gd name="connsiteX48" fmla="*/ 2207011 w 3940176"/>
              <a:gd name="connsiteY48" fmla="*/ 750010 h 4109191"/>
              <a:gd name="connsiteX49" fmla="*/ 2191165 w 3940176"/>
              <a:gd name="connsiteY49" fmla="*/ 744807 h 4109191"/>
              <a:gd name="connsiteX50" fmla="*/ 2188831 w 3940176"/>
              <a:gd name="connsiteY50" fmla="*/ 744424 h 4109191"/>
              <a:gd name="connsiteX51" fmla="*/ 2186570 w 3940176"/>
              <a:gd name="connsiteY51" fmla="*/ 757931 h 4109191"/>
              <a:gd name="connsiteX52" fmla="*/ 2170655 w 3940176"/>
              <a:gd name="connsiteY52" fmla="*/ 818671 h 4109191"/>
              <a:gd name="connsiteX53" fmla="*/ 2154739 w 3940176"/>
              <a:gd name="connsiteY53" fmla="*/ 876770 h 4109191"/>
              <a:gd name="connsiteX54" fmla="*/ 2141732 w 3940176"/>
              <a:gd name="connsiteY54" fmla="*/ 912380 h 4109191"/>
              <a:gd name="connsiteX55" fmla="*/ 2141732 w 3940176"/>
              <a:gd name="connsiteY55" fmla="*/ 917254 h 4109191"/>
              <a:gd name="connsiteX56" fmla="*/ 2144385 w 3940176"/>
              <a:gd name="connsiteY56" fmla="*/ 927772 h 4109191"/>
              <a:gd name="connsiteX57" fmla="*/ 2139078 w 3940176"/>
              <a:gd name="connsiteY57" fmla="*/ 954068 h 4109191"/>
              <a:gd name="connsiteX58" fmla="*/ 2125012 w 3940176"/>
              <a:gd name="connsiteY58" fmla="*/ 979624 h 4109191"/>
              <a:gd name="connsiteX59" fmla="*/ 2181009 w 3940176"/>
              <a:gd name="connsiteY59" fmla="*/ 1256625 h 4109191"/>
              <a:gd name="connsiteX60" fmla="*/ 2183140 w 3940176"/>
              <a:gd name="connsiteY60" fmla="*/ 1251773 h 4109191"/>
              <a:gd name="connsiteX61" fmla="*/ 2183455 w 3940176"/>
              <a:gd name="connsiteY61" fmla="*/ 1251843 h 4109191"/>
              <a:gd name="connsiteX62" fmla="*/ 2183461 w 3940176"/>
              <a:gd name="connsiteY62" fmla="*/ 1251773 h 4109191"/>
              <a:gd name="connsiteX63" fmla="*/ 2243926 w 3940176"/>
              <a:gd name="connsiteY63" fmla="*/ 1259681 h 4109191"/>
              <a:gd name="connsiteX64" fmla="*/ 2304392 w 3940176"/>
              <a:gd name="connsiteY64" fmla="*/ 1264953 h 4109191"/>
              <a:gd name="connsiteX65" fmla="*/ 2417435 w 3940176"/>
              <a:gd name="connsiteY65" fmla="*/ 1283404 h 4109191"/>
              <a:gd name="connsiteX66" fmla="*/ 2519963 w 3940176"/>
              <a:gd name="connsiteY66" fmla="*/ 1307127 h 4109191"/>
              <a:gd name="connsiteX67" fmla="*/ 2609346 w 3940176"/>
              <a:gd name="connsiteY67" fmla="*/ 1328215 h 4109191"/>
              <a:gd name="connsiteX68" fmla="*/ 2680327 w 3940176"/>
              <a:gd name="connsiteY68" fmla="*/ 1354574 h 4109191"/>
              <a:gd name="connsiteX69" fmla="*/ 2715254 w 3940176"/>
              <a:gd name="connsiteY69" fmla="*/ 1366831 h 4109191"/>
              <a:gd name="connsiteX70" fmla="*/ 2726132 w 3940176"/>
              <a:gd name="connsiteY70" fmla="*/ 1367975 h 4109191"/>
              <a:gd name="connsiteX71" fmla="*/ 2776387 w 3940176"/>
              <a:gd name="connsiteY71" fmla="*/ 1381194 h 4109191"/>
              <a:gd name="connsiteX72" fmla="*/ 2829286 w 3940176"/>
              <a:gd name="connsiteY72" fmla="*/ 1399699 h 4109191"/>
              <a:gd name="connsiteX73" fmla="*/ 2884831 w 3940176"/>
              <a:gd name="connsiteY73" fmla="*/ 1428779 h 4109191"/>
              <a:gd name="connsiteX74" fmla="*/ 2943020 w 3940176"/>
              <a:gd name="connsiteY74" fmla="*/ 1463146 h 4109191"/>
              <a:gd name="connsiteX75" fmla="*/ 3003855 w 3940176"/>
              <a:gd name="connsiteY75" fmla="*/ 1505444 h 4109191"/>
              <a:gd name="connsiteX76" fmla="*/ 3064689 w 3940176"/>
              <a:gd name="connsiteY76" fmla="*/ 1560960 h 4109191"/>
              <a:gd name="connsiteX77" fmla="*/ 3125524 w 3940176"/>
              <a:gd name="connsiteY77" fmla="*/ 1621763 h 4109191"/>
              <a:gd name="connsiteX78" fmla="*/ 3191648 w 3940176"/>
              <a:gd name="connsiteY78" fmla="*/ 1693140 h 4109191"/>
              <a:gd name="connsiteX79" fmla="*/ 3255127 w 3940176"/>
              <a:gd name="connsiteY79" fmla="*/ 1777736 h 4109191"/>
              <a:gd name="connsiteX80" fmla="*/ 3326542 w 3940176"/>
              <a:gd name="connsiteY80" fmla="*/ 1872907 h 4109191"/>
              <a:gd name="connsiteX81" fmla="*/ 3392666 w 3940176"/>
              <a:gd name="connsiteY81" fmla="*/ 1981295 h 4109191"/>
              <a:gd name="connsiteX82" fmla="*/ 3464080 w 3940176"/>
              <a:gd name="connsiteY82" fmla="*/ 2102901 h 4109191"/>
              <a:gd name="connsiteX83" fmla="*/ 3538140 w 3940176"/>
              <a:gd name="connsiteY83" fmla="*/ 2237726 h 4109191"/>
              <a:gd name="connsiteX84" fmla="*/ 3612199 w 3940176"/>
              <a:gd name="connsiteY84" fmla="*/ 2388412 h 4109191"/>
              <a:gd name="connsiteX85" fmla="*/ 3683613 w 3940176"/>
              <a:gd name="connsiteY85" fmla="*/ 2554960 h 4109191"/>
              <a:gd name="connsiteX86" fmla="*/ 3723288 w 3940176"/>
              <a:gd name="connsiteY86" fmla="*/ 2644843 h 4109191"/>
              <a:gd name="connsiteX87" fmla="*/ 3760318 w 3940176"/>
              <a:gd name="connsiteY87" fmla="*/ 2740013 h 4109191"/>
              <a:gd name="connsiteX88" fmla="*/ 3797347 w 3940176"/>
              <a:gd name="connsiteY88" fmla="*/ 2837827 h 4109191"/>
              <a:gd name="connsiteX89" fmla="*/ 3831732 w 3940176"/>
              <a:gd name="connsiteY89" fmla="*/ 2938285 h 4109191"/>
              <a:gd name="connsiteX90" fmla="*/ 3860827 w 3940176"/>
              <a:gd name="connsiteY90" fmla="*/ 3036098 h 4109191"/>
              <a:gd name="connsiteX91" fmla="*/ 3889921 w 3940176"/>
              <a:gd name="connsiteY91" fmla="*/ 3133912 h 4109191"/>
              <a:gd name="connsiteX92" fmla="*/ 3911081 w 3940176"/>
              <a:gd name="connsiteY92" fmla="*/ 3226439 h 4109191"/>
              <a:gd name="connsiteX93" fmla="*/ 3926951 w 3940176"/>
              <a:gd name="connsiteY93" fmla="*/ 3316322 h 4109191"/>
              <a:gd name="connsiteX94" fmla="*/ 3937531 w 3940176"/>
              <a:gd name="connsiteY94" fmla="*/ 3398274 h 4109191"/>
              <a:gd name="connsiteX95" fmla="*/ 3940176 w 3940176"/>
              <a:gd name="connsiteY95" fmla="*/ 3474939 h 4109191"/>
              <a:gd name="connsiteX96" fmla="*/ 3937531 w 3940176"/>
              <a:gd name="connsiteY96" fmla="*/ 3506662 h 4109191"/>
              <a:gd name="connsiteX97" fmla="*/ 3934886 w 3940176"/>
              <a:gd name="connsiteY97" fmla="*/ 3538386 h 4109191"/>
              <a:gd name="connsiteX98" fmla="*/ 3926951 w 3940176"/>
              <a:gd name="connsiteY98" fmla="*/ 3567466 h 4109191"/>
              <a:gd name="connsiteX99" fmla="*/ 3919016 w 3940176"/>
              <a:gd name="connsiteY99" fmla="*/ 3596545 h 4109191"/>
              <a:gd name="connsiteX100" fmla="*/ 3908436 w 3940176"/>
              <a:gd name="connsiteY100" fmla="*/ 3617694 h 4109191"/>
              <a:gd name="connsiteX101" fmla="*/ 3895211 w 3940176"/>
              <a:gd name="connsiteY101" fmla="*/ 3638843 h 4109191"/>
              <a:gd name="connsiteX102" fmla="*/ 3879342 w 3940176"/>
              <a:gd name="connsiteY102" fmla="*/ 3657349 h 4109191"/>
              <a:gd name="connsiteX103" fmla="*/ 3860827 w 3940176"/>
              <a:gd name="connsiteY103" fmla="*/ 3670567 h 4109191"/>
              <a:gd name="connsiteX104" fmla="*/ 3813217 w 3940176"/>
              <a:gd name="connsiteY104" fmla="*/ 3691716 h 4109191"/>
              <a:gd name="connsiteX105" fmla="*/ 3765608 w 3940176"/>
              <a:gd name="connsiteY105" fmla="*/ 3715508 h 4109191"/>
              <a:gd name="connsiteX106" fmla="*/ 3710063 w 3940176"/>
              <a:gd name="connsiteY106" fmla="*/ 3736657 h 4109191"/>
              <a:gd name="connsiteX107" fmla="*/ 3654519 w 3940176"/>
              <a:gd name="connsiteY107" fmla="*/ 3755163 h 4109191"/>
              <a:gd name="connsiteX108" fmla="*/ 3593684 w 3940176"/>
              <a:gd name="connsiteY108" fmla="*/ 3776311 h 4109191"/>
              <a:gd name="connsiteX109" fmla="*/ 3532850 w 3940176"/>
              <a:gd name="connsiteY109" fmla="*/ 3794817 h 4109191"/>
              <a:gd name="connsiteX110" fmla="*/ 3405891 w 3940176"/>
              <a:gd name="connsiteY110" fmla="*/ 3823897 h 4109191"/>
              <a:gd name="connsiteX111" fmla="*/ 3270997 w 3940176"/>
              <a:gd name="connsiteY111" fmla="*/ 3850333 h 4109191"/>
              <a:gd name="connsiteX112" fmla="*/ 3133459 w 3940176"/>
              <a:gd name="connsiteY112" fmla="*/ 3871482 h 4109191"/>
              <a:gd name="connsiteX113" fmla="*/ 3001210 w 3940176"/>
              <a:gd name="connsiteY113" fmla="*/ 3887343 h 4109191"/>
              <a:gd name="connsiteX114" fmla="*/ 2993350 w 3940176"/>
              <a:gd name="connsiteY114" fmla="*/ 3887959 h 4109191"/>
              <a:gd name="connsiteX115" fmla="*/ 2953734 w 3940176"/>
              <a:gd name="connsiteY115" fmla="*/ 3903502 h 4109191"/>
              <a:gd name="connsiteX116" fmla="*/ 2885383 w 3940176"/>
              <a:gd name="connsiteY116" fmla="*/ 3927226 h 4109191"/>
              <a:gd name="connsiteX117" fmla="*/ 2811773 w 3940176"/>
              <a:gd name="connsiteY117" fmla="*/ 3948313 h 4109191"/>
              <a:gd name="connsiteX118" fmla="*/ 2735534 w 3940176"/>
              <a:gd name="connsiteY118" fmla="*/ 3972036 h 4109191"/>
              <a:gd name="connsiteX119" fmla="*/ 2659296 w 3940176"/>
              <a:gd name="connsiteY119" fmla="*/ 3990487 h 4109191"/>
              <a:gd name="connsiteX120" fmla="*/ 2577799 w 3940176"/>
              <a:gd name="connsiteY120" fmla="*/ 4008939 h 4109191"/>
              <a:gd name="connsiteX121" fmla="*/ 2493674 w 3940176"/>
              <a:gd name="connsiteY121" fmla="*/ 4024754 h 4109191"/>
              <a:gd name="connsiteX122" fmla="*/ 2409548 w 3940176"/>
              <a:gd name="connsiteY122" fmla="*/ 4040570 h 4109191"/>
              <a:gd name="connsiteX123" fmla="*/ 2322794 w 3940176"/>
              <a:gd name="connsiteY123" fmla="*/ 4051113 h 4109191"/>
              <a:gd name="connsiteX124" fmla="*/ 2236040 w 3940176"/>
              <a:gd name="connsiteY124" fmla="*/ 4056385 h 4109191"/>
              <a:gd name="connsiteX125" fmla="*/ 2151914 w 3940176"/>
              <a:gd name="connsiteY125" fmla="*/ 4061657 h 4109191"/>
              <a:gd name="connsiteX126" fmla="*/ 2123968 w 3940176"/>
              <a:gd name="connsiteY126" fmla="*/ 4061657 h 4109191"/>
              <a:gd name="connsiteX127" fmla="*/ 2123235 w 3940176"/>
              <a:gd name="connsiteY127" fmla="*/ 4080168 h 4109191"/>
              <a:gd name="connsiteX128" fmla="*/ 1755274 w 3940176"/>
              <a:gd name="connsiteY128" fmla="*/ 4101276 h 4109191"/>
              <a:gd name="connsiteX129" fmla="*/ 1607030 w 3940176"/>
              <a:gd name="connsiteY129" fmla="*/ 4109191 h 4109191"/>
              <a:gd name="connsiteX130" fmla="*/ 1477317 w 3940176"/>
              <a:gd name="connsiteY130" fmla="*/ 4109191 h 4109191"/>
              <a:gd name="connsiteX131" fmla="*/ 1416432 w 3940176"/>
              <a:gd name="connsiteY131" fmla="*/ 4103914 h 4109191"/>
              <a:gd name="connsiteX132" fmla="*/ 1358193 w 3940176"/>
              <a:gd name="connsiteY132" fmla="*/ 4101276 h 4109191"/>
              <a:gd name="connsiteX133" fmla="*/ 1305249 w 3940176"/>
              <a:gd name="connsiteY133" fmla="*/ 4095999 h 4109191"/>
              <a:gd name="connsiteX134" fmla="*/ 1252305 w 3940176"/>
              <a:gd name="connsiteY134" fmla="*/ 4085445 h 4109191"/>
              <a:gd name="connsiteX135" fmla="*/ 1204655 w 3940176"/>
              <a:gd name="connsiteY135" fmla="*/ 4077530 h 4109191"/>
              <a:gd name="connsiteX136" fmla="*/ 1157006 w 3940176"/>
              <a:gd name="connsiteY136" fmla="*/ 4064338 h 4109191"/>
              <a:gd name="connsiteX137" fmla="*/ 1109356 w 3940176"/>
              <a:gd name="connsiteY137" fmla="*/ 4043230 h 4109191"/>
              <a:gd name="connsiteX138" fmla="*/ 1064354 w 3940176"/>
              <a:gd name="connsiteY138" fmla="*/ 4024762 h 4109191"/>
              <a:gd name="connsiteX139" fmla="*/ 1064354 w 3940176"/>
              <a:gd name="connsiteY139" fmla="*/ 3897173 h 4109191"/>
              <a:gd name="connsiteX140" fmla="*/ 938966 w 3940176"/>
              <a:gd name="connsiteY140" fmla="*/ 3887343 h 4109191"/>
              <a:gd name="connsiteX141" fmla="*/ 806717 w 3940176"/>
              <a:gd name="connsiteY141" fmla="*/ 3871482 h 4109191"/>
              <a:gd name="connsiteX142" fmla="*/ 669179 w 3940176"/>
              <a:gd name="connsiteY142" fmla="*/ 3850333 h 4109191"/>
              <a:gd name="connsiteX143" fmla="*/ 534285 w 3940176"/>
              <a:gd name="connsiteY143" fmla="*/ 3823897 h 4109191"/>
              <a:gd name="connsiteX144" fmla="*/ 407326 w 3940176"/>
              <a:gd name="connsiteY144" fmla="*/ 3794817 h 4109191"/>
              <a:gd name="connsiteX145" fmla="*/ 346492 w 3940176"/>
              <a:gd name="connsiteY145" fmla="*/ 3776311 h 4109191"/>
              <a:gd name="connsiteX146" fmla="*/ 285657 w 3940176"/>
              <a:gd name="connsiteY146" fmla="*/ 3755163 h 4109191"/>
              <a:gd name="connsiteX147" fmla="*/ 230113 w 3940176"/>
              <a:gd name="connsiteY147" fmla="*/ 3736657 h 4109191"/>
              <a:gd name="connsiteX148" fmla="*/ 174568 w 3940176"/>
              <a:gd name="connsiteY148" fmla="*/ 3715508 h 4109191"/>
              <a:gd name="connsiteX149" fmla="*/ 126959 w 3940176"/>
              <a:gd name="connsiteY149" fmla="*/ 3691716 h 4109191"/>
              <a:gd name="connsiteX150" fmla="*/ 79349 w 3940176"/>
              <a:gd name="connsiteY150" fmla="*/ 3670567 h 4109191"/>
              <a:gd name="connsiteX151" fmla="*/ 60834 w 3940176"/>
              <a:gd name="connsiteY151" fmla="*/ 3657349 h 4109191"/>
              <a:gd name="connsiteX152" fmla="*/ 44965 w 3940176"/>
              <a:gd name="connsiteY152" fmla="*/ 3638843 h 4109191"/>
              <a:gd name="connsiteX153" fmla="*/ 31740 w 3940176"/>
              <a:gd name="connsiteY153" fmla="*/ 3617694 h 4109191"/>
              <a:gd name="connsiteX154" fmla="*/ 21160 w 3940176"/>
              <a:gd name="connsiteY154" fmla="*/ 3596545 h 4109191"/>
              <a:gd name="connsiteX155" fmla="*/ 13225 w 3940176"/>
              <a:gd name="connsiteY155" fmla="*/ 3567466 h 4109191"/>
              <a:gd name="connsiteX156" fmla="*/ 5290 w 3940176"/>
              <a:gd name="connsiteY156" fmla="*/ 3538386 h 4109191"/>
              <a:gd name="connsiteX157" fmla="*/ 2645 w 3940176"/>
              <a:gd name="connsiteY157" fmla="*/ 3506662 h 4109191"/>
              <a:gd name="connsiteX158" fmla="*/ 0 w 3940176"/>
              <a:gd name="connsiteY158" fmla="*/ 3474939 h 4109191"/>
              <a:gd name="connsiteX159" fmla="*/ 2645 w 3940176"/>
              <a:gd name="connsiteY159" fmla="*/ 3398274 h 4109191"/>
              <a:gd name="connsiteX160" fmla="*/ 13225 w 3940176"/>
              <a:gd name="connsiteY160" fmla="*/ 3316322 h 4109191"/>
              <a:gd name="connsiteX161" fmla="*/ 29095 w 3940176"/>
              <a:gd name="connsiteY161" fmla="*/ 3226439 h 4109191"/>
              <a:gd name="connsiteX162" fmla="*/ 50255 w 3940176"/>
              <a:gd name="connsiteY162" fmla="*/ 3133912 h 4109191"/>
              <a:gd name="connsiteX163" fmla="*/ 79349 w 3940176"/>
              <a:gd name="connsiteY163" fmla="*/ 3036098 h 4109191"/>
              <a:gd name="connsiteX164" fmla="*/ 108444 w 3940176"/>
              <a:gd name="connsiteY164" fmla="*/ 2938285 h 4109191"/>
              <a:gd name="connsiteX165" fmla="*/ 142829 w 3940176"/>
              <a:gd name="connsiteY165" fmla="*/ 2837827 h 4109191"/>
              <a:gd name="connsiteX166" fmla="*/ 179858 w 3940176"/>
              <a:gd name="connsiteY166" fmla="*/ 2740013 h 4109191"/>
              <a:gd name="connsiteX167" fmla="*/ 216888 w 3940176"/>
              <a:gd name="connsiteY167" fmla="*/ 2644843 h 4109191"/>
              <a:gd name="connsiteX168" fmla="*/ 256563 w 3940176"/>
              <a:gd name="connsiteY168" fmla="*/ 2554960 h 4109191"/>
              <a:gd name="connsiteX169" fmla="*/ 327977 w 3940176"/>
              <a:gd name="connsiteY169" fmla="*/ 2388412 h 4109191"/>
              <a:gd name="connsiteX170" fmla="*/ 402036 w 3940176"/>
              <a:gd name="connsiteY170" fmla="*/ 2237726 h 4109191"/>
              <a:gd name="connsiteX171" fmla="*/ 476096 w 3940176"/>
              <a:gd name="connsiteY171" fmla="*/ 2102901 h 4109191"/>
              <a:gd name="connsiteX172" fmla="*/ 547510 w 3940176"/>
              <a:gd name="connsiteY172" fmla="*/ 1981295 h 4109191"/>
              <a:gd name="connsiteX173" fmla="*/ 613634 w 3940176"/>
              <a:gd name="connsiteY173" fmla="*/ 1872907 h 4109191"/>
              <a:gd name="connsiteX174" fmla="*/ 685049 w 3940176"/>
              <a:gd name="connsiteY174" fmla="*/ 1777736 h 4109191"/>
              <a:gd name="connsiteX175" fmla="*/ 748528 w 3940176"/>
              <a:gd name="connsiteY175" fmla="*/ 1693140 h 4109191"/>
              <a:gd name="connsiteX176" fmla="*/ 814652 w 3940176"/>
              <a:gd name="connsiteY176" fmla="*/ 1621763 h 4109191"/>
              <a:gd name="connsiteX177" fmla="*/ 875487 w 3940176"/>
              <a:gd name="connsiteY177" fmla="*/ 1560960 h 4109191"/>
              <a:gd name="connsiteX178" fmla="*/ 936321 w 3940176"/>
              <a:gd name="connsiteY178" fmla="*/ 1505444 h 4109191"/>
              <a:gd name="connsiteX179" fmla="*/ 997156 w 3940176"/>
              <a:gd name="connsiteY179" fmla="*/ 1463146 h 4109191"/>
              <a:gd name="connsiteX180" fmla="*/ 1055345 w 3940176"/>
              <a:gd name="connsiteY180" fmla="*/ 1428779 h 4109191"/>
              <a:gd name="connsiteX181" fmla="*/ 1110890 w 3940176"/>
              <a:gd name="connsiteY181" fmla="*/ 1399699 h 4109191"/>
              <a:gd name="connsiteX182" fmla="*/ 1163789 w 3940176"/>
              <a:gd name="connsiteY182" fmla="*/ 1381194 h 4109191"/>
              <a:gd name="connsiteX183" fmla="*/ 1214044 w 3940176"/>
              <a:gd name="connsiteY183" fmla="*/ 1367975 h 4109191"/>
              <a:gd name="connsiteX184" fmla="*/ 1215579 w 3940176"/>
              <a:gd name="connsiteY184" fmla="*/ 1367814 h 4109191"/>
              <a:gd name="connsiteX185" fmla="*/ 1228480 w 3940176"/>
              <a:gd name="connsiteY185" fmla="*/ 1362590 h 4109191"/>
              <a:gd name="connsiteX186" fmla="*/ 1323780 w 3940176"/>
              <a:gd name="connsiteY186" fmla="*/ 1328291 h 4109191"/>
              <a:gd name="connsiteX187" fmla="*/ 1427021 w 3940176"/>
              <a:gd name="connsiteY187" fmla="*/ 1296630 h 4109191"/>
              <a:gd name="connsiteX188" fmla="*/ 1482612 w 3940176"/>
              <a:gd name="connsiteY188" fmla="*/ 1280799 h 4109191"/>
              <a:gd name="connsiteX189" fmla="*/ 1538203 w 3940176"/>
              <a:gd name="connsiteY189" fmla="*/ 1272884 h 4109191"/>
              <a:gd name="connsiteX190" fmla="*/ 1596442 w 3940176"/>
              <a:gd name="connsiteY190" fmla="*/ 1262330 h 4109191"/>
              <a:gd name="connsiteX191" fmla="*/ 1649386 w 3940176"/>
              <a:gd name="connsiteY191" fmla="*/ 1257053 h 4109191"/>
              <a:gd name="connsiteX192" fmla="*/ 1660428 w 3940176"/>
              <a:gd name="connsiteY192" fmla="*/ 1277122 h 4109191"/>
              <a:gd name="connsiteX193" fmla="*/ 1714934 w 3940176"/>
              <a:gd name="connsiteY193" fmla="*/ 1262314 h 4109191"/>
              <a:gd name="connsiteX194" fmla="*/ 1715106 w 3940176"/>
              <a:gd name="connsiteY194" fmla="*/ 1262473 h 4109191"/>
              <a:gd name="connsiteX195" fmla="*/ 1740906 w 3940176"/>
              <a:gd name="connsiteY195" fmla="*/ 1043308 h 4109191"/>
              <a:gd name="connsiteX196" fmla="*/ 1725150 w 3940176"/>
              <a:gd name="connsiteY196" fmla="*/ 1027695 h 4109191"/>
              <a:gd name="connsiteX197" fmla="*/ 1695963 w 3940176"/>
              <a:gd name="connsiteY197" fmla="*/ 990881 h 4109191"/>
              <a:gd name="connsiteX198" fmla="*/ 1669429 w 3940176"/>
              <a:gd name="connsiteY198" fmla="*/ 951438 h 4109191"/>
              <a:gd name="connsiteX199" fmla="*/ 1650856 w 3940176"/>
              <a:gd name="connsiteY199" fmla="*/ 909366 h 4109191"/>
              <a:gd name="connsiteX200" fmla="*/ 1632282 w 3940176"/>
              <a:gd name="connsiteY200" fmla="*/ 862034 h 4109191"/>
              <a:gd name="connsiteX201" fmla="*/ 1619015 w 3940176"/>
              <a:gd name="connsiteY201" fmla="*/ 817332 h 4109191"/>
              <a:gd name="connsiteX202" fmla="*/ 1605748 w 3940176"/>
              <a:gd name="connsiteY202" fmla="*/ 770000 h 4109191"/>
              <a:gd name="connsiteX203" fmla="*/ 1604550 w 3940176"/>
              <a:gd name="connsiteY203" fmla="*/ 758725 h 4109191"/>
              <a:gd name="connsiteX204" fmla="*/ 1600041 w 3940176"/>
              <a:gd name="connsiteY204" fmla="*/ 748169 h 4109191"/>
              <a:gd name="connsiteX205" fmla="*/ 1589803 w 3940176"/>
              <a:gd name="connsiteY205" fmla="*/ 744807 h 4109191"/>
              <a:gd name="connsiteX206" fmla="*/ 1573958 w 3940176"/>
              <a:gd name="connsiteY206" fmla="*/ 742206 h 4109191"/>
              <a:gd name="connsiteX207" fmla="*/ 1558113 w 3940176"/>
              <a:gd name="connsiteY207" fmla="*/ 731800 h 4109191"/>
              <a:gd name="connsiteX208" fmla="*/ 1544908 w 3940176"/>
              <a:gd name="connsiteY208" fmla="*/ 723995 h 4109191"/>
              <a:gd name="connsiteX209" fmla="*/ 1536985 w 3940176"/>
              <a:gd name="connsiteY209" fmla="*/ 710988 h 4109191"/>
              <a:gd name="connsiteX210" fmla="*/ 1526422 w 3940176"/>
              <a:gd name="connsiteY210" fmla="*/ 695379 h 4109191"/>
              <a:gd name="connsiteX211" fmla="*/ 1523781 w 3940176"/>
              <a:gd name="connsiteY211" fmla="*/ 679770 h 4109191"/>
              <a:gd name="connsiteX212" fmla="*/ 1521140 w 3940176"/>
              <a:gd name="connsiteY212" fmla="*/ 664161 h 4109191"/>
              <a:gd name="connsiteX213" fmla="*/ 1523781 w 3940176"/>
              <a:gd name="connsiteY213" fmla="*/ 645951 h 4109191"/>
              <a:gd name="connsiteX214" fmla="*/ 1526422 w 3940176"/>
              <a:gd name="connsiteY214" fmla="*/ 630342 h 4109191"/>
              <a:gd name="connsiteX215" fmla="*/ 1536985 w 3940176"/>
              <a:gd name="connsiteY215" fmla="*/ 614733 h 4109191"/>
              <a:gd name="connsiteX216" fmla="*/ 1543547 w 3940176"/>
              <a:gd name="connsiteY216" fmla="*/ 603960 h 4109191"/>
              <a:gd name="connsiteX217" fmla="*/ 1536986 w 3940176"/>
              <a:gd name="connsiteY217" fmla="*/ 582897 h 4109191"/>
              <a:gd name="connsiteX218" fmla="*/ 1523782 w 3940176"/>
              <a:gd name="connsiteY218" fmla="*/ 551102 h 4109191"/>
              <a:gd name="connsiteX219" fmla="*/ 1518500 w 3940176"/>
              <a:gd name="connsiteY219" fmla="*/ 516658 h 4109191"/>
              <a:gd name="connsiteX220" fmla="*/ 1510578 w 3940176"/>
              <a:gd name="connsiteY220" fmla="*/ 482215 h 4109191"/>
              <a:gd name="connsiteX221" fmla="*/ 1507937 w 3940176"/>
              <a:gd name="connsiteY221" fmla="*/ 445121 h 4109191"/>
              <a:gd name="connsiteX222" fmla="*/ 1505296 w 3940176"/>
              <a:gd name="connsiteY222" fmla="*/ 410677 h 4109191"/>
              <a:gd name="connsiteX223" fmla="*/ 1505296 w 3940176"/>
              <a:gd name="connsiteY223" fmla="*/ 378883 h 4109191"/>
              <a:gd name="connsiteX224" fmla="*/ 1510578 w 3940176"/>
              <a:gd name="connsiteY224" fmla="*/ 315294 h 4109191"/>
              <a:gd name="connsiteX225" fmla="*/ 1523782 w 3940176"/>
              <a:gd name="connsiteY225" fmla="*/ 257004 h 4109191"/>
              <a:gd name="connsiteX226" fmla="*/ 1529064 w 3940176"/>
              <a:gd name="connsiteY226" fmla="*/ 230509 h 4109191"/>
              <a:gd name="connsiteX227" fmla="*/ 1539627 w 3940176"/>
              <a:gd name="connsiteY227" fmla="*/ 209313 h 4109191"/>
              <a:gd name="connsiteX228" fmla="*/ 1552832 w 3940176"/>
              <a:gd name="connsiteY228" fmla="*/ 190766 h 4109191"/>
              <a:gd name="connsiteX229" fmla="*/ 1563395 w 3940176"/>
              <a:gd name="connsiteY229" fmla="*/ 169570 h 4109191"/>
              <a:gd name="connsiteX230" fmla="*/ 1573959 w 3940176"/>
              <a:gd name="connsiteY230" fmla="*/ 158972 h 4109191"/>
              <a:gd name="connsiteX231" fmla="*/ 1587163 w 3940176"/>
              <a:gd name="connsiteY231" fmla="*/ 148374 h 4109191"/>
              <a:gd name="connsiteX232" fmla="*/ 1616213 w 3940176"/>
              <a:gd name="connsiteY232" fmla="*/ 135126 h 4109191"/>
              <a:gd name="connsiteX233" fmla="*/ 1647903 w 3940176"/>
              <a:gd name="connsiteY233" fmla="*/ 121878 h 4109191"/>
              <a:gd name="connsiteX234" fmla="*/ 1663748 w 3940176"/>
              <a:gd name="connsiteY234" fmla="*/ 116579 h 4109191"/>
              <a:gd name="connsiteX235" fmla="*/ 1676953 w 3940176"/>
              <a:gd name="connsiteY235" fmla="*/ 105981 h 4109191"/>
              <a:gd name="connsiteX236" fmla="*/ 1687516 w 3940176"/>
              <a:gd name="connsiteY236" fmla="*/ 92733 h 4109191"/>
              <a:gd name="connsiteX237" fmla="*/ 1695439 w 3940176"/>
              <a:gd name="connsiteY237" fmla="*/ 76836 h 4109191"/>
              <a:gd name="connsiteX238" fmla="*/ 1706002 w 3940176"/>
              <a:gd name="connsiteY238" fmla="*/ 66238 h 4109191"/>
              <a:gd name="connsiteX239" fmla="*/ 1719207 w 3940176"/>
              <a:gd name="connsiteY239" fmla="*/ 52990 h 4109191"/>
              <a:gd name="connsiteX240" fmla="*/ 1732411 w 3940176"/>
              <a:gd name="connsiteY240" fmla="*/ 39743 h 4109191"/>
              <a:gd name="connsiteX241" fmla="*/ 1748256 w 3940176"/>
              <a:gd name="connsiteY241" fmla="*/ 31794 h 4109191"/>
              <a:gd name="connsiteX242" fmla="*/ 1779947 w 3940176"/>
              <a:gd name="connsiteY242" fmla="*/ 21196 h 4109191"/>
              <a:gd name="connsiteX243" fmla="*/ 1811637 w 3940176"/>
              <a:gd name="connsiteY243" fmla="*/ 10598 h 4109191"/>
              <a:gd name="connsiteX244" fmla="*/ 1840687 w 3940176"/>
              <a:gd name="connsiteY244" fmla="*/ 5299 h 41091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</a:cxnLst>
            <a:rect l="l" t="t" r="r" b="b"/>
            <a:pathLst>
              <a:path w="3940176" h="4109191">
                <a:moveTo>
                  <a:pt x="1058885" y="2965309"/>
                </a:moveTo>
                <a:lnTo>
                  <a:pt x="896647" y="3244944"/>
                </a:lnTo>
                <a:lnTo>
                  <a:pt x="928386" y="3258162"/>
                </a:lnTo>
                <a:lnTo>
                  <a:pt x="1013026" y="3295173"/>
                </a:lnTo>
                <a:lnTo>
                  <a:pt x="1064354" y="3318207"/>
                </a:lnTo>
                <a:lnTo>
                  <a:pt x="1064354" y="3259618"/>
                </a:lnTo>
                <a:close/>
                <a:moveTo>
                  <a:pt x="1872377" y="0"/>
                </a:moveTo>
                <a:lnTo>
                  <a:pt x="1904068" y="0"/>
                </a:lnTo>
                <a:lnTo>
                  <a:pt x="1933117" y="0"/>
                </a:lnTo>
                <a:lnTo>
                  <a:pt x="1978012" y="5299"/>
                </a:lnTo>
                <a:lnTo>
                  <a:pt x="1999139" y="7948"/>
                </a:lnTo>
                <a:lnTo>
                  <a:pt x="2017625" y="13248"/>
                </a:lnTo>
                <a:lnTo>
                  <a:pt x="2046675" y="26495"/>
                </a:lnTo>
                <a:lnTo>
                  <a:pt x="2091570" y="50341"/>
                </a:lnTo>
                <a:lnTo>
                  <a:pt x="2117978" y="66238"/>
                </a:lnTo>
                <a:lnTo>
                  <a:pt x="2144387" y="84785"/>
                </a:lnTo>
                <a:lnTo>
                  <a:pt x="2168155" y="105981"/>
                </a:lnTo>
                <a:lnTo>
                  <a:pt x="2191923" y="132476"/>
                </a:lnTo>
                <a:lnTo>
                  <a:pt x="2210409" y="161621"/>
                </a:lnTo>
                <a:lnTo>
                  <a:pt x="2228895" y="193416"/>
                </a:lnTo>
                <a:lnTo>
                  <a:pt x="2242099" y="227860"/>
                </a:lnTo>
                <a:lnTo>
                  <a:pt x="2250022" y="267603"/>
                </a:lnTo>
                <a:lnTo>
                  <a:pt x="2250022" y="307345"/>
                </a:lnTo>
                <a:lnTo>
                  <a:pt x="2242099" y="357687"/>
                </a:lnTo>
                <a:lnTo>
                  <a:pt x="2231536" y="378883"/>
                </a:lnTo>
                <a:lnTo>
                  <a:pt x="2226254" y="405378"/>
                </a:lnTo>
                <a:lnTo>
                  <a:pt x="2197205" y="458369"/>
                </a:lnTo>
                <a:lnTo>
                  <a:pt x="2193981" y="458369"/>
                </a:lnTo>
                <a:lnTo>
                  <a:pt x="2197181" y="475358"/>
                </a:lnTo>
                <a:lnTo>
                  <a:pt x="2202486" y="522893"/>
                </a:lnTo>
                <a:lnTo>
                  <a:pt x="2202486" y="575711"/>
                </a:lnTo>
                <a:lnTo>
                  <a:pt x="2202486" y="576454"/>
                </a:lnTo>
                <a:lnTo>
                  <a:pt x="2207011" y="575711"/>
                </a:lnTo>
                <a:lnTo>
                  <a:pt x="2225497" y="578312"/>
                </a:lnTo>
                <a:lnTo>
                  <a:pt x="2243983" y="580914"/>
                </a:lnTo>
                <a:lnTo>
                  <a:pt x="2259828" y="591320"/>
                </a:lnTo>
                <a:lnTo>
                  <a:pt x="2270392" y="601726"/>
                </a:lnTo>
                <a:lnTo>
                  <a:pt x="2280956" y="614733"/>
                </a:lnTo>
                <a:lnTo>
                  <a:pt x="2291519" y="630342"/>
                </a:lnTo>
                <a:lnTo>
                  <a:pt x="2294160" y="645951"/>
                </a:lnTo>
                <a:lnTo>
                  <a:pt x="2296801" y="664161"/>
                </a:lnTo>
                <a:lnTo>
                  <a:pt x="2294160" y="679770"/>
                </a:lnTo>
                <a:lnTo>
                  <a:pt x="2291519" y="695379"/>
                </a:lnTo>
                <a:lnTo>
                  <a:pt x="2280956" y="710988"/>
                </a:lnTo>
                <a:lnTo>
                  <a:pt x="2270392" y="723995"/>
                </a:lnTo>
                <a:lnTo>
                  <a:pt x="2259828" y="731800"/>
                </a:lnTo>
                <a:lnTo>
                  <a:pt x="2243983" y="742206"/>
                </a:lnTo>
                <a:lnTo>
                  <a:pt x="2225497" y="744807"/>
                </a:lnTo>
                <a:lnTo>
                  <a:pt x="2207011" y="750010"/>
                </a:lnTo>
                <a:lnTo>
                  <a:pt x="2191165" y="744807"/>
                </a:lnTo>
                <a:lnTo>
                  <a:pt x="2188831" y="744424"/>
                </a:lnTo>
                <a:lnTo>
                  <a:pt x="2186570" y="757931"/>
                </a:lnTo>
                <a:lnTo>
                  <a:pt x="2170655" y="818671"/>
                </a:lnTo>
                <a:lnTo>
                  <a:pt x="2154739" y="876770"/>
                </a:lnTo>
                <a:lnTo>
                  <a:pt x="2141732" y="912380"/>
                </a:lnTo>
                <a:lnTo>
                  <a:pt x="2141732" y="917254"/>
                </a:lnTo>
                <a:lnTo>
                  <a:pt x="2144385" y="927772"/>
                </a:lnTo>
                <a:lnTo>
                  <a:pt x="2139078" y="954068"/>
                </a:lnTo>
                <a:lnTo>
                  <a:pt x="2125012" y="979624"/>
                </a:lnTo>
                <a:lnTo>
                  <a:pt x="2181009" y="1256625"/>
                </a:lnTo>
                <a:lnTo>
                  <a:pt x="2183140" y="1251773"/>
                </a:lnTo>
                <a:lnTo>
                  <a:pt x="2183455" y="1251843"/>
                </a:lnTo>
                <a:lnTo>
                  <a:pt x="2183461" y="1251773"/>
                </a:lnTo>
                <a:lnTo>
                  <a:pt x="2243926" y="1259681"/>
                </a:lnTo>
                <a:lnTo>
                  <a:pt x="2304392" y="1264953"/>
                </a:lnTo>
                <a:lnTo>
                  <a:pt x="2417435" y="1283404"/>
                </a:lnTo>
                <a:lnTo>
                  <a:pt x="2519963" y="1307127"/>
                </a:lnTo>
                <a:lnTo>
                  <a:pt x="2609346" y="1328215"/>
                </a:lnTo>
                <a:lnTo>
                  <a:pt x="2680327" y="1354574"/>
                </a:lnTo>
                <a:lnTo>
                  <a:pt x="2715254" y="1366831"/>
                </a:lnTo>
                <a:lnTo>
                  <a:pt x="2726132" y="1367975"/>
                </a:lnTo>
                <a:lnTo>
                  <a:pt x="2776387" y="1381194"/>
                </a:lnTo>
                <a:lnTo>
                  <a:pt x="2829286" y="1399699"/>
                </a:lnTo>
                <a:lnTo>
                  <a:pt x="2884831" y="1428779"/>
                </a:lnTo>
                <a:lnTo>
                  <a:pt x="2943020" y="1463146"/>
                </a:lnTo>
                <a:lnTo>
                  <a:pt x="3003855" y="1505444"/>
                </a:lnTo>
                <a:lnTo>
                  <a:pt x="3064689" y="1560960"/>
                </a:lnTo>
                <a:lnTo>
                  <a:pt x="3125524" y="1621763"/>
                </a:lnTo>
                <a:lnTo>
                  <a:pt x="3191648" y="1693140"/>
                </a:lnTo>
                <a:lnTo>
                  <a:pt x="3255127" y="1777736"/>
                </a:lnTo>
                <a:lnTo>
                  <a:pt x="3326542" y="1872907"/>
                </a:lnTo>
                <a:lnTo>
                  <a:pt x="3392666" y="1981295"/>
                </a:lnTo>
                <a:lnTo>
                  <a:pt x="3464080" y="2102901"/>
                </a:lnTo>
                <a:lnTo>
                  <a:pt x="3538140" y="2237726"/>
                </a:lnTo>
                <a:lnTo>
                  <a:pt x="3612199" y="2388412"/>
                </a:lnTo>
                <a:lnTo>
                  <a:pt x="3683613" y="2554960"/>
                </a:lnTo>
                <a:lnTo>
                  <a:pt x="3723288" y="2644843"/>
                </a:lnTo>
                <a:lnTo>
                  <a:pt x="3760318" y="2740013"/>
                </a:lnTo>
                <a:lnTo>
                  <a:pt x="3797347" y="2837827"/>
                </a:lnTo>
                <a:lnTo>
                  <a:pt x="3831732" y="2938285"/>
                </a:lnTo>
                <a:lnTo>
                  <a:pt x="3860827" y="3036098"/>
                </a:lnTo>
                <a:lnTo>
                  <a:pt x="3889921" y="3133912"/>
                </a:lnTo>
                <a:lnTo>
                  <a:pt x="3911081" y="3226439"/>
                </a:lnTo>
                <a:lnTo>
                  <a:pt x="3926951" y="3316322"/>
                </a:lnTo>
                <a:lnTo>
                  <a:pt x="3937531" y="3398274"/>
                </a:lnTo>
                <a:lnTo>
                  <a:pt x="3940176" y="3474939"/>
                </a:lnTo>
                <a:lnTo>
                  <a:pt x="3937531" y="3506662"/>
                </a:lnTo>
                <a:lnTo>
                  <a:pt x="3934886" y="3538386"/>
                </a:lnTo>
                <a:lnTo>
                  <a:pt x="3926951" y="3567466"/>
                </a:lnTo>
                <a:lnTo>
                  <a:pt x="3919016" y="3596545"/>
                </a:lnTo>
                <a:lnTo>
                  <a:pt x="3908436" y="3617694"/>
                </a:lnTo>
                <a:lnTo>
                  <a:pt x="3895211" y="3638843"/>
                </a:lnTo>
                <a:lnTo>
                  <a:pt x="3879342" y="3657349"/>
                </a:lnTo>
                <a:lnTo>
                  <a:pt x="3860827" y="3670567"/>
                </a:lnTo>
                <a:lnTo>
                  <a:pt x="3813217" y="3691716"/>
                </a:lnTo>
                <a:lnTo>
                  <a:pt x="3765608" y="3715508"/>
                </a:lnTo>
                <a:lnTo>
                  <a:pt x="3710063" y="3736657"/>
                </a:lnTo>
                <a:lnTo>
                  <a:pt x="3654519" y="3755163"/>
                </a:lnTo>
                <a:lnTo>
                  <a:pt x="3593684" y="3776311"/>
                </a:lnTo>
                <a:lnTo>
                  <a:pt x="3532850" y="3794817"/>
                </a:lnTo>
                <a:lnTo>
                  <a:pt x="3405891" y="3823897"/>
                </a:lnTo>
                <a:lnTo>
                  <a:pt x="3270997" y="3850333"/>
                </a:lnTo>
                <a:lnTo>
                  <a:pt x="3133459" y="3871482"/>
                </a:lnTo>
                <a:lnTo>
                  <a:pt x="3001210" y="3887343"/>
                </a:lnTo>
                <a:lnTo>
                  <a:pt x="2993350" y="3887959"/>
                </a:lnTo>
                <a:lnTo>
                  <a:pt x="2953734" y="3903502"/>
                </a:lnTo>
                <a:lnTo>
                  <a:pt x="2885383" y="3927226"/>
                </a:lnTo>
                <a:lnTo>
                  <a:pt x="2811773" y="3948313"/>
                </a:lnTo>
                <a:lnTo>
                  <a:pt x="2735534" y="3972036"/>
                </a:lnTo>
                <a:lnTo>
                  <a:pt x="2659296" y="3990487"/>
                </a:lnTo>
                <a:lnTo>
                  <a:pt x="2577799" y="4008939"/>
                </a:lnTo>
                <a:lnTo>
                  <a:pt x="2493674" y="4024754"/>
                </a:lnTo>
                <a:lnTo>
                  <a:pt x="2409548" y="4040570"/>
                </a:lnTo>
                <a:lnTo>
                  <a:pt x="2322794" y="4051113"/>
                </a:lnTo>
                <a:lnTo>
                  <a:pt x="2236040" y="4056385"/>
                </a:lnTo>
                <a:lnTo>
                  <a:pt x="2151914" y="4061657"/>
                </a:lnTo>
                <a:lnTo>
                  <a:pt x="2123968" y="4061657"/>
                </a:lnTo>
                <a:lnTo>
                  <a:pt x="2123235" y="4080168"/>
                </a:lnTo>
                <a:lnTo>
                  <a:pt x="1755274" y="4101276"/>
                </a:lnTo>
                <a:lnTo>
                  <a:pt x="1607030" y="4109191"/>
                </a:lnTo>
                <a:lnTo>
                  <a:pt x="1477317" y="4109191"/>
                </a:lnTo>
                <a:lnTo>
                  <a:pt x="1416432" y="4103914"/>
                </a:lnTo>
                <a:lnTo>
                  <a:pt x="1358193" y="4101276"/>
                </a:lnTo>
                <a:lnTo>
                  <a:pt x="1305249" y="4095999"/>
                </a:lnTo>
                <a:lnTo>
                  <a:pt x="1252305" y="4085445"/>
                </a:lnTo>
                <a:lnTo>
                  <a:pt x="1204655" y="4077530"/>
                </a:lnTo>
                <a:lnTo>
                  <a:pt x="1157006" y="4064338"/>
                </a:lnTo>
                <a:lnTo>
                  <a:pt x="1109356" y="4043230"/>
                </a:lnTo>
                <a:lnTo>
                  <a:pt x="1064354" y="4024762"/>
                </a:lnTo>
                <a:lnTo>
                  <a:pt x="1064354" y="3897173"/>
                </a:lnTo>
                <a:lnTo>
                  <a:pt x="938966" y="3887343"/>
                </a:lnTo>
                <a:lnTo>
                  <a:pt x="806717" y="3871482"/>
                </a:lnTo>
                <a:lnTo>
                  <a:pt x="669179" y="3850333"/>
                </a:lnTo>
                <a:lnTo>
                  <a:pt x="534285" y="3823897"/>
                </a:lnTo>
                <a:lnTo>
                  <a:pt x="407326" y="3794817"/>
                </a:lnTo>
                <a:lnTo>
                  <a:pt x="346492" y="3776311"/>
                </a:lnTo>
                <a:lnTo>
                  <a:pt x="285657" y="3755163"/>
                </a:lnTo>
                <a:lnTo>
                  <a:pt x="230113" y="3736657"/>
                </a:lnTo>
                <a:lnTo>
                  <a:pt x="174568" y="3715508"/>
                </a:lnTo>
                <a:lnTo>
                  <a:pt x="126959" y="3691716"/>
                </a:lnTo>
                <a:lnTo>
                  <a:pt x="79349" y="3670567"/>
                </a:lnTo>
                <a:lnTo>
                  <a:pt x="60834" y="3657349"/>
                </a:lnTo>
                <a:lnTo>
                  <a:pt x="44965" y="3638843"/>
                </a:lnTo>
                <a:lnTo>
                  <a:pt x="31740" y="3617694"/>
                </a:lnTo>
                <a:lnTo>
                  <a:pt x="21160" y="3596545"/>
                </a:lnTo>
                <a:lnTo>
                  <a:pt x="13225" y="3567466"/>
                </a:lnTo>
                <a:lnTo>
                  <a:pt x="5290" y="3538386"/>
                </a:lnTo>
                <a:lnTo>
                  <a:pt x="2645" y="3506662"/>
                </a:lnTo>
                <a:lnTo>
                  <a:pt x="0" y="3474939"/>
                </a:lnTo>
                <a:lnTo>
                  <a:pt x="2645" y="3398274"/>
                </a:lnTo>
                <a:lnTo>
                  <a:pt x="13225" y="3316322"/>
                </a:lnTo>
                <a:lnTo>
                  <a:pt x="29095" y="3226439"/>
                </a:lnTo>
                <a:lnTo>
                  <a:pt x="50255" y="3133912"/>
                </a:lnTo>
                <a:lnTo>
                  <a:pt x="79349" y="3036098"/>
                </a:lnTo>
                <a:lnTo>
                  <a:pt x="108444" y="2938285"/>
                </a:lnTo>
                <a:lnTo>
                  <a:pt x="142829" y="2837827"/>
                </a:lnTo>
                <a:lnTo>
                  <a:pt x="179858" y="2740013"/>
                </a:lnTo>
                <a:lnTo>
                  <a:pt x="216888" y="2644843"/>
                </a:lnTo>
                <a:lnTo>
                  <a:pt x="256563" y="2554960"/>
                </a:lnTo>
                <a:lnTo>
                  <a:pt x="327977" y="2388412"/>
                </a:lnTo>
                <a:lnTo>
                  <a:pt x="402036" y="2237726"/>
                </a:lnTo>
                <a:lnTo>
                  <a:pt x="476096" y="2102901"/>
                </a:lnTo>
                <a:lnTo>
                  <a:pt x="547510" y="1981295"/>
                </a:lnTo>
                <a:lnTo>
                  <a:pt x="613634" y="1872907"/>
                </a:lnTo>
                <a:lnTo>
                  <a:pt x="685049" y="1777736"/>
                </a:lnTo>
                <a:lnTo>
                  <a:pt x="748528" y="1693140"/>
                </a:lnTo>
                <a:lnTo>
                  <a:pt x="814652" y="1621763"/>
                </a:lnTo>
                <a:lnTo>
                  <a:pt x="875487" y="1560960"/>
                </a:lnTo>
                <a:lnTo>
                  <a:pt x="936321" y="1505444"/>
                </a:lnTo>
                <a:lnTo>
                  <a:pt x="997156" y="1463146"/>
                </a:lnTo>
                <a:lnTo>
                  <a:pt x="1055345" y="1428779"/>
                </a:lnTo>
                <a:lnTo>
                  <a:pt x="1110890" y="1399699"/>
                </a:lnTo>
                <a:lnTo>
                  <a:pt x="1163789" y="1381194"/>
                </a:lnTo>
                <a:lnTo>
                  <a:pt x="1214044" y="1367975"/>
                </a:lnTo>
                <a:lnTo>
                  <a:pt x="1215579" y="1367814"/>
                </a:lnTo>
                <a:lnTo>
                  <a:pt x="1228480" y="1362590"/>
                </a:lnTo>
                <a:lnTo>
                  <a:pt x="1323780" y="1328291"/>
                </a:lnTo>
                <a:lnTo>
                  <a:pt x="1427021" y="1296630"/>
                </a:lnTo>
                <a:lnTo>
                  <a:pt x="1482612" y="1280799"/>
                </a:lnTo>
                <a:lnTo>
                  <a:pt x="1538203" y="1272884"/>
                </a:lnTo>
                <a:lnTo>
                  <a:pt x="1596442" y="1262330"/>
                </a:lnTo>
                <a:lnTo>
                  <a:pt x="1649386" y="1257053"/>
                </a:lnTo>
                <a:lnTo>
                  <a:pt x="1660428" y="1277122"/>
                </a:lnTo>
                <a:lnTo>
                  <a:pt x="1714934" y="1262314"/>
                </a:lnTo>
                <a:lnTo>
                  <a:pt x="1715106" y="1262473"/>
                </a:lnTo>
                <a:lnTo>
                  <a:pt x="1740906" y="1043308"/>
                </a:lnTo>
                <a:lnTo>
                  <a:pt x="1725150" y="1027695"/>
                </a:lnTo>
                <a:lnTo>
                  <a:pt x="1695963" y="990881"/>
                </a:lnTo>
                <a:lnTo>
                  <a:pt x="1669429" y="951438"/>
                </a:lnTo>
                <a:lnTo>
                  <a:pt x="1650856" y="909366"/>
                </a:lnTo>
                <a:lnTo>
                  <a:pt x="1632282" y="862034"/>
                </a:lnTo>
                <a:lnTo>
                  <a:pt x="1619015" y="817332"/>
                </a:lnTo>
                <a:lnTo>
                  <a:pt x="1605748" y="770000"/>
                </a:lnTo>
                <a:lnTo>
                  <a:pt x="1604550" y="758725"/>
                </a:lnTo>
                <a:lnTo>
                  <a:pt x="1600041" y="748169"/>
                </a:lnTo>
                <a:lnTo>
                  <a:pt x="1589803" y="744807"/>
                </a:lnTo>
                <a:lnTo>
                  <a:pt x="1573958" y="742206"/>
                </a:lnTo>
                <a:lnTo>
                  <a:pt x="1558113" y="731800"/>
                </a:lnTo>
                <a:lnTo>
                  <a:pt x="1544908" y="723995"/>
                </a:lnTo>
                <a:lnTo>
                  <a:pt x="1536985" y="710988"/>
                </a:lnTo>
                <a:lnTo>
                  <a:pt x="1526422" y="695379"/>
                </a:lnTo>
                <a:lnTo>
                  <a:pt x="1523781" y="679770"/>
                </a:lnTo>
                <a:lnTo>
                  <a:pt x="1521140" y="664161"/>
                </a:lnTo>
                <a:lnTo>
                  <a:pt x="1523781" y="645951"/>
                </a:lnTo>
                <a:lnTo>
                  <a:pt x="1526422" y="630342"/>
                </a:lnTo>
                <a:lnTo>
                  <a:pt x="1536985" y="614733"/>
                </a:lnTo>
                <a:lnTo>
                  <a:pt x="1543547" y="603960"/>
                </a:lnTo>
                <a:lnTo>
                  <a:pt x="1536986" y="582897"/>
                </a:lnTo>
                <a:lnTo>
                  <a:pt x="1523782" y="551102"/>
                </a:lnTo>
                <a:lnTo>
                  <a:pt x="1518500" y="516658"/>
                </a:lnTo>
                <a:lnTo>
                  <a:pt x="1510578" y="482215"/>
                </a:lnTo>
                <a:lnTo>
                  <a:pt x="1507937" y="445121"/>
                </a:lnTo>
                <a:lnTo>
                  <a:pt x="1505296" y="410677"/>
                </a:lnTo>
                <a:lnTo>
                  <a:pt x="1505296" y="378883"/>
                </a:lnTo>
                <a:lnTo>
                  <a:pt x="1510578" y="315294"/>
                </a:lnTo>
                <a:lnTo>
                  <a:pt x="1523782" y="257004"/>
                </a:lnTo>
                <a:lnTo>
                  <a:pt x="1529064" y="230509"/>
                </a:lnTo>
                <a:lnTo>
                  <a:pt x="1539627" y="209313"/>
                </a:lnTo>
                <a:lnTo>
                  <a:pt x="1552832" y="190766"/>
                </a:lnTo>
                <a:lnTo>
                  <a:pt x="1563395" y="169570"/>
                </a:lnTo>
                <a:lnTo>
                  <a:pt x="1573959" y="158972"/>
                </a:lnTo>
                <a:lnTo>
                  <a:pt x="1587163" y="148374"/>
                </a:lnTo>
                <a:lnTo>
                  <a:pt x="1616213" y="135126"/>
                </a:lnTo>
                <a:lnTo>
                  <a:pt x="1647903" y="121878"/>
                </a:lnTo>
                <a:lnTo>
                  <a:pt x="1663748" y="116579"/>
                </a:lnTo>
                <a:lnTo>
                  <a:pt x="1676953" y="105981"/>
                </a:lnTo>
                <a:lnTo>
                  <a:pt x="1687516" y="92733"/>
                </a:lnTo>
                <a:lnTo>
                  <a:pt x="1695439" y="76836"/>
                </a:lnTo>
                <a:lnTo>
                  <a:pt x="1706002" y="66238"/>
                </a:lnTo>
                <a:lnTo>
                  <a:pt x="1719207" y="52990"/>
                </a:lnTo>
                <a:lnTo>
                  <a:pt x="1732411" y="39743"/>
                </a:lnTo>
                <a:lnTo>
                  <a:pt x="1748256" y="31794"/>
                </a:lnTo>
                <a:lnTo>
                  <a:pt x="1779947" y="21196"/>
                </a:lnTo>
                <a:lnTo>
                  <a:pt x="1811637" y="10598"/>
                </a:lnTo>
                <a:lnTo>
                  <a:pt x="1840687" y="5299"/>
                </a:lnTo>
                <a:close/>
              </a:path>
            </a:pathLst>
          </a:custGeom>
          <a:solidFill>
            <a:schemeClr val="tx1">
              <a:alpha val="14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589DCA6-0D85-DC43-8418-0EB802A91A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7375" y="593367"/>
            <a:ext cx="11017250" cy="498598"/>
          </a:xfrm>
        </p:spPr>
        <p:txBody>
          <a:bodyPr/>
          <a:lstStyle/>
          <a:p>
            <a:pPr algn="ctr"/>
            <a:r>
              <a:rPr lang="en-US" sz="3600" dirty="0"/>
              <a:t>Qualities of a Good Teacher</a:t>
            </a:r>
          </a:p>
        </p:txBody>
      </p:sp>
      <p:sp>
        <p:nvSpPr>
          <p:cNvPr id="513" name="Rounded Rectangle 512">
            <a:extLst>
              <a:ext uri="{FF2B5EF4-FFF2-40B4-BE49-F238E27FC236}">
                <a16:creationId xmlns:a16="http://schemas.microsoft.com/office/drawing/2014/main" id="{AD0F9BCF-F831-A742-855E-80478BC09C79}"/>
              </a:ext>
            </a:extLst>
          </p:cNvPr>
          <p:cNvSpPr/>
          <p:nvPr/>
        </p:nvSpPr>
        <p:spPr>
          <a:xfrm>
            <a:off x="7368705" y="2278412"/>
            <a:ext cx="3973064" cy="456739"/>
          </a:xfrm>
          <a:prstGeom prst="roundRect">
            <a:avLst>
              <a:gd name="adj" fmla="val 50000"/>
            </a:avLst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180000" rtlCol="0" anchor="ctr"/>
          <a:lstStyle/>
          <a:p>
            <a:pPr algn="r"/>
            <a:r>
              <a:rPr lang="en-US" sz="2000" b="1" dirty="0">
                <a:solidFill>
                  <a:schemeClr val="accent4">
                    <a:lumMod val="75000"/>
                  </a:schemeClr>
                </a:solidFill>
              </a:rPr>
              <a:t>Approachability</a:t>
            </a:r>
          </a:p>
        </p:txBody>
      </p:sp>
      <p:sp>
        <p:nvSpPr>
          <p:cNvPr id="514" name="Rounded Rectangle 513">
            <a:extLst>
              <a:ext uri="{FF2B5EF4-FFF2-40B4-BE49-F238E27FC236}">
                <a16:creationId xmlns:a16="http://schemas.microsoft.com/office/drawing/2014/main" id="{F41A28CD-79CB-C94D-B8FB-F271DA17CFF8}"/>
              </a:ext>
            </a:extLst>
          </p:cNvPr>
          <p:cNvSpPr/>
          <p:nvPr/>
        </p:nvSpPr>
        <p:spPr>
          <a:xfrm>
            <a:off x="7825905" y="3878612"/>
            <a:ext cx="3515864" cy="456739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180000" rtlCol="0" anchor="ctr"/>
          <a:lstStyle/>
          <a:p>
            <a:pPr algn="r"/>
            <a:r>
              <a:rPr lang="en-US" sz="2000" b="1" dirty="0">
                <a:solidFill>
                  <a:schemeClr val="accent5">
                    <a:lumMod val="50000"/>
                  </a:schemeClr>
                </a:solidFill>
              </a:rPr>
              <a:t>Organization Skills</a:t>
            </a:r>
          </a:p>
        </p:txBody>
      </p:sp>
      <p:sp>
        <p:nvSpPr>
          <p:cNvPr id="515" name="Rounded Rectangle 514">
            <a:extLst>
              <a:ext uri="{FF2B5EF4-FFF2-40B4-BE49-F238E27FC236}">
                <a16:creationId xmlns:a16="http://schemas.microsoft.com/office/drawing/2014/main" id="{0AF6D65C-8283-7E48-8727-BD39EC655DB0}"/>
              </a:ext>
            </a:extLst>
          </p:cNvPr>
          <p:cNvSpPr/>
          <p:nvPr/>
        </p:nvSpPr>
        <p:spPr>
          <a:xfrm>
            <a:off x="818149" y="2278412"/>
            <a:ext cx="4049688" cy="456739"/>
          </a:xfrm>
          <a:prstGeom prst="roundRect">
            <a:avLst>
              <a:gd name="adj" fmla="val 50000"/>
            </a:avLst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rtlCol="0" anchor="ctr"/>
          <a:lstStyle/>
          <a:p>
            <a:r>
              <a:rPr lang="en-ID" sz="2000" b="1" dirty="0">
                <a:solidFill>
                  <a:schemeClr val="accent2"/>
                </a:solidFill>
              </a:rPr>
              <a:t>Communication Skills</a:t>
            </a:r>
          </a:p>
        </p:txBody>
      </p:sp>
      <p:sp>
        <p:nvSpPr>
          <p:cNvPr id="516" name="Rounded Rectangle 515">
            <a:extLst>
              <a:ext uri="{FF2B5EF4-FFF2-40B4-BE49-F238E27FC236}">
                <a16:creationId xmlns:a16="http://schemas.microsoft.com/office/drawing/2014/main" id="{B384511B-C439-C243-B871-B3EF965D18B6}"/>
              </a:ext>
            </a:extLst>
          </p:cNvPr>
          <p:cNvSpPr/>
          <p:nvPr/>
        </p:nvSpPr>
        <p:spPr>
          <a:xfrm>
            <a:off x="818148" y="3878612"/>
            <a:ext cx="3555760" cy="456739"/>
          </a:xfrm>
          <a:prstGeom prst="roundRect">
            <a:avLst>
              <a:gd name="adj" fmla="val 50000"/>
            </a:avLst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rtlCol="0" anchor="ctr"/>
          <a:lstStyle/>
          <a:p>
            <a:r>
              <a:rPr lang="en-US" sz="2000" b="1" dirty="0">
                <a:solidFill>
                  <a:schemeClr val="accent3"/>
                </a:solidFill>
              </a:rPr>
              <a:t>Deep Knowledge</a:t>
            </a:r>
          </a:p>
        </p:txBody>
      </p: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F5E7BCEA-44E6-F941-A433-6C6198452EA0}"/>
              </a:ext>
            </a:extLst>
          </p:cNvPr>
          <p:cNvGrpSpPr/>
          <p:nvPr/>
        </p:nvGrpSpPr>
        <p:grpSpPr>
          <a:xfrm>
            <a:off x="4398785" y="2130724"/>
            <a:ext cx="788758" cy="788758"/>
            <a:chOff x="1421608" y="2321133"/>
            <a:chExt cx="1185862" cy="1185862"/>
          </a:xfrm>
        </p:grpSpPr>
        <p:sp>
          <p:nvSpPr>
            <p:cNvPr id="103" name="Oval 102">
              <a:extLst>
                <a:ext uri="{FF2B5EF4-FFF2-40B4-BE49-F238E27FC236}">
                  <a16:creationId xmlns:a16="http://schemas.microsoft.com/office/drawing/2014/main" id="{DBF9C227-7D85-644F-AAA3-877C0898219B}"/>
                </a:ext>
              </a:extLst>
            </p:cNvPr>
            <p:cNvSpPr/>
            <p:nvPr/>
          </p:nvSpPr>
          <p:spPr>
            <a:xfrm>
              <a:off x="1421608" y="2321133"/>
              <a:ext cx="1185862" cy="118586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0" rIns="0" bIns="0" rtlCol="0" anchor="ctr"/>
            <a:lstStyle/>
            <a:p>
              <a:endParaRPr lang="en-US" sz="2400" b="1">
                <a:solidFill>
                  <a:prstClr val="white"/>
                </a:solidFill>
                <a:latin typeface="Segoe UI"/>
              </a:endParaRPr>
            </a:p>
          </p:txBody>
        </p:sp>
        <p:sp>
          <p:nvSpPr>
            <p:cNvPr id="104" name="Chord 103">
              <a:extLst>
                <a:ext uri="{FF2B5EF4-FFF2-40B4-BE49-F238E27FC236}">
                  <a16:creationId xmlns:a16="http://schemas.microsoft.com/office/drawing/2014/main" id="{1F43709F-1AF2-944D-9F89-3BAA87CF01C0}"/>
                </a:ext>
              </a:extLst>
            </p:cNvPr>
            <p:cNvSpPr/>
            <p:nvPr/>
          </p:nvSpPr>
          <p:spPr>
            <a:xfrm>
              <a:off x="1421608" y="2321133"/>
              <a:ext cx="1185862" cy="1185862"/>
            </a:xfrm>
            <a:prstGeom prst="chord">
              <a:avLst>
                <a:gd name="adj1" fmla="val 2700000"/>
                <a:gd name="adj2" fmla="val 13372730"/>
              </a:avLst>
            </a:prstGeom>
            <a:solidFill>
              <a:schemeClr val="tx1">
                <a:alpha val="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57223C0A-08CE-494F-8F70-29935628730B}"/>
              </a:ext>
            </a:extLst>
          </p:cNvPr>
          <p:cNvGrpSpPr/>
          <p:nvPr/>
        </p:nvGrpSpPr>
        <p:grpSpPr>
          <a:xfrm>
            <a:off x="3826315" y="3693258"/>
            <a:ext cx="788758" cy="788758"/>
            <a:chOff x="4287980" y="2570528"/>
            <a:chExt cx="1185862" cy="1185862"/>
          </a:xfrm>
        </p:grpSpPr>
        <p:sp>
          <p:nvSpPr>
            <p:cNvPr id="106" name="Oval 105">
              <a:extLst>
                <a:ext uri="{FF2B5EF4-FFF2-40B4-BE49-F238E27FC236}">
                  <a16:creationId xmlns:a16="http://schemas.microsoft.com/office/drawing/2014/main" id="{E6654B60-B6AC-BC42-981C-5C36F3B74E18}"/>
                </a:ext>
              </a:extLst>
            </p:cNvPr>
            <p:cNvSpPr/>
            <p:nvPr/>
          </p:nvSpPr>
          <p:spPr>
            <a:xfrm>
              <a:off x="4287980" y="2570528"/>
              <a:ext cx="1185862" cy="118586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0" rIns="0" bIns="0" rtlCol="0" anchor="ctr"/>
            <a:lstStyle/>
            <a:p>
              <a:endParaRPr lang="en-US" sz="2400" b="1">
                <a:solidFill>
                  <a:prstClr val="white"/>
                </a:solidFill>
                <a:latin typeface="Segoe UI"/>
              </a:endParaRPr>
            </a:p>
          </p:txBody>
        </p:sp>
        <p:sp>
          <p:nvSpPr>
            <p:cNvPr id="107" name="Chord 106">
              <a:extLst>
                <a:ext uri="{FF2B5EF4-FFF2-40B4-BE49-F238E27FC236}">
                  <a16:creationId xmlns:a16="http://schemas.microsoft.com/office/drawing/2014/main" id="{3D5FEB05-5A45-EC41-8C61-6AF8A3D64028}"/>
                </a:ext>
              </a:extLst>
            </p:cNvPr>
            <p:cNvSpPr/>
            <p:nvPr/>
          </p:nvSpPr>
          <p:spPr>
            <a:xfrm>
              <a:off x="4287980" y="2570528"/>
              <a:ext cx="1185862" cy="1185862"/>
            </a:xfrm>
            <a:prstGeom prst="chord">
              <a:avLst>
                <a:gd name="adj1" fmla="val 2700000"/>
                <a:gd name="adj2" fmla="val 13372730"/>
              </a:avLst>
            </a:prstGeom>
            <a:solidFill>
              <a:schemeClr val="tx1">
                <a:alpha val="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A77858E9-2408-9E4F-981E-F2CFF5782583}"/>
              </a:ext>
            </a:extLst>
          </p:cNvPr>
          <p:cNvGrpSpPr/>
          <p:nvPr/>
        </p:nvGrpSpPr>
        <p:grpSpPr>
          <a:xfrm>
            <a:off x="7533158" y="3693258"/>
            <a:ext cx="788758" cy="788758"/>
            <a:chOff x="10020723" y="2688629"/>
            <a:chExt cx="1185862" cy="1185862"/>
          </a:xfrm>
        </p:grpSpPr>
        <p:sp>
          <p:nvSpPr>
            <p:cNvPr id="112" name="Oval 111">
              <a:extLst>
                <a:ext uri="{FF2B5EF4-FFF2-40B4-BE49-F238E27FC236}">
                  <a16:creationId xmlns:a16="http://schemas.microsoft.com/office/drawing/2014/main" id="{1E9D33D2-EF19-5A45-BAD3-90F9412CCC07}"/>
                </a:ext>
              </a:extLst>
            </p:cNvPr>
            <p:cNvSpPr/>
            <p:nvPr/>
          </p:nvSpPr>
          <p:spPr>
            <a:xfrm>
              <a:off x="10020723" y="2688629"/>
              <a:ext cx="1185862" cy="1185862"/>
            </a:xfrm>
            <a:prstGeom prst="ellipse">
              <a:avLst/>
            </a:prstGeom>
            <a:solidFill>
              <a:schemeClr val="accent5">
                <a:lumMod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0" rIns="0" bIns="0" rtlCol="0" anchor="ctr"/>
            <a:lstStyle/>
            <a:p>
              <a:endParaRPr lang="en-US" sz="2400" b="1">
                <a:solidFill>
                  <a:prstClr val="white"/>
                </a:solidFill>
                <a:latin typeface="Segoe UI"/>
              </a:endParaRPr>
            </a:p>
          </p:txBody>
        </p:sp>
        <p:sp>
          <p:nvSpPr>
            <p:cNvPr id="113" name="Chord 112">
              <a:extLst>
                <a:ext uri="{FF2B5EF4-FFF2-40B4-BE49-F238E27FC236}">
                  <a16:creationId xmlns:a16="http://schemas.microsoft.com/office/drawing/2014/main" id="{31469818-C29E-A94B-900D-94BF6670707A}"/>
                </a:ext>
              </a:extLst>
            </p:cNvPr>
            <p:cNvSpPr/>
            <p:nvPr/>
          </p:nvSpPr>
          <p:spPr>
            <a:xfrm>
              <a:off x="10020723" y="2688629"/>
              <a:ext cx="1185862" cy="1185862"/>
            </a:xfrm>
            <a:prstGeom prst="chord">
              <a:avLst>
                <a:gd name="adj1" fmla="val 2700000"/>
                <a:gd name="adj2" fmla="val 13372730"/>
              </a:avLst>
            </a:prstGeom>
            <a:solidFill>
              <a:schemeClr val="tx1">
                <a:alpha val="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0F75FD4E-EBEE-1447-93E8-AC85644BDC2D}"/>
              </a:ext>
            </a:extLst>
          </p:cNvPr>
          <p:cNvGrpSpPr/>
          <p:nvPr/>
        </p:nvGrpSpPr>
        <p:grpSpPr>
          <a:xfrm>
            <a:off x="7059530" y="2130724"/>
            <a:ext cx="788758" cy="788758"/>
            <a:chOff x="7154352" y="3044035"/>
            <a:chExt cx="1185862" cy="1185862"/>
          </a:xfrm>
        </p:grpSpPr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6522BFE9-70AE-7C4C-A255-3EE8A7CCABCD}"/>
                </a:ext>
              </a:extLst>
            </p:cNvPr>
            <p:cNvSpPr/>
            <p:nvPr/>
          </p:nvSpPr>
          <p:spPr>
            <a:xfrm>
              <a:off x="7154352" y="3044035"/>
              <a:ext cx="1185862" cy="118586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0" rIns="0" bIns="0" rtlCol="0" anchor="ctr"/>
            <a:lstStyle/>
            <a:p>
              <a:endParaRPr lang="en-US" sz="2400" b="1">
                <a:solidFill>
                  <a:prstClr val="white"/>
                </a:solidFill>
                <a:latin typeface="Segoe UI"/>
              </a:endParaRPr>
            </a:p>
          </p:txBody>
        </p:sp>
        <p:sp>
          <p:nvSpPr>
            <p:cNvPr id="110" name="Chord 109">
              <a:extLst>
                <a:ext uri="{FF2B5EF4-FFF2-40B4-BE49-F238E27FC236}">
                  <a16:creationId xmlns:a16="http://schemas.microsoft.com/office/drawing/2014/main" id="{F381116A-3AB0-0A46-A9C5-A9C1D7C5932B}"/>
                </a:ext>
              </a:extLst>
            </p:cNvPr>
            <p:cNvSpPr/>
            <p:nvPr/>
          </p:nvSpPr>
          <p:spPr>
            <a:xfrm>
              <a:off x="7154352" y="3044035"/>
              <a:ext cx="1185862" cy="1185862"/>
            </a:xfrm>
            <a:prstGeom prst="chord">
              <a:avLst>
                <a:gd name="adj1" fmla="val 2700000"/>
                <a:gd name="adj2" fmla="val 13372730"/>
              </a:avLst>
            </a:prstGeom>
            <a:solidFill>
              <a:schemeClr val="tx1">
                <a:alpha val="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FCC22923-E118-5F42-BB50-025FF00FE1B8}"/>
              </a:ext>
            </a:extLst>
          </p:cNvPr>
          <p:cNvGrpSpPr/>
          <p:nvPr/>
        </p:nvGrpSpPr>
        <p:grpSpPr>
          <a:xfrm>
            <a:off x="4125912" y="3022476"/>
            <a:ext cx="3940176" cy="4193702"/>
            <a:chOff x="3959537" y="1963698"/>
            <a:chExt cx="3940176" cy="4193702"/>
          </a:xfrm>
        </p:grpSpPr>
        <p:sp>
          <p:nvSpPr>
            <p:cNvPr id="56" name="Freeform 376">
              <a:extLst>
                <a:ext uri="{FF2B5EF4-FFF2-40B4-BE49-F238E27FC236}">
                  <a16:creationId xmlns:a16="http://schemas.microsoft.com/office/drawing/2014/main" id="{E5F16C2A-3DF9-5E40-8FB3-0CD103FC4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2039" y="2539409"/>
              <a:ext cx="174299" cy="174299"/>
            </a:xfrm>
            <a:custGeom>
              <a:avLst/>
              <a:gdLst>
                <a:gd name="T0" fmla="*/ 66 w 66"/>
                <a:gd name="T1" fmla="*/ 34 h 67"/>
                <a:gd name="T2" fmla="*/ 66 w 66"/>
                <a:gd name="T3" fmla="*/ 34 h 67"/>
                <a:gd name="T4" fmla="*/ 65 w 66"/>
                <a:gd name="T5" fmla="*/ 27 h 67"/>
                <a:gd name="T6" fmla="*/ 64 w 66"/>
                <a:gd name="T7" fmla="*/ 21 h 67"/>
                <a:gd name="T8" fmla="*/ 60 w 66"/>
                <a:gd name="T9" fmla="*/ 15 h 67"/>
                <a:gd name="T10" fmla="*/ 56 w 66"/>
                <a:gd name="T11" fmla="*/ 10 h 67"/>
                <a:gd name="T12" fmla="*/ 52 w 66"/>
                <a:gd name="T13" fmla="*/ 6 h 67"/>
                <a:gd name="T14" fmla="*/ 46 w 66"/>
                <a:gd name="T15" fmla="*/ 2 h 67"/>
                <a:gd name="T16" fmla="*/ 39 w 66"/>
                <a:gd name="T17" fmla="*/ 1 h 67"/>
                <a:gd name="T18" fmla="*/ 32 w 66"/>
                <a:gd name="T19" fmla="*/ 0 h 67"/>
                <a:gd name="T20" fmla="*/ 32 w 66"/>
                <a:gd name="T21" fmla="*/ 0 h 67"/>
                <a:gd name="T22" fmla="*/ 26 w 66"/>
                <a:gd name="T23" fmla="*/ 1 h 67"/>
                <a:gd name="T24" fmla="*/ 20 w 66"/>
                <a:gd name="T25" fmla="*/ 2 h 67"/>
                <a:gd name="T26" fmla="*/ 14 w 66"/>
                <a:gd name="T27" fmla="*/ 6 h 67"/>
                <a:gd name="T28" fmla="*/ 9 w 66"/>
                <a:gd name="T29" fmla="*/ 10 h 67"/>
                <a:gd name="T30" fmla="*/ 6 w 66"/>
                <a:gd name="T31" fmla="*/ 15 h 67"/>
                <a:gd name="T32" fmla="*/ 2 w 66"/>
                <a:gd name="T33" fmla="*/ 21 h 67"/>
                <a:gd name="T34" fmla="*/ 1 w 66"/>
                <a:gd name="T35" fmla="*/ 27 h 67"/>
                <a:gd name="T36" fmla="*/ 0 w 66"/>
                <a:gd name="T37" fmla="*/ 34 h 67"/>
                <a:gd name="T38" fmla="*/ 0 w 66"/>
                <a:gd name="T39" fmla="*/ 34 h 67"/>
                <a:gd name="T40" fmla="*/ 1 w 66"/>
                <a:gd name="T41" fmla="*/ 40 h 67"/>
                <a:gd name="T42" fmla="*/ 2 w 66"/>
                <a:gd name="T43" fmla="*/ 46 h 67"/>
                <a:gd name="T44" fmla="*/ 6 w 66"/>
                <a:gd name="T45" fmla="*/ 52 h 67"/>
                <a:gd name="T46" fmla="*/ 9 w 66"/>
                <a:gd name="T47" fmla="*/ 57 h 67"/>
                <a:gd name="T48" fmla="*/ 14 w 66"/>
                <a:gd name="T49" fmla="*/ 60 h 67"/>
                <a:gd name="T50" fmla="*/ 20 w 66"/>
                <a:gd name="T51" fmla="*/ 64 h 67"/>
                <a:gd name="T52" fmla="*/ 26 w 66"/>
                <a:gd name="T53" fmla="*/ 65 h 67"/>
                <a:gd name="T54" fmla="*/ 32 w 66"/>
                <a:gd name="T55" fmla="*/ 67 h 67"/>
                <a:gd name="T56" fmla="*/ 32 w 66"/>
                <a:gd name="T57" fmla="*/ 67 h 67"/>
                <a:gd name="T58" fmla="*/ 39 w 66"/>
                <a:gd name="T59" fmla="*/ 65 h 67"/>
                <a:gd name="T60" fmla="*/ 46 w 66"/>
                <a:gd name="T61" fmla="*/ 64 h 67"/>
                <a:gd name="T62" fmla="*/ 52 w 66"/>
                <a:gd name="T63" fmla="*/ 60 h 67"/>
                <a:gd name="T64" fmla="*/ 56 w 66"/>
                <a:gd name="T65" fmla="*/ 57 h 67"/>
                <a:gd name="T66" fmla="*/ 60 w 66"/>
                <a:gd name="T67" fmla="*/ 52 h 67"/>
                <a:gd name="T68" fmla="*/ 64 w 66"/>
                <a:gd name="T69" fmla="*/ 46 h 67"/>
                <a:gd name="T70" fmla="*/ 65 w 66"/>
                <a:gd name="T71" fmla="*/ 40 h 67"/>
                <a:gd name="T72" fmla="*/ 66 w 66"/>
                <a:gd name="T73" fmla="*/ 34 h 67"/>
                <a:gd name="T74" fmla="*/ 66 w 66"/>
                <a:gd name="T75" fmla="*/ 34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6" h="67">
                  <a:moveTo>
                    <a:pt x="66" y="34"/>
                  </a:moveTo>
                  <a:lnTo>
                    <a:pt x="66" y="34"/>
                  </a:lnTo>
                  <a:lnTo>
                    <a:pt x="65" y="27"/>
                  </a:lnTo>
                  <a:lnTo>
                    <a:pt x="64" y="21"/>
                  </a:lnTo>
                  <a:lnTo>
                    <a:pt x="60" y="15"/>
                  </a:lnTo>
                  <a:lnTo>
                    <a:pt x="56" y="10"/>
                  </a:lnTo>
                  <a:lnTo>
                    <a:pt x="52" y="6"/>
                  </a:lnTo>
                  <a:lnTo>
                    <a:pt x="46" y="2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6" y="1"/>
                  </a:lnTo>
                  <a:lnTo>
                    <a:pt x="20" y="2"/>
                  </a:lnTo>
                  <a:lnTo>
                    <a:pt x="14" y="6"/>
                  </a:lnTo>
                  <a:lnTo>
                    <a:pt x="9" y="10"/>
                  </a:lnTo>
                  <a:lnTo>
                    <a:pt x="6" y="15"/>
                  </a:lnTo>
                  <a:lnTo>
                    <a:pt x="2" y="21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1" y="40"/>
                  </a:lnTo>
                  <a:lnTo>
                    <a:pt x="2" y="46"/>
                  </a:lnTo>
                  <a:lnTo>
                    <a:pt x="6" y="52"/>
                  </a:lnTo>
                  <a:lnTo>
                    <a:pt x="9" y="57"/>
                  </a:lnTo>
                  <a:lnTo>
                    <a:pt x="14" y="60"/>
                  </a:lnTo>
                  <a:lnTo>
                    <a:pt x="20" y="64"/>
                  </a:lnTo>
                  <a:lnTo>
                    <a:pt x="26" y="65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9" y="65"/>
                  </a:lnTo>
                  <a:lnTo>
                    <a:pt x="46" y="64"/>
                  </a:lnTo>
                  <a:lnTo>
                    <a:pt x="52" y="60"/>
                  </a:lnTo>
                  <a:lnTo>
                    <a:pt x="56" y="57"/>
                  </a:lnTo>
                  <a:lnTo>
                    <a:pt x="60" y="52"/>
                  </a:lnTo>
                  <a:lnTo>
                    <a:pt x="64" y="46"/>
                  </a:lnTo>
                  <a:lnTo>
                    <a:pt x="65" y="40"/>
                  </a:lnTo>
                  <a:lnTo>
                    <a:pt x="66" y="34"/>
                  </a:lnTo>
                  <a:lnTo>
                    <a:pt x="66" y="34"/>
                  </a:lnTo>
                  <a:close/>
                </a:path>
              </a:pathLst>
            </a:custGeom>
            <a:solidFill>
              <a:srgbClr val="FF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Freeform 359">
              <a:extLst>
                <a:ext uri="{FF2B5EF4-FFF2-40B4-BE49-F238E27FC236}">
                  <a16:creationId xmlns:a16="http://schemas.microsoft.com/office/drawing/2014/main" id="{C45F8032-C7D9-B845-BC93-89896CAE7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5539" y="2608070"/>
              <a:ext cx="480640" cy="1045784"/>
            </a:xfrm>
            <a:custGeom>
              <a:avLst/>
              <a:gdLst>
                <a:gd name="T0" fmla="*/ 0 w 182"/>
                <a:gd name="T1" fmla="*/ 264 h 397"/>
                <a:gd name="T2" fmla="*/ 31 w 182"/>
                <a:gd name="T3" fmla="*/ 0 h 397"/>
                <a:gd name="T4" fmla="*/ 133 w 182"/>
                <a:gd name="T5" fmla="*/ 0 h 397"/>
                <a:gd name="T6" fmla="*/ 182 w 182"/>
                <a:gd name="T7" fmla="*/ 243 h 397"/>
                <a:gd name="T8" fmla="*/ 118 w 182"/>
                <a:gd name="T9" fmla="*/ 397 h 397"/>
                <a:gd name="T10" fmla="*/ 0 w 182"/>
                <a:gd name="T11" fmla="*/ 264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2" h="397">
                  <a:moveTo>
                    <a:pt x="0" y="264"/>
                  </a:moveTo>
                  <a:lnTo>
                    <a:pt x="31" y="0"/>
                  </a:lnTo>
                  <a:lnTo>
                    <a:pt x="133" y="0"/>
                  </a:lnTo>
                  <a:lnTo>
                    <a:pt x="182" y="243"/>
                  </a:lnTo>
                  <a:lnTo>
                    <a:pt x="118" y="397"/>
                  </a:lnTo>
                  <a:lnTo>
                    <a:pt x="0" y="264"/>
                  </a:lnTo>
                  <a:close/>
                </a:path>
              </a:pathLst>
            </a:custGeom>
            <a:solidFill>
              <a:srgbClr val="FF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360">
              <a:extLst>
                <a:ext uri="{FF2B5EF4-FFF2-40B4-BE49-F238E27FC236}">
                  <a16:creationId xmlns:a16="http://schemas.microsoft.com/office/drawing/2014/main" id="{E8E91BDF-A3C2-FF42-A438-D496374EE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7230" y="2819339"/>
              <a:ext cx="401412" cy="343315"/>
            </a:xfrm>
            <a:custGeom>
              <a:avLst/>
              <a:gdLst>
                <a:gd name="T0" fmla="*/ 138 w 152"/>
                <a:gd name="T1" fmla="*/ 3 h 131"/>
                <a:gd name="T2" fmla="*/ 9 w 152"/>
                <a:gd name="T3" fmla="*/ 0 h 131"/>
                <a:gd name="T4" fmla="*/ 0 w 152"/>
                <a:gd name="T5" fmla="*/ 82 h 131"/>
                <a:gd name="T6" fmla="*/ 0 w 152"/>
                <a:gd name="T7" fmla="*/ 82 h 131"/>
                <a:gd name="T8" fmla="*/ 7 w 152"/>
                <a:gd name="T9" fmla="*/ 92 h 131"/>
                <a:gd name="T10" fmla="*/ 16 w 152"/>
                <a:gd name="T11" fmla="*/ 102 h 131"/>
                <a:gd name="T12" fmla="*/ 25 w 152"/>
                <a:gd name="T13" fmla="*/ 110 h 131"/>
                <a:gd name="T14" fmla="*/ 35 w 152"/>
                <a:gd name="T15" fmla="*/ 118 h 131"/>
                <a:gd name="T16" fmla="*/ 45 w 152"/>
                <a:gd name="T17" fmla="*/ 124 h 131"/>
                <a:gd name="T18" fmla="*/ 54 w 152"/>
                <a:gd name="T19" fmla="*/ 127 h 131"/>
                <a:gd name="T20" fmla="*/ 63 w 152"/>
                <a:gd name="T21" fmla="*/ 130 h 131"/>
                <a:gd name="T22" fmla="*/ 72 w 152"/>
                <a:gd name="T23" fmla="*/ 131 h 131"/>
                <a:gd name="T24" fmla="*/ 72 w 152"/>
                <a:gd name="T25" fmla="*/ 131 h 131"/>
                <a:gd name="T26" fmla="*/ 83 w 152"/>
                <a:gd name="T27" fmla="*/ 128 h 131"/>
                <a:gd name="T28" fmla="*/ 93 w 152"/>
                <a:gd name="T29" fmla="*/ 126 h 131"/>
                <a:gd name="T30" fmla="*/ 104 w 152"/>
                <a:gd name="T31" fmla="*/ 120 h 131"/>
                <a:gd name="T32" fmla="*/ 115 w 152"/>
                <a:gd name="T33" fmla="*/ 114 h 131"/>
                <a:gd name="T34" fmla="*/ 124 w 152"/>
                <a:gd name="T35" fmla="*/ 105 h 131"/>
                <a:gd name="T36" fmla="*/ 134 w 152"/>
                <a:gd name="T37" fmla="*/ 96 h 131"/>
                <a:gd name="T38" fmla="*/ 144 w 152"/>
                <a:gd name="T39" fmla="*/ 85 h 131"/>
                <a:gd name="T40" fmla="*/ 152 w 152"/>
                <a:gd name="T41" fmla="*/ 73 h 131"/>
                <a:gd name="T42" fmla="*/ 138 w 152"/>
                <a:gd name="T43" fmla="*/ 3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2" h="131">
                  <a:moveTo>
                    <a:pt x="138" y="3"/>
                  </a:moveTo>
                  <a:lnTo>
                    <a:pt x="9" y="0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7" y="92"/>
                  </a:lnTo>
                  <a:lnTo>
                    <a:pt x="16" y="102"/>
                  </a:lnTo>
                  <a:lnTo>
                    <a:pt x="25" y="110"/>
                  </a:lnTo>
                  <a:lnTo>
                    <a:pt x="35" y="118"/>
                  </a:lnTo>
                  <a:lnTo>
                    <a:pt x="45" y="124"/>
                  </a:lnTo>
                  <a:lnTo>
                    <a:pt x="54" y="127"/>
                  </a:lnTo>
                  <a:lnTo>
                    <a:pt x="63" y="130"/>
                  </a:lnTo>
                  <a:lnTo>
                    <a:pt x="72" y="131"/>
                  </a:lnTo>
                  <a:lnTo>
                    <a:pt x="72" y="131"/>
                  </a:lnTo>
                  <a:lnTo>
                    <a:pt x="83" y="128"/>
                  </a:lnTo>
                  <a:lnTo>
                    <a:pt x="93" y="126"/>
                  </a:lnTo>
                  <a:lnTo>
                    <a:pt x="104" y="120"/>
                  </a:lnTo>
                  <a:lnTo>
                    <a:pt x="115" y="114"/>
                  </a:lnTo>
                  <a:lnTo>
                    <a:pt x="124" y="105"/>
                  </a:lnTo>
                  <a:lnTo>
                    <a:pt x="134" y="96"/>
                  </a:lnTo>
                  <a:lnTo>
                    <a:pt x="144" y="85"/>
                  </a:lnTo>
                  <a:lnTo>
                    <a:pt x="152" y="73"/>
                  </a:lnTo>
                  <a:lnTo>
                    <a:pt x="138" y="3"/>
                  </a:lnTo>
                  <a:close/>
                </a:path>
              </a:pathLst>
            </a:custGeom>
            <a:solidFill>
              <a:srgbClr val="E9B0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361">
              <a:extLst>
                <a:ext uri="{FF2B5EF4-FFF2-40B4-BE49-F238E27FC236}">
                  <a16:creationId xmlns:a16="http://schemas.microsoft.com/office/drawing/2014/main" id="{F91F2896-BC55-FB41-9C24-8BBA5882C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3358" y="2233068"/>
              <a:ext cx="126762" cy="327468"/>
            </a:xfrm>
            <a:custGeom>
              <a:avLst/>
              <a:gdLst>
                <a:gd name="T0" fmla="*/ 21 w 47"/>
                <a:gd name="T1" fmla="*/ 0 h 124"/>
                <a:gd name="T2" fmla="*/ 21 w 47"/>
                <a:gd name="T3" fmla="*/ 0 h 124"/>
                <a:gd name="T4" fmla="*/ 33 w 47"/>
                <a:gd name="T5" fmla="*/ 16 h 124"/>
                <a:gd name="T6" fmla="*/ 42 w 47"/>
                <a:gd name="T7" fmla="*/ 31 h 124"/>
                <a:gd name="T8" fmla="*/ 45 w 47"/>
                <a:gd name="T9" fmla="*/ 39 h 124"/>
                <a:gd name="T10" fmla="*/ 47 w 47"/>
                <a:gd name="T11" fmla="*/ 45 h 124"/>
                <a:gd name="T12" fmla="*/ 47 w 47"/>
                <a:gd name="T13" fmla="*/ 45 h 124"/>
                <a:gd name="T14" fmla="*/ 47 w 47"/>
                <a:gd name="T15" fmla="*/ 53 h 124"/>
                <a:gd name="T16" fmla="*/ 46 w 47"/>
                <a:gd name="T17" fmla="*/ 64 h 124"/>
                <a:gd name="T18" fmla="*/ 40 w 47"/>
                <a:gd name="T19" fmla="*/ 91 h 124"/>
                <a:gd name="T20" fmla="*/ 33 w 47"/>
                <a:gd name="T21" fmla="*/ 124 h 124"/>
                <a:gd name="T22" fmla="*/ 21 w 47"/>
                <a:gd name="T23" fmla="*/ 122 h 124"/>
                <a:gd name="T24" fmla="*/ 0 w 47"/>
                <a:gd name="T25" fmla="*/ 22 h 124"/>
                <a:gd name="T26" fmla="*/ 21 w 47"/>
                <a:gd name="T27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" h="124">
                  <a:moveTo>
                    <a:pt x="21" y="0"/>
                  </a:moveTo>
                  <a:lnTo>
                    <a:pt x="21" y="0"/>
                  </a:lnTo>
                  <a:lnTo>
                    <a:pt x="33" y="16"/>
                  </a:lnTo>
                  <a:lnTo>
                    <a:pt x="42" y="31"/>
                  </a:lnTo>
                  <a:lnTo>
                    <a:pt x="45" y="39"/>
                  </a:lnTo>
                  <a:lnTo>
                    <a:pt x="47" y="45"/>
                  </a:lnTo>
                  <a:lnTo>
                    <a:pt x="47" y="45"/>
                  </a:lnTo>
                  <a:lnTo>
                    <a:pt x="47" y="53"/>
                  </a:lnTo>
                  <a:lnTo>
                    <a:pt x="46" y="64"/>
                  </a:lnTo>
                  <a:lnTo>
                    <a:pt x="40" y="91"/>
                  </a:lnTo>
                  <a:lnTo>
                    <a:pt x="33" y="124"/>
                  </a:lnTo>
                  <a:lnTo>
                    <a:pt x="21" y="122"/>
                  </a:lnTo>
                  <a:lnTo>
                    <a:pt x="0" y="2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364">
              <a:extLst>
                <a:ext uri="{FF2B5EF4-FFF2-40B4-BE49-F238E27FC236}">
                  <a16:creationId xmlns:a16="http://schemas.microsoft.com/office/drawing/2014/main" id="{D1299DDD-E1D1-6C42-A44C-A431E6988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5185" y="2275322"/>
              <a:ext cx="596838" cy="792260"/>
            </a:xfrm>
            <a:custGeom>
              <a:avLst/>
              <a:gdLst>
                <a:gd name="T0" fmla="*/ 3 w 225"/>
                <a:gd name="T1" fmla="*/ 48 h 300"/>
                <a:gd name="T2" fmla="*/ 0 w 225"/>
                <a:gd name="T3" fmla="*/ 81 h 300"/>
                <a:gd name="T4" fmla="*/ 3 w 225"/>
                <a:gd name="T5" fmla="*/ 134 h 300"/>
                <a:gd name="T6" fmla="*/ 9 w 225"/>
                <a:gd name="T7" fmla="*/ 176 h 300"/>
                <a:gd name="T8" fmla="*/ 21 w 225"/>
                <a:gd name="T9" fmla="*/ 219 h 300"/>
                <a:gd name="T10" fmla="*/ 35 w 225"/>
                <a:gd name="T11" fmla="*/ 247 h 300"/>
                <a:gd name="T12" fmla="*/ 49 w 225"/>
                <a:gd name="T13" fmla="*/ 263 h 300"/>
                <a:gd name="T14" fmla="*/ 63 w 225"/>
                <a:gd name="T15" fmla="*/ 278 h 300"/>
                <a:gd name="T16" fmla="*/ 82 w 225"/>
                <a:gd name="T17" fmla="*/ 290 h 300"/>
                <a:gd name="T18" fmla="*/ 92 w 225"/>
                <a:gd name="T19" fmla="*/ 294 h 300"/>
                <a:gd name="T20" fmla="*/ 113 w 225"/>
                <a:gd name="T21" fmla="*/ 300 h 300"/>
                <a:gd name="T22" fmla="*/ 132 w 225"/>
                <a:gd name="T23" fmla="*/ 299 h 300"/>
                <a:gd name="T24" fmla="*/ 149 w 225"/>
                <a:gd name="T25" fmla="*/ 294 h 300"/>
                <a:gd name="T26" fmla="*/ 163 w 225"/>
                <a:gd name="T27" fmla="*/ 284 h 300"/>
                <a:gd name="T28" fmla="*/ 177 w 225"/>
                <a:gd name="T29" fmla="*/ 271 h 300"/>
                <a:gd name="T30" fmla="*/ 189 w 225"/>
                <a:gd name="T31" fmla="*/ 254 h 300"/>
                <a:gd name="T32" fmla="*/ 207 w 225"/>
                <a:gd name="T33" fmla="*/ 214 h 300"/>
                <a:gd name="T34" fmla="*/ 219 w 225"/>
                <a:gd name="T35" fmla="*/ 169 h 300"/>
                <a:gd name="T36" fmla="*/ 225 w 225"/>
                <a:gd name="T37" fmla="*/ 122 h 300"/>
                <a:gd name="T38" fmla="*/ 225 w 225"/>
                <a:gd name="T39" fmla="*/ 80 h 300"/>
                <a:gd name="T40" fmla="*/ 220 w 225"/>
                <a:gd name="T41" fmla="*/ 46 h 300"/>
                <a:gd name="T42" fmla="*/ 218 w 225"/>
                <a:gd name="T43" fmla="*/ 40 h 300"/>
                <a:gd name="T44" fmla="*/ 211 w 225"/>
                <a:gd name="T45" fmla="*/ 28 h 300"/>
                <a:gd name="T46" fmla="*/ 200 w 225"/>
                <a:gd name="T47" fmla="*/ 18 h 300"/>
                <a:gd name="T48" fmla="*/ 178 w 225"/>
                <a:gd name="T49" fmla="*/ 7 h 300"/>
                <a:gd name="T50" fmla="*/ 144 w 225"/>
                <a:gd name="T51" fmla="*/ 1 h 300"/>
                <a:gd name="T52" fmla="*/ 105 w 225"/>
                <a:gd name="T53" fmla="*/ 0 h 300"/>
                <a:gd name="T54" fmla="*/ 68 w 225"/>
                <a:gd name="T55" fmla="*/ 6 h 300"/>
                <a:gd name="T56" fmla="*/ 35 w 225"/>
                <a:gd name="T57" fmla="*/ 17 h 300"/>
                <a:gd name="T58" fmla="*/ 12 w 225"/>
                <a:gd name="T59" fmla="*/ 31 h 300"/>
                <a:gd name="T60" fmla="*/ 6 w 225"/>
                <a:gd name="T61" fmla="*/ 40 h 300"/>
                <a:gd name="T62" fmla="*/ 3 w 225"/>
                <a:gd name="T63" fmla="*/ 48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25" h="300">
                  <a:moveTo>
                    <a:pt x="3" y="48"/>
                  </a:moveTo>
                  <a:lnTo>
                    <a:pt x="3" y="48"/>
                  </a:lnTo>
                  <a:lnTo>
                    <a:pt x="1" y="58"/>
                  </a:lnTo>
                  <a:lnTo>
                    <a:pt x="0" y="81"/>
                  </a:lnTo>
                  <a:lnTo>
                    <a:pt x="1" y="115"/>
                  </a:lnTo>
                  <a:lnTo>
                    <a:pt x="3" y="134"/>
                  </a:lnTo>
                  <a:lnTo>
                    <a:pt x="5" y="156"/>
                  </a:lnTo>
                  <a:lnTo>
                    <a:pt x="9" y="176"/>
                  </a:lnTo>
                  <a:lnTo>
                    <a:pt x="14" y="198"/>
                  </a:lnTo>
                  <a:lnTo>
                    <a:pt x="21" y="219"/>
                  </a:lnTo>
                  <a:lnTo>
                    <a:pt x="30" y="238"/>
                  </a:lnTo>
                  <a:lnTo>
                    <a:pt x="35" y="247"/>
                  </a:lnTo>
                  <a:lnTo>
                    <a:pt x="41" y="255"/>
                  </a:lnTo>
                  <a:lnTo>
                    <a:pt x="49" y="263"/>
                  </a:lnTo>
                  <a:lnTo>
                    <a:pt x="56" y="271"/>
                  </a:lnTo>
                  <a:lnTo>
                    <a:pt x="63" y="278"/>
                  </a:lnTo>
                  <a:lnTo>
                    <a:pt x="73" y="284"/>
                  </a:lnTo>
                  <a:lnTo>
                    <a:pt x="82" y="290"/>
                  </a:lnTo>
                  <a:lnTo>
                    <a:pt x="92" y="294"/>
                  </a:lnTo>
                  <a:lnTo>
                    <a:pt x="92" y="294"/>
                  </a:lnTo>
                  <a:lnTo>
                    <a:pt x="103" y="297"/>
                  </a:lnTo>
                  <a:lnTo>
                    <a:pt x="113" y="300"/>
                  </a:lnTo>
                  <a:lnTo>
                    <a:pt x="122" y="300"/>
                  </a:lnTo>
                  <a:lnTo>
                    <a:pt x="132" y="299"/>
                  </a:lnTo>
                  <a:lnTo>
                    <a:pt x="141" y="297"/>
                  </a:lnTo>
                  <a:lnTo>
                    <a:pt x="149" y="294"/>
                  </a:lnTo>
                  <a:lnTo>
                    <a:pt x="156" y="289"/>
                  </a:lnTo>
                  <a:lnTo>
                    <a:pt x="163" y="284"/>
                  </a:lnTo>
                  <a:lnTo>
                    <a:pt x="171" y="278"/>
                  </a:lnTo>
                  <a:lnTo>
                    <a:pt x="177" y="271"/>
                  </a:lnTo>
                  <a:lnTo>
                    <a:pt x="183" y="262"/>
                  </a:lnTo>
                  <a:lnTo>
                    <a:pt x="189" y="254"/>
                  </a:lnTo>
                  <a:lnTo>
                    <a:pt x="199" y="236"/>
                  </a:lnTo>
                  <a:lnTo>
                    <a:pt x="207" y="214"/>
                  </a:lnTo>
                  <a:lnTo>
                    <a:pt x="213" y="192"/>
                  </a:lnTo>
                  <a:lnTo>
                    <a:pt x="219" y="169"/>
                  </a:lnTo>
                  <a:lnTo>
                    <a:pt x="223" y="145"/>
                  </a:lnTo>
                  <a:lnTo>
                    <a:pt x="225" y="122"/>
                  </a:lnTo>
                  <a:lnTo>
                    <a:pt x="225" y="100"/>
                  </a:lnTo>
                  <a:lnTo>
                    <a:pt x="225" y="80"/>
                  </a:lnTo>
                  <a:lnTo>
                    <a:pt x="223" y="62"/>
                  </a:lnTo>
                  <a:lnTo>
                    <a:pt x="220" y="46"/>
                  </a:lnTo>
                  <a:lnTo>
                    <a:pt x="220" y="46"/>
                  </a:lnTo>
                  <a:lnTo>
                    <a:pt x="218" y="40"/>
                  </a:lnTo>
                  <a:lnTo>
                    <a:pt x="214" y="34"/>
                  </a:lnTo>
                  <a:lnTo>
                    <a:pt x="211" y="28"/>
                  </a:lnTo>
                  <a:lnTo>
                    <a:pt x="205" y="23"/>
                  </a:lnTo>
                  <a:lnTo>
                    <a:pt x="200" y="18"/>
                  </a:lnTo>
                  <a:lnTo>
                    <a:pt x="193" y="14"/>
                  </a:lnTo>
                  <a:lnTo>
                    <a:pt x="178" y="7"/>
                  </a:lnTo>
                  <a:lnTo>
                    <a:pt x="161" y="4"/>
                  </a:lnTo>
                  <a:lnTo>
                    <a:pt x="144" y="1"/>
                  </a:lnTo>
                  <a:lnTo>
                    <a:pt x="125" y="0"/>
                  </a:lnTo>
                  <a:lnTo>
                    <a:pt x="105" y="0"/>
                  </a:lnTo>
                  <a:lnTo>
                    <a:pt x="86" y="2"/>
                  </a:lnTo>
                  <a:lnTo>
                    <a:pt x="68" y="6"/>
                  </a:lnTo>
                  <a:lnTo>
                    <a:pt x="51" y="11"/>
                  </a:lnTo>
                  <a:lnTo>
                    <a:pt x="35" y="17"/>
                  </a:lnTo>
                  <a:lnTo>
                    <a:pt x="23" y="23"/>
                  </a:lnTo>
                  <a:lnTo>
                    <a:pt x="12" y="31"/>
                  </a:lnTo>
                  <a:lnTo>
                    <a:pt x="9" y="35"/>
                  </a:lnTo>
                  <a:lnTo>
                    <a:pt x="6" y="40"/>
                  </a:lnTo>
                  <a:lnTo>
                    <a:pt x="4" y="45"/>
                  </a:lnTo>
                  <a:lnTo>
                    <a:pt x="3" y="48"/>
                  </a:lnTo>
                  <a:lnTo>
                    <a:pt x="3" y="48"/>
                  </a:lnTo>
                  <a:close/>
                </a:path>
              </a:pathLst>
            </a:custGeom>
            <a:solidFill>
              <a:srgbClr val="FF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368">
              <a:extLst>
                <a:ext uri="{FF2B5EF4-FFF2-40B4-BE49-F238E27FC236}">
                  <a16:creationId xmlns:a16="http://schemas.microsoft.com/office/drawing/2014/main" id="{EF66EB41-D229-954C-873E-4614DED30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421" y="3215471"/>
              <a:ext cx="1600368" cy="2413755"/>
            </a:xfrm>
            <a:custGeom>
              <a:avLst/>
              <a:gdLst>
                <a:gd name="T0" fmla="*/ 0 w 605"/>
                <a:gd name="T1" fmla="*/ 67 h 916"/>
                <a:gd name="T2" fmla="*/ 231 w 605"/>
                <a:gd name="T3" fmla="*/ 4 h 916"/>
                <a:gd name="T4" fmla="*/ 231 w 605"/>
                <a:gd name="T5" fmla="*/ 4 h 916"/>
                <a:gd name="T6" fmla="*/ 246 w 605"/>
                <a:gd name="T7" fmla="*/ 18 h 916"/>
                <a:gd name="T8" fmla="*/ 280 w 605"/>
                <a:gd name="T9" fmla="*/ 52 h 916"/>
                <a:gd name="T10" fmla="*/ 300 w 605"/>
                <a:gd name="T11" fmla="*/ 70 h 916"/>
                <a:gd name="T12" fmla="*/ 320 w 605"/>
                <a:gd name="T13" fmla="*/ 85 h 916"/>
                <a:gd name="T14" fmla="*/ 329 w 605"/>
                <a:gd name="T15" fmla="*/ 91 h 916"/>
                <a:gd name="T16" fmla="*/ 337 w 605"/>
                <a:gd name="T17" fmla="*/ 96 h 916"/>
                <a:gd name="T18" fmla="*/ 344 w 605"/>
                <a:gd name="T19" fmla="*/ 99 h 916"/>
                <a:gd name="T20" fmla="*/ 350 w 605"/>
                <a:gd name="T21" fmla="*/ 101 h 916"/>
                <a:gd name="T22" fmla="*/ 350 w 605"/>
                <a:gd name="T23" fmla="*/ 101 h 916"/>
                <a:gd name="T24" fmla="*/ 353 w 605"/>
                <a:gd name="T25" fmla="*/ 99 h 916"/>
                <a:gd name="T26" fmla="*/ 357 w 605"/>
                <a:gd name="T27" fmla="*/ 96 h 916"/>
                <a:gd name="T28" fmla="*/ 366 w 605"/>
                <a:gd name="T29" fmla="*/ 84 h 916"/>
                <a:gd name="T30" fmla="*/ 375 w 605"/>
                <a:gd name="T31" fmla="*/ 68 h 916"/>
                <a:gd name="T32" fmla="*/ 385 w 605"/>
                <a:gd name="T33" fmla="*/ 50 h 916"/>
                <a:gd name="T34" fmla="*/ 401 w 605"/>
                <a:gd name="T35" fmla="*/ 16 h 916"/>
                <a:gd name="T36" fmla="*/ 408 w 605"/>
                <a:gd name="T37" fmla="*/ 0 h 916"/>
                <a:gd name="T38" fmla="*/ 408 w 605"/>
                <a:gd name="T39" fmla="*/ 0 h 916"/>
                <a:gd name="T40" fmla="*/ 529 w 605"/>
                <a:gd name="T41" fmla="*/ 27 h 916"/>
                <a:gd name="T42" fmla="*/ 605 w 605"/>
                <a:gd name="T43" fmla="*/ 897 h 916"/>
                <a:gd name="T44" fmla="*/ 605 w 605"/>
                <a:gd name="T45" fmla="*/ 897 h 916"/>
                <a:gd name="T46" fmla="*/ 592 w 605"/>
                <a:gd name="T47" fmla="*/ 899 h 916"/>
                <a:gd name="T48" fmla="*/ 554 w 605"/>
                <a:gd name="T49" fmla="*/ 905 h 916"/>
                <a:gd name="T50" fmla="*/ 496 w 605"/>
                <a:gd name="T51" fmla="*/ 911 h 916"/>
                <a:gd name="T52" fmla="*/ 460 w 605"/>
                <a:gd name="T53" fmla="*/ 913 h 916"/>
                <a:gd name="T54" fmla="*/ 420 w 605"/>
                <a:gd name="T55" fmla="*/ 914 h 916"/>
                <a:gd name="T56" fmla="*/ 376 w 605"/>
                <a:gd name="T57" fmla="*/ 916 h 916"/>
                <a:gd name="T58" fmla="*/ 329 w 605"/>
                <a:gd name="T59" fmla="*/ 916 h 916"/>
                <a:gd name="T60" fmla="*/ 280 w 605"/>
                <a:gd name="T61" fmla="*/ 914 h 916"/>
                <a:gd name="T62" fmla="*/ 227 w 605"/>
                <a:gd name="T63" fmla="*/ 911 h 916"/>
                <a:gd name="T64" fmla="*/ 172 w 605"/>
                <a:gd name="T65" fmla="*/ 906 h 916"/>
                <a:gd name="T66" fmla="*/ 116 w 605"/>
                <a:gd name="T67" fmla="*/ 899 h 916"/>
                <a:gd name="T68" fmla="*/ 58 w 605"/>
                <a:gd name="T69" fmla="*/ 889 h 916"/>
                <a:gd name="T70" fmla="*/ 0 w 605"/>
                <a:gd name="T71" fmla="*/ 876 h 916"/>
                <a:gd name="T72" fmla="*/ 0 w 605"/>
                <a:gd name="T73" fmla="*/ 876 h 916"/>
                <a:gd name="T74" fmla="*/ 2 w 605"/>
                <a:gd name="T75" fmla="*/ 747 h 916"/>
                <a:gd name="T76" fmla="*/ 3 w 605"/>
                <a:gd name="T77" fmla="*/ 611 h 916"/>
                <a:gd name="T78" fmla="*/ 3 w 605"/>
                <a:gd name="T79" fmla="*/ 347 h 916"/>
                <a:gd name="T80" fmla="*/ 2 w 605"/>
                <a:gd name="T81" fmla="*/ 146 h 916"/>
                <a:gd name="T82" fmla="*/ 0 w 605"/>
                <a:gd name="T83" fmla="*/ 67 h 916"/>
                <a:gd name="T84" fmla="*/ 0 w 605"/>
                <a:gd name="T85" fmla="*/ 67 h 9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5" h="916">
                  <a:moveTo>
                    <a:pt x="0" y="67"/>
                  </a:moveTo>
                  <a:lnTo>
                    <a:pt x="231" y="4"/>
                  </a:lnTo>
                  <a:lnTo>
                    <a:pt x="231" y="4"/>
                  </a:lnTo>
                  <a:lnTo>
                    <a:pt x="246" y="18"/>
                  </a:lnTo>
                  <a:lnTo>
                    <a:pt x="280" y="52"/>
                  </a:lnTo>
                  <a:lnTo>
                    <a:pt x="300" y="70"/>
                  </a:lnTo>
                  <a:lnTo>
                    <a:pt x="320" y="85"/>
                  </a:lnTo>
                  <a:lnTo>
                    <a:pt x="329" y="91"/>
                  </a:lnTo>
                  <a:lnTo>
                    <a:pt x="337" y="96"/>
                  </a:lnTo>
                  <a:lnTo>
                    <a:pt x="344" y="99"/>
                  </a:lnTo>
                  <a:lnTo>
                    <a:pt x="350" y="101"/>
                  </a:lnTo>
                  <a:lnTo>
                    <a:pt x="350" y="101"/>
                  </a:lnTo>
                  <a:lnTo>
                    <a:pt x="353" y="99"/>
                  </a:lnTo>
                  <a:lnTo>
                    <a:pt x="357" y="96"/>
                  </a:lnTo>
                  <a:lnTo>
                    <a:pt x="366" y="84"/>
                  </a:lnTo>
                  <a:lnTo>
                    <a:pt x="375" y="68"/>
                  </a:lnTo>
                  <a:lnTo>
                    <a:pt x="385" y="50"/>
                  </a:lnTo>
                  <a:lnTo>
                    <a:pt x="401" y="16"/>
                  </a:lnTo>
                  <a:lnTo>
                    <a:pt x="408" y="0"/>
                  </a:lnTo>
                  <a:lnTo>
                    <a:pt x="408" y="0"/>
                  </a:lnTo>
                  <a:lnTo>
                    <a:pt x="529" y="27"/>
                  </a:lnTo>
                  <a:lnTo>
                    <a:pt x="605" y="897"/>
                  </a:lnTo>
                  <a:lnTo>
                    <a:pt x="605" y="897"/>
                  </a:lnTo>
                  <a:lnTo>
                    <a:pt x="592" y="899"/>
                  </a:lnTo>
                  <a:lnTo>
                    <a:pt x="554" y="905"/>
                  </a:lnTo>
                  <a:lnTo>
                    <a:pt x="496" y="911"/>
                  </a:lnTo>
                  <a:lnTo>
                    <a:pt x="460" y="913"/>
                  </a:lnTo>
                  <a:lnTo>
                    <a:pt x="420" y="914"/>
                  </a:lnTo>
                  <a:lnTo>
                    <a:pt x="376" y="916"/>
                  </a:lnTo>
                  <a:lnTo>
                    <a:pt x="329" y="916"/>
                  </a:lnTo>
                  <a:lnTo>
                    <a:pt x="280" y="914"/>
                  </a:lnTo>
                  <a:lnTo>
                    <a:pt x="227" y="911"/>
                  </a:lnTo>
                  <a:lnTo>
                    <a:pt x="172" y="906"/>
                  </a:lnTo>
                  <a:lnTo>
                    <a:pt x="116" y="899"/>
                  </a:lnTo>
                  <a:lnTo>
                    <a:pt x="58" y="889"/>
                  </a:lnTo>
                  <a:lnTo>
                    <a:pt x="0" y="876"/>
                  </a:lnTo>
                  <a:lnTo>
                    <a:pt x="0" y="876"/>
                  </a:lnTo>
                  <a:lnTo>
                    <a:pt x="2" y="747"/>
                  </a:lnTo>
                  <a:lnTo>
                    <a:pt x="3" y="611"/>
                  </a:lnTo>
                  <a:lnTo>
                    <a:pt x="3" y="347"/>
                  </a:lnTo>
                  <a:lnTo>
                    <a:pt x="2" y="146"/>
                  </a:lnTo>
                  <a:lnTo>
                    <a:pt x="0" y="67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>
              <a:extLst>
                <a:ext uri="{FF2B5EF4-FFF2-40B4-BE49-F238E27FC236}">
                  <a16:creationId xmlns:a16="http://schemas.microsoft.com/office/drawing/2014/main" id="{6387AE10-C361-EC48-BD37-419DDAF262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5397" y="3204908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>
              <a:extLst>
                <a:ext uri="{FF2B5EF4-FFF2-40B4-BE49-F238E27FC236}">
                  <a16:creationId xmlns:a16="http://schemas.microsoft.com/office/drawing/2014/main" id="{BB440C8A-C95C-9148-BE7D-C5AFC0B3E4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5397" y="3204908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371">
              <a:extLst>
                <a:ext uri="{FF2B5EF4-FFF2-40B4-BE49-F238E27FC236}">
                  <a16:creationId xmlns:a16="http://schemas.microsoft.com/office/drawing/2014/main" id="{C198601D-42FA-F34D-B693-19B903BAB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7936" y="3648574"/>
              <a:ext cx="216553" cy="1404942"/>
            </a:xfrm>
            <a:custGeom>
              <a:avLst/>
              <a:gdLst>
                <a:gd name="T0" fmla="*/ 10 w 82"/>
                <a:gd name="T1" fmla="*/ 4 h 533"/>
                <a:gd name="T2" fmla="*/ 0 w 82"/>
                <a:gd name="T3" fmla="*/ 183 h 533"/>
                <a:gd name="T4" fmla="*/ 76 w 82"/>
                <a:gd name="T5" fmla="*/ 533 h 533"/>
                <a:gd name="T6" fmla="*/ 82 w 82"/>
                <a:gd name="T7" fmla="*/ 210 h 533"/>
                <a:gd name="T8" fmla="*/ 39 w 82"/>
                <a:gd name="T9" fmla="*/ 0 h 533"/>
                <a:gd name="T10" fmla="*/ 10 w 82"/>
                <a:gd name="T11" fmla="*/ 4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533">
                  <a:moveTo>
                    <a:pt x="10" y="4"/>
                  </a:moveTo>
                  <a:lnTo>
                    <a:pt x="0" y="183"/>
                  </a:lnTo>
                  <a:lnTo>
                    <a:pt x="76" y="533"/>
                  </a:lnTo>
                  <a:lnTo>
                    <a:pt x="82" y="210"/>
                  </a:lnTo>
                  <a:lnTo>
                    <a:pt x="39" y="0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372">
              <a:extLst>
                <a:ext uri="{FF2B5EF4-FFF2-40B4-BE49-F238E27FC236}">
                  <a16:creationId xmlns:a16="http://schemas.microsoft.com/office/drawing/2014/main" id="{5C0CB203-83F1-264C-B9B7-BAE88358C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4697" y="3215471"/>
              <a:ext cx="1161982" cy="2809884"/>
            </a:xfrm>
            <a:custGeom>
              <a:avLst/>
              <a:gdLst>
                <a:gd name="T0" fmla="*/ 0 w 442"/>
                <a:gd name="T1" fmla="*/ 1066 h 1066"/>
                <a:gd name="T2" fmla="*/ 4 w 442"/>
                <a:gd name="T3" fmla="*/ 446 h 1066"/>
                <a:gd name="T4" fmla="*/ 45 w 442"/>
                <a:gd name="T5" fmla="*/ 0 h 1066"/>
                <a:gd name="T6" fmla="*/ 45 w 442"/>
                <a:gd name="T7" fmla="*/ 0 h 1066"/>
                <a:gd name="T8" fmla="*/ 68 w 442"/>
                <a:gd name="T9" fmla="*/ 3 h 1066"/>
                <a:gd name="T10" fmla="*/ 91 w 442"/>
                <a:gd name="T11" fmla="*/ 5 h 1066"/>
                <a:gd name="T12" fmla="*/ 134 w 442"/>
                <a:gd name="T13" fmla="*/ 12 h 1066"/>
                <a:gd name="T14" fmla="*/ 173 w 442"/>
                <a:gd name="T15" fmla="*/ 21 h 1066"/>
                <a:gd name="T16" fmla="*/ 207 w 442"/>
                <a:gd name="T17" fmla="*/ 29 h 1066"/>
                <a:gd name="T18" fmla="*/ 234 w 442"/>
                <a:gd name="T19" fmla="*/ 39 h 1066"/>
                <a:gd name="T20" fmla="*/ 254 w 442"/>
                <a:gd name="T21" fmla="*/ 46 h 1066"/>
                <a:gd name="T22" fmla="*/ 272 w 442"/>
                <a:gd name="T23" fmla="*/ 53 h 1066"/>
                <a:gd name="T24" fmla="*/ 272 w 442"/>
                <a:gd name="T25" fmla="*/ 53 h 1066"/>
                <a:gd name="T26" fmla="*/ 281 w 442"/>
                <a:gd name="T27" fmla="*/ 70 h 1066"/>
                <a:gd name="T28" fmla="*/ 292 w 442"/>
                <a:gd name="T29" fmla="*/ 92 h 1066"/>
                <a:gd name="T30" fmla="*/ 304 w 442"/>
                <a:gd name="T31" fmla="*/ 121 h 1066"/>
                <a:gd name="T32" fmla="*/ 319 w 442"/>
                <a:gd name="T33" fmla="*/ 159 h 1066"/>
                <a:gd name="T34" fmla="*/ 336 w 442"/>
                <a:gd name="T35" fmla="*/ 202 h 1066"/>
                <a:gd name="T36" fmla="*/ 355 w 442"/>
                <a:gd name="T37" fmla="*/ 253 h 1066"/>
                <a:gd name="T38" fmla="*/ 371 w 442"/>
                <a:gd name="T39" fmla="*/ 311 h 1066"/>
                <a:gd name="T40" fmla="*/ 388 w 442"/>
                <a:gd name="T41" fmla="*/ 375 h 1066"/>
                <a:gd name="T42" fmla="*/ 397 w 442"/>
                <a:gd name="T43" fmla="*/ 409 h 1066"/>
                <a:gd name="T44" fmla="*/ 404 w 442"/>
                <a:gd name="T45" fmla="*/ 444 h 1066"/>
                <a:gd name="T46" fmla="*/ 411 w 442"/>
                <a:gd name="T47" fmla="*/ 480 h 1066"/>
                <a:gd name="T48" fmla="*/ 419 w 442"/>
                <a:gd name="T49" fmla="*/ 519 h 1066"/>
                <a:gd name="T50" fmla="*/ 425 w 442"/>
                <a:gd name="T51" fmla="*/ 559 h 1066"/>
                <a:gd name="T52" fmla="*/ 429 w 442"/>
                <a:gd name="T53" fmla="*/ 599 h 1066"/>
                <a:gd name="T54" fmla="*/ 434 w 442"/>
                <a:gd name="T55" fmla="*/ 641 h 1066"/>
                <a:gd name="T56" fmla="*/ 437 w 442"/>
                <a:gd name="T57" fmla="*/ 683 h 1066"/>
                <a:gd name="T58" fmla="*/ 439 w 442"/>
                <a:gd name="T59" fmla="*/ 727 h 1066"/>
                <a:gd name="T60" fmla="*/ 442 w 442"/>
                <a:gd name="T61" fmla="*/ 773 h 1066"/>
                <a:gd name="T62" fmla="*/ 442 w 442"/>
                <a:gd name="T63" fmla="*/ 819 h 1066"/>
                <a:gd name="T64" fmla="*/ 440 w 442"/>
                <a:gd name="T65" fmla="*/ 866 h 1066"/>
                <a:gd name="T66" fmla="*/ 437 w 442"/>
                <a:gd name="T67" fmla="*/ 913 h 1066"/>
                <a:gd name="T68" fmla="*/ 433 w 442"/>
                <a:gd name="T69" fmla="*/ 963 h 1066"/>
                <a:gd name="T70" fmla="*/ 433 w 442"/>
                <a:gd name="T71" fmla="*/ 963 h 1066"/>
                <a:gd name="T72" fmla="*/ 419 w 442"/>
                <a:gd name="T73" fmla="*/ 970 h 1066"/>
                <a:gd name="T74" fmla="*/ 402 w 442"/>
                <a:gd name="T75" fmla="*/ 978 h 1066"/>
                <a:gd name="T76" fmla="*/ 382 w 442"/>
                <a:gd name="T77" fmla="*/ 988 h 1066"/>
                <a:gd name="T78" fmla="*/ 361 w 442"/>
                <a:gd name="T79" fmla="*/ 997 h 1066"/>
                <a:gd name="T80" fmla="*/ 338 w 442"/>
                <a:gd name="T81" fmla="*/ 1006 h 1066"/>
                <a:gd name="T82" fmla="*/ 312 w 442"/>
                <a:gd name="T83" fmla="*/ 1015 h 1066"/>
                <a:gd name="T84" fmla="*/ 284 w 442"/>
                <a:gd name="T85" fmla="*/ 1023 h 1066"/>
                <a:gd name="T86" fmla="*/ 255 w 442"/>
                <a:gd name="T87" fmla="*/ 1032 h 1066"/>
                <a:gd name="T88" fmla="*/ 226 w 442"/>
                <a:gd name="T89" fmla="*/ 1039 h 1066"/>
                <a:gd name="T90" fmla="*/ 195 w 442"/>
                <a:gd name="T91" fmla="*/ 1046 h 1066"/>
                <a:gd name="T92" fmla="*/ 163 w 442"/>
                <a:gd name="T93" fmla="*/ 1052 h 1066"/>
                <a:gd name="T94" fmla="*/ 131 w 442"/>
                <a:gd name="T95" fmla="*/ 1058 h 1066"/>
                <a:gd name="T96" fmla="*/ 98 w 442"/>
                <a:gd name="T97" fmla="*/ 1062 h 1066"/>
                <a:gd name="T98" fmla="*/ 65 w 442"/>
                <a:gd name="T99" fmla="*/ 1064 h 1066"/>
                <a:gd name="T100" fmla="*/ 33 w 442"/>
                <a:gd name="T101" fmla="*/ 1066 h 1066"/>
                <a:gd name="T102" fmla="*/ 0 w 442"/>
                <a:gd name="T103" fmla="*/ 1066 h 1066"/>
                <a:gd name="T104" fmla="*/ 0 w 442"/>
                <a:gd name="T105" fmla="*/ 1066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42" h="1066">
                  <a:moveTo>
                    <a:pt x="0" y="1066"/>
                  </a:moveTo>
                  <a:lnTo>
                    <a:pt x="4" y="446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68" y="3"/>
                  </a:lnTo>
                  <a:lnTo>
                    <a:pt x="91" y="5"/>
                  </a:lnTo>
                  <a:lnTo>
                    <a:pt x="134" y="12"/>
                  </a:lnTo>
                  <a:lnTo>
                    <a:pt x="173" y="21"/>
                  </a:lnTo>
                  <a:lnTo>
                    <a:pt x="207" y="29"/>
                  </a:lnTo>
                  <a:lnTo>
                    <a:pt x="234" y="39"/>
                  </a:lnTo>
                  <a:lnTo>
                    <a:pt x="254" y="46"/>
                  </a:lnTo>
                  <a:lnTo>
                    <a:pt x="272" y="53"/>
                  </a:lnTo>
                  <a:lnTo>
                    <a:pt x="272" y="53"/>
                  </a:lnTo>
                  <a:lnTo>
                    <a:pt x="281" y="70"/>
                  </a:lnTo>
                  <a:lnTo>
                    <a:pt x="292" y="92"/>
                  </a:lnTo>
                  <a:lnTo>
                    <a:pt x="304" y="121"/>
                  </a:lnTo>
                  <a:lnTo>
                    <a:pt x="319" y="159"/>
                  </a:lnTo>
                  <a:lnTo>
                    <a:pt x="336" y="202"/>
                  </a:lnTo>
                  <a:lnTo>
                    <a:pt x="355" y="253"/>
                  </a:lnTo>
                  <a:lnTo>
                    <a:pt x="371" y="311"/>
                  </a:lnTo>
                  <a:lnTo>
                    <a:pt x="388" y="375"/>
                  </a:lnTo>
                  <a:lnTo>
                    <a:pt x="397" y="409"/>
                  </a:lnTo>
                  <a:lnTo>
                    <a:pt x="404" y="444"/>
                  </a:lnTo>
                  <a:lnTo>
                    <a:pt x="411" y="480"/>
                  </a:lnTo>
                  <a:lnTo>
                    <a:pt x="419" y="519"/>
                  </a:lnTo>
                  <a:lnTo>
                    <a:pt x="425" y="559"/>
                  </a:lnTo>
                  <a:lnTo>
                    <a:pt x="429" y="599"/>
                  </a:lnTo>
                  <a:lnTo>
                    <a:pt x="434" y="641"/>
                  </a:lnTo>
                  <a:lnTo>
                    <a:pt x="437" y="683"/>
                  </a:lnTo>
                  <a:lnTo>
                    <a:pt x="439" y="727"/>
                  </a:lnTo>
                  <a:lnTo>
                    <a:pt x="442" y="773"/>
                  </a:lnTo>
                  <a:lnTo>
                    <a:pt x="442" y="819"/>
                  </a:lnTo>
                  <a:lnTo>
                    <a:pt x="440" y="866"/>
                  </a:lnTo>
                  <a:lnTo>
                    <a:pt x="437" y="913"/>
                  </a:lnTo>
                  <a:lnTo>
                    <a:pt x="433" y="963"/>
                  </a:lnTo>
                  <a:lnTo>
                    <a:pt x="433" y="963"/>
                  </a:lnTo>
                  <a:lnTo>
                    <a:pt x="419" y="970"/>
                  </a:lnTo>
                  <a:lnTo>
                    <a:pt x="402" y="978"/>
                  </a:lnTo>
                  <a:lnTo>
                    <a:pt x="382" y="988"/>
                  </a:lnTo>
                  <a:lnTo>
                    <a:pt x="361" y="997"/>
                  </a:lnTo>
                  <a:lnTo>
                    <a:pt x="338" y="1006"/>
                  </a:lnTo>
                  <a:lnTo>
                    <a:pt x="312" y="1015"/>
                  </a:lnTo>
                  <a:lnTo>
                    <a:pt x="284" y="1023"/>
                  </a:lnTo>
                  <a:lnTo>
                    <a:pt x="255" y="1032"/>
                  </a:lnTo>
                  <a:lnTo>
                    <a:pt x="226" y="1039"/>
                  </a:lnTo>
                  <a:lnTo>
                    <a:pt x="195" y="1046"/>
                  </a:lnTo>
                  <a:lnTo>
                    <a:pt x="163" y="1052"/>
                  </a:lnTo>
                  <a:lnTo>
                    <a:pt x="131" y="1058"/>
                  </a:lnTo>
                  <a:lnTo>
                    <a:pt x="98" y="1062"/>
                  </a:lnTo>
                  <a:lnTo>
                    <a:pt x="65" y="1064"/>
                  </a:lnTo>
                  <a:lnTo>
                    <a:pt x="33" y="1066"/>
                  </a:lnTo>
                  <a:lnTo>
                    <a:pt x="0" y="1066"/>
                  </a:lnTo>
                  <a:lnTo>
                    <a:pt x="0" y="10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373">
              <a:extLst>
                <a:ext uri="{FF2B5EF4-FFF2-40B4-BE49-F238E27FC236}">
                  <a16:creationId xmlns:a16="http://schemas.microsoft.com/office/drawing/2014/main" id="{92DD07C4-0C77-3D4A-BB71-3214E5A93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9272" y="3463711"/>
              <a:ext cx="232396" cy="195426"/>
            </a:xfrm>
            <a:custGeom>
              <a:avLst/>
              <a:gdLst>
                <a:gd name="T0" fmla="*/ 0 w 89"/>
                <a:gd name="T1" fmla="*/ 0 h 73"/>
                <a:gd name="T2" fmla="*/ 37 w 89"/>
                <a:gd name="T3" fmla="*/ 73 h 73"/>
                <a:gd name="T4" fmla="*/ 61 w 89"/>
                <a:gd name="T5" fmla="*/ 73 h 73"/>
                <a:gd name="T6" fmla="*/ 89 w 89"/>
                <a:gd name="T7" fmla="*/ 1 h 73"/>
                <a:gd name="T8" fmla="*/ 0 w 89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73">
                  <a:moveTo>
                    <a:pt x="0" y="0"/>
                  </a:moveTo>
                  <a:lnTo>
                    <a:pt x="37" y="73"/>
                  </a:lnTo>
                  <a:lnTo>
                    <a:pt x="61" y="73"/>
                  </a:lnTo>
                  <a:lnTo>
                    <a:pt x="8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374">
              <a:extLst>
                <a:ext uri="{FF2B5EF4-FFF2-40B4-BE49-F238E27FC236}">
                  <a16:creationId xmlns:a16="http://schemas.microsoft.com/office/drawing/2014/main" id="{78F7E725-59B8-2145-8523-8DF0913ED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477" y="3220751"/>
              <a:ext cx="1103884" cy="2852138"/>
            </a:xfrm>
            <a:custGeom>
              <a:avLst/>
              <a:gdLst>
                <a:gd name="T0" fmla="*/ 413 w 417"/>
                <a:gd name="T1" fmla="*/ 1070 h 1081"/>
                <a:gd name="T2" fmla="*/ 413 w 417"/>
                <a:gd name="T3" fmla="*/ 1070 h 1081"/>
                <a:gd name="T4" fmla="*/ 416 w 417"/>
                <a:gd name="T5" fmla="*/ 994 h 1081"/>
                <a:gd name="T6" fmla="*/ 417 w 417"/>
                <a:gd name="T7" fmla="*/ 914 h 1081"/>
                <a:gd name="T8" fmla="*/ 417 w 417"/>
                <a:gd name="T9" fmla="*/ 816 h 1081"/>
                <a:gd name="T10" fmla="*/ 416 w 417"/>
                <a:gd name="T11" fmla="*/ 712 h 1081"/>
                <a:gd name="T12" fmla="*/ 414 w 417"/>
                <a:gd name="T13" fmla="*/ 661 h 1081"/>
                <a:gd name="T14" fmla="*/ 413 w 417"/>
                <a:gd name="T15" fmla="*/ 611 h 1081"/>
                <a:gd name="T16" fmla="*/ 410 w 417"/>
                <a:gd name="T17" fmla="*/ 564 h 1081"/>
                <a:gd name="T18" fmla="*/ 406 w 417"/>
                <a:gd name="T19" fmla="*/ 522 h 1081"/>
                <a:gd name="T20" fmla="*/ 401 w 417"/>
                <a:gd name="T21" fmla="*/ 485 h 1081"/>
                <a:gd name="T22" fmla="*/ 396 w 417"/>
                <a:gd name="T23" fmla="*/ 454 h 1081"/>
                <a:gd name="T24" fmla="*/ 396 w 417"/>
                <a:gd name="T25" fmla="*/ 454 h 1081"/>
                <a:gd name="T26" fmla="*/ 383 w 417"/>
                <a:gd name="T27" fmla="*/ 402 h 1081"/>
                <a:gd name="T28" fmla="*/ 371 w 417"/>
                <a:gd name="T29" fmla="*/ 354 h 1081"/>
                <a:gd name="T30" fmla="*/ 356 w 417"/>
                <a:gd name="T31" fmla="*/ 308 h 1081"/>
                <a:gd name="T32" fmla="*/ 343 w 417"/>
                <a:gd name="T33" fmla="*/ 264 h 1081"/>
                <a:gd name="T34" fmla="*/ 330 w 417"/>
                <a:gd name="T35" fmla="*/ 225 h 1081"/>
                <a:gd name="T36" fmla="*/ 316 w 417"/>
                <a:gd name="T37" fmla="*/ 187 h 1081"/>
                <a:gd name="T38" fmla="*/ 291 w 417"/>
                <a:gd name="T39" fmla="*/ 122 h 1081"/>
                <a:gd name="T40" fmla="*/ 268 w 417"/>
                <a:gd name="T41" fmla="*/ 70 h 1081"/>
                <a:gd name="T42" fmla="*/ 251 w 417"/>
                <a:gd name="T43" fmla="*/ 31 h 1081"/>
                <a:gd name="T44" fmla="*/ 234 w 417"/>
                <a:gd name="T45" fmla="*/ 0 h 1081"/>
                <a:gd name="T46" fmla="*/ 234 w 417"/>
                <a:gd name="T47" fmla="*/ 0 h 1081"/>
                <a:gd name="T48" fmla="*/ 214 w 417"/>
                <a:gd name="T49" fmla="*/ 2 h 1081"/>
                <a:gd name="T50" fmla="*/ 192 w 417"/>
                <a:gd name="T51" fmla="*/ 6 h 1081"/>
                <a:gd name="T52" fmla="*/ 171 w 417"/>
                <a:gd name="T53" fmla="*/ 9 h 1081"/>
                <a:gd name="T54" fmla="*/ 150 w 417"/>
                <a:gd name="T55" fmla="*/ 15 h 1081"/>
                <a:gd name="T56" fmla="*/ 111 w 417"/>
                <a:gd name="T57" fmla="*/ 27 h 1081"/>
                <a:gd name="T58" fmla="*/ 75 w 417"/>
                <a:gd name="T59" fmla="*/ 40 h 1081"/>
                <a:gd name="T60" fmla="*/ 43 w 417"/>
                <a:gd name="T61" fmla="*/ 53 h 1081"/>
                <a:gd name="T62" fmla="*/ 20 w 417"/>
                <a:gd name="T63" fmla="*/ 64 h 1081"/>
                <a:gd name="T64" fmla="*/ 0 w 417"/>
                <a:gd name="T65" fmla="*/ 75 h 1081"/>
                <a:gd name="T66" fmla="*/ 0 w 417"/>
                <a:gd name="T67" fmla="*/ 75 h 1081"/>
                <a:gd name="T68" fmla="*/ 2 w 417"/>
                <a:gd name="T69" fmla="*/ 180 h 1081"/>
                <a:gd name="T70" fmla="*/ 8 w 417"/>
                <a:gd name="T71" fmla="*/ 439 h 1081"/>
                <a:gd name="T72" fmla="*/ 10 w 417"/>
                <a:gd name="T73" fmla="*/ 597 h 1081"/>
                <a:gd name="T74" fmla="*/ 13 w 417"/>
                <a:gd name="T75" fmla="*/ 759 h 1081"/>
                <a:gd name="T76" fmla="*/ 13 w 417"/>
                <a:gd name="T77" fmla="*/ 914 h 1081"/>
                <a:gd name="T78" fmla="*/ 13 w 417"/>
                <a:gd name="T79" fmla="*/ 1049 h 1081"/>
                <a:gd name="T80" fmla="*/ 13 w 417"/>
                <a:gd name="T81" fmla="*/ 1049 h 1081"/>
                <a:gd name="T82" fmla="*/ 30 w 417"/>
                <a:gd name="T83" fmla="*/ 1056 h 1081"/>
                <a:gd name="T84" fmla="*/ 48 w 417"/>
                <a:gd name="T85" fmla="*/ 1064 h 1081"/>
                <a:gd name="T86" fmla="*/ 66 w 417"/>
                <a:gd name="T87" fmla="*/ 1069 h 1081"/>
                <a:gd name="T88" fmla="*/ 84 w 417"/>
                <a:gd name="T89" fmla="*/ 1072 h 1081"/>
                <a:gd name="T90" fmla="*/ 104 w 417"/>
                <a:gd name="T91" fmla="*/ 1076 h 1081"/>
                <a:gd name="T92" fmla="*/ 124 w 417"/>
                <a:gd name="T93" fmla="*/ 1078 h 1081"/>
                <a:gd name="T94" fmla="*/ 146 w 417"/>
                <a:gd name="T95" fmla="*/ 1079 h 1081"/>
                <a:gd name="T96" fmla="*/ 169 w 417"/>
                <a:gd name="T97" fmla="*/ 1081 h 1081"/>
                <a:gd name="T98" fmla="*/ 218 w 417"/>
                <a:gd name="T99" fmla="*/ 1081 h 1081"/>
                <a:gd name="T100" fmla="*/ 274 w 417"/>
                <a:gd name="T101" fmla="*/ 1078 h 1081"/>
                <a:gd name="T102" fmla="*/ 413 w 417"/>
                <a:gd name="T103" fmla="*/ 1070 h 1081"/>
                <a:gd name="T104" fmla="*/ 413 w 417"/>
                <a:gd name="T105" fmla="*/ 1070 h 10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17" h="1081">
                  <a:moveTo>
                    <a:pt x="413" y="1070"/>
                  </a:moveTo>
                  <a:lnTo>
                    <a:pt x="413" y="1070"/>
                  </a:lnTo>
                  <a:lnTo>
                    <a:pt x="416" y="994"/>
                  </a:lnTo>
                  <a:lnTo>
                    <a:pt x="417" y="914"/>
                  </a:lnTo>
                  <a:lnTo>
                    <a:pt x="417" y="816"/>
                  </a:lnTo>
                  <a:lnTo>
                    <a:pt x="416" y="712"/>
                  </a:lnTo>
                  <a:lnTo>
                    <a:pt x="414" y="661"/>
                  </a:lnTo>
                  <a:lnTo>
                    <a:pt x="413" y="611"/>
                  </a:lnTo>
                  <a:lnTo>
                    <a:pt x="410" y="564"/>
                  </a:lnTo>
                  <a:lnTo>
                    <a:pt x="406" y="522"/>
                  </a:lnTo>
                  <a:lnTo>
                    <a:pt x="401" y="485"/>
                  </a:lnTo>
                  <a:lnTo>
                    <a:pt x="396" y="454"/>
                  </a:lnTo>
                  <a:lnTo>
                    <a:pt x="396" y="454"/>
                  </a:lnTo>
                  <a:lnTo>
                    <a:pt x="383" y="402"/>
                  </a:lnTo>
                  <a:lnTo>
                    <a:pt x="371" y="354"/>
                  </a:lnTo>
                  <a:lnTo>
                    <a:pt x="356" y="308"/>
                  </a:lnTo>
                  <a:lnTo>
                    <a:pt x="343" y="264"/>
                  </a:lnTo>
                  <a:lnTo>
                    <a:pt x="330" y="225"/>
                  </a:lnTo>
                  <a:lnTo>
                    <a:pt x="316" y="187"/>
                  </a:lnTo>
                  <a:lnTo>
                    <a:pt x="291" y="122"/>
                  </a:lnTo>
                  <a:lnTo>
                    <a:pt x="268" y="70"/>
                  </a:lnTo>
                  <a:lnTo>
                    <a:pt x="251" y="31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14" y="2"/>
                  </a:lnTo>
                  <a:lnTo>
                    <a:pt x="192" y="6"/>
                  </a:lnTo>
                  <a:lnTo>
                    <a:pt x="171" y="9"/>
                  </a:lnTo>
                  <a:lnTo>
                    <a:pt x="150" y="15"/>
                  </a:lnTo>
                  <a:lnTo>
                    <a:pt x="111" y="27"/>
                  </a:lnTo>
                  <a:lnTo>
                    <a:pt x="75" y="40"/>
                  </a:lnTo>
                  <a:lnTo>
                    <a:pt x="43" y="53"/>
                  </a:lnTo>
                  <a:lnTo>
                    <a:pt x="20" y="64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2" y="180"/>
                  </a:lnTo>
                  <a:lnTo>
                    <a:pt x="8" y="439"/>
                  </a:lnTo>
                  <a:lnTo>
                    <a:pt x="10" y="597"/>
                  </a:lnTo>
                  <a:lnTo>
                    <a:pt x="13" y="759"/>
                  </a:lnTo>
                  <a:lnTo>
                    <a:pt x="13" y="914"/>
                  </a:lnTo>
                  <a:lnTo>
                    <a:pt x="13" y="1049"/>
                  </a:lnTo>
                  <a:lnTo>
                    <a:pt x="13" y="1049"/>
                  </a:lnTo>
                  <a:lnTo>
                    <a:pt x="30" y="1056"/>
                  </a:lnTo>
                  <a:lnTo>
                    <a:pt x="48" y="1064"/>
                  </a:lnTo>
                  <a:lnTo>
                    <a:pt x="66" y="1069"/>
                  </a:lnTo>
                  <a:lnTo>
                    <a:pt x="84" y="1072"/>
                  </a:lnTo>
                  <a:lnTo>
                    <a:pt x="104" y="1076"/>
                  </a:lnTo>
                  <a:lnTo>
                    <a:pt x="124" y="1078"/>
                  </a:lnTo>
                  <a:lnTo>
                    <a:pt x="146" y="1079"/>
                  </a:lnTo>
                  <a:lnTo>
                    <a:pt x="169" y="1081"/>
                  </a:lnTo>
                  <a:lnTo>
                    <a:pt x="218" y="1081"/>
                  </a:lnTo>
                  <a:lnTo>
                    <a:pt x="274" y="1078"/>
                  </a:lnTo>
                  <a:lnTo>
                    <a:pt x="413" y="1070"/>
                  </a:lnTo>
                  <a:lnTo>
                    <a:pt x="413" y="107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21" name="Freeform 375">
              <a:extLst>
                <a:ext uri="{FF2B5EF4-FFF2-40B4-BE49-F238E27FC236}">
                  <a16:creationId xmlns:a16="http://schemas.microsoft.com/office/drawing/2014/main" id="{E2019385-18F5-D647-8D08-942B5AD99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4833" y="1963698"/>
              <a:ext cx="744726" cy="808107"/>
            </a:xfrm>
            <a:custGeom>
              <a:avLst/>
              <a:gdLst>
                <a:gd name="T0" fmla="*/ 194 w 282"/>
                <a:gd name="T1" fmla="*/ 5 h 305"/>
                <a:gd name="T2" fmla="*/ 179 w 282"/>
                <a:gd name="T3" fmla="*/ 2 h 305"/>
                <a:gd name="T4" fmla="*/ 162 w 282"/>
                <a:gd name="T5" fmla="*/ 0 h 305"/>
                <a:gd name="T6" fmla="*/ 139 w 282"/>
                <a:gd name="T7" fmla="*/ 0 h 305"/>
                <a:gd name="T8" fmla="*/ 116 w 282"/>
                <a:gd name="T9" fmla="*/ 4 h 305"/>
                <a:gd name="T10" fmla="*/ 104 w 282"/>
                <a:gd name="T11" fmla="*/ 8 h 305"/>
                <a:gd name="T12" fmla="*/ 86 w 282"/>
                <a:gd name="T13" fmla="*/ 15 h 305"/>
                <a:gd name="T14" fmla="*/ 76 w 282"/>
                <a:gd name="T15" fmla="*/ 25 h 305"/>
                <a:gd name="T16" fmla="*/ 72 w 282"/>
                <a:gd name="T17" fmla="*/ 29 h 305"/>
                <a:gd name="T18" fmla="*/ 65 w 282"/>
                <a:gd name="T19" fmla="*/ 40 h 305"/>
                <a:gd name="T20" fmla="*/ 54 w 282"/>
                <a:gd name="T21" fmla="*/ 46 h 305"/>
                <a:gd name="T22" fmla="*/ 31 w 282"/>
                <a:gd name="T23" fmla="*/ 56 h 305"/>
                <a:gd name="T24" fmla="*/ 26 w 282"/>
                <a:gd name="T25" fmla="*/ 60 h 305"/>
                <a:gd name="T26" fmla="*/ 18 w 282"/>
                <a:gd name="T27" fmla="*/ 72 h 305"/>
                <a:gd name="T28" fmla="*/ 9 w 282"/>
                <a:gd name="T29" fmla="*/ 87 h 305"/>
                <a:gd name="T30" fmla="*/ 2 w 282"/>
                <a:gd name="T31" fmla="*/ 119 h 305"/>
                <a:gd name="T32" fmla="*/ 0 w 282"/>
                <a:gd name="T33" fmla="*/ 155 h 305"/>
                <a:gd name="T34" fmla="*/ 2 w 282"/>
                <a:gd name="T35" fmla="*/ 182 h 305"/>
                <a:gd name="T36" fmla="*/ 7 w 282"/>
                <a:gd name="T37" fmla="*/ 208 h 305"/>
                <a:gd name="T38" fmla="*/ 12 w 282"/>
                <a:gd name="T39" fmla="*/ 220 h 305"/>
                <a:gd name="T40" fmla="*/ 28 w 282"/>
                <a:gd name="T41" fmla="*/ 264 h 305"/>
                <a:gd name="T42" fmla="*/ 40 w 282"/>
                <a:gd name="T43" fmla="*/ 292 h 305"/>
                <a:gd name="T44" fmla="*/ 48 w 282"/>
                <a:gd name="T45" fmla="*/ 304 h 305"/>
                <a:gd name="T46" fmla="*/ 51 w 282"/>
                <a:gd name="T47" fmla="*/ 305 h 305"/>
                <a:gd name="T48" fmla="*/ 55 w 282"/>
                <a:gd name="T49" fmla="*/ 304 h 305"/>
                <a:gd name="T50" fmla="*/ 55 w 282"/>
                <a:gd name="T51" fmla="*/ 297 h 305"/>
                <a:gd name="T52" fmla="*/ 53 w 282"/>
                <a:gd name="T53" fmla="*/ 271 h 305"/>
                <a:gd name="T54" fmla="*/ 43 w 282"/>
                <a:gd name="T55" fmla="*/ 228 h 305"/>
                <a:gd name="T56" fmla="*/ 44 w 282"/>
                <a:gd name="T57" fmla="*/ 208 h 305"/>
                <a:gd name="T58" fmla="*/ 43 w 282"/>
                <a:gd name="T59" fmla="*/ 177 h 305"/>
                <a:gd name="T60" fmla="*/ 44 w 282"/>
                <a:gd name="T61" fmla="*/ 172 h 305"/>
                <a:gd name="T62" fmla="*/ 51 w 282"/>
                <a:gd name="T63" fmla="*/ 164 h 305"/>
                <a:gd name="T64" fmla="*/ 66 w 282"/>
                <a:gd name="T65" fmla="*/ 152 h 305"/>
                <a:gd name="T66" fmla="*/ 87 w 282"/>
                <a:gd name="T67" fmla="*/ 144 h 305"/>
                <a:gd name="T68" fmla="*/ 104 w 282"/>
                <a:gd name="T69" fmla="*/ 142 h 305"/>
                <a:gd name="T70" fmla="*/ 122 w 282"/>
                <a:gd name="T71" fmla="*/ 143 h 305"/>
                <a:gd name="T72" fmla="*/ 140 w 282"/>
                <a:gd name="T73" fmla="*/ 148 h 305"/>
                <a:gd name="T74" fmla="*/ 150 w 282"/>
                <a:gd name="T75" fmla="*/ 153 h 305"/>
                <a:gd name="T76" fmla="*/ 185 w 282"/>
                <a:gd name="T77" fmla="*/ 165 h 305"/>
                <a:gd name="T78" fmla="*/ 219 w 282"/>
                <a:gd name="T79" fmla="*/ 172 h 305"/>
                <a:gd name="T80" fmla="*/ 262 w 282"/>
                <a:gd name="T81" fmla="*/ 173 h 305"/>
                <a:gd name="T82" fmla="*/ 273 w 282"/>
                <a:gd name="T83" fmla="*/ 153 h 305"/>
                <a:gd name="T84" fmla="*/ 279 w 282"/>
                <a:gd name="T85" fmla="*/ 135 h 305"/>
                <a:gd name="T86" fmla="*/ 282 w 282"/>
                <a:gd name="T87" fmla="*/ 101 h 305"/>
                <a:gd name="T88" fmla="*/ 274 w 282"/>
                <a:gd name="T89" fmla="*/ 73 h 305"/>
                <a:gd name="T90" fmla="*/ 260 w 282"/>
                <a:gd name="T91" fmla="*/ 50 h 305"/>
                <a:gd name="T92" fmla="*/ 242 w 282"/>
                <a:gd name="T93" fmla="*/ 32 h 305"/>
                <a:gd name="T94" fmla="*/ 222 w 282"/>
                <a:gd name="T95" fmla="*/ 19 h 305"/>
                <a:gd name="T96" fmla="*/ 194 w 282"/>
                <a:gd name="T97" fmla="*/ 5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2" h="305">
                  <a:moveTo>
                    <a:pt x="194" y="5"/>
                  </a:moveTo>
                  <a:lnTo>
                    <a:pt x="194" y="5"/>
                  </a:lnTo>
                  <a:lnTo>
                    <a:pt x="187" y="3"/>
                  </a:lnTo>
                  <a:lnTo>
                    <a:pt x="179" y="2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51" y="0"/>
                  </a:lnTo>
                  <a:lnTo>
                    <a:pt x="139" y="0"/>
                  </a:lnTo>
                  <a:lnTo>
                    <a:pt x="127" y="2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04" y="8"/>
                  </a:lnTo>
                  <a:lnTo>
                    <a:pt x="92" y="12"/>
                  </a:lnTo>
                  <a:lnTo>
                    <a:pt x="86" y="15"/>
                  </a:lnTo>
                  <a:lnTo>
                    <a:pt x="81" y="20"/>
                  </a:lnTo>
                  <a:lnTo>
                    <a:pt x="76" y="25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69" y="35"/>
                  </a:lnTo>
                  <a:lnTo>
                    <a:pt x="65" y="40"/>
                  </a:lnTo>
                  <a:lnTo>
                    <a:pt x="60" y="44"/>
                  </a:lnTo>
                  <a:lnTo>
                    <a:pt x="54" y="46"/>
                  </a:lnTo>
                  <a:lnTo>
                    <a:pt x="42" y="51"/>
                  </a:lnTo>
                  <a:lnTo>
                    <a:pt x="31" y="56"/>
                  </a:lnTo>
                  <a:lnTo>
                    <a:pt x="31" y="56"/>
                  </a:lnTo>
                  <a:lnTo>
                    <a:pt x="26" y="60"/>
                  </a:lnTo>
                  <a:lnTo>
                    <a:pt x="22" y="64"/>
                  </a:lnTo>
                  <a:lnTo>
                    <a:pt x="18" y="72"/>
                  </a:lnTo>
                  <a:lnTo>
                    <a:pt x="13" y="79"/>
                  </a:lnTo>
                  <a:lnTo>
                    <a:pt x="9" y="87"/>
                  </a:lnTo>
                  <a:lnTo>
                    <a:pt x="7" y="97"/>
                  </a:lnTo>
                  <a:lnTo>
                    <a:pt x="2" y="119"/>
                  </a:lnTo>
                  <a:lnTo>
                    <a:pt x="0" y="143"/>
                  </a:lnTo>
                  <a:lnTo>
                    <a:pt x="0" y="155"/>
                  </a:lnTo>
                  <a:lnTo>
                    <a:pt x="1" y="168"/>
                  </a:lnTo>
                  <a:lnTo>
                    <a:pt x="2" y="182"/>
                  </a:lnTo>
                  <a:lnTo>
                    <a:pt x="5" y="195"/>
                  </a:lnTo>
                  <a:lnTo>
                    <a:pt x="7" y="208"/>
                  </a:lnTo>
                  <a:lnTo>
                    <a:pt x="12" y="220"/>
                  </a:lnTo>
                  <a:lnTo>
                    <a:pt x="12" y="220"/>
                  </a:lnTo>
                  <a:lnTo>
                    <a:pt x="17" y="236"/>
                  </a:lnTo>
                  <a:lnTo>
                    <a:pt x="28" y="264"/>
                  </a:lnTo>
                  <a:lnTo>
                    <a:pt x="34" y="278"/>
                  </a:lnTo>
                  <a:lnTo>
                    <a:pt x="40" y="292"/>
                  </a:lnTo>
                  <a:lnTo>
                    <a:pt x="46" y="301"/>
                  </a:lnTo>
                  <a:lnTo>
                    <a:pt x="48" y="304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3" y="305"/>
                  </a:lnTo>
                  <a:lnTo>
                    <a:pt x="55" y="304"/>
                  </a:lnTo>
                  <a:lnTo>
                    <a:pt x="55" y="300"/>
                  </a:lnTo>
                  <a:lnTo>
                    <a:pt x="55" y="297"/>
                  </a:lnTo>
                  <a:lnTo>
                    <a:pt x="55" y="286"/>
                  </a:lnTo>
                  <a:lnTo>
                    <a:pt x="53" y="271"/>
                  </a:lnTo>
                  <a:lnTo>
                    <a:pt x="47" y="245"/>
                  </a:lnTo>
                  <a:lnTo>
                    <a:pt x="43" y="228"/>
                  </a:lnTo>
                  <a:lnTo>
                    <a:pt x="43" y="228"/>
                  </a:lnTo>
                  <a:lnTo>
                    <a:pt x="44" y="208"/>
                  </a:lnTo>
                  <a:lnTo>
                    <a:pt x="44" y="191"/>
                  </a:lnTo>
                  <a:lnTo>
                    <a:pt x="43" y="177"/>
                  </a:lnTo>
                  <a:lnTo>
                    <a:pt x="43" y="177"/>
                  </a:lnTo>
                  <a:lnTo>
                    <a:pt x="44" y="172"/>
                  </a:lnTo>
                  <a:lnTo>
                    <a:pt x="47" y="167"/>
                  </a:lnTo>
                  <a:lnTo>
                    <a:pt x="51" y="164"/>
                  </a:lnTo>
                  <a:lnTo>
                    <a:pt x="55" y="159"/>
                  </a:lnTo>
                  <a:lnTo>
                    <a:pt x="66" y="152"/>
                  </a:lnTo>
                  <a:lnTo>
                    <a:pt x="80" y="145"/>
                  </a:lnTo>
                  <a:lnTo>
                    <a:pt x="87" y="144"/>
                  </a:lnTo>
                  <a:lnTo>
                    <a:pt x="95" y="142"/>
                  </a:lnTo>
                  <a:lnTo>
                    <a:pt x="104" y="142"/>
                  </a:lnTo>
                  <a:lnTo>
                    <a:pt x="112" y="142"/>
                  </a:lnTo>
                  <a:lnTo>
                    <a:pt x="122" y="143"/>
                  </a:lnTo>
                  <a:lnTo>
                    <a:pt x="130" y="144"/>
                  </a:lnTo>
                  <a:lnTo>
                    <a:pt x="140" y="148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67" y="160"/>
                  </a:lnTo>
                  <a:lnTo>
                    <a:pt x="185" y="165"/>
                  </a:lnTo>
                  <a:lnTo>
                    <a:pt x="202" y="170"/>
                  </a:lnTo>
                  <a:lnTo>
                    <a:pt x="219" y="172"/>
                  </a:lnTo>
                  <a:lnTo>
                    <a:pt x="246" y="173"/>
                  </a:lnTo>
                  <a:lnTo>
                    <a:pt x="262" y="173"/>
                  </a:lnTo>
                  <a:lnTo>
                    <a:pt x="262" y="173"/>
                  </a:lnTo>
                  <a:lnTo>
                    <a:pt x="273" y="153"/>
                  </a:lnTo>
                  <a:lnTo>
                    <a:pt x="275" y="143"/>
                  </a:lnTo>
                  <a:lnTo>
                    <a:pt x="279" y="135"/>
                  </a:lnTo>
                  <a:lnTo>
                    <a:pt x="282" y="116"/>
                  </a:lnTo>
                  <a:lnTo>
                    <a:pt x="282" y="101"/>
                  </a:lnTo>
                  <a:lnTo>
                    <a:pt x="279" y="86"/>
                  </a:lnTo>
                  <a:lnTo>
                    <a:pt x="274" y="73"/>
                  </a:lnTo>
                  <a:lnTo>
                    <a:pt x="267" y="61"/>
                  </a:lnTo>
                  <a:lnTo>
                    <a:pt x="260" y="50"/>
                  </a:lnTo>
                  <a:lnTo>
                    <a:pt x="251" y="40"/>
                  </a:lnTo>
                  <a:lnTo>
                    <a:pt x="242" y="32"/>
                  </a:lnTo>
                  <a:lnTo>
                    <a:pt x="232" y="25"/>
                  </a:lnTo>
                  <a:lnTo>
                    <a:pt x="222" y="19"/>
                  </a:lnTo>
                  <a:lnTo>
                    <a:pt x="205" y="10"/>
                  </a:lnTo>
                  <a:lnTo>
                    <a:pt x="194" y="5"/>
                  </a:lnTo>
                  <a:lnTo>
                    <a:pt x="194" y="5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376">
              <a:extLst>
                <a:ext uri="{FF2B5EF4-FFF2-40B4-BE49-F238E27FC236}">
                  <a16:creationId xmlns:a16="http://schemas.microsoft.com/office/drawing/2014/main" id="{E4B586C0-7A6B-6D47-A32F-7CF840087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0677" y="2539409"/>
              <a:ext cx="174299" cy="174299"/>
            </a:xfrm>
            <a:custGeom>
              <a:avLst/>
              <a:gdLst>
                <a:gd name="T0" fmla="*/ 66 w 66"/>
                <a:gd name="T1" fmla="*/ 34 h 67"/>
                <a:gd name="T2" fmla="*/ 66 w 66"/>
                <a:gd name="T3" fmla="*/ 34 h 67"/>
                <a:gd name="T4" fmla="*/ 65 w 66"/>
                <a:gd name="T5" fmla="*/ 27 h 67"/>
                <a:gd name="T6" fmla="*/ 64 w 66"/>
                <a:gd name="T7" fmla="*/ 21 h 67"/>
                <a:gd name="T8" fmla="*/ 60 w 66"/>
                <a:gd name="T9" fmla="*/ 15 h 67"/>
                <a:gd name="T10" fmla="*/ 56 w 66"/>
                <a:gd name="T11" fmla="*/ 10 h 67"/>
                <a:gd name="T12" fmla="*/ 52 w 66"/>
                <a:gd name="T13" fmla="*/ 6 h 67"/>
                <a:gd name="T14" fmla="*/ 46 w 66"/>
                <a:gd name="T15" fmla="*/ 2 h 67"/>
                <a:gd name="T16" fmla="*/ 39 w 66"/>
                <a:gd name="T17" fmla="*/ 1 h 67"/>
                <a:gd name="T18" fmla="*/ 32 w 66"/>
                <a:gd name="T19" fmla="*/ 0 h 67"/>
                <a:gd name="T20" fmla="*/ 32 w 66"/>
                <a:gd name="T21" fmla="*/ 0 h 67"/>
                <a:gd name="T22" fmla="*/ 26 w 66"/>
                <a:gd name="T23" fmla="*/ 1 h 67"/>
                <a:gd name="T24" fmla="*/ 20 w 66"/>
                <a:gd name="T25" fmla="*/ 2 h 67"/>
                <a:gd name="T26" fmla="*/ 14 w 66"/>
                <a:gd name="T27" fmla="*/ 6 h 67"/>
                <a:gd name="T28" fmla="*/ 9 w 66"/>
                <a:gd name="T29" fmla="*/ 10 h 67"/>
                <a:gd name="T30" fmla="*/ 6 w 66"/>
                <a:gd name="T31" fmla="*/ 15 h 67"/>
                <a:gd name="T32" fmla="*/ 2 w 66"/>
                <a:gd name="T33" fmla="*/ 21 h 67"/>
                <a:gd name="T34" fmla="*/ 1 w 66"/>
                <a:gd name="T35" fmla="*/ 27 h 67"/>
                <a:gd name="T36" fmla="*/ 0 w 66"/>
                <a:gd name="T37" fmla="*/ 34 h 67"/>
                <a:gd name="T38" fmla="*/ 0 w 66"/>
                <a:gd name="T39" fmla="*/ 34 h 67"/>
                <a:gd name="T40" fmla="*/ 1 w 66"/>
                <a:gd name="T41" fmla="*/ 40 h 67"/>
                <a:gd name="T42" fmla="*/ 2 w 66"/>
                <a:gd name="T43" fmla="*/ 46 h 67"/>
                <a:gd name="T44" fmla="*/ 6 w 66"/>
                <a:gd name="T45" fmla="*/ 52 h 67"/>
                <a:gd name="T46" fmla="*/ 9 w 66"/>
                <a:gd name="T47" fmla="*/ 57 h 67"/>
                <a:gd name="T48" fmla="*/ 14 w 66"/>
                <a:gd name="T49" fmla="*/ 60 h 67"/>
                <a:gd name="T50" fmla="*/ 20 w 66"/>
                <a:gd name="T51" fmla="*/ 64 h 67"/>
                <a:gd name="T52" fmla="*/ 26 w 66"/>
                <a:gd name="T53" fmla="*/ 65 h 67"/>
                <a:gd name="T54" fmla="*/ 32 w 66"/>
                <a:gd name="T55" fmla="*/ 67 h 67"/>
                <a:gd name="T56" fmla="*/ 32 w 66"/>
                <a:gd name="T57" fmla="*/ 67 h 67"/>
                <a:gd name="T58" fmla="*/ 39 w 66"/>
                <a:gd name="T59" fmla="*/ 65 h 67"/>
                <a:gd name="T60" fmla="*/ 46 w 66"/>
                <a:gd name="T61" fmla="*/ 64 h 67"/>
                <a:gd name="T62" fmla="*/ 52 w 66"/>
                <a:gd name="T63" fmla="*/ 60 h 67"/>
                <a:gd name="T64" fmla="*/ 56 w 66"/>
                <a:gd name="T65" fmla="*/ 57 h 67"/>
                <a:gd name="T66" fmla="*/ 60 w 66"/>
                <a:gd name="T67" fmla="*/ 52 h 67"/>
                <a:gd name="T68" fmla="*/ 64 w 66"/>
                <a:gd name="T69" fmla="*/ 46 h 67"/>
                <a:gd name="T70" fmla="*/ 65 w 66"/>
                <a:gd name="T71" fmla="*/ 40 h 67"/>
                <a:gd name="T72" fmla="*/ 66 w 66"/>
                <a:gd name="T73" fmla="*/ 34 h 67"/>
                <a:gd name="T74" fmla="*/ 66 w 66"/>
                <a:gd name="T75" fmla="*/ 34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6" h="67">
                  <a:moveTo>
                    <a:pt x="66" y="34"/>
                  </a:moveTo>
                  <a:lnTo>
                    <a:pt x="66" y="34"/>
                  </a:lnTo>
                  <a:lnTo>
                    <a:pt x="65" y="27"/>
                  </a:lnTo>
                  <a:lnTo>
                    <a:pt x="64" y="21"/>
                  </a:lnTo>
                  <a:lnTo>
                    <a:pt x="60" y="15"/>
                  </a:lnTo>
                  <a:lnTo>
                    <a:pt x="56" y="10"/>
                  </a:lnTo>
                  <a:lnTo>
                    <a:pt x="52" y="6"/>
                  </a:lnTo>
                  <a:lnTo>
                    <a:pt x="46" y="2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6" y="1"/>
                  </a:lnTo>
                  <a:lnTo>
                    <a:pt x="20" y="2"/>
                  </a:lnTo>
                  <a:lnTo>
                    <a:pt x="14" y="6"/>
                  </a:lnTo>
                  <a:lnTo>
                    <a:pt x="9" y="10"/>
                  </a:lnTo>
                  <a:lnTo>
                    <a:pt x="6" y="15"/>
                  </a:lnTo>
                  <a:lnTo>
                    <a:pt x="2" y="21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1" y="40"/>
                  </a:lnTo>
                  <a:lnTo>
                    <a:pt x="2" y="46"/>
                  </a:lnTo>
                  <a:lnTo>
                    <a:pt x="6" y="52"/>
                  </a:lnTo>
                  <a:lnTo>
                    <a:pt x="9" y="57"/>
                  </a:lnTo>
                  <a:lnTo>
                    <a:pt x="14" y="60"/>
                  </a:lnTo>
                  <a:lnTo>
                    <a:pt x="20" y="64"/>
                  </a:lnTo>
                  <a:lnTo>
                    <a:pt x="26" y="65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9" y="65"/>
                  </a:lnTo>
                  <a:lnTo>
                    <a:pt x="46" y="64"/>
                  </a:lnTo>
                  <a:lnTo>
                    <a:pt x="52" y="60"/>
                  </a:lnTo>
                  <a:lnTo>
                    <a:pt x="56" y="57"/>
                  </a:lnTo>
                  <a:lnTo>
                    <a:pt x="60" y="52"/>
                  </a:lnTo>
                  <a:lnTo>
                    <a:pt x="64" y="46"/>
                  </a:lnTo>
                  <a:lnTo>
                    <a:pt x="65" y="40"/>
                  </a:lnTo>
                  <a:lnTo>
                    <a:pt x="66" y="34"/>
                  </a:lnTo>
                  <a:lnTo>
                    <a:pt x="66" y="34"/>
                  </a:lnTo>
                  <a:close/>
                </a:path>
              </a:pathLst>
            </a:custGeom>
            <a:solidFill>
              <a:srgbClr val="FF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378">
              <a:extLst>
                <a:ext uri="{FF2B5EF4-FFF2-40B4-BE49-F238E27FC236}">
                  <a16:creationId xmlns:a16="http://schemas.microsoft.com/office/drawing/2014/main" id="{960596E2-1515-6040-95B2-CDD3245FB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4058" y="2470745"/>
              <a:ext cx="559864" cy="612681"/>
            </a:xfrm>
            <a:custGeom>
              <a:avLst/>
              <a:gdLst>
                <a:gd name="T0" fmla="*/ 210 w 211"/>
                <a:gd name="T1" fmla="*/ 154 h 233"/>
                <a:gd name="T2" fmla="*/ 204 w 211"/>
                <a:gd name="T3" fmla="*/ 147 h 233"/>
                <a:gd name="T4" fmla="*/ 201 w 211"/>
                <a:gd name="T5" fmla="*/ 144 h 233"/>
                <a:gd name="T6" fmla="*/ 164 w 211"/>
                <a:gd name="T7" fmla="*/ 172 h 233"/>
                <a:gd name="T8" fmla="*/ 152 w 211"/>
                <a:gd name="T9" fmla="*/ 178 h 233"/>
                <a:gd name="T10" fmla="*/ 145 w 211"/>
                <a:gd name="T11" fmla="*/ 179 h 233"/>
                <a:gd name="T12" fmla="*/ 133 w 211"/>
                <a:gd name="T13" fmla="*/ 177 h 233"/>
                <a:gd name="T14" fmla="*/ 123 w 211"/>
                <a:gd name="T15" fmla="*/ 175 h 233"/>
                <a:gd name="T16" fmla="*/ 84 w 211"/>
                <a:gd name="T17" fmla="*/ 170 h 233"/>
                <a:gd name="T18" fmla="*/ 67 w 211"/>
                <a:gd name="T19" fmla="*/ 160 h 233"/>
                <a:gd name="T20" fmla="*/ 59 w 211"/>
                <a:gd name="T21" fmla="*/ 153 h 233"/>
                <a:gd name="T22" fmla="*/ 45 w 211"/>
                <a:gd name="T23" fmla="*/ 133 h 233"/>
                <a:gd name="T24" fmla="*/ 34 w 211"/>
                <a:gd name="T25" fmla="*/ 110 h 233"/>
                <a:gd name="T26" fmla="*/ 23 w 211"/>
                <a:gd name="T27" fmla="*/ 72 h 233"/>
                <a:gd name="T28" fmla="*/ 15 w 211"/>
                <a:gd name="T29" fmla="*/ 26 h 233"/>
                <a:gd name="T30" fmla="*/ 0 w 211"/>
                <a:gd name="T31" fmla="*/ 5 h 233"/>
                <a:gd name="T32" fmla="*/ 0 w 211"/>
                <a:gd name="T33" fmla="*/ 15 h 233"/>
                <a:gd name="T34" fmla="*/ 3 w 211"/>
                <a:gd name="T35" fmla="*/ 66 h 233"/>
                <a:gd name="T36" fmla="*/ 8 w 211"/>
                <a:gd name="T37" fmla="*/ 100 h 233"/>
                <a:gd name="T38" fmla="*/ 18 w 211"/>
                <a:gd name="T39" fmla="*/ 135 h 233"/>
                <a:gd name="T40" fmla="*/ 32 w 211"/>
                <a:gd name="T41" fmla="*/ 169 h 233"/>
                <a:gd name="T42" fmla="*/ 53 w 211"/>
                <a:gd name="T43" fmla="*/ 198 h 233"/>
                <a:gd name="T44" fmla="*/ 66 w 211"/>
                <a:gd name="T45" fmla="*/ 210 h 233"/>
                <a:gd name="T46" fmla="*/ 81 w 211"/>
                <a:gd name="T47" fmla="*/ 218 h 233"/>
                <a:gd name="T48" fmla="*/ 93 w 211"/>
                <a:gd name="T49" fmla="*/ 224 h 233"/>
                <a:gd name="T50" fmla="*/ 118 w 211"/>
                <a:gd name="T51" fmla="*/ 231 h 233"/>
                <a:gd name="T52" fmla="*/ 138 w 211"/>
                <a:gd name="T53" fmla="*/ 231 h 233"/>
                <a:gd name="T54" fmla="*/ 147 w 211"/>
                <a:gd name="T55" fmla="*/ 229 h 233"/>
                <a:gd name="T56" fmla="*/ 161 w 211"/>
                <a:gd name="T57" fmla="*/ 224 h 233"/>
                <a:gd name="T58" fmla="*/ 185 w 211"/>
                <a:gd name="T59" fmla="*/ 205 h 233"/>
                <a:gd name="T60" fmla="*/ 203 w 211"/>
                <a:gd name="T61" fmla="*/ 181 h 233"/>
                <a:gd name="T62" fmla="*/ 211 w 211"/>
                <a:gd name="T63" fmla="*/ 160 h 233"/>
                <a:gd name="T64" fmla="*/ 210 w 211"/>
                <a:gd name="T65" fmla="*/ 154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1" h="233">
                  <a:moveTo>
                    <a:pt x="210" y="154"/>
                  </a:moveTo>
                  <a:lnTo>
                    <a:pt x="210" y="154"/>
                  </a:lnTo>
                  <a:lnTo>
                    <a:pt x="207" y="150"/>
                  </a:lnTo>
                  <a:lnTo>
                    <a:pt x="204" y="147"/>
                  </a:lnTo>
                  <a:lnTo>
                    <a:pt x="201" y="144"/>
                  </a:lnTo>
                  <a:lnTo>
                    <a:pt x="201" y="144"/>
                  </a:lnTo>
                  <a:lnTo>
                    <a:pt x="178" y="164"/>
                  </a:lnTo>
                  <a:lnTo>
                    <a:pt x="164" y="172"/>
                  </a:lnTo>
                  <a:lnTo>
                    <a:pt x="158" y="176"/>
                  </a:lnTo>
                  <a:lnTo>
                    <a:pt x="152" y="178"/>
                  </a:lnTo>
                  <a:lnTo>
                    <a:pt x="152" y="178"/>
                  </a:lnTo>
                  <a:lnTo>
                    <a:pt x="145" y="179"/>
                  </a:lnTo>
                  <a:lnTo>
                    <a:pt x="140" y="178"/>
                  </a:lnTo>
                  <a:lnTo>
                    <a:pt x="133" y="177"/>
                  </a:lnTo>
                  <a:lnTo>
                    <a:pt x="123" y="175"/>
                  </a:lnTo>
                  <a:lnTo>
                    <a:pt x="123" y="175"/>
                  </a:lnTo>
                  <a:lnTo>
                    <a:pt x="99" y="172"/>
                  </a:lnTo>
                  <a:lnTo>
                    <a:pt x="84" y="170"/>
                  </a:lnTo>
                  <a:lnTo>
                    <a:pt x="77" y="165"/>
                  </a:lnTo>
                  <a:lnTo>
                    <a:pt x="67" y="160"/>
                  </a:lnTo>
                  <a:lnTo>
                    <a:pt x="67" y="160"/>
                  </a:lnTo>
                  <a:lnTo>
                    <a:pt x="59" y="153"/>
                  </a:lnTo>
                  <a:lnTo>
                    <a:pt x="52" y="144"/>
                  </a:lnTo>
                  <a:lnTo>
                    <a:pt x="45" y="133"/>
                  </a:lnTo>
                  <a:lnTo>
                    <a:pt x="38" y="123"/>
                  </a:lnTo>
                  <a:lnTo>
                    <a:pt x="34" y="110"/>
                  </a:lnTo>
                  <a:lnTo>
                    <a:pt x="29" y="98"/>
                  </a:lnTo>
                  <a:lnTo>
                    <a:pt x="23" y="72"/>
                  </a:lnTo>
                  <a:lnTo>
                    <a:pt x="18" y="48"/>
                  </a:lnTo>
                  <a:lnTo>
                    <a:pt x="15" y="26"/>
                  </a:lnTo>
                  <a:lnTo>
                    <a:pt x="13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5"/>
                  </a:lnTo>
                  <a:lnTo>
                    <a:pt x="1" y="37"/>
                  </a:lnTo>
                  <a:lnTo>
                    <a:pt x="3" y="66"/>
                  </a:lnTo>
                  <a:lnTo>
                    <a:pt x="6" y="81"/>
                  </a:lnTo>
                  <a:lnTo>
                    <a:pt x="8" y="100"/>
                  </a:lnTo>
                  <a:lnTo>
                    <a:pt x="13" y="118"/>
                  </a:lnTo>
                  <a:lnTo>
                    <a:pt x="18" y="135"/>
                  </a:lnTo>
                  <a:lnTo>
                    <a:pt x="25" y="153"/>
                  </a:lnTo>
                  <a:lnTo>
                    <a:pt x="32" y="169"/>
                  </a:lnTo>
                  <a:lnTo>
                    <a:pt x="42" y="184"/>
                  </a:lnTo>
                  <a:lnTo>
                    <a:pt x="53" y="198"/>
                  </a:lnTo>
                  <a:lnTo>
                    <a:pt x="59" y="204"/>
                  </a:lnTo>
                  <a:lnTo>
                    <a:pt x="66" y="210"/>
                  </a:lnTo>
                  <a:lnTo>
                    <a:pt x="74" y="214"/>
                  </a:lnTo>
                  <a:lnTo>
                    <a:pt x="81" y="218"/>
                  </a:lnTo>
                  <a:lnTo>
                    <a:pt x="81" y="218"/>
                  </a:lnTo>
                  <a:lnTo>
                    <a:pt x="93" y="224"/>
                  </a:lnTo>
                  <a:lnTo>
                    <a:pt x="109" y="229"/>
                  </a:lnTo>
                  <a:lnTo>
                    <a:pt x="118" y="231"/>
                  </a:lnTo>
                  <a:lnTo>
                    <a:pt x="128" y="233"/>
                  </a:lnTo>
                  <a:lnTo>
                    <a:pt x="138" y="231"/>
                  </a:lnTo>
                  <a:lnTo>
                    <a:pt x="147" y="229"/>
                  </a:lnTo>
                  <a:lnTo>
                    <a:pt x="147" y="229"/>
                  </a:lnTo>
                  <a:lnTo>
                    <a:pt x="155" y="227"/>
                  </a:lnTo>
                  <a:lnTo>
                    <a:pt x="161" y="224"/>
                  </a:lnTo>
                  <a:lnTo>
                    <a:pt x="173" y="216"/>
                  </a:lnTo>
                  <a:lnTo>
                    <a:pt x="185" y="205"/>
                  </a:lnTo>
                  <a:lnTo>
                    <a:pt x="194" y="193"/>
                  </a:lnTo>
                  <a:lnTo>
                    <a:pt x="203" y="181"/>
                  </a:lnTo>
                  <a:lnTo>
                    <a:pt x="209" y="170"/>
                  </a:lnTo>
                  <a:lnTo>
                    <a:pt x="211" y="160"/>
                  </a:lnTo>
                  <a:lnTo>
                    <a:pt x="210" y="156"/>
                  </a:lnTo>
                  <a:lnTo>
                    <a:pt x="210" y="154"/>
                  </a:lnTo>
                  <a:lnTo>
                    <a:pt x="210" y="154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379">
              <a:extLst>
                <a:ext uri="{FF2B5EF4-FFF2-40B4-BE49-F238E27FC236}">
                  <a16:creationId xmlns:a16="http://schemas.microsoft.com/office/drawing/2014/main" id="{D8474508-5FD1-6D43-BB46-B29AE05BA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9129" y="3220751"/>
              <a:ext cx="295777" cy="290497"/>
            </a:xfrm>
            <a:custGeom>
              <a:avLst/>
              <a:gdLst>
                <a:gd name="T0" fmla="*/ 4 w 111"/>
                <a:gd name="T1" fmla="*/ 1 h 109"/>
                <a:gd name="T2" fmla="*/ 0 w 111"/>
                <a:gd name="T3" fmla="*/ 109 h 109"/>
                <a:gd name="T4" fmla="*/ 111 w 111"/>
                <a:gd name="T5" fmla="*/ 97 h 109"/>
                <a:gd name="T6" fmla="*/ 11 w 111"/>
                <a:gd name="T7" fmla="*/ 0 h 109"/>
                <a:gd name="T8" fmla="*/ 4 w 111"/>
                <a:gd name="T9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109">
                  <a:moveTo>
                    <a:pt x="4" y="1"/>
                  </a:moveTo>
                  <a:lnTo>
                    <a:pt x="0" y="109"/>
                  </a:lnTo>
                  <a:lnTo>
                    <a:pt x="111" y="97"/>
                  </a:lnTo>
                  <a:lnTo>
                    <a:pt x="11" y="0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ED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380">
              <a:extLst>
                <a:ext uri="{FF2B5EF4-FFF2-40B4-BE49-F238E27FC236}">
                  <a16:creationId xmlns:a16="http://schemas.microsoft.com/office/drawing/2014/main" id="{1B117C07-E13B-194A-A7E5-D88A3F19D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3007" y="3215471"/>
              <a:ext cx="274650" cy="269370"/>
            </a:xfrm>
            <a:custGeom>
              <a:avLst/>
              <a:gdLst>
                <a:gd name="T0" fmla="*/ 57 w 105"/>
                <a:gd name="T1" fmla="*/ 0 h 103"/>
                <a:gd name="T2" fmla="*/ 105 w 105"/>
                <a:gd name="T3" fmla="*/ 103 h 103"/>
                <a:gd name="T4" fmla="*/ 0 w 105"/>
                <a:gd name="T5" fmla="*/ 98 h 103"/>
                <a:gd name="T6" fmla="*/ 57 w 105"/>
                <a:gd name="T7" fmla="*/ 0 h 103"/>
                <a:gd name="T8" fmla="*/ 57 w 105"/>
                <a:gd name="T9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5" h="103">
                  <a:moveTo>
                    <a:pt x="57" y="0"/>
                  </a:moveTo>
                  <a:lnTo>
                    <a:pt x="105" y="103"/>
                  </a:lnTo>
                  <a:lnTo>
                    <a:pt x="0" y="98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D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87">
              <a:extLst>
                <a:ext uri="{FF2B5EF4-FFF2-40B4-BE49-F238E27FC236}">
                  <a16:creationId xmlns:a16="http://schemas.microsoft.com/office/drawing/2014/main" id="{C3CF08E9-A94D-A848-9CFD-744AABDFCE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02159" y="2512999"/>
              <a:ext cx="227116" cy="174299"/>
            </a:xfrm>
            <a:custGeom>
              <a:avLst/>
              <a:gdLst>
                <a:gd name="T0" fmla="*/ 31 w 86"/>
                <a:gd name="T1" fmla="*/ 67 h 68"/>
                <a:gd name="T2" fmla="*/ 17 w 86"/>
                <a:gd name="T3" fmla="*/ 59 h 68"/>
                <a:gd name="T4" fmla="*/ 5 w 86"/>
                <a:gd name="T5" fmla="*/ 47 h 68"/>
                <a:gd name="T6" fmla="*/ 2 w 86"/>
                <a:gd name="T7" fmla="*/ 40 h 68"/>
                <a:gd name="T8" fmla="*/ 0 w 86"/>
                <a:gd name="T9" fmla="*/ 27 h 68"/>
                <a:gd name="T10" fmla="*/ 1 w 86"/>
                <a:gd name="T11" fmla="*/ 21 h 68"/>
                <a:gd name="T12" fmla="*/ 9 w 86"/>
                <a:gd name="T13" fmla="*/ 9 h 68"/>
                <a:gd name="T14" fmla="*/ 25 w 86"/>
                <a:gd name="T15" fmla="*/ 3 h 68"/>
                <a:gd name="T16" fmla="*/ 42 w 86"/>
                <a:gd name="T17" fmla="*/ 0 h 68"/>
                <a:gd name="T18" fmla="*/ 59 w 86"/>
                <a:gd name="T19" fmla="*/ 1 h 68"/>
                <a:gd name="T20" fmla="*/ 67 w 86"/>
                <a:gd name="T21" fmla="*/ 4 h 68"/>
                <a:gd name="T22" fmla="*/ 80 w 86"/>
                <a:gd name="T23" fmla="*/ 11 h 68"/>
                <a:gd name="T24" fmla="*/ 83 w 86"/>
                <a:gd name="T25" fmla="*/ 16 h 68"/>
                <a:gd name="T26" fmla="*/ 86 w 86"/>
                <a:gd name="T27" fmla="*/ 28 h 68"/>
                <a:gd name="T28" fmla="*/ 83 w 86"/>
                <a:gd name="T29" fmla="*/ 42 h 68"/>
                <a:gd name="T30" fmla="*/ 81 w 86"/>
                <a:gd name="T31" fmla="*/ 50 h 68"/>
                <a:gd name="T32" fmla="*/ 70 w 86"/>
                <a:gd name="T33" fmla="*/ 61 h 68"/>
                <a:gd name="T34" fmla="*/ 58 w 86"/>
                <a:gd name="T35" fmla="*/ 67 h 68"/>
                <a:gd name="T36" fmla="*/ 43 w 86"/>
                <a:gd name="T37" fmla="*/ 68 h 68"/>
                <a:gd name="T38" fmla="*/ 36 w 86"/>
                <a:gd name="T39" fmla="*/ 68 h 68"/>
                <a:gd name="T40" fmla="*/ 31 w 86"/>
                <a:gd name="T41" fmla="*/ 67 h 68"/>
                <a:gd name="T42" fmla="*/ 61 w 86"/>
                <a:gd name="T43" fmla="*/ 5 h 68"/>
                <a:gd name="T44" fmla="*/ 58 w 86"/>
                <a:gd name="T45" fmla="*/ 4 h 68"/>
                <a:gd name="T46" fmla="*/ 42 w 86"/>
                <a:gd name="T47" fmla="*/ 3 h 68"/>
                <a:gd name="T48" fmla="*/ 26 w 86"/>
                <a:gd name="T49" fmla="*/ 5 h 68"/>
                <a:gd name="T50" fmla="*/ 12 w 86"/>
                <a:gd name="T51" fmla="*/ 11 h 68"/>
                <a:gd name="T52" fmla="*/ 3 w 86"/>
                <a:gd name="T53" fmla="*/ 22 h 68"/>
                <a:gd name="T54" fmla="*/ 2 w 86"/>
                <a:gd name="T55" fmla="*/ 28 h 68"/>
                <a:gd name="T56" fmla="*/ 5 w 86"/>
                <a:gd name="T57" fmla="*/ 39 h 68"/>
                <a:gd name="T58" fmla="*/ 8 w 86"/>
                <a:gd name="T59" fmla="*/ 45 h 68"/>
                <a:gd name="T60" fmla="*/ 20 w 86"/>
                <a:gd name="T61" fmla="*/ 58 h 68"/>
                <a:gd name="T62" fmla="*/ 36 w 86"/>
                <a:gd name="T63" fmla="*/ 64 h 68"/>
                <a:gd name="T64" fmla="*/ 43 w 86"/>
                <a:gd name="T65" fmla="*/ 64 h 68"/>
                <a:gd name="T66" fmla="*/ 57 w 86"/>
                <a:gd name="T67" fmla="*/ 63 h 68"/>
                <a:gd name="T68" fmla="*/ 69 w 86"/>
                <a:gd name="T69" fmla="*/ 58 h 68"/>
                <a:gd name="T70" fmla="*/ 77 w 86"/>
                <a:gd name="T71" fmla="*/ 49 h 68"/>
                <a:gd name="T72" fmla="*/ 81 w 86"/>
                <a:gd name="T73" fmla="*/ 42 h 68"/>
                <a:gd name="T74" fmla="*/ 83 w 86"/>
                <a:gd name="T75" fmla="*/ 28 h 68"/>
                <a:gd name="T76" fmla="*/ 80 w 86"/>
                <a:gd name="T77" fmla="*/ 17 h 68"/>
                <a:gd name="T78" fmla="*/ 77 w 86"/>
                <a:gd name="T79" fmla="*/ 13 h 68"/>
                <a:gd name="T80" fmla="*/ 67 w 86"/>
                <a:gd name="T81" fmla="*/ 7 h 68"/>
                <a:gd name="T82" fmla="*/ 61 w 86"/>
                <a:gd name="T83" fmla="*/ 5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6" h="68">
                  <a:moveTo>
                    <a:pt x="31" y="67"/>
                  </a:moveTo>
                  <a:lnTo>
                    <a:pt x="31" y="67"/>
                  </a:lnTo>
                  <a:lnTo>
                    <a:pt x="24" y="63"/>
                  </a:lnTo>
                  <a:lnTo>
                    <a:pt x="17" y="59"/>
                  </a:lnTo>
                  <a:lnTo>
                    <a:pt x="11" y="53"/>
                  </a:lnTo>
                  <a:lnTo>
                    <a:pt x="5" y="47"/>
                  </a:lnTo>
                  <a:lnTo>
                    <a:pt x="5" y="47"/>
                  </a:lnTo>
                  <a:lnTo>
                    <a:pt x="2" y="40"/>
                  </a:lnTo>
                  <a:lnTo>
                    <a:pt x="0" y="34"/>
                  </a:lnTo>
                  <a:lnTo>
                    <a:pt x="0" y="27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5" y="15"/>
                  </a:lnTo>
                  <a:lnTo>
                    <a:pt x="9" y="9"/>
                  </a:lnTo>
                  <a:lnTo>
                    <a:pt x="17" y="5"/>
                  </a:lnTo>
                  <a:lnTo>
                    <a:pt x="25" y="3"/>
                  </a:lnTo>
                  <a:lnTo>
                    <a:pt x="34" y="0"/>
                  </a:lnTo>
                  <a:lnTo>
                    <a:pt x="42" y="0"/>
                  </a:lnTo>
                  <a:lnTo>
                    <a:pt x="51" y="0"/>
                  </a:lnTo>
                  <a:lnTo>
                    <a:pt x="59" y="1"/>
                  </a:lnTo>
                  <a:lnTo>
                    <a:pt x="59" y="1"/>
                  </a:lnTo>
                  <a:lnTo>
                    <a:pt x="67" y="4"/>
                  </a:lnTo>
                  <a:lnTo>
                    <a:pt x="74" y="7"/>
                  </a:lnTo>
                  <a:lnTo>
                    <a:pt x="80" y="11"/>
                  </a:lnTo>
                  <a:lnTo>
                    <a:pt x="83" y="16"/>
                  </a:lnTo>
                  <a:lnTo>
                    <a:pt x="83" y="16"/>
                  </a:lnTo>
                  <a:lnTo>
                    <a:pt x="86" y="22"/>
                  </a:lnTo>
                  <a:lnTo>
                    <a:pt x="86" y="28"/>
                  </a:lnTo>
                  <a:lnTo>
                    <a:pt x="86" y="35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1" y="50"/>
                  </a:lnTo>
                  <a:lnTo>
                    <a:pt x="76" y="56"/>
                  </a:lnTo>
                  <a:lnTo>
                    <a:pt x="70" y="61"/>
                  </a:lnTo>
                  <a:lnTo>
                    <a:pt x="64" y="64"/>
                  </a:lnTo>
                  <a:lnTo>
                    <a:pt x="58" y="67"/>
                  </a:lnTo>
                  <a:lnTo>
                    <a:pt x="51" y="68"/>
                  </a:lnTo>
                  <a:lnTo>
                    <a:pt x="43" y="68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1" y="67"/>
                  </a:lnTo>
                  <a:lnTo>
                    <a:pt x="31" y="67"/>
                  </a:lnTo>
                  <a:close/>
                  <a:moveTo>
                    <a:pt x="61" y="5"/>
                  </a:moveTo>
                  <a:lnTo>
                    <a:pt x="61" y="5"/>
                  </a:lnTo>
                  <a:lnTo>
                    <a:pt x="58" y="4"/>
                  </a:lnTo>
                  <a:lnTo>
                    <a:pt x="58" y="4"/>
                  </a:lnTo>
                  <a:lnTo>
                    <a:pt x="51" y="4"/>
                  </a:lnTo>
                  <a:lnTo>
                    <a:pt x="42" y="3"/>
                  </a:lnTo>
                  <a:lnTo>
                    <a:pt x="34" y="4"/>
                  </a:lnTo>
                  <a:lnTo>
                    <a:pt x="26" y="5"/>
                  </a:lnTo>
                  <a:lnTo>
                    <a:pt x="19" y="7"/>
                  </a:lnTo>
                  <a:lnTo>
                    <a:pt x="12" y="11"/>
                  </a:lnTo>
                  <a:lnTo>
                    <a:pt x="7" y="16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2" y="28"/>
                  </a:lnTo>
                  <a:lnTo>
                    <a:pt x="3" y="33"/>
                  </a:lnTo>
                  <a:lnTo>
                    <a:pt x="5" y="39"/>
                  </a:lnTo>
                  <a:lnTo>
                    <a:pt x="8" y="45"/>
                  </a:lnTo>
                  <a:lnTo>
                    <a:pt x="8" y="45"/>
                  </a:lnTo>
                  <a:lnTo>
                    <a:pt x="13" y="52"/>
                  </a:lnTo>
                  <a:lnTo>
                    <a:pt x="20" y="58"/>
                  </a:lnTo>
                  <a:lnTo>
                    <a:pt x="29" y="62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43" y="64"/>
                  </a:lnTo>
                  <a:lnTo>
                    <a:pt x="49" y="64"/>
                  </a:lnTo>
                  <a:lnTo>
                    <a:pt x="57" y="63"/>
                  </a:lnTo>
                  <a:lnTo>
                    <a:pt x="63" y="61"/>
                  </a:lnTo>
                  <a:lnTo>
                    <a:pt x="69" y="58"/>
                  </a:lnTo>
                  <a:lnTo>
                    <a:pt x="74" y="55"/>
                  </a:lnTo>
                  <a:lnTo>
                    <a:pt x="77" y="49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2" y="35"/>
                  </a:lnTo>
                  <a:lnTo>
                    <a:pt x="83" y="28"/>
                  </a:lnTo>
                  <a:lnTo>
                    <a:pt x="82" y="23"/>
                  </a:lnTo>
                  <a:lnTo>
                    <a:pt x="80" y="17"/>
                  </a:lnTo>
                  <a:lnTo>
                    <a:pt x="80" y="17"/>
                  </a:lnTo>
                  <a:lnTo>
                    <a:pt x="77" y="13"/>
                  </a:lnTo>
                  <a:lnTo>
                    <a:pt x="74" y="10"/>
                  </a:lnTo>
                  <a:lnTo>
                    <a:pt x="67" y="7"/>
                  </a:lnTo>
                  <a:lnTo>
                    <a:pt x="61" y="5"/>
                  </a:lnTo>
                  <a:lnTo>
                    <a:pt x="61" y="5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389">
              <a:extLst>
                <a:ext uri="{FF2B5EF4-FFF2-40B4-BE49-F238E27FC236}">
                  <a16:creationId xmlns:a16="http://schemas.microsoft.com/office/drawing/2014/main" id="{1BB374F2-CEE7-2549-A4F4-85DD594789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97936" y="2507719"/>
              <a:ext cx="232396" cy="179579"/>
            </a:xfrm>
            <a:custGeom>
              <a:avLst/>
              <a:gdLst>
                <a:gd name="T0" fmla="*/ 51 w 87"/>
                <a:gd name="T1" fmla="*/ 68 h 68"/>
                <a:gd name="T2" fmla="*/ 36 w 87"/>
                <a:gd name="T3" fmla="*/ 68 h 68"/>
                <a:gd name="T4" fmla="*/ 23 w 87"/>
                <a:gd name="T5" fmla="*/ 64 h 68"/>
                <a:gd name="T6" fmla="*/ 11 w 87"/>
                <a:gd name="T7" fmla="*/ 57 h 68"/>
                <a:gd name="T8" fmla="*/ 2 w 87"/>
                <a:gd name="T9" fmla="*/ 43 h 68"/>
                <a:gd name="T10" fmla="*/ 1 w 87"/>
                <a:gd name="T11" fmla="*/ 35 h 68"/>
                <a:gd name="T12" fmla="*/ 1 w 87"/>
                <a:gd name="T13" fmla="*/ 22 h 68"/>
                <a:gd name="T14" fmla="*/ 4 w 87"/>
                <a:gd name="T15" fmla="*/ 16 h 68"/>
                <a:gd name="T16" fmla="*/ 13 w 87"/>
                <a:gd name="T17" fmla="*/ 7 h 68"/>
                <a:gd name="T18" fmla="*/ 28 w 87"/>
                <a:gd name="T19" fmla="*/ 1 h 68"/>
                <a:gd name="T20" fmla="*/ 36 w 87"/>
                <a:gd name="T21" fmla="*/ 0 h 68"/>
                <a:gd name="T22" fmla="*/ 53 w 87"/>
                <a:gd name="T23" fmla="*/ 0 h 68"/>
                <a:gd name="T24" fmla="*/ 70 w 87"/>
                <a:gd name="T25" fmla="*/ 5 h 68"/>
                <a:gd name="T26" fmla="*/ 82 w 87"/>
                <a:gd name="T27" fmla="*/ 14 h 68"/>
                <a:gd name="T28" fmla="*/ 86 w 87"/>
                <a:gd name="T29" fmla="*/ 22 h 68"/>
                <a:gd name="T30" fmla="*/ 87 w 87"/>
                <a:gd name="T31" fmla="*/ 34 h 68"/>
                <a:gd name="T32" fmla="*/ 81 w 87"/>
                <a:gd name="T33" fmla="*/ 47 h 68"/>
                <a:gd name="T34" fmla="*/ 76 w 87"/>
                <a:gd name="T35" fmla="*/ 53 h 68"/>
                <a:gd name="T36" fmla="*/ 63 w 87"/>
                <a:gd name="T37" fmla="*/ 64 h 68"/>
                <a:gd name="T38" fmla="*/ 56 w 87"/>
                <a:gd name="T39" fmla="*/ 66 h 68"/>
                <a:gd name="T40" fmla="*/ 51 w 87"/>
                <a:gd name="T41" fmla="*/ 68 h 68"/>
                <a:gd name="T42" fmla="*/ 6 w 87"/>
                <a:gd name="T43" fmla="*/ 18 h 68"/>
                <a:gd name="T44" fmla="*/ 4 w 87"/>
                <a:gd name="T45" fmla="*/ 29 h 68"/>
                <a:gd name="T46" fmla="*/ 6 w 87"/>
                <a:gd name="T47" fmla="*/ 42 h 68"/>
                <a:gd name="T48" fmla="*/ 10 w 87"/>
                <a:gd name="T49" fmla="*/ 48 h 68"/>
                <a:gd name="T50" fmla="*/ 18 w 87"/>
                <a:gd name="T51" fmla="*/ 58 h 68"/>
                <a:gd name="T52" fmla="*/ 30 w 87"/>
                <a:gd name="T53" fmla="*/ 63 h 68"/>
                <a:gd name="T54" fmla="*/ 44 w 87"/>
                <a:gd name="T55" fmla="*/ 64 h 68"/>
                <a:gd name="T56" fmla="*/ 51 w 87"/>
                <a:gd name="T57" fmla="*/ 64 h 68"/>
                <a:gd name="T58" fmla="*/ 67 w 87"/>
                <a:gd name="T59" fmla="*/ 58 h 68"/>
                <a:gd name="T60" fmla="*/ 79 w 87"/>
                <a:gd name="T61" fmla="*/ 45 h 68"/>
                <a:gd name="T62" fmla="*/ 82 w 87"/>
                <a:gd name="T63" fmla="*/ 39 h 68"/>
                <a:gd name="T64" fmla="*/ 83 w 87"/>
                <a:gd name="T65" fmla="*/ 28 h 68"/>
                <a:gd name="T66" fmla="*/ 82 w 87"/>
                <a:gd name="T67" fmla="*/ 22 h 68"/>
                <a:gd name="T68" fmla="*/ 75 w 87"/>
                <a:gd name="T69" fmla="*/ 11 h 68"/>
                <a:gd name="T70" fmla="*/ 60 w 87"/>
                <a:gd name="T71" fmla="*/ 5 h 68"/>
                <a:gd name="T72" fmla="*/ 44 w 87"/>
                <a:gd name="T73" fmla="*/ 2 h 68"/>
                <a:gd name="T74" fmla="*/ 28 w 87"/>
                <a:gd name="T75" fmla="*/ 5 h 68"/>
                <a:gd name="T76" fmla="*/ 25 w 87"/>
                <a:gd name="T77" fmla="*/ 5 h 68"/>
                <a:gd name="T78" fmla="*/ 19 w 87"/>
                <a:gd name="T79" fmla="*/ 7 h 68"/>
                <a:gd name="T80" fmla="*/ 10 w 87"/>
                <a:gd name="T81" fmla="*/ 13 h 68"/>
                <a:gd name="T82" fmla="*/ 6 w 87"/>
                <a:gd name="T83" fmla="*/ 1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7" h="68">
                  <a:moveTo>
                    <a:pt x="51" y="68"/>
                  </a:moveTo>
                  <a:lnTo>
                    <a:pt x="51" y="68"/>
                  </a:lnTo>
                  <a:lnTo>
                    <a:pt x="44" y="68"/>
                  </a:lnTo>
                  <a:lnTo>
                    <a:pt x="36" y="68"/>
                  </a:lnTo>
                  <a:lnTo>
                    <a:pt x="29" y="66"/>
                  </a:lnTo>
                  <a:lnTo>
                    <a:pt x="23" y="64"/>
                  </a:lnTo>
                  <a:lnTo>
                    <a:pt x="16" y="60"/>
                  </a:lnTo>
                  <a:lnTo>
                    <a:pt x="11" y="57"/>
                  </a:lnTo>
                  <a:lnTo>
                    <a:pt x="6" y="51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" y="35"/>
                  </a:lnTo>
                  <a:lnTo>
                    <a:pt x="0" y="28"/>
                  </a:lnTo>
                  <a:lnTo>
                    <a:pt x="1" y="22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7" y="11"/>
                  </a:lnTo>
                  <a:lnTo>
                    <a:pt x="13" y="7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28" y="1"/>
                  </a:lnTo>
                  <a:lnTo>
                    <a:pt x="36" y="0"/>
                  </a:lnTo>
                  <a:lnTo>
                    <a:pt x="45" y="0"/>
                  </a:lnTo>
                  <a:lnTo>
                    <a:pt x="53" y="0"/>
                  </a:lnTo>
                  <a:lnTo>
                    <a:pt x="62" y="2"/>
                  </a:lnTo>
                  <a:lnTo>
                    <a:pt x="70" y="5"/>
                  </a:lnTo>
                  <a:lnTo>
                    <a:pt x="77" y="10"/>
                  </a:lnTo>
                  <a:lnTo>
                    <a:pt x="82" y="14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7" y="28"/>
                  </a:lnTo>
                  <a:lnTo>
                    <a:pt x="87" y="34"/>
                  </a:lnTo>
                  <a:lnTo>
                    <a:pt x="85" y="40"/>
                  </a:lnTo>
                  <a:lnTo>
                    <a:pt x="81" y="47"/>
                  </a:lnTo>
                  <a:lnTo>
                    <a:pt x="81" y="47"/>
                  </a:lnTo>
                  <a:lnTo>
                    <a:pt x="76" y="53"/>
                  </a:lnTo>
                  <a:lnTo>
                    <a:pt x="70" y="59"/>
                  </a:lnTo>
                  <a:lnTo>
                    <a:pt x="63" y="64"/>
                  </a:lnTo>
                  <a:lnTo>
                    <a:pt x="56" y="66"/>
                  </a:lnTo>
                  <a:lnTo>
                    <a:pt x="56" y="66"/>
                  </a:lnTo>
                  <a:lnTo>
                    <a:pt x="51" y="68"/>
                  </a:lnTo>
                  <a:lnTo>
                    <a:pt x="51" y="68"/>
                  </a:lnTo>
                  <a:close/>
                  <a:moveTo>
                    <a:pt x="6" y="18"/>
                  </a:moveTo>
                  <a:lnTo>
                    <a:pt x="6" y="18"/>
                  </a:lnTo>
                  <a:lnTo>
                    <a:pt x="5" y="23"/>
                  </a:lnTo>
                  <a:lnTo>
                    <a:pt x="4" y="29"/>
                  </a:lnTo>
                  <a:lnTo>
                    <a:pt x="5" y="35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10" y="48"/>
                  </a:lnTo>
                  <a:lnTo>
                    <a:pt x="13" y="54"/>
                  </a:lnTo>
                  <a:lnTo>
                    <a:pt x="18" y="58"/>
                  </a:lnTo>
                  <a:lnTo>
                    <a:pt x="24" y="62"/>
                  </a:lnTo>
                  <a:lnTo>
                    <a:pt x="30" y="63"/>
                  </a:lnTo>
                  <a:lnTo>
                    <a:pt x="37" y="64"/>
                  </a:lnTo>
                  <a:lnTo>
                    <a:pt x="44" y="64"/>
                  </a:lnTo>
                  <a:lnTo>
                    <a:pt x="51" y="64"/>
                  </a:lnTo>
                  <a:lnTo>
                    <a:pt x="51" y="64"/>
                  </a:lnTo>
                  <a:lnTo>
                    <a:pt x="58" y="62"/>
                  </a:lnTo>
                  <a:lnTo>
                    <a:pt x="67" y="58"/>
                  </a:lnTo>
                  <a:lnTo>
                    <a:pt x="73" y="52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82" y="39"/>
                  </a:lnTo>
                  <a:lnTo>
                    <a:pt x="83" y="34"/>
                  </a:lnTo>
                  <a:lnTo>
                    <a:pt x="83" y="28"/>
                  </a:lnTo>
                  <a:lnTo>
                    <a:pt x="82" y="22"/>
                  </a:lnTo>
                  <a:lnTo>
                    <a:pt x="82" y="22"/>
                  </a:lnTo>
                  <a:lnTo>
                    <a:pt x="80" y="16"/>
                  </a:lnTo>
                  <a:lnTo>
                    <a:pt x="75" y="11"/>
                  </a:lnTo>
                  <a:lnTo>
                    <a:pt x="68" y="7"/>
                  </a:lnTo>
                  <a:lnTo>
                    <a:pt x="60" y="5"/>
                  </a:lnTo>
                  <a:lnTo>
                    <a:pt x="52" y="4"/>
                  </a:lnTo>
                  <a:lnTo>
                    <a:pt x="44" y="2"/>
                  </a:lnTo>
                  <a:lnTo>
                    <a:pt x="36" y="4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19" y="7"/>
                  </a:lnTo>
                  <a:lnTo>
                    <a:pt x="13" y="10"/>
                  </a:lnTo>
                  <a:lnTo>
                    <a:pt x="10" y="13"/>
                  </a:lnTo>
                  <a:lnTo>
                    <a:pt x="6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90">
              <a:extLst>
                <a:ext uri="{FF2B5EF4-FFF2-40B4-BE49-F238E27FC236}">
                  <a16:creationId xmlns:a16="http://schemas.microsoft.com/office/drawing/2014/main" id="{78CDA26C-9FF0-4846-993A-2A585B472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9905" y="2581663"/>
              <a:ext cx="52817" cy="10563"/>
            </a:xfrm>
            <a:custGeom>
              <a:avLst/>
              <a:gdLst>
                <a:gd name="T0" fmla="*/ 0 w 19"/>
                <a:gd name="T1" fmla="*/ 0 h 2"/>
                <a:gd name="T2" fmla="*/ 0 w 19"/>
                <a:gd name="T3" fmla="*/ 0 h 2"/>
                <a:gd name="T4" fmla="*/ 0 w 19"/>
                <a:gd name="T5" fmla="*/ 2 h 2"/>
                <a:gd name="T6" fmla="*/ 19 w 19"/>
                <a:gd name="T7" fmla="*/ 2 h 2"/>
                <a:gd name="T8" fmla="*/ 19 w 19"/>
                <a:gd name="T9" fmla="*/ 2 h 2"/>
                <a:gd name="T10" fmla="*/ 19 w 19"/>
                <a:gd name="T11" fmla="*/ 0 h 2"/>
                <a:gd name="T12" fmla="*/ 0 w 19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91">
              <a:extLst>
                <a:ext uri="{FF2B5EF4-FFF2-40B4-BE49-F238E27FC236}">
                  <a16:creationId xmlns:a16="http://schemas.microsoft.com/office/drawing/2014/main" id="{617AC03F-02DA-4942-A882-CDCFCF36E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5049" y="2581663"/>
              <a:ext cx="52817" cy="10563"/>
            </a:xfrm>
            <a:custGeom>
              <a:avLst/>
              <a:gdLst>
                <a:gd name="T0" fmla="*/ 0 w 20"/>
                <a:gd name="T1" fmla="*/ 0 h 2"/>
                <a:gd name="T2" fmla="*/ 0 w 20"/>
                <a:gd name="T3" fmla="*/ 0 h 2"/>
                <a:gd name="T4" fmla="*/ 1 w 20"/>
                <a:gd name="T5" fmla="*/ 2 h 2"/>
                <a:gd name="T6" fmla="*/ 20 w 20"/>
                <a:gd name="T7" fmla="*/ 2 h 2"/>
                <a:gd name="T8" fmla="*/ 20 w 20"/>
                <a:gd name="T9" fmla="*/ 2 h 2"/>
                <a:gd name="T10" fmla="*/ 20 w 20"/>
                <a:gd name="T11" fmla="*/ 0 h 2"/>
                <a:gd name="T12" fmla="*/ 0 w 20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">
                  <a:moveTo>
                    <a:pt x="0" y="0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92">
              <a:extLst>
                <a:ext uri="{FF2B5EF4-FFF2-40B4-BE49-F238E27FC236}">
                  <a16:creationId xmlns:a16="http://schemas.microsoft.com/office/drawing/2014/main" id="{B3801A39-5698-F54C-B8DD-E79AD07CE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3991" y="2576379"/>
              <a:ext cx="79228" cy="15847"/>
            </a:xfrm>
            <a:custGeom>
              <a:avLst/>
              <a:gdLst>
                <a:gd name="T0" fmla="*/ 1 w 30"/>
                <a:gd name="T1" fmla="*/ 6 h 6"/>
                <a:gd name="T2" fmla="*/ 1 w 30"/>
                <a:gd name="T3" fmla="*/ 6 h 6"/>
                <a:gd name="T4" fmla="*/ 0 w 30"/>
                <a:gd name="T5" fmla="*/ 6 h 6"/>
                <a:gd name="T6" fmla="*/ 0 w 30"/>
                <a:gd name="T7" fmla="*/ 6 h 6"/>
                <a:gd name="T8" fmla="*/ 0 w 30"/>
                <a:gd name="T9" fmla="*/ 5 h 6"/>
                <a:gd name="T10" fmla="*/ 1 w 30"/>
                <a:gd name="T11" fmla="*/ 4 h 6"/>
                <a:gd name="T12" fmla="*/ 1 w 30"/>
                <a:gd name="T13" fmla="*/ 4 h 6"/>
                <a:gd name="T14" fmla="*/ 4 w 30"/>
                <a:gd name="T15" fmla="*/ 3 h 6"/>
                <a:gd name="T16" fmla="*/ 11 w 30"/>
                <a:gd name="T17" fmla="*/ 0 h 6"/>
                <a:gd name="T18" fmla="*/ 15 w 30"/>
                <a:gd name="T19" fmla="*/ 0 h 6"/>
                <a:gd name="T20" fmla="*/ 20 w 30"/>
                <a:gd name="T21" fmla="*/ 0 h 6"/>
                <a:gd name="T22" fmla="*/ 24 w 30"/>
                <a:gd name="T23" fmla="*/ 2 h 6"/>
                <a:gd name="T24" fmla="*/ 29 w 30"/>
                <a:gd name="T25" fmla="*/ 4 h 6"/>
                <a:gd name="T26" fmla="*/ 29 w 30"/>
                <a:gd name="T27" fmla="*/ 4 h 6"/>
                <a:gd name="T28" fmla="*/ 30 w 30"/>
                <a:gd name="T29" fmla="*/ 4 h 6"/>
                <a:gd name="T30" fmla="*/ 30 w 30"/>
                <a:gd name="T31" fmla="*/ 5 h 6"/>
                <a:gd name="T32" fmla="*/ 30 w 30"/>
                <a:gd name="T33" fmla="*/ 5 h 6"/>
                <a:gd name="T34" fmla="*/ 29 w 30"/>
                <a:gd name="T35" fmla="*/ 6 h 6"/>
                <a:gd name="T36" fmla="*/ 28 w 30"/>
                <a:gd name="T37" fmla="*/ 6 h 6"/>
                <a:gd name="T38" fmla="*/ 28 w 30"/>
                <a:gd name="T39" fmla="*/ 6 h 6"/>
                <a:gd name="T40" fmla="*/ 23 w 30"/>
                <a:gd name="T41" fmla="*/ 4 h 6"/>
                <a:gd name="T42" fmla="*/ 20 w 30"/>
                <a:gd name="T43" fmla="*/ 3 h 6"/>
                <a:gd name="T44" fmla="*/ 11 w 30"/>
                <a:gd name="T45" fmla="*/ 4 h 6"/>
                <a:gd name="T46" fmla="*/ 5 w 30"/>
                <a:gd name="T47" fmla="*/ 5 h 6"/>
                <a:gd name="T48" fmla="*/ 3 w 30"/>
                <a:gd name="T49" fmla="*/ 6 h 6"/>
                <a:gd name="T50" fmla="*/ 3 w 30"/>
                <a:gd name="T51" fmla="*/ 6 h 6"/>
                <a:gd name="T52" fmla="*/ 1 w 30"/>
                <a:gd name="T53" fmla="*/ 6 h 6"/>
                <a:gd name="T54" fmla="*/ 1 w 30"/>
                <a:gd name="T5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0" h="6">
                  <a:moveTo>
                    <a:pt x="1" y="6"/>
                  </a:moveTo>
                  <a:lnTo>
                    <a:pt x="1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4"/>
                  </a:lnTo>
                  <a:lnTo>
                    <a:pt x="4" y="3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20" y="0"/>
                  </a:lnTo>
                  <a:lnTo>
                    <a:pt x="24" y="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30" y="4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3" y="4"/>
                  </a:lnTo>
                  <a:lnTo>
                    <a:pt x="20" y="3"/>
                  </a:lnTo>
                  <a:lnTo>
                    <a:pt x="11" y="4"/>
                  </a:lnTo>
                  <a:lnTo>
                    <a:pt x="5" y="5"/>
                  </a:lnTo>
                  <a:lnTo>
                    <a:pt x="3" y="6"/>
                  </a:lnTo>
                  <a:lnTo>
                    <a:pt x="3" y="6"/>
                  </a:lnTo>
                  <a:lnTo>
                    <a:pt x="1" y="6"/>
                  </a:lnTo>
                  <a:lnTo>
                    <a:pt x="1" y="6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93">
              <a:extLst>
                <a:ext uri="{FF2B5EF4-FFF2-40B4-BE49-F238E27FC236}">
                  <a16:creationId xmlns:a16="http://schemas.microsoft.com/office/drawing/2014/main" id="{E282EE99-D47A-134A-8532-55BAB6BC5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9692" y="2465465"/>
              <a:ext cx="116198" cy="36974"/>
            </a:xfrm>
            <a:custGeom>
              <a:avLst/>
              <a:gdLst>
                <a:gd name="T0" fmla="*/ 41 w 44"/>
                <a:gd name="T1" fmla="*/ 1 h 15"/>
                <a:gd name="T2" fmla="*/ 41 w 44"/>
                <a:gd name="T3" fmla="*/ 1 h 15"/>
                <a:gd name="T4" fmla="*/ 34 w 44"/>
                <a:gd name="T5" fmla="*/ 0 h 15"/>
                <a:gd name="T6" fmla="*/ 25 w 44"/>
                <a:gd name="T7" fmla="*/ 0 h 15"/>
                <a:gd name="T8" fmla="*/ 15 w 44"/>
                <a:gd name="T9" fmla="*/ 1 h 15"/>
                <a:gd name="T10" fmla="*/ 6 w 44"/>
                <a:gd name="T11" fmla="*/ 4 h 15"/>
                <a:gd name="T12" fmla="*/ 6 w 44"/>
                <a:gd name="T13" fmla="*/ 4 h 15"/>
                <a:gd name="T14" fmla="*/ 2 w 44"/>
                <a:gd name="T15" fmla="*/ 7 h 15"/>
                <a:gd name="T16" fmla="*/ 0 w 44"/>
                <a:gd name="T17" fmla="*/ 11 h 15"/>
                <a:gd name="T18" fmla="*/ 0 w 44"/>
                <a:gd name="T19" fmla="*/ 12 h 15"/>
                <a:gd name="T20" fmla="*/ 2 w 44"/>
                <a:gd name="T21" fmla="*/ 14 h 15"/>
                <a:gd name="T22" fmla="*/ 5 w 44"/>
                <a:gd name="T23" fmla="*/ 15 h 15"/>
                <a:gd name="T24" fmla="*/ 9 w 44"/>
                <a:gd name="T25" fmla="*/ 15 h 15"/>
                <a:gd name="T26" fmla="*/ 9 w 44"/>
                <a:gd name="T27" fmla="*/ 15 h 15"/>
                <a:gd name="T28" fmla="*/ 14 w 44"/>
                <a:gd name="T29" fmla="*/ 12 h 15"/>
                <a:gd name="T30" fmla="*/ 20 w 44"/>
                <a:gd name="T31" fmla="*/ 11 h 15"/>
                <a:gd name="T32" fmla="*/ 27 w 44"/>
                <a:gd name="T33" fmla="*/ 10 h 15"/>
                <a:gd name="T34" fmla="*/ 36 w 44"/>
                <a:gd name="T35" fmla="*/ 10 h 15"/>
                <a:gd name="T36" fmla="*/ 36 w 44"/>
                <a:gd name="T37" fmla="*/ 10 h 15"/>
                <a:gd name="T38" fmla="*/ 38 w 44"/>
                <a:gd name="T39" fmla="*/ 10 h 15"/>
                <a:gd name="T40" fmla="*/ 41 w 44"/>
                <a:gd name="T41" fmla="*/ 10 h 15"/>
                <a:gd name="T42" fmla="*/ 43 w 44"/>
                <a:gd name="T43" fmla="*/ 7 h 15"/>
                <a:gd name="T44" fmla="*/ 44 w 44"/>
                <a:gd name="T45" fmla="*/ 5 h 15"/>
                <a:gd name="T46" fmla="*/ 44 w 44"/>
                <a:gd name="T47" fmla="*/ 4 h 15"/>
                <a:gd name="T48" fmla="*/ 43 w 44"/>
                <a:gd name="T49" fmla="*/ 3 h 15"/>
                <a:gd name="T50" fmla="*/ 41 w 44"/>
                <a:gd name="T51" fmla="*/ 1 h 15"/>
                <a:gd name="T52" fmla="*/ 41 w 44"/>
                <a:gd name="T53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15">
                  <a:moveTo>
                    <a:pt x="41" y="1"/>
                  </a:moveTo>
                  <a:lnTo>
                    <a:pt x="41" y="1"/>
                  </a:lnTo>
                  <a:lnTo>
                    <a:pt x="34" y="0"/>
                  </a:lnTo>
                  <a:lnTo>
                    <a:pt x="25" y="0"/>
                  </a:lnTo>
                  <a:lnTo>
                    <a:pt x="15" y="1"/>
                  </a:lnTo>
                  <a:lnTo>
                    <a:pt x="6" y="4"/>
                  </a:lnTo>
                  <a:lnTo>
                    <a:pt x="6" y="4"/>
                  </a:lnTo>
                  <a:lnTo>
                    <a:pt x="2" y="7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5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4" y="12"/>
                  </a:lnTo>
                  <a:lnTo>
                    <a:pt x="20" y="11"/>
                  </a:lnTo>
                  <a:lnTo>
                    <a:pt x="27" y="10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10"/>
                  </a:lnTo>
                  <a:lnTo>
                    <a:pt x="41" y="10"/>
                  </a:lnTo>
                  <a:lnTo>
                    <a:pt x="43" y="7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3" y="3"/>
                  </a:lnTo>
                  <a:lnTo>
                    <a:pt x="41" y="1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94">
              <a:extLst>
                <a:ext uri="{FF2B5EF4-FFF2-40B4-BE49-F238E27FC236}">
                  <a16:creationId xmlns:a16="http://schemas.microsoft.com/office/drawing/2014/main" id="{AECDA091-2F4B-0446-AD94-C199ED3F7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1880" y="2465465"/>
              <a:ext cx="116198" cy="36974"/>
            </a:xfrm>
            <a:custGeom>
              <a:avLst/>
              <a:gdLst>
                <a:gd name="T0" fmla="*/ 3 w 45"/>
                <a:gd name="T1" fmla="*/ 1 h 15"/>
                <a:gd name="T2" fmla="*/ 3 w 45"/>
                <a:gd name="T3" fmla="*/ 1 h 15"/>
                <a:gd name="T4" fmla="*/ 11 w 45"/>
                <a:gd name="T5" fmla="*/ 0 h 15"/>
                <a:gd name="T6" fmla="*/ 19 w 45"/>
                <a:gd name="T7" fmla="*/ 0 h 15"/>
                <a:gd name="T8" fmla="*/ 28 w 45"/>
                <a:gd name="T9" fmla="*/ 1 h 15"/>
                <a:gd name="T10" fmla="*/ 37 w 45"/>
                <a:gd name="T11" fmla="*/ 4 h 15"/>
                <a:gd name="T12" fmla="*/ 37 w 45"/>
                <a:gd name="T13" fmla="*/ 4 h 15"/>
                <a:gd name="T14" fmla="*/ 42 w 45"/>
                <a:gd name="T15" fmla="*/ 7 h 15"/>
                <a:gd name="T16" fmla="*/ 45 w 45"/>
                <a:gd name="T17" fmla="*/ 11 h 15"/>
                <a:gd name="T18" fmla="*/ 43 w 45"/>
                <a:gd name="T19" fmla="*/ 12 h 15"/>
                <a:gd name="T20" fmla="*/ 42 w 45"/>
                <a:gd name="T21" fmla="*/ 14 h 15"/>
                <a:gd name="T22" fmla="*/ 40 w 45"/>
                <a:gd name="T23" fmla="*/ 15 h 15"/>
                <a:gd name="T24" fmla="*/ 35 w 45"/>
                <a:gd name="T25" fmla="*/ 15 h 15"/>
                <a:gd name="T26" fmla="*/ 35 w 45"/>
                <a:gd name="T27" fmla="*/ 15 h 15"/>
                <a:gd name="T28" fmla="*/ 29 w 45"/>
                <a:gd name="T29" fmla="*/ 12 h 15"/>
                <a:gd name="T30" fmla="*/ 24 w 45"/>
                <a:gd name="T31" fmla="*/ 11 h 15"/>
                <a:gd name="T32" fmla="*/ 17 w 45"/>
                <a:gd name="T33" fmla="*/ 10 h 15"/>
                <a:gd name="T34" fmla="*/ 7 w 45"/>
                <a:gd name="T35" fmla="*/ 10 h 15"/>
                <a:gd name="T36" fmla="*/ 7 w 45"/>
                <a:gd name="T37" fmla="*/ 10 h 15"/>
                <a:gd name="T38" fmla="*/ 5 w 45"/>
                <a:gd name="T39" fmla="*/ 10 h 15"/>
                <a:gd name="T40" fmla="*/ 3 w 45"/>
                <a:gd name="T41" fmla="*/ 10 h 15"/>
                <a:gd name="T42" fmla="*/ 0 w 45"/>
                <a:gd name="T43" fmla="*/ 7 h 15"/>
                <a:gd name="T44" fmla="*/ 0 w 45"/>
                <a:gd name="T45" fmla="*/ 5 h 15"/>
                <a:gd name="T46" fmla="*/ 0 w 45"/>
                <a:gd name="T47" fmla="*/ 4 h 15"/>
                <a:gd name="T48" fmla="*/ 1 w 45"/>
                <a:gd name="T49" fmla="*/ 3 h 15"/>
                <a:gd name="T50" fmla="*/ 3 w 45"/>
                <a:gd name="T51" fmla="*/ 1 h 15"/>
                <a:gd name="T52" fmla="*/ 3 w 45"/>
                <a:gd name="T53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5" h="15">
                  <a:moveTo>
                    <a:pt x="3" y="1"/>
                  </a:moveTo>
                  <a:lnTo>
                    <a:pt x="3" y="1"/>
                  </a:lnTo>
                  <a:lnTo>
                    <a:pt x="11" y="0"/>
                  </a:lnTo>
                  <a:lnTo>
                    <a:pt x="19" y="0"/>
                  </a:lnTo>
                  <a:lnTo>
                    <a:pt x="28" y="1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42" y="7"/>
                  </a:lnTo>
                  <a:lnTo>
                    <a:pt x="45" y="11"/>
                  </a:lnTo>
                  <a:lnTo>
                    <a:pt x="43" y="12"/>
                  </a:lnTo>
                  <a:lnTo>
                    <a:pt x="42" y="14"/>
                  </a:lnTo>
                  <a:lnTo>
                    <a:pt x="40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29" y="12"/>
                  </a:lnTo>
                  <a:lnTo>
                    <a:pt x="24" y="11"/>
                  </a:lnTo>
                  <a:lnTo>
                    <a:pt x="1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3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95">
              <a:extLst>
                <a:ext uri="{FF2B5EF4-FFF2-40B4-BE49-F238E27FC236}">
                  <a16:creationId xmlns:a16="http://schemas.microsoft.com/office/drawing/2014/main" id="{3D1E998D-6394-104B-970B-EEA5A8C2D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7372" y="2634480"/>
              <a:ext cx="47537" cy="147889"/>
            </a:xfrm>
            <a:custGeom>
              <a:avLst/>
              <a:gdLst>
                <a:gd name="T0" fmla="*/ 3 w 19"/>
                <a:gd name="T1" fmla="*/ 0 h 56"/>
                <a:gd name="T2" fmla="*/ 3 w 19"/>
                <a:gd name="T3" fmla="*/ 0 h 56"/>
                <a:gd name="T4" fmla="*/ 4 w 19"/>
                <a:gd name="T5" fmla="*/ 14 h 56"/>
                <a:gd name="T6" fmla="*/ 6 w 19"/>
                <a:gd name="T7" fmla="*/ 24 h 56"/>
                <a:gd name="T8" fmla="*/ 8 w 19"/>
                <a:gd name="T9" fmla="*/ 28 h 56"/>
                <a:gd name="T10" fmla="*/ 9 w 19"/>
                <a:gd name="T11" fmla="*/ 31 h 56"/>
                <a:gd name="T12" fmla="*/ 9 w 19"/>
                <a:gd name="T13" fmla="*/ 31 h 56"/>
                <a:gd name="T14" fmla="*/ 16 w 19"/>
                <a:gd name="T15" fmla="*/ 37 h 56"/>
                <a:gd name="T16" fmla="*/ 19 w 19"/>
                <a:gd name="T17" fmla="*/ 40 h 56"/>
                <a:gd name="T18" fmla="*/ 19 w 19"/>
                <a:gd name="T19" fmla="*/ 44 h 56"/>
                <a:gd name="T20" fmla="*/ 19 w 19"/>
                <a:gd name="T21" fmla="*/ 44 h 56"/>
                <a:gd name="T22" fmla="*/ 19 w 19"/>
                <a:gd name="T23" fmla="*/ 46 h 56"/>
                <a:gd name="T24" fmla="*/ 17 w 19"/>
                <a:gd name="T25" fmla="*/ 47 h 56"/>
                <a:gd name="T26" fmla="*/ 12 w 19"/>
                <a:gd name="T27" fmla="*/ 52 h 56"/>
                <a:gd name="T28" fmla="*/ 6 w 19"/>
                <a:gd name="T29" fmla="*/ 55 h 56"/>
                <a:gd name="T30" fmla="*/ 0 w 19"/>
                <a:gd name="T31" fmla="*/ 56 h 56"/>
                <a:gd name="T32" fmla="*/ 0 w 19"/>
                <a:gd name="T33" fmla="*/ 56 h 56"/>
                <a:gd name="T34" fmla="*/ 6 w 19"/>
                <a:gd name="T35" fmla="*/ 52 h 56"/>
                <a:gd name="T36" fmla="*/ 11 w 19"/>
                <a:gd name="T37" fmla="*/ 49 h 56"/>
                <a:gd name="T38" fmla="*/ 14 w 19"/>
                <a:gd name="T39" fmla="*/ 46 h 56"/>
                <a:gd name="T40" fmla="*/ 14 w 19"/>
                <a:gd name="T41" fmla="*/ 46 h 56"/>
                <a:gd name="T42" fmla="*/ 14 w 19"/>
                <a:gd name="T43" fmla="*/ 44 h 56"/>
                <a:gd name="T44" fmla="*/ 14 w 19"/>
                <a:gd name="T45" fmla="*/ 43 h 56"/>
                <a:gd name="T46" fmla="*/ 10 w 19"/>
                <a:gd name="T47" fmla="*/ 39 h 56"/>
                <a:gd name="T48" fmla="*/ 8 w 19"/>
                <a:gd name="T49" fmla="*/ 35 h 56"/>
                <a:gd name="T50" fmla="*/ 5 w 19"/>
                <a:gd name="T51" fmla="*/ 33 h 56"/>
                <a:gd name="T52" fmla="*/ 5 w 19"/>
                <a:gd name="T53" fmla="*/ 33 h 56"/>
                <a:gd name="T54" fmla="*/ 4 w 19"/>
                <a:gd name="T55" fmla="*/ 29 h 56"/>
                <a:gd name="T56" fmla="*/ 2 w 19"/>
                <a:gd name="T57" fmla="*/ 23 h 56"/>
                <a:gd name="T58" fmla="*/ 0 w 19"/>
                <a:gd name="T59" fmla="*/ 18 h 56"/>
                <a:gd name="T60" fmla="*/ 0 w 19"/>
                <a:gd name="T61" fmla="*/ 14 h 56"/>
                <a:gd name="T62" fmla="*/ 2 w 19"/>
                <a:gd name="T63" fmla="*/ 8 h 56"/>
                <a:gd name="T64" fmla="*/ 3 w 19"/>
                <a:gd name="T65" fmla="*/ 0 h 56"/>
                <a:gd name="T66" fmla="*/ 3 w 19"/>
                <a:gd name="T6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" h="56">
                  <a:moveTo>
                    <a:pt x="3" y="0"/>
                  </a:moveTo>
                  <a:lnTo>
                    <a:pt x="3" y="0"/>
                  </a:lnTo>
                  <a:lnTo>
                    <a:pt x="4" y="14"/>
                  </a:lnTo>
                  <a:lnTo>
                    <a:pt x="6" y="24"/>
                  </a:lnTo>
                  <a:lnTo>
                    <a:pt x="8" y="28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16" y="37"/>
                  </a:lnTo>
                  <a:lnTo>
                    <a:pt x="19" y="40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9" y="46"/>
                  </a:lnTo>
                  <a:lnTo>
                    <a:pt x="17" y="47"/>
                  </a:lnTo>
                  <a:lnTo>
                    <a:pt x="12" y="52"/>
                  </a:lnTo>
                  <a:lnTo>
                    <a:pt x="6" y="55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6" y="52"/>
                  </a:lnTo>
                  <a:lnTo>
                    <a:pt x="11" y="49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3"/>
                  </a:lnTo>
                  <a:lnTo>
                    <a:pt x="10" y="39"/>
                  </a:lnTo>
                  <a:lnTo>
                    <a:pt x="8" y="35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4" y="29"/>
                  </a:lnTo>
                  <a:lnTo>
                    <a:pt x="2" y="23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8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C58F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96">
              <a:extLst>
                <a:ext uri="{FF2B5EF4-FFF2-40B4-BE49-F238E27FC236}">
                  <a16:creationId xmlns:a16="http://schemas.microsoft.com/office/drawing/2014/main" id="{03BC13EC-89D6-0D4B-8B30-504A11B30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864" y="2808776"/>
              <a:ext cx="174299" cy="42254"/>
            </a:xfrm>
            <a:custGeom>
              <a:avLst/>
              <a:gdLst>
                <a:gd name="T0" fmla="*/ 64 w 64"/>
                <a:gd name="T1" fmla="*/ 0 h 14"/>
                <a:gd name="T2" fmla="*/ 64 w 64"/>
                <a:gd name="T3" fmla="*/ 0 h 14"/>
                <a:gd name="T4" fmla="*/ 59 w 64"/>
                <a:gd name="T5" fmla="*/ 2 h 14"/>
                <a:gd name="T6" fmla="*/ 46 w 64"/>
                <a:gd name="T7" fmla="*/ 5 h 14"/>
                <a:gd name="T8" fmla="*/ 36 w 64"/>
                <a:gd name="T9" fmla="*/ 6 h 14"/>
                <a:gd name="T10" fmla="*/ 25 w 64"/>
                <a:gd name="T11" fmla="*/ 6 h 14"/>
                <a:gd name="T12" fmla="*/ 13 w 64"/>
                <a:gd name="T13" fmla="*/ 5 h 14"/>
                <a:gd name="T14" fmla="*/ 0 w 64"/>
                <a:gd name="T15" fmla="*/ 2 h 14"/>
                <a:gd name="T16" fmla="*/ 0 w 64"/>
                <a:gd name="T17" fmla="*/ 2 h 14"/>
                <a:gd name="T18" fmla="*/ 0 w 64"/>
                <a:gd name="T19" fmla="*/ 3 h 14"/>
                <a:gd name="T20" fmla="*/ 2 w 64"/>
                <a:gd name="T21" fmla="*/ 8 h 14"/>
                <a:gd name="T22" fmla="*/ 6 w 64"/>
                <a:gd name="T23" fmla="*/ 9 h 14"/>
                <a:gd name="T24" fmla="*/ 10 w 64"/>
                <a:gd name="T25" fmla="*/ 12 h 14"/>
                <a:gd name="T26" fmla="*/ 17 w 64"/>
                <a:gd name="T27" fmla="*/ 13 h 14"/>
                <a:gd name="T28" fmla="*/ 25 w 64"/>
                <a:gd name="T29" fmla="*/ 14 h 14"/>
                <a:gd name="T30" fmla="*/ 25 w 64"/>
                <a:gd name="T31" fmla="*/ 14 h 14"/>
                <a:gd name="T32" fmla="*/ 35 w 64"/>
                <a:gd name="T33" fmla="*/ 14 h 14"/>
                <a:gd name="T34" fmla="*/ 43 w 64"/>
                <a:gd name="T35" fmla="*/ 13 h 14"/>
                <a:gd name="T36" fmla="*/ 50 w 64"/>
                <a:gd name="T37" fmla="*/ 11 h 14"/>
                <a:gd name="T38" fmla="*/ 54 w 64"/>
                <a:gd name="T39" fmla="*/ 8 h 14"/>
                <a:gd name="T40" fmla="*/ 62 w 64"/>
                <a:gd name="T41" fmla="*/ 3 h 14"/>
                <a:gd name="T42" fmla="*/ 64 w 64"/>
                <a:gd name="T43" fmla="*/ 0 h 14"/>
                <a:gd name="T44" fmla="*/ 64 w 64"/>
                <a:gd name="T4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4" h="14">
                  <a:moveTo>
                    <a:pt x="64" y="0"/>
                  </a:moveTo>
                  <a:lnTo>
                    <a:pt x="64" y="0"/>
                  </a:lnTo>
                  <a:lnTo>
                    <a:pt x="59" y="2"/>
                  </a:lnTo>
                  <a:lnTo>
                    <a:pt x="46" y="5"/>
                  </a:lnTo>
                  <a:lnTo>
                    <a:pt x="36" y="6"/>
                  </a:lnTo>
                  <a:lnTo>
                    <a:pt x="25" y="6"/>
                  </a:lnTo>
                  <a:lnTo>
                    <a:pt x="13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8"/>
                  </a:lnTo>
                  <a:lnTo>
                    <a:pt x="6" y="9"/>
                  </a:lnTo>
                  <a:lnTo>
                    <a:pt x="10" y="12"/>
                  </a:lnTo>
                  <a:lnTo>
                    <a:pt x="17" y="13"/>
                  </a:lnTo>
                  <a:lnTo>
                    <a:pt x="25" y="14"/>
                  </a:lnTo>
                  <a:lnTo>
                    <a:pt x="25" y="14"/>
                  </a:lnTo>
                  <a:lnTo>
                    <a:pt x="35" y="14"/>
                  </a:lnTo>
                  <a:lnTo>
                    <a:pt x="43" y="13"/>
                  </a:lnTo>
                  <a:lnTo>
                    <a:pt x="50" y="11"/>
                  </a:lnTo>
                  <a:lnTo>
                    <a:pt x="54" y="8"/>
                  </a:lnTo>
                  <a:lnTo>
                    <a:pt x="62" y="3"/>
                  </a:lnTo>
                  <a:lnTo>
                    <a:pt x="64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C58F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97">
              <a:extLst>
                <a:ext uri="{FF2B5EF4-FFF2-40B4-BE49-F238E27FC236}">
                  <a16:creationId xmlns:a16="http://schemas.microsoft.com/office/drawing/2014/main" id="{384E2DE2-6F03-774B-9790-7CF6348D2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7793" y="2571099"/>
              <a:ext cx="31690" cy="36974"/>
            </a:xfrm>
            <a:custGeom>
              <a:avLst/>
              <a:gdLst>
                <a:gd name="T0" fmla="*/ 14 w 14"/>
                <a:gd name="T1" fmla="*/ 6 h 13"/>
                <a:gd name="T2" fmla="*/ 14 w 14"/>
                <a:gd name="T3" fmla="*/ 6 h 13"/>
                <a:gd name="T4" fmla="*/ 14 w 14"/>
                <a:gd name="T5" fmla="*/ 4 h 13"/>
                <a:gd name="T6" fmla="*/ 11 w 14"/>
                <a:gd name="T7" fmla="*/ 1 h 13"/>
                <a:gd name="T8" fmla="*/ 10 w 14"/>
                <a:gd name="T9" fmla="*/ 0 h 13"/>
                <a:gd name="T10" fmla="*/ 6 w 14"/>
                <a:gd name="T11" fmla="*/ 0 h 13"/>
                <a:gd name="T12" fmla="*/ 6 w 14"/>
                <a:gd name="T13" fmla="*/ 0 h 13"/>
                <a:gd name="T14" fmla="*/ 4 w 14"/>
                <a:gd name="T15" fmla="*/ 0 h 13"/>
                <a:gd name="T16" fmla="*/ 2 w 14"/>
                <a:gd name="T17" fmla="*/ 1 h 13"/>
                <a:gd name="T18" fmla="*/ 0 w 14"/>
                <a:gd name="T19" fmla="*/ 4 h 13"/>
                <a:gd name="T20" fmla="*/ 0 w 14"/>
                <a:gd name="T21" fmla="*/ 6 h 13"/>
                <a:gd name="T22" fmla="*/ 0 w 14"/>
                <a:gd name="T23" fmla="*/ 6 h 13"/>
                <a:gd name="T24" fmla="*/ 0 w 14"/>
                <a:gd name="T25" fmla="*/ 10 h 13"/>
                <a:gd name="T26" fmla="*/ 2 w 14"/>
                <a:gd name="T27" fmla="*/ 11 h 13"/>
                <a:gd name="T28" fmla="*/ 4 w 14"/>
                <a:gd name="T29" fmla="*/ 13 h 13"/>
                <a:gd name="T30" fmla="*/ 6 w 14"/>
                <a:gd name="T31" fmla="*/ 13 h 13"/>
                <a:gd name="T32" fmla="*/ 6 w 14"/>
                <a:gd name="T33" fmla="*/ 13 h 13"/>
                <a:gd name="T34" fmla="*/ 10 w 14"/>
                <a:gd name="T35" fmla="*/ 13 h 13"/>
                <a:gd name="T36" fmla="*/ 11 w 14"/>
                <a:gd name="T37" fmla="*/ 11 h 13"/>
                <a:gd name="T38" fmla="*/ 14 w 14"/>
                <a:gd name="T39" fmla="*/ 10 h 13"/>
                <a:gd name="T40" fmla="*/ 14 w 14"/>
                <a:gd name="T41" fmla="*/ 6 h 13"/>
                <a:gd name="T42" fmla="*/ 14 w 14"/>
                <a:gd name="T43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6"/>
                  </a:moveTo>
                  <a:lnTo>
                    <a:pt x="14" y="6"/>
                  </a:lnTo>
                  <a:lnTo>
                    <a:pt x="14" y="4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10"/>
                  </a:lnTo>
                  <a:lnTo>
                    <a:pt x="2" y="11"/>
                  </a:lnTo>
                  <a:lnTo>
                    <a:pt x="4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10" y="13"/>
                  </a:lnTo>
                  <a:lnTo>
                    <a:pt x="11" y="11"/>
                  </a:lnTo>
                  <a:lnTo>
                    <a:pt x="14" y="10"/>
                  </a:lnTo>
                  <a:lnTo>
                    <a:pt x="14" y="6"/>
                  </a:lnTo>
                  <a:lnTo>
                    <a:pt x="14" y="6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98">
              <a:extLst>
                <a:ext uri="{FF2B5EF4-FFF2-40B4-BE49-F238E27FC236}">
                  <a16:creationId xmlns:a16="http://schemas.microsoft.com/office/drawing/2014/main" id="{624F3CE6-EAE6-D94C-9E7B-5CE71225D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8287" y="2571099"/>
              <a:ext cx="31690" cy="36974"/>
            </a:xfrm>
            <a:custGeom>
              <a:avLst/>
              <a:gdLst>
                <a:gd name="T0" fmla="*/ 14 w 14"/>
                <a:gd name="T1" fmla="*/ 6 h 13"/>
                <a:gd name="T2" fmla="*/ 14 w 14"/>
                <a:gd name="T3" fmla="*/ 6 h 13"/>
                <a:gd name="T4" fmla="*/ 13 w 14"/>
                <a:gd name="T5" fmla="*/ 4 h 13"/>
                <a:gd name="T6" fmla="*/ 11 w 14"/>
                <a:gd name="T7" fmla="*/ 1 h 13"/>
                <a:gd name="T8" fmla="*/ 9 w 14"/>
                <a:gd name="T9" fmla="*/ 0 h 13"/>
                <a:gd name="T10" fmla="*/ 7 w 14"/>
                <a:gd name="T11" fmla="*/ 0 h 13"/>
                <a:gd name="T12" fmla="*/ 7 w 14"/>
                <a:gd name="T13" fmla="*/ 0 h 13"/>
                <a:gd name="T14" fmla="*/ 4 w 14"/>
                <a:gd name="T15" fmla="*/ 0 h 13"/>
                <a:gd name="T16" fmla="*/ 2 w 14"/>
                <a:gd name="T17" fmla="*/ 1 h 13"/>
                <a:gd name="T18" fmla="*/ 0 w 14"/>
                <a:gd name="T19" fmla="*/ 4 h 13"/>
                <a:gd name="T20" fmla="*/ 0 w 14"/>
                <a:gd name="T21" fmla="*/ 6 h 13"/>
                <a:gd name="T22" fmla="*/ 0 w 14"/>
                <a:gd name="T23" fmla="*/ 6 h 13"/>
                <a:gd name="T24" fmla="*/ 0 w 14"/>
                <a:gd name="T25" fmla="*/ 10 h 13"/>
                <a:gd name="T26" fmla="*/ 2 w 14"/>
                <a:gd name="T27" fmla="*/ 11 h 13"/>
                <a:gd name="T28" fmla="*/ 4 w 14"/>
                <a:gd name="T29" fmla="*/ 13 h 13"/>
                <a:gd name="T30" fmla="*/ 7 w 14"/>
                <a:gd name="T31" fmla="*/ 13 h 13"/>
                <a:gd name="T32" fmla="*/ 7 w 14"/>
                <a:gd name="T33" fmla="*/ 13 h 13"/>
                <a:gd name="T34" fmla="*/ 9 w 14"/>
                <a:gd name="T35" fmla="*/ 13 h 13"/>
                <a:gd name="T36" fmla="*/ 11 w 14"/>
                <a:gd name="T37" fmla="*/ 11 h 13"/>
                <a:gd name="T38" fmla="*/ 13 w 14"/>
                <a:gd name="T39" fmla="*/ 10 h 13"/>
                <a:gd name="T40" fmla="*/ 14 w 14"/>
                <a:gd name="T41" fmla="*/ 6 h 13"/>
                <a:gd name="T42" fmla="*/ 14 w 14"/>
                <a:gd name="T43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6"/>
                  </a:moveTo>
                  <a:lnTo>
                    <a:pt x="14" y="6"/>
                  </a:lnTo>
                  <a:lnTo>
                    <a:pt x="13" y="4"/>
                  </a:lnTo>
                  <a:lnTo>
                    <a:pt x="11" y="1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10"/>
                  </a:lnTo>
                  <a:lnTo>
                    <a:pt x="2" y="11"/>
                  </a:lnTo>
                  <a:lnTo>
                    <a:pt x="4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11" y="11"/>
                  </a:lnTo>
                  <a:lnTo>
                    <a:pt x="13" y="10"/>
                  </a:lnTo>
                  <a:lnTo>
                    <a:pt x="14" y="6"/>
                  </a:lnTo>
                  <a:lnTo>
                    <a:pt x="14" y="6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99">
              <a:extLst>
                <a:ext uri="{FF2B5EF4-FFF2-40B4-BE49-F238E27FC236}">
                  <a16:creationId xmlns:a16="http://schemas.microsoft.com/office/drawing/2014/main" id="{25A31775-C06F-3C4C-97DC-D0C7B658F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2444" y="2439054"/>
              <a:ext cx="205989" cy="570428"/>
            </a:xfrm>
            <a:custGeom>
              <a:avLst/>
              <a:gdLst>
                <a:gd name="T0" fmla="*/ 78 w 79"/>
                <a:gd name="T1" fmla="*/ 4 h 216"/>
                <a:gd name="T2" fmla="*/ 66 w 79"/>
                <a:gd name="T3" fmla="*/ 0 h 216"/>
                <a:gd name="T4" fmla="*/ 66 w 79"/>
                <a:gd name="T5" fmla="*/ 0 h 216"/>
                <a:gd name="T6" fmla="*/ 65 w 79"/>
                <a:gd name="T7" fmla="*/ 26 h 216"/>
                <a:gd name="T8" fmla="*/ 63 w 79"/>
                <a:gd name="T9" fmla="*/ 49 h 216"/>
                <a:gd name="T10" fmla="*/ 60 w 79"/>
                <a:gd name="T11" fmla="*/ 76 h 216"/>
                <a:gd name="T12" fmla="*/ 55 w 79"/>
                <a:gd name="T13" fmla="*/ 104 h 216"/>
                <a:gd name="T14" fmla="*/ 51 w 79"/>
                <a:gd name="T15" fmla="*/ 117 h 216"/>
                <a:gd name="T16" fmla="*/ 46 w 79"/>
                <a:gd name="T17" fmla="*/ 130 h 216"/>
                <a:gd name="T18" fmla="*/ 42 w 79"/>
                <a:gd name="T19" fmla="*/ 141 h 216"/>
                <a:gd name="T20" fmla="*/ 34 w 79"/>
                <a:gd name="T21" fmla="*/ 152 h 216"/>
                <a:gd name="T22" fmla="*/ 27 w 79"/>
                <a:gd name="T23" fmla="*/ 162 h 216"/>
                <a:gd name="T24" fmla="*/ 19 w 79"/>
                <a:gd name="T25" fmla="*/ 168 h 216"/>
                <a:gd name="T26" fmla="*/ 19 w 79"/>
                <a:gd name="T27" fmla="*/ 168 h 216"/>
                <a:gd name="T28" fmla="*/ 14 w 79"/>
                <a:gd name="T29" fmla="*/ 171 h 216"/>
                <a:gd name="T30" fmla="*/ 9 w 79"/>
                <a:gd name="T31" fmla="*/ 176 h 216"/>
                <a:gd name="T32" fmla="*/ 4 w 79"/>
                <a:gd name="T33" fmla="*/ 181 h 216"/>
                <a:gd name="T34" fmla="*/ 0 w 79"/>
                <a:gd name="T35" fmla="*/ 185 h 216"/>
                <a:gd name="T36" fmla="*/ 0 w 79"/>
                <a:gd name="T37" fmla="*/ 185 h 216"/>
                <a:gd name="T38" fmla="*/ 2 w 79"/>
                <a:gd name="T39" fmla="*/ 194 h 216"/>
                <a:gd name="T40" fmla="*/ 3 w 79"/>
                <a:gd name="T41" fmla="*/ 200 h 216"/>
                <a:gd name="T42" fmla="*/ 4 w 79"/>
                <a:gd name="T43" fmla="*/ 206 h 216"/>
                <a:gd name="T44" fmla="*/ 4 w 79"/>
                <a:gd name="T45" fmla="*/ 216 h 216"/>
                <a:gd name="T46" fmla="*/ 4 w 79"/>
                <a:gd name="T47" fmla="*/ 216 h 216"/>
                <a:gd name="T48" fmla="*/ 11 w 79"/>
                <a:gd name="T49" fmla="*/ 211 h 216"/>
                <a:gd name="T50" fmla="*/ 19 w 79"/>
                <a:gd name="T51" fmla="*/ 206 h 216"/>
                <a:gd name="T52" fmla="*/ 31 w 79"/>
                <a:gd name="T53" fmla="*/ 194 h 216"/>
                <a:gd name="T54" fmla="*/ 42 w 79"/>
                <a:gd name="T55" fmla="*/ 181 h 216"/>
                <a:gd name="T56" fmla="*/ 50 w 79"/>
                <a:gd name="T57" fmla="*/ 165 h 216"/>
                <a:gd name="T58" fmla="*/ 57 w 79"/>
                <a:gd name="T59" fmla="*/ 149 h 216"/>
                <a:gd name="T60" fmla="*/ 63 w 79"/>
                <a:gd name="T61" fmla="*/ 131 h 216"/>
                <a:gd name="T62" fmla="*/ 68 w 79"/>
                <a:gd name="T63" fmla="*/ 114 h 216"/>
                <a:gd name="T64" fmla="*/ 72 w 79"/>
                <a:gd name="T65" fmla="*/ 96 h 216"/>
                <a:gd name="T66" fmla="*/ 74 w 79"/>
                <a:gd name="T67" fmla="*/ 79 h 216"/>
                <a:gd name="T68" fmla="*/ 77 w 79"/>
                <a:gd name="T69" fmla="*/ 64 h 216"/>
                <a:gd name="T70" fmla="*/ 78 w 79"/>
                <a:gd name="T71" fmla="*/ 35 h 216"/>
                <a:gd name="T72" fmla="*/ 79 w 79"/>
                <a:gd name="T73" fmla="*/ 14 h 216"/>
                <a:gd name="T74" fmla="*/ 78 w 79"/>
                <a:gd name="T75" fmla="*/ 4 h 216"/>
                <a:gd name="T76" fmla="*/ 78 w 79"/>
                <a:gd name="T77" fmla="*/ 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9" h="216">
                  <a:moveTo>
                    <a:pt x="78" y="4"/>
                  </a:moveTo>
                  <a:lnTo>
                    <a:pt x="66" y="0"/>
                  </a:lnTo>
                  <a:lnTo>
                    <a:pt x="66" y="0"/>
                  </a:lnTo>
                  <a:lnTo>
                    <a:pt x="65" y="26"/>
                  </a:lnTo>
                  <a:lnTo>
                    <a:pt x="63" y="49"/>
                  </a:lnTo>
                  <a:lnTo>
                    <a:pt x="60" y="76"/>
                  </a:lnTo>
                  <a:lnTo>
                    <a:pt x="55" y="104"/>
                  </a:lnTo>
                  <a:lnTo>
                    <a:pt x="51" y="117"/>
                  </a:lnTo>
                  <a:lnTo>
                    <a:pt x="46" y="130"/>
                  </a:lnTo>
                  <a:lnTo>
                    <a:pt x="42" y="141"/>
                  </a:lnTo>
                  <a:lnTo>
                    <a:pt x="34" y="152"/>
                  </a:lnTo>
                  <a:lnTo>
                    <a:pt x="27" y="162"/>
                  </a:lnTo>
                  <a:lnTo>
                    <a:pt x="19" y="168"/>
                  </a:lnTo>
                  <a:lnTo>
                    <a:pt x="19" y="168"/>
                  </a:lnTo>
                  <a:lnTo>
                    <a:pt x="14" y="171"/>
                  </a:lnTo>
                  <a:lnTo>
                    <a:pt x="9" y="176"/>
                  </a:lnTo>
                  <a:lnTo>
                    <a:pt x="4" y="181"/>
                  </a:lnTo>
                  <a:lnTo>
                    <a:pt x="0" y="185"/>
                  </a:lnTo>
                  <a:lnTo>
                    <a:pt x="0" y="185"/>
                  </a:lnTo>
                  <a:lnTo>
                    <a:pt x="2" y="194"/>
                  </a:lnTo>
                  <a:lnTo>
                    <a:pt x="3" y="200"/>
                  </a:lnTo>
                  <a:lnTo>
                    <a:pt x="4" y="206"/>
                  </a:lnTo>
                  <a:lnTo>
                    <a:pt x="4" y="216"/>
                  </a:lnTo>
                  <a:lnTo>
                    <a:pt x="4" y="216"/>
                  </a:lnTo>
                  <a:lnTo>
                    <a:pt x="11" y="211"/>
                  </a:lnTo>
                  <a:lnTo>
                    <a:pt x="19" y="206"/>
                  </a:lnTo>
                  <a:lnTo>
                    <a:pt x="31" y="194"/>
                  </a:lnTo>
                  <a:lnTo>
                    <a:pt x="42" y="181"/>
                  </a:lnTo>
                  <a:lnTo>
                    <a:pt x="50" y="165"/>
                  </a:lnTo>
                  <a:lnTo>
                    <a:pt x="57" y="149"/>
                  </a:lnTo>
                  <a:lnTo>
                    <a:pt x="63" y="131"/>
                  </a:lnTo>
                  <a:lnTo>
                    <a:pt x="68" y="114"/>
                  </a:lnTo>
                  <a:lnTo>
                    <a:pt x="72" y="96"/>
                  </a:lnTo>
                  <a:lnTo>
                    <a:pt x="74" y="79"/>
                  </a:lnTo>
                  <a:lnTo>
                    <a:pt x="77" y="64"/>
                  </a:lnTo>
                  <a:lnTo>
                    <a:pt x="78" y="35"/>
                  </a:lnTo>
                  <a:lnTo>
                    <a:pt x="79" y="14"/>
                  </a:lnTo>
                  <a:lnTo>
                    <a:pt x="78" y="4"/>
                  </a:lnTo>
                  <a:lnTo>
                    <a:pt x="78" y="4"/>
                  </a:lnTo>
                  <a:close/>
                </a:path>
              </a:pathLst>
            </a:custGeom>
            <a:solidFill>
              <a:srgbClr val="2D2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382">
              <a:extLst>
                <a:ext uri="{FF2B5EF4-FFF2-40B4-BE49-F238E27FC236}">
                  <a16:creationId xmlns:a16="http://schemas.microsoft.com/office/drawing/2014/main" id="{25905D87-B07B-EE4A-A60B-379C32DAA7E9}"/>
                </a:ext>
              </a:extLst>
            </p:cNvPr>
            <p:cNvSpPr>
              <a:spLocks/>
            </p:cNvSpPr>
            <p:nvPr/>
          </p:nvSpPr>
          <p:spPr bwMode="auto">
            <a:xfrm rot="21371992">
              <a:off x="5515838" y="4699330"/>
              <a:ext cx="913742" cy="1399662"/>
            </a:xfrm>
            <a:custGeom>
              <a:avLst/>
              <a:gdLst>
                <a:gd name="T0" fmla="*/ 325 w 346"/>
                <a:gd name="T1" fmla="*/ 530 h 530"/>
                <a:gd name="T2" fmla="*/ 0 w 346"/>
                <a:gd name="T3" fmla="*/ 517 h 530"/>
                <a:gd name="T4" fmla="*/ 22 w 346"/>
                <a:gd name="T5" fmla="*/ 0 h 530"/>
                <a:gd name="T6" fmla="*/ 346 w 346"/>
                <a:gd name="T7" fmla="*/ 14 h 530"/>
                <a:gd name="T8" fmla="*/ 325 w 346"/>
                <a:gd name="T9" fmla="*/ 530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6" h="530">
                  <a:moveTo>
                    <a:pt x="325" y="530"/>
                  </a:moveTo>
                  <a:lnTo>
                    <a:pt x="0" y="517"/>
                  </a:lnTo>
                  <a:lnTo>
                    <a:pt x="22" y="0"/>
                  </a:lnTo>
                  <a:lnTo>
                    <a:pt x="346" y="14"/>
                  </a:lnTo>
                  <a:lnTo>
                    <a:pt x="325" y="53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382">
              <a:extLst>
                <a:ext uri="{FF2B5EF4-FFF2-40B4-BE49-F238E27FC236}">
                  <a16:creationId xmlns:a16="http://schemas.microsoft.com/office/drawing/2014/main" id="{A1BE9AEA-6ABB-4447-B306-087216B0F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9129" y="4757738"/>
              <a:ext cx="913742" cy="1399662"/>
            </a:xfrm>
            <a:custGeom>
              <a:avLst/>
              <a:gdLst>
                <a:gd name="T0" fmla="*/ 325 w 346"/>
                <a:gd name="T1" fmla="*/ 530 h 530"/>
                <a:gd name="T2" fmla="*/ 0 w 346"/>
                <a:gd name="T3" fmla="*/ 517 h 530"/>
                <a:gd name="T4" fmla="*/ 22 w 346"/>
                <a:gd name="T5" fmla="*/ 0 h 530"/>
                <a:gd name="T6" fmla="*/ 346 w 346"/>
                <a:gd name="T7" fmla="*/ 14 h 530"/>
                <a:gd name="T8" fmla="*/ 325 w 346"/>
                <a:gd name="T9" fmla="*/ 530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6" h="530">
                  <a:moveTo>
                    <a:pt x="325" y="530"/>
                  </a:moveTo>
                  <a:lnTo>
                    <a:pt x="0" y="517"/>
                  </a:lnTo>
                  <a:lnTo>
                    <a:pt x="22" y="0"/>
                  </a:lnTo>
                  <a:lnTo>
                    <a:pt x="346" y="14"/>
                  </a:lnTo>
                  <a:lnTo>
                    <a:pt x="325" y="5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EAD4EE66-C56C-764D-82FB-935E7AFC3DD7}"/>
                </a:ext>
              </a:extLst>
            </p:cNvPr>
            <p:cNvGrpSpPr/>
            <p:nvPr/>
          </p:nvGrpSpPr>
          <p:grpSpPr>
            <a:xfrm>
              <a:off x="3959537" y="3326386"/>
              <a:ext cx="2070441" cy="2603898"/>
              <a:chOff x="3959537" y="3326386"/>
              <a:chExt cx="2070441" cy="2603898"/>
            </a:xfrm>
          </p:grpSpPr>
          <p:sp>
            <p:nvSpPr>
              <p:cNvPr id="27" name="Freeform 381">
                <a:extLst>
                  <a:ext uri="{FF2B5EF4-FFF2-40B4-BE49-F238E27FC236}">
                    <a16:creationId xmlns:a16="http://schemas.microsoft.com/office/drawing/2014/main" id="{ED832A6A-14EF-4040-AA63-78BC55AD4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537" y="3326386"/>
                <a:ext cx="1700719" cy="2540517"/>
              </a:xfrm>
              <a:custGeom>
                <a:avLst/>
                <a:gdLst>
                  <a:gd name="T0" fmla="*/ 339 w 643"/>
                  <a:gd name="T1" fmla="*/ 712 h 961"/>
                  <a:gd name="T2" fmla="*/ 383 w 643"/>
                  <a:gd name="T3" fmla="*/ 731 h 961"/>
                  <a:gd name="T4" fmla="*/ 458 w 643"/>
                  <a:gd name="T5" fmla="*/ 766 h 961"/>
                  <a:gd name="T6" fmla="*/ 514 w 643"/>
                  <a:gd name="T7" fmla="*/ 797 h 961"/>
                  <a:gd name="T8" fmla="*/ 566 w 643"/>
                  <a:gd name="T9" fmla="*/ 830 h 961"/>
                  <a:gd name="T10" fmla="*/ 609 w 643"/>
                  <a:gd name="T11" fmla="*/ 866 h 961"/>
                  <a:gd name="T12" fmla="*/ 626 w 643"/>
                  <a:gd name="T13" fmla="*/ 884 h 961"/>
                  <a:gd name="T14" fmla="*/ 637 w 643"/>
                  <a:gd name="T15" fmla="*/ 902 h 961"/>
                  <a:gd name="T16" fmla="*/ 643 w 643"/>
                  <a:gd name="T17" fmla="*/ 919 h 961"/>
                  <a:gd name="T18" fmla="*/ 642 w 643"/>
                  <a:gd name="T19" fmla="*/ 926 h 961"/>
                  <a:gd name="T20" fmla="*/ 634 w 643"/>
                  <a:gd name="T21" fmla="*/ 937 h 961"/>
                  <a:gd name="T22" fmla="*/ 617 w 643"/>
                  <a:gd name="T23" fmla="*/ 945 h 961"/>
                  <a:gd name="T24" fmla="*/ 591 w 643"/>
                  <a:gd name="T25" fmla="*/ 953 h 961"/>
                  <a:gd name="T26" fmla="*/ 541 w 643"/>
                  <a:gd name="T27" fmla="*/ 959 h 961"/>
                  <a:gd name="T28" fmla="*/ 455 w 643"/>
                  <a:gd name="T29" fmla="*/ 961 h 961"/>
                  <a:gd name="T30" fmla="*/ 355 w 643"/>
                  <a:gd name="T31" fmla="*/ 955 h 961"/>
                  <a:gd name="T32" fmla="*/ 253 w 643"/>
                  <a:gd name="T33" fmla="*/ 941 h 961"/>
                  <a:gd name="T34" fmla="*/ 154 w 643"/>
                  <a:gd name="T35" fmla="*/ 920 h 961"/>
                  <a:gd name="T36" fmla="*/ 108 w 643"/>
                  <a:gd name="T37" fmla="*/ 905 h 961"/>
                  <a:gd name="T38" fmla="*/ 66 w 643"/>
                  <a:gd name="T39" fmla="*/ 890 h 961"/>
                  <a:gd name="T40" fmla="*/ 30 w 643"/>
                  <a:gd name="T41" fmla="*/ 873 h 961"/>
                  <a:gd name="T42" fmla="*/ 23 w 643"/>
                  <a:gd name="T43" fmla="*/ 868 h 961"/>
                  <a:gd name="T44" fmla="*/ 12 w 643"/>
                  <a:gd name="T45" fmla="*/ 853 h 961"/>
                  <a:gd name="T46" fmla="*/ 5 w 643"/>
                  <a:gd name="T47" fmla="*/ 834 h 961"/>
                  <a:gd name="T48" fmla="*/ 1 w 643"/>
                  <a:gd name="T49" fmla="*/ 811 h 961"/>
                  <a:gd name="T50" fmla="*/ 1 w 643"/>
                  <a:gd name="T51" fmla="*/ 770 h 961"/>
                  <a:gd name="T52" fmla="*/ 11 w 643"/>
                  <a:gd name="T53" fmla="*/ 705 h 961"/>
                  <a:gd name="T54" fmla="*/ 30 w 643"/>
                  <a:gd name="T55" fmla="*/ 633 h 961"/>
                  <a:gd name="T56" fmla="*/ 54 w 643"/>
                  <a:gd name="T57" fmla="*/ 558 h 961"/>
                  <a:gd name="T58" fmla="*/ 82 w 643"/>
                  <a:gd name="T59" fmla="*/ 485 h 961"/>
                  <a:gd name="T60" fmla="*/ 124 w 643"/>
                  <a:gd name="T61" fmla="*/ 388 h 961"/>
                  <a:gd name="T62" fmla="*/ 152 w 643"/>
                  <a:gd name="T63" fmla="*/ 331 h 961"/>
                  <a:gd name="T64" fmla="*/ 207 w 643"/>
                  <a:gd name="T65" fmla="*/ 234 h 961"/>
                  <a:gd name="T66" fmla="*/ 259 w 643"/>
                  <a:gd name="T67" fmla="*/ 157 h 961"/>
                  <a:gd name="T68" fmla="*/ 308 w 643"/>
                  <a:gd name="T69" fmla="*/ 98 h 961"/>
                  <a:gd name="T70" fmla="*/ 354 w 643"/>
                  <a:gd name="T71" fmla="*/ 54 h 961"/>
                  <a:gd name="T72" fmla="*/ 399 w 643"/>
                  <a:gd name="T73" fmla="*/ 25 h 961"/>
                  <a:gd name="T74" fmla="*/ 440 w 643"/>
                  <a:gd name="T75" fmla="*/ 7 h 961"/>
                  <a:gd name="T76" fmla="*/ 478 w 643"/>
                  <a:gd name="T77" fmla="*/ 0 h 961"/>
                  <a:gd name="T78" fmla="*/ 513 w 643"/>
                  <a:gd name="T79" fmla="*/ 1 h 961"/>
                  <a:gd name="T80" fmla="*/ 543 w 643"/>
                  <a:gd name="T81" fmla="*/ 9 h 961"/>
                  <a:gd name="T82" fmla="*/ 571 w 643"/>
                  <a:gd name="T83" fmla="*/ 21 h 961"/>
                  <a:gd name="T84" fmla="*/ 594 w 643"/>
                  <a:gd name="T85" fmla="*/ 36 h 961"/>
                  <a:gd name="T86" fmla="*/ 620 w 643"/>
                  <a:gd name="T87" fmla="*/ 59 h 961"/>
                  <a:gd name="T88" fmla="*/ 642 w 643"/>
                  <a:gd name="T89" fmla="*/ 86 h 961"/>
                  <a:gd name="T90" fmla="*/ 521 w 643"/>
                  <a:gd name="T91" fmla="*/ 393 h 961"/>
                  <a:gd name="T92" fmla="*/ 492 w 643"/>
                  <a:gd name="T93" fmla="*/ 446 h 961"/>
                  <a:gd name="T94" fmla="*/ 339 w 643"/>
                  <a:gd name="T95" fmla="*/ 712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43" h="961">
                    <a:moveTo>
                      <a:pt x="339" y="712"/>
                    </a:moveTo>
                    <a:lnTo>
                      <a:pt x="339" y="712"/>
                    </a:lnTo>
                    <a:lnTo>
                      <a:pt x="351" y="717"/>
                    </a:lnTo>
                    <a:lnTo>
                      <a:pt x="383" y="731"/>
                    </a:lnTo>
                    <a:lnTo>
                      <a:pt x="432" y="753"/>
                    </a:lnTo>
                    <a:lnTo>
                      <a:pt x="458" y="766"/>
                    </a:lnTo>
                    <a:lnTo>
                      <a:pt x="486" y="781"/>
                    </a:lnTo>
                    <a:lnTo>
                      <a:pt x="514" y="797"/>
                    </a:lnTo>
                    <a:lnTo>
                      <a:pt x="541" y="814"/>
                    </a:lnTo>
                    <a:lnTo>
                      <a:pt x="566" y="830"/>
                    </a:lnTo>
                    <a:lnTo>
                      <a:pt x="590" y="849"/>
                    </a:lnTo>
                    <a:lnTo>
                      <a:pt x="609" y="866"/>
                    </a:lnTo>
                    <a:lnTo>
                      <a:pt x="619" y="875"/>
                    </a:lnTo>
                    <a:lnTo>
                      <a:pt x="626" y="884"/>
                    </a:lnTo>
                    <a:lnTo>
                      <a:pt x="632" y="893"/>
                    </a:lnTo>
                    <a:lnTo>
                      <a:pt x="637" y="902"/>
                    </a:lnTo>
                    <a:lnTo>
                      <a:pt x="641" y="910"/>
                    </a:lnTo>
                    <a:lnTo>
                      <a:pt x="643" y="919"/>
                    </a:lnTo>
                    <a:lnTo>
                      <a:pt x="643" y="919"/>
                    </a:lnTo>
                    <a:lnTo>
                      <a:pt x="642" y="926"/>
                    </a:lnTo>
                    <a:lnTo>
                      <a:pt x="640" y="931"/>
                    </a:lnTo>
                    <a:lnTo>
                      <a:pt x="634" y="937"/>
                    </a:lnTo>
                    <a:lnTo>
                      <a:pt x="626" y="942"/>
                    </a:lnTo>
                    <a:lnTo>
                      <a:pt x="617" y="945"/>
                    </a:lnTo>
                    <a:lnTo>
                      <a:pt x="605" y="949"/>
                    </a:lnTo>
                    <a:lnTo>
                      <a:pt x="591" y="953"/>
                    </a:lnTo>
                    <a:lnTo>
                      <a:pt x="576" y="955"/>
                    </a:lnTo>
                    <a:lnTo>
                      <a:pt x="541" y="959"/>
                    </a:lnTo>
                    <a:lnTo>
                      <a:pt x="499" y="961"/>
                    </a:lnTo>
                    <a:lnTo>
                      <a:pt x="455" y="961"/>
                    </a:lnTo>
                    <a:lnTo>
                      <a:pt x="406" y="959"/>
                    </a:lnTo>
                    <a:lnTo>
                      <a:pt x="355" y="955"/>
                    </a:lnTo>
                    <a:lnTo>
                      <a:pt x="305" y="949"/>
                    </a:lnTo>
                    <a:lnTo>
                      <a:pt x="253" y="941"/>
                    </a:lnTo>
                    <a:lnTo>
                      <a:pt x="202" y="931"/>
                    </a:lnTo>
                    <a:lnTo>
                      <a:pt x="154" y="920"/>
                    </a:lnTo>
                    <a:lnTo>
                      <a:pt x="131" y="913"/>
                    </a:lnTo>
                    <a:lnTo>
                      <a:pt x="108" y="905"/>
                    </a:lnTo>
                    <a:lnTo>
                      <a:pt x="87" y="898"/>
                    </a:lnTo>
                    <a:lnTo>
                      <a:pt x="66" y="890"/>
                    </a:lnTo>
                    <a:lnTo>
                      <a:pt x="48" y="881"/>
                    </a:lnTo>
                    <a:lnTo>
                      <a:pt x="30" y="873"/>
                    </a:lnTo>
                    <a:lnTo>
                      <a:pt x="30" y="873"/>
                    </a:lnTo>
                    <a:lnTo>
                      <a:pt x="23" y="868"/>
                    </a:lnTo>
                    <a:lnTo>
                      <a:pt x="17" y="861"/>
                    </a:lnTo>
                    <a:lnTo>
                      <a:pt x="12" y="853"/>
                    </a:lnTo>
                    <a:lnTo>
                      <a:pt x="8" y="845"/>
                    </a:lnTo>
                    <a:lnTo>
                      <a:pt x="5" y="834"/>
                    </a:lnTo>
                    <a:lnTo>
                      <a:pt x="2" y="823"/>
                    </a:lnTo>
                    <a:lnTo>
                      <a:pt x="1" y="811"/>
                    </a:lnTo>
                    <a:lnTo>
                      <a:pt x="0" y="799"/>
                    </a:lnTo>
                    <a:lnTo>
                      <a:pt x="1" y="770"/>
                    </a:lnTo>
                    <a:lnTo>
                      <a:pt x="5" y="739"/>
                    </a:lnTo>
                    <a:lnTo>
                      <a:pt x="11" y="705"/>
                    </a:lnTo>
                    <a:lnTo>
                      <a:pt x="19" y="670"/>
                    </a:lnTo>
                    <a:lnTo>
                      <a:pt x="30" y="633"/>
                    </a:lnTo>
                    <a:lnTo>
                      <a:pt x="41" y="596"/>
                    </a:lnTo>
                    <a:lnTo>
                      <a:pt x="54" y="558"/>
                    </a:lnTo>
                    <a:lnTo>
                      <a:pt x="68" y="521"/>
                    </a:lnTo>
                    <a:lnTo>
                      <a:pt x="82" y="485"/>
                    </a:lnTo>
                    <a:lnTo>
                      <a:pt x="97" y="451"/>
                    </a:lnTo>
                    <a:lnTo>
                      <a:pt x="124" y="388"/>
                    </a:lnTo>
                    <a:lnTo>
                      <a:pt x="124" y="388"/>
                    </a:lnTo>
                    <a:lnTo>
                      <a:pt x="152" y="331"/>
                    </a:lnTo>
                    <a:lnTo>
                      <a:pt x="180" y="280"/>
                    </a:lnTo>
                    <a:lnTo>
                      <a:pt x="207" y="234"/>
                    </a:lnTo>
                    <a:lnTo>
                      <a:pt x="232" y="193"/>
                    </a:lnTo>
                    <a:lnTo>
                      <a:pt x="259" y="157"/>
                    </a:lnTo>
                    <a:lnTo>
                      <a:pt x="283" y="125"/>
                    </a:lnTo>
                    <a:lnTo>
                      <a:pt x="308" y="98"/>
                    </a:lnTo>
                    <a:lnTo>
                      <a:pt x="331" y="75"/>
                    </a:lnTo>
                    <a:lnTo>
                      <a:pt x="354" y="54"/>
                    </a:lnTo>
                    <a:lnTo>
                      <a:pt x="377" y="38"/>
                    </a:lnTo>
                    <a:lnTo>
                      <a:pt x="399" y="25"/>
                    </a:lnTo>
                    <a:lnTo>
                      <a:pt x="420" y="14"/>
                    </a:lnTo>
                    <a:lnTo>
                      <a:pt x="440" y="7"/>
                    </a:lnTo>
                    <a:lnTo>
                      <a:pt x="459" y="2"/>
                    </a:lnTo>
                    <a:lnTo>
                      <a:pt x="478" y="0"/>
                    </a:lnTo>
                    <a:lnTo>
                      <a:pt x="496" y="0"/>
                    </a:lnTo>
                    <a:lnTo>
                      <a:pt x="513" y="1"/>
                    </a:lnTo>
                    <a:lnTo>
                      <a:pt x="528" y="5"/>
                    </a:lnTo>
                    <a:lnTo>
                      <a:pt x="543" y="9"/>
                    </a:lnTo>
                    <a:lnTo>
                      <a:pt x="557" y="14"/>
                    </a:lnTo>
                    <a:lnTo>
                      <a:pt x="571" y="21"/>
                    </a:lnTo>
                    <a:lnTo>
                      <a:pt x="583" y="29"/>
                    </a:lnTo>
                    <a:lnTo>
                      <a:pt x="594" y="36"/>
                    </a:lnTo>
                    <a:lnTo>
                      <a:pt x="603" y="43"/>
                    </a:lnTo>
                    <a:lnTo>
                      <a:pt x="620" y="59"/>
                    </a:lnTo>
                    <a:lnTo>
                      <a:pt x="632" y="72"/>
                    </a:lnTo>
                    <a:lnTo>
                      <a:pt x="642" y="86"/>
                    </a:lnTo>
                    <a:lnTo>
                      <a:pt x="521" y="393"/>
                    </a:lnTo>
                    <a:lnTo>
                      <a:pt x="521" y="393"/>
                    </a:lnTo>
                    <a:lnTo>
                      <a:pt x="515" y="402"/>
                    </a:lnTo>
                    <a:lnTo>
                      <a:pt x="492" y="446"/>
                    </a:lnTo>
                    <a:lnTo>
                      <a:pt x="437" y="543"/>
                    </a:lnTo>
                    <a:lnTo>
                      <a:pt x="339" y="712"/>
                    </a:lnTo>
                    <a:lnTo>
                      <a:pt x="339" y="7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383">
                <a:extLst>
                  <a:ext uri="{FF2B5EF4-FFF2-40B4-BE49-F238E27FC236}">
                    <a16:creationId xmlns:a16="http://schemas.microsoft.com/office/drawing/2014/main" id="{A7ACE57D-A6A0-0045-BB20-933170B20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0677" y="5618660"/>
                <a:ext cx="549301" cy="311624"/>
              </a:xfrm>
              <a:custGeom>
                <a:avLst/>
                <a:gdLst>
                  <a:gd name="T0" fmla="*/ 52 w 209"/>
                  <a:gd name="T1" fmla="*/ 7 h 117"/>
                  <a:gd name="T2" fmla="*/ 52 w 209"/>
                  <a:gd name="T3" fmla="*/ 7 h 117"/>
                  <a:gd name="T4" fmla="*/ 59 w 209"/>
                  <a:gd name="T5" fmla="*/ 6 h 117"/>
                  <a:gd name="T6" fmla="*/ 81 w 209"/>
                  <a:gd name="T7" fmla="*/ 2 h 117"/>
                  <a:gd name="T8" fmla="*/ 95 w 209"/>
                  <a:gd name="T9" fmla="*/ 1 h 117"/>
                  <a:gd name="T10" fmla="*/ 111 w 209"/>
                  <a:gd name="T11" fmla="*/ 0 h 117"/>
                  <a:gd name="T12" fmla="*/ 127 w 209"/>
                  <a:gd name="T13" fmla="*/ 1 h 117"/>
                  <a:gd name="T14" fmla="*/ 143 w 209"/>
                  <a:gd name="T15" fmla="*/ 5 h 117"/>
                  <a:gd name="T16" fmla="*/ 143 w 209"/>
                  <a:gd name="T17" fmla="*/ 5 h 117"/>
                  <a:gd name="T18" fmla="*/ 156 w 209"/>
                  <a:gd name="T19" fmla="*/ 10 h 117"/>
                  <a:gd name="T20" fmla="*/ 166 w 209"/>
                  <a:gd name="T21" fmla="*/ 14 h 117"/>
                  <a:gd name="T22" fmla="*/ 176 w 209"/>
                  <a:gd name="T23" fmla="*/ 22 h 117"/>
                  <a:gd name="T24" fmla="*/ 185 w 209"/>
                  <a:gd name="T25" fmla="*/ 29 h 117"/>
                  <a:gd name="T26" fmla="*/ 192 w 209"/>
                  <a:gd name="T27" fmla="*/ 37 h 117"/>
                  <a:gd name="T28" fmla="*/ 198 w 209"/>
                  <a:gd name="T29" fmla="*/ 45 h 117"/>
                  <a:gd name="T30" fmla="*/ 208 w 209"/>
                  <a:gd name="T31" fmla="*/ 59 h 117"/>
                  <a:gd name="T32" fmla="*/ 208 w 209"/>
                  <a:gd name="T33" fmla="*/ 59 h 117"/>
                  <a:gd name="T34" fmla="*/ 209 w 209"/>
                  <a:gd name="T35" fmla="*/ 63 h 117"/>
                  <a:gd name="T36" fmla="*/ 209 w 209"/>
                  <a:gd name="T37" fmla="*/ 66 h 117"/>
                  <a:gd name="T38" fmla="*/ 209 w 209"/>
                  <a:gd name="T39" fmla="*/ 69 h 117"/>
                  <a:gd name="T40" fmla="*/ 206 w 209"/>
                  <a:gd name="T41" fmla="*/ 73 h 117"/>
                  <a:gd name="T42" fmla="*/ 206 w 209"/>
                  <a:gd name="T43" fmla="*/ 73 h 117"/>
                  <a:gd name="T44" fmla="*/ 200 w 209"/>
                  <a:gd name="T45" fmla="*/ 80 h 117"/>
                  <a:gd name="T46" fmla="*/ 191 w 209"/>
                  <a:gd name="T47" fmla="*/ 87 h 117"/>
                  <a:gd name="T48" fmla="*/ 177 w 209"/>
                  <a:gd name="T49" fmla="*/ 94 h 117"/>
                  <a:gd name="T50" fmla="*/ 159 w 209"/>
                  <a:gd name="T51" fmla="*/ 103 h 117"/>
                  <a:gd name="T52" fmla="*/ 159 w 209"/>
                  <a:gd name="T53" fmla="*/ 103 h 117"/>
                  <a:gd name="T54" fmla="*/ 147 w 209"/>
                  <a:gd name="T55" fmla="*/ 109 h 117"/>
                  <a:gd name="T56" fmla="*/ 136 w 209"/>
                  <a:gd name="T57" fmla="*/ 112 h 117"/>
                  <a:gd name="T58" fmla="*/ 128 w 209"/>
                  <a:gd name="T59" fmla="*/ 115 h 117"/>
                  <a:gd name="T60" fmla="*/ 119 w 209"/>
                  <a:gd name="T61" fmla="*/ 116 h 117"/>
                  <a:gd name="T62" fmla="*/ 104 w 209"/>
                  <a:gd name="T63" fmla="*/ 117 h 117"/>
                  <a:gd name="T64" fmla="*/ 85 w 209"/>
                  <a:gd name="T65" fmla="*/ 117 h 117"/>
                  <a:gd name="T66" fmla="*/ 85 w 209"/>
                  <a:gd name="T67" fmla="*/ 117 h 117"/>
                  <a:gd name="T68" fmla="*/ 75 w 209"/>
                  <a:gd name="T69" fmla="*/ 116 h 117"/>
                  <a:gd name="T70" fmla="*/ 62 w 209"/>
                  <a:gd name="T71" fmla="*/ 114 h 117"/>
                  <a:gd name="T72" fmla="*/ 49 w 209"/>
                  <a:gd name="T73" fmla="*/ 109 h 117"/>
                  <a:gd name="T74" fmla="*/ 37 w 209"/>
                  <a:gd name="T75" fmla="*/ 103 h 117"/>
                  <a:gd name="T76" fmla="*/ 25 w 209"/>
                  <a:gd name="T77" fmla="*/ 95 h 117"/>
                  <a:gd name="T78" fmla="*/ 15 w 209"/>
                  <a:gd name="T79" fmla="*/ 88 h 117"/>
                  <a:gd name="T80" fmla="*/ 8 w 209"/>
                  <a:gd name="T81" fmla="*/ 81 h 117"/>
                  <a:gd name="T82" fmla="*/ 3 w 209"/>
                  <a:gd name="T83" fmla="*/ 75 h 117"/>
                  <a:gd name="T84" fmla="*/ 3 w 209"/>
                  <a:gd name="T85" fmla="*/ 75 h 117"/>
                  <a:gd name="T86" fmla="*/ 1 w 209"/>
                  <a:gd name="T87" fmla="*/ 68 h 117"/>
                  <a:gd name="T88" fmla="*/ 0 w 209"/>
                  <a:gd name="T89" fmla="*/ 62 h 117"/>
                  <a:gd name="T90" fmla="*/ 1 w 209"/>
                  <a:gd name="T91" fmla="*/ 54 h 117"/>
                  <a:gd name="T92" fmla="*/ 3 w 209"/>
                  <a:gd name="T93" fmla="*/ 48 h 117"/>
                  <a:gd name="T94" fmla="*/ 7 w 209"/>
                  <a:gd name="T95" fmla="*/ 42 h 117"/>
                  <a:gd name="T96" fmla="*/ 10 w 209"/>
                  <a:gd name="T97" fmla="*/ 37 h 117"/>
                  <a:gd name="T98" fmla="*/ 20 w 209"/>
                  <a:gd name="T99" fmla="*/ 28 h 117"/>
                  <a:gd name="T100" fmla="*/ 31 w 209"/>
                  <a:gd name="T101" fmla="*/ 19 h 117"/>
                  <a:gd name="T102" fmla="*/ 41 w 209"/>
                  <a:gd name="T103" fmla="*/ 13 h 117"/>
                  <a:gd name="T104" fmla="*/ 52 w 209"/>
                  <a:gd name="T105" fmla="*/ 7 h 117"/>
                  <a:gd name="T106" fmla="*/ 52 w 209"/>
                  <a:gd name="T107" fmla="*/ 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9" h="117">
                    <a:moveTo>
                      <a:pt x="52" y="7"/>
                    </a:moveTo>
                    <a:lnTo>
                      <a:pt x="52" y="7"/>
                    </a:lnTo>
                    <a:lnTo>
                      <a:pt x="59" y="6"/>
                    </a:lnTo>
                    <a:lnTo>
                      <a:pt x="81" y="2"/>
                    </a:lnTo>
                    <a:lnTo>
                      <a:pt x="95" y="1"/>
                    </a:lnTo>
                    <a:lnTo>
                      <a:pt x="111" y="0"/>
                    </a:lnTo>
                    <a:lnTo>
                      <a:pt x="127" y="1"/>
                    </a:lnTo>
                    <a:lnTo>
                      <a:pt x="143" y="5"/>
                    </a:lnTo>
                    <a:lnTo>
                      <a:pt x="143" y="5"/>
                    </a:lnTo>
                    <a:lnTo>
                      <a:pt x="156" y="10"/>
                    </a:lnTo>
                    <a:lnTo>
                      <a:pt x="166" y="14"/>
                    </a:lnTo>
                    <a:lnTo>
                      <a:pt x="176" y="22"/>
                    </a:lnTo>
                    <a:lnTo>
                      <a:pt x="185" y="29"/>
                    </a:lnTo>
                    <a:lnTo>
                      <a:pt x="192" y="37"/>
                    </a:lnTo>
                    <a:lnTo>
                      <a:pt x="198" y="45"/>
                    </a:lnTo>
                    <a:lnTo>
                      <a:pt x="208" y="59"/>
                    </a:lnTo>
                    <a:lnTo>
                      <a:pt x="208" y="59"/>
                    </a:lnTo>
                    <a:lnTo>
                      <a:pt x="209" y="63"/>
                    </a:lnTo>
                    <a:lnTo>
                      <a:pt x="209" y="66"/>
                    </a:lnTo>
                    <a:lnTo>
                      <a:pt x="209" y="69"/>
                    </a:lnTo>
                    <a:lnTo>
                      <a:pt x="206" y="73"/>
                    </a:lnTo>
                    <a:lnTo>
                      <a:pt x="206" y="73"/>
                    </a:lnTo>
                    <a:lnTo>
                      <a:pt x="200" y="80"/>
                    </a:lnTo>
                    <a:lnTo>
                      <a:pt x="191" y="87"/>
                    </a:lnTo>
                    <a:lnTo>
                      <a:pt x="177" y="94"/>
                    </a:lnTo>
                    <a:lnTo>
                      <a:pt x="159" y="103"/>
                    </a:lnTo>
                    <a:lnTo>
                      <a:pt x="159" y="103"/>
                    </a:lnTo>
                    <a:lnTo>
                      <a:pt x="147" y="109"/>
                    </a:lnTo>
                    <a:lnTo>
                      <a:pt x="136" y="112"/>
                    </a:lnTo>
                    <a:lnTo>
                      <a:pt x="128" y="115"/>
                    </a:lnTo>
                    <a:lnTo>
                      <a:pt x="119" y="116"/>
                    </a:lnTo>
                    <a:lnTo>
                      <a:pt x="104" y="117"/>
                    </a:lnTo>
                    <a:lnTo>
                      <a:pt x="85" y="117"/>
                    </a:lnTo>
                    <a:lnTo>
                      <a:pt x="85" y="117"/>
                    </a:lnTo>
                    <a:lnTo>
                      <a:pt x="75" y="116"/>
                    </a:lnTo>
                    <a:lnTo>
                      <a:pt x="62" y="114"/>
                    </a:lnTo>
                    <a:lnTo>
                      <a:pt x="49" y="109"/>
                    </a:lnTo>
                    <a:lnTo>
                      <a:pt x="37" y="103"/>
                    </a:lnTo>
                    <a:lnTo>
                      <a:pt x="25" y="95"/>
                    </a:lnTo>
                    <a:lnTo>
                      <a:pt x="15" y="88"/>
                    </a:lnTo>
                    <a:lnTo>
                      <a:pt x="8" y="81"/>
                    </a:lnTo>
                    <a:lnTo>
                      <a:pt x="3" y="75"/>
                    </a:lnTo>
                    <a:lnTo>
                      <a:pt x="3" y="75"/>
                    </a:lnTo>
                    <a:lnTo>
                      <a:pt x="1" y="68"/>
                    </a:lnTo>
                    <a:lnTo>
                      <a:pt x="0" y="62"/>
                    </a:lnTo>
                    <a:lnTo>
                      <a:pt x="1" y="54"/>
                    </a:lnTo>
                    <a:lnTo>
                      <a:pt x="3" y="48"/>
                    </a:lnTo>
                    <a:lnTo>
                      <a:pt x="7" y="42"/>
                    </a:lnTo>
                    <a:lnTo>
                      <a:pt x="10" y="37"/>
                    </a:lnTo>
                    <a:lnTo>
                      <a:pt x="20" y="28"/>
                    </a:lnTo>
                    <a:lnTo>
                      <a:pt x="31" y="19"/>
                    </a:lnTo>
                    <a:lnTo>
                      <a:pt x="41" y="13"/>
                    </a:lnTo>
                    <a:lnTo>
                      <a:pt x="52" y="7"/>
                    </a:lnTo>
                    <a:lnTo>
                      <a:pt x="52" y="7"/>
                    </a:lnTo>
                    <a:close/>
                  </a:path>
                </a:pathLst>
              </a:custGeom>
              <a:solidFill>
                <a:srgbClr val="FFD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Freeform 384">
                <a:extLst>
                  <a:ext uri="{FF2B5EF4-FFF2-40B4-BE49-F238E27FC236}">
                    <a16:creationId xmlns:a16="http://schemas.microsoft.com/office/drawing/2014/main" id="{FB814177-6E87-5E45-8E1E-297BEB5F4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686" y="4213718"/>
                <a:ext cx="121482" cy="913742"/>
              </a:xfrm>
              <a:custGeom>
                <a:avLst/>
                <a:gdLst>
                  <a:gd name="T0" fmla="*/ 42 w 48"/>
                  <a:gd name="T1" fmla="*/ 0 h 346"/>
                  <a:gd name="T2" fmla="*/ 42 w 48"/>
                  <a:gd name="T3" fmla="*/ 0 h 346"/>
                  <a:gd name="T4" fmla="*/ 39 w 48"/>
                  <a:gd name="T5" fmla="*/ 11 h 346"/>
                  <a:gd name="T6" fmla="*/ 34 w 48"/>
                  <a:gd name="T7" fmla="*/ 42 h 346"/>
                  <a:gd name="T8" fmla="*/ 23 w 48"/>
                  <a:gd name="T9" fmla="*/ 143 h 346"/>
                  <a:gd name="T10" fmla="*/ 0 w 48"/>
                  <a:gd name="T11" fmla="*/ 346 h 346"/>
                  <a:gd name="T12" fmla="*/ 0 w 48"/>
                  <a:gd name="T13" fmla="*/ 346 h 346"/>
                  <a:gd name="T14" fmla="*/ 48 w 48"/>
                  <a:gd name="T15" fmla="*/ 265 h 346"/>
                  <a:gd name="T16" fmla="*/ 48 w 48"/>
                  <a:gd name="T17" fmla="*/ 265 h 346"/>
                  <a:gd name="T18" fmla="*/ 43 w 48"/>
                  <a:gd name="T19" fmla="*/ 133 h 346"/>
                  <a:gd name="T20" fmla="*/ 43 w 48"/>
                  <a:gd name="T21" fmla="*/ 71 h 346"/>
                  <a:gd name="T22" fmla="*/ 43 w 48"/>
                  <a:gd name="T23" fmla="*/ 7 h 346"/>
                  <a:gd name="T24" fmla="*/ 42 w 48"/>
                  <a:gd name="T25" fmla="*/ 0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8" h="346">
                    <a:moveTo>
                      <a:pt x="42" y="0"/>
                    </a:moveTo>
                    <a:lnTo>
                      <a:pt x="42" y="0"/>
                    </a:lnTo>
                    <a:lnTo>
                      <a:pt x="39" y="11"/>
                    </a:lnTo>
                    <a:lnTo>
                      <a:pt x="34" y="42"/>
                    </a:lnTo>
                    <a:lnTo>
                      <a:pt x="23" y="143"/>
                    </a:lnTo>
                    <a:lnTo>
                      <a:pt x="0" y="346"/>
                    </a:lnTo>
                    <a:lnTo>
                      <a:pt x="0" y="346"/>
                    </a:lnTo>
                    <a:lnTo>
                      <a:pt x="48" y="265"/>
                    </a:lnTo>
                    <a:lnTo>
                      <a:pt x="48" y="265"/>
                    </a:lnTo>
                    <a:lnTo>
                      <a:pt x="43" y="133"/>
                    </a:lnTo>
                    <a:lnTo>
                      <a:pt x="43" y="71"/>
                    </a:lnTo>
                    <a:lnTo>
                      <a:pt x="43" y="7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A1B1B2BB-E162-904E-AA1B-57C4DEFA9A04}"/>
                </a:ext>
              </a:extLst>
            </p:cNvPr>
            <p:cNvGrpSpPr/>
            <p:nvPr/>
          </p:nvGrpSpPr>
          <p:grpSpPr>
            <a:xfrm flipH="1">
              <a:off x="5829272" y="3326386"/>
              <a:ext cx="2070441" cy="2603898"/>
              <a:chOff x="3959537" y="3326386"/>
              <a:chExt cx="2070441" cy="2603898"/>
            </a:xfrm>
          </p:grpSpPr>
          <p:sp>
            <p:nvSpPr>
              <p:cNvPr id="49" name="Freeform 381">
                <a:extLst>
                  <a:ext uri="{FF2B5EF4-FFF2-40B4-BE49-F238E27FC236}">
                    <a16:creationId xmlns:a16="http://schemas.microsoft.com/office/drawing/2014/main" id="{506F0C19-508D-2642-8626-0CDC63A1C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537" y="3326386"/>
                <a:ext cx="1700719" cy="2540517"/>
              </a:xfrm>
              <a:custGeom>
                <a:avLst/>
                <a:gdLst>
                  <a:gd name="T0" fmla="*/ 339 w 643"/>
                  <a:gd name="T1" fmla="*/ 712 h 961"/>
                  <a:gd name="T2" fmla="*/ 383 w 643"/>
                  <a:gd name="T3" fmla="*/ 731 h 961"/>
                  <a:gd name="T4" fmla="*/ 458 w 643"/>
                  <a:gd name="T5" fmla="*/ 766 h 961"/>
                  <a:gd name="T6" fmla="*/ 514 w 643"/>
                  <a:gd name="T7" fmla="*/ 797 h 961"/>
                  <a:gd name="T8" fmla="*/ 566 w 643"/>
                  <a:gd name="T9" fmla="*/ 830 h 961"/>
                  <a:gd name="T10" fmla="*/ 609 w 643"/>
                  <a:gd name="T11" fmla="*/ 866 h 961"/>
                  <a:gd name="T12" fmla="*/ 626 w 643"/>
                  <a:gd name="T13" fmla="*/ 884 h 961"/>
                  <a:gd name="T14" fmla="*/ 637 w 643"/>
                  <a:gd name="T15" fmla="*/ 902 h 961"/>
                  <a:gd name="T16" fmla="*/ 643 w 643"/>
                  <a:gd name="T17" fmla="*/ 919 h 961"/>
                  <a:gd name="T18" fmla="*/ 642 w 643"/>
                  <a:gd name="T19" fmla="*/ 926 h 961"/>
                  <a:gd name="T20" fmla="*/ 634 w 643"/>
                  <a:gd name="T21" fmla="*/ 937 h 961"/>
                  <a:gd name="T22" fmla="*/ 617 w 643"/>
                  <a:gd name="T23" fmla="*/ 945 h 961"/>
                  <a:gd name="T24" fmla="*/ 591 w 643"/>
                  <a:gd name="T25" fmla="*/ 953 h 961"/>
                  <a:gd name="T26" fmla="*/ 541 w 643"/>
                  <a:gd name="T27" fmla="*/ 959 h 961"/>
                  <a:gd name="T28" fmla="*/ 455 w 643"/>
                  <a:gd name="T29" fmla="*/ 961 h 961"/>
                  <a:gd name="T30" fmla="*/ 355 w 643"/>
                  <a:gd name="T31" fmla="*/ 955 h 961"/>
                  <a:gd name="T32" fmla="*/ 253 w 643"/>
                  <a:gd name="T33" fmla="*/ 941 h 961"/>
                  <a:gd name="T34" fmla="*/ 154 w 643"/>
                  <a:gd name="T35" fmla="*/ 920 h 961"/>
                  <a:gd name="T36" fmla="*/ 108 w 643"/>
                  <a:gd name="T37" fmla="*/ 905 h 961"/>
                  <a:gd name="T38" fmla="*/ 66 w 643"/>
                  <a:gd name="T39" fmla="*/ 890 h 961"/>
                  <a:gd name="T40" fmla="*/ 30 w 643"/>
                  <a:gd name="T41" fmla="*/ 873 h 961"/>
                  <a:gd name="T42" fmla="*/ 23 w 643"/>
                  <a:gd name="T43" fmla="*/ 868 h 961"/>
                  <a:gd name="T44" fmla="*/ 12 w 643"/>
                  <a:gd name="T45" fmla="*/ 853 h 961"/>
                  <a:gd name="T46" fmla="*/ 5 w 643"/>
                  <a:gd name="T47" fmla="*/ 834 h 961"/>
                  <a:gd name="T48" fmla="*/ 1 w 643"/>
                  <a:gd name="T49" fmla="*/ 811 h 961"/>
                  <a:gd name="T50" fmla="*/ 1 w 643"/>
                  <a:gd name="T51" fmla="*/ 770 h 961"/>
                  <a:gd name="T52" fmla="*/ 11 w 643"/>
                  <a:gd name="T53" fmla="*/ 705 h 961"/>
                  <a:gd name="T54" fmla="*/ 30 w 643"/>
                  <a:gd name="T55" fmla="*/ 633 h 961"/>
                  <a:gd name="T56" fmla="*/ 54 w 643"/>
                  <a:gd name="T57" fmla="*/ 558 h 961"/>
                  <a:gd name="T58" fmla="*/ 82 w 643"/>
                  <a:gd name="T59" fmla="*/ 485 h 961"/>
                  <a:gd name="T60" fmla="*/ 124 w 643"/>
                  <a:gd name="T61" fmla="*/ 388 h 961"/>
                  <a:gd name="T62" fmla="*/ 152 w 643"/>
                  <a:gd name="T63" fmla="*/ 331 h 961"/>
                  <a:gd name="T64" fmla="*/ 207 w 643"/>
                  <a:gd name="T65" fmla="*/ 234 h 961"/>
                  <a:gd name="T66" fmla="*/ 259 w 643"/>
                  <a:gd name="T67" fmla="*/ 157 h 961"/>
                  <a:gd name="T68" fmla="*/ 308 w 643"/>
                  <a:gd name="T69" fmla="*/ 98 h 961"/>
                  <a:gd name="T70" fmla="*/ 354 w 643"/>
                  <a:gd name="T71" fmla="*/ 54 h 961"/>
                  <a:gd name="T72" fmla="*/ 399 w 643"/>
                  <a:gd name="T73" fmla="*/ 25 h 961"/>
                  <a:gd name="T74" fmla="*/ 440 w 643"/>
                  <a:gd name="T75" fmla="*/ 7 h 961"/>
                  <a:gd name="T76" fmla="*/ 478 w 643"/>
                  <a:gd name="T77" fmla="*/ 0 h 961"/>
                  <a:gd name="T78" fmla="*/ 513 w 643"/>
                  <a:gd name="T79" fmla="*/ 1 h 961"/>
                  <a:gd name="T80" fmla="*/ 543 w 643"/>
                  <a:gd name="T81" fmla="*/ 9 h 961"/>
                  <a:gd name="T82" fmla="*/ 571 w 643"/>
                  <a:gd name="T83" fmla="*/ 21 h 961"/>
                  <a:gd name="T84" fmla="*/ 594 w 643"/>
                  <a:gd name="T85" fmla="*/ 36 h 961"/>
                  <a:gd name="T86" fmla="*/ 620 w 643"/>
                  <a:gd name="T87" fmla="*/ 59 h 961"/>
                  <a:gd name="T88" fmla="*/ 642 w 643"/>
                  <a:gd name="T89" fmla="*/ 86 h 961"/>
                  <a:gd name="T90" fmla="*/ 521 w 643"/>
                  <a:gd name="T91" fmla="*/ 393 h 961"/>
                  <a:gd name="T92" fmla="*/ 492 w 643"/>
                  <a:gd name="T93" fmla="*/ 446 h 961"/>
                  <a:gd name="T94" fmla="*/ 339 w 643"/>
                  <a:gd name="T95" fmla="*/ 712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43" h="961">
                    <a:moveTo>
                      <a:pt x="339" y="712"/>
                    </a:moveTo>
                    <a:lnTo>
                      <a:pt x="339" y="712"/>
                    </a:lnTo>
                    <a:lnTo>
                      <a:pt x="351" y="717"/>
                    </a:lnTo>
                    <a:lnTo>
                      <a:pt x="383" y="731"/>
                    </a:lnTo>
                    <a:lnTo>
                      <a:pt x="432" y="753"/>
                    </a:lnTo>
                    <a:lnTo>
                      <a:pt x="458" y="766"/>
                    </a:lnTo>
                    <a:lnTo>
                      <a:pt x="486" y="781"/>
                    </a:lnTo>
                    <a:lnTo>
                      <a:pt x="514" y="797"/>
                    </a:lnTo>
                    <a:lnTo>
                      <a:pt x="541" y="814"/>
                    </a:lnTo>
                    <a:lnTo>
                      <a:pt x="566" y="830"/>
                    </a:lnTo>
                    <a:lnTo>
                      <a:pt x="590" y="849"/>
                    </a:lnTo>
                    <a:lnTo>
                      <a:pt x="609" y="866"/>
                    </a:lnTo>
                    <a:lnTo>
                      <a:pt x="619" y="875"/>
                    </a:lnTo>
                    <a:lnTo>
                      <a:pt x="626" y="884"/>
                    </a:lnTo>
                    <a:lnTo>
                      <a:pt x="632" y="893"/>
                    </a:lnTo>
                    <a:lnTo>
                      <a:pt x="637" y="902"/>
                    </a:lnTo>
                    <a:lnTo>
                      <a:pt x="641" y="910"/>
                    </a:lnTo>
                    <a:lnTo>
                      <a:pt x="643" y="919"/>
                    </a:lnTo>
                    <a:lnTo>
                      <a:pt x="643" y="919"/>
                    </a:lnTo>
                    <a:lnTo>
                      <a:pt x="642" y="926"/>
                    </a:lnTo>
                    <a:lnTo>
                      <a:pt x="640" y="931"/>
                    </a:lnTo>
                    <a:lnTo>
                      <a:pt x="634" y="937"/>
                    </a:lnTo>
                    <a:lnTo>
                      <a:pt x="626" y="942"/>
                    </a:lnTo>
                    <a:lnTo>
                      <a:pt x="617" y="945"/>
                    </a:lnTo>
                    <a:lnTo>
                      <a:pt x="605" y="949"/>
                    </a:lnTo>
                    <a:lnTo>
                      <a:pt x="591" y="953"/>
                    </a:lnTo>
                    <a:lnTo>
                      <a:pt x="576" y="955"/>
                    </a:lnTo>
                    <a:lnTo>
                      <a:pt x="541" y="959"/>
                    </a:lnTo>
                    <a:lnTo>
                      <a:pt x="499" y="961"/>
                    </a:lnTo>
                    <a:lnTo>
                      <a:pt x="455" y="961"/>
                    </a:lnTo>
                    <a:lnTo>
                      <a:pt x="406" y="959"/>
                    </a:lnTo>
                    <a:lnTo>
                      <a:pt x="355" y="955"/>
                    </a:lnTo>
                    <a:lnTo>
                      <a:pt x="305" y="949"/>
                    </a:lnTo>
                    <a:lnTo>
                      <a:pt x="253" y="941"/>
                    </a:lnTo>
                    <a:lnTo>
                      <a:pt x="202" y="931"/>
                    </a:lnTo>
                    <a:lnTo>
                      <a:pt x="154" y="920"/>
                    </a:lnTo>
                    <a:lnTo>
                      <a:pt x="131" y="913"/>
                    </a:lnTo>
                    <a:lnTo>
                      <a:pt x="108" y="905"/>
                    </a:lnTo>
                    <a:lnTo>
                      <a:pt x="87" y="898"/>
                    </a:lnTo>
                    <a:lnTo>
                      <a:pt x="66" y="890"/>
                    </a:lnTo>
                    <a:lnTo>
                      <a:pt x="48" y="881"/>
                    </a:lnTo>
                    <a:lnTo>
                      <a:pt x="30" y="873"/>
                    </a:lnTo>
                    <a:lnTo>
                      <a:pt x="30" y="873"/>
                    </a:lnTo>
                    <a:lnTo>
                      <a:pt x="23" y="868"/>
                    </a:lnTo>
                    <a:lnTo>
                      <a:pt x="17" y="861"/>
                    </a:lnTo>
                    <a:lnTo>
                      <a:pt x="12" y="853"/>
                    </a:lnTo>
                    <a:lnTo>
                      <a:pt x="8" y="845"/>
                    </a:lnTo>
                    <a:lnTo>
                      <a:pt x="5" y="834"/>
                    </a:lnTo>
                    <a:lnTo>
                      <a:pt x="2" y="823"/>
                    </a:lnTo>
                    <a:lnTo>
                      <a:pt x="1" y="811"/>
                    </a:lnTo>
                    <a:lnTo>
                      <a:pt x="0" y="799"/>
                    </a:lnTo>
                    <a:lnTo>
                      <a:pt x="1" y="770"/>
                    </a:lnTo>
                    <a:lnTo>
                      <a:pt x="5" y="739"/>
                    </a:lnTo>
                    <a:lnTo>
                      <a:pt x="11" y="705"/>
                    </a:lnTo>
                    <a:lnTo>
                      <a:pt x="19" y="670"/>
                    </a:lnTo>
                    <a:lnTo>
                      <a:pt x="30" y="633"/>
                    </a:lnTo>
                    <a:lnTo>
                      <a:pt x="41" y="596"/>
                    </a:lnTo>
                    <a:lnTo>
                      <a:pt x="54" y="558"/>
                    </a:lnTo>
                    <a:lnTo>
                      <a:pt x="68" y="521"/>
                    </a:lnTo>
                    <a:lnTo>
                      <a:pt x="82" y="485"/>
                    </a:lnTo>
                    <a:lnTo>
                      <a:pt x="97" y="451"/>
                    </a:lnTo>
                    <a:lnTo>
                      <a:pt x="124" y="388"/>
                    </a:lnTo>
                    <a:lnTo>
                      <a:pt x="124" y="388"/>
                    </a:lnTo>
                    <a:lnTo>
                      <a:pt x="152" y="331"/>
                    </a:lnTo>
                    <a:lnTo>
                      <a:pt x="180" y="280"/>
                    </a:lnTo>
                    <a:lnTo>
                      <a:pt x="207" y="234"/>
                    </a:lnTo>
                    <a:lnTo>
                      <a:pt x="232" y="193"/>
                    </a:lnTo>
                    <a:lnTo>
                      <a:pt x="259" y="157"/>
                    </a:lnTo>
                    <a:lnTo>
                      <a:pt x="283" y="125"/>
                    </a:lnTo>
                    <a:lnTo>
                      <a:pt x="308" y="98"/>
                    </a:lnTo>
                    <a:lnTo>
                      <a:pt x="331" y="75"/>
                    </a:lnTo>
                    <a:lnTo>
                      <a:pt x="354" y="54"/>
                    </a:lnTo>
                    <a:lnTo>
                      <a:pt x="377" y="38"/>
                    </a:lnTo>
                    <a:lnTo>
                      <a:pt x="399" y="25"/>
                    </a:lnTo>
                    <a:lnTo>
                      <a:pt x="420" y="14"/>
                    </a:lnTo>
                    <a:lnTo>
                      <a:pt x="440" y="7"/>
                    </a:lnTo>
                    <a:lnTo>
                      <a:pt x="459" y="2"/>
                    </a:lnTo>
                    <a:lnTo>
                      <a:pt x="478" y="0"/>
                    </a:lnTo>
                    <a:lnTo>
                      <a:pt x="496" y="0"/>
                    </a:lnTo>
                    <a:lnTo>
                      <a:pt x="513" y="1"/>
                    </a:lnTo>
                    <a:lnTo>
                      <a:pt x="528" y="5"/>
                    </a:lnTo>
                    <a:lnTo>
                      <a:pt x="543" y="9"/>
                    </a:lnTo>
                    <a:lnTo>
                      <a:pt x="557" y="14"/>
                    </a:lnTo>
                    <a:lnTo>
                      <a:pt x="571" y="21"/>
                    </a:lnTo>
                    <a:lnTo>
                      <a:pt x="583" y="29"/>
                    </a:lnTo>
                    <a:lnTo>
                      <a:pt x="594" y="36"/>
                    </a:lnTo>
                    <a:lnTo>
                      <a:pt x="603" y="43"/>
                    </a:lnTo>
                    <a:lnTo>
                      <a:pt x="620" y="59"/>
                    </a:lnTo>
                    <a:lnTo>
                      <a:pt x="632" y="72"/>
                    </a:lnTo>
                    <a:lnTo>
                      <a:pt x="642" y="86"/>
                    </a:lnTo>
                    <a:lnTo>
                      <a:pt x="521" y="393"/>
                    </a:lnTo>
                    <a:lnTo>
                      <a:pt x="521" y="393"/>
                    </a:lnTo>
                    <a:lnTo>
                      <a:pt x="515" y="402"/>
                    </a:lnTo>
                    <a:lnTo>
                      <a:pt x="492" y="446"/>
                    </a:lnTo>
                    <a:lnTo>
                      <a:pt x="437" y="543"/>
                    </a:lnTo>
                    <a:lnTo>
                      <a:pt x="339" y="712"/>
                    </a:lnTo>
                    <a:lnTo>
                      <a:pt x="339" y="7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Freeform 383">
                <a:extLst>
                  <a:ext uri="{FF2B5EF4-FFF2-40B4-BE49-F238E27FC236}">
                    <a16:creationId xmlns:a16="http://schemas.microsoft.com/office/drawing/2014/main" id="{B7DAF8AE-43F6-3C4E-9459-876F651D3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0677" y="5618660"/>
                <a:ext cx="549301" cy="311624"/>
              </a:xfrm>
              <a:custGeom>
                <a:avLst/>
                <a:gdLst>
                  <a:gd name="T0" fmla="*/ 52 w 209"/>
                  <a:gd name="T1" fmla="*/ 7 h 117"/>
                  <a:gd name="T2" fmla="*/ 52 w 209"/>
                  <a:gd name="T3" fmla="*/ 7 h 117"/>
                  <a:gd name="T4" fmla="*/ 59 w 209"/>
                  <a:gd name="T5" fmla="*/ 6 h 117"/>
                  <a:gd name="T6" fmla="*/ 81 w 209"/>
                  <a:gd name="T7" fmla="*/ 2 h 117"/>
                  <a:gd name="T8" fmla="*/ 95 w 209"/>
                  <a:gd name="T9" fmla="*/ 1 h 117"/>
                  <a:gd name="T10" fmla="*/ 111 w 209"/>
                  <a:gd name="T11" fmla="*/ 0 h 117"/>
                  <a:gd name="T12" fmla="*/ 127 w 209"/>
                  <a:gd name="T13" fmla="*/ 1 h 117"/>
                  <a:gd name="T14" fmla="*/ 143 w 209"/>
                  <a:gd name="T15" fmla="*/ 5 h 117"/>
                  <a:gd name="T16" fmla="*/ 143 w 209"/>
                  <a:gd name="T17" fmla="*/ 5 h 117"/>
                  <a:gd name="T18" fmla="*/ 156 w 209"/>
                  <a:gd name="T19" fmla="*/ 10 h 117"/>
                  <a:gd name="T20" fmla="*/ 166 w 209"/>
                  <a:gd name="T21" fmla="*/ 14 h 117"/>
                  <a:gd name="T22" fmla="*/ 176 w 209"/>
                  <a:gd name="T23" fmla="*/ 22 h 117"/>
                  <a:gd name="T24" fmla="*/ 185 w 209"/>
                  <a:gd name="T25" fmla="*/ 29 h 117"/>
                  <a:gd name="T26" fmla="*/ 192 w 209"/>
                  <a:gd name="T27" fmla="*/ 37 h 117"/>
                  <a:gd name="T28" fmla="*/ 198 w 209"/>
                  <a:gd name="T29" fmla="*/ 45 h 117"/>
                  <a:gd name="T30" fmla="*/ 208 w 209"/>
                  <a:gd name="T31" fmla="*/ 59 h 117"/>
                  <a:gd name="T32" fmla="*/ 208 w 209"/>
                  <a:gd name="T33" fmla="*/ 59 h 117"/>
                  <a:gd name="T34" fmla="*/ 209 w 209"/>
                  <a:gd name="T35" fmla="*/ 63 h 117"/>
                  <a:gd name="T36" fmla="*/ 209 w 209"/>
                  <a:gd name="T37" fmla="*/ 66 h 117"/>
                  <a:gd name="T38" fmla="*/ 209 w 209"/>
                  <a:gd name="T39" fmla="*/ 69 h 117"/>
                  <a:gd name="T40" fmla="*/ 206 w 209"/>
                  <a:gd name="T41" fmla="*/ 73 h 117"/>
                  <a:gd name="T42" fmla="*/ 206 w 209"/>
                  <a:gd name="T43" fmla="*/ 73 h 117"/>
                  <a:gd name="T44" fmla="*/ 200 w 209"/>
                  <a:gd name="T45" fmla="*/ 80 h 117"/>
                  <a:gd name="T46" fmla="*/ 191 w 209"/>
                  <a:gd name="T47" fmla="*/ 87 h 117"/>
                  <a:gd name="T48" fmla="*/ 177 w 209"/>
                  <a:gd name="T49" fmla="*/ 94 h 117"/>
                  <a:gd name="T50" fmla="*/ 159 w 209"/>
                  <a:gd name="T51" fmla="*/ 103 h 117"/>
                  <a:gd name="T52" fmla="*/ 159 w 209"/>
                  <a:gd name="T53" fmla="*/ 103 h 117"/>
                  <a:gd name="T54" fmla="*/ 147 w 209"/>
                  <a:gd name="T55" fmla="*/ 109 h 117"/>
                  <a:gd name="T56" fmla="*/ 136 w 209"/>
                  <a:gd name="T57" fmla="*/ 112 h 117"/>
                  <a:gd name="T58" fmla="*/ 128 w 209"/>
                  <a:gd name="T59" fmla="*/ 115 h 117"/>
                  <a:gd name="T60" fmla="*/ 119 w 209"/>
                  <a:gd name="T61" fmla="*/ 116 h 117"/>
                  <a:gd name="T62" fmla="*/ 104 w 209"/>
                  <a:gd name="T63" fmla="*/ 117 h 117"/>
                  <a:gd name="T64" fmla="*/ 85 w 209"/>
                  <a:gd name="T65" fmla="*/ 117 h 117"/>
                  <a:gd name="T66" fmla="*/ 85 w 209"/>
                  <a:gd name="T67" fmla="*/ 117 h 117"/>
                  <a:gd name="T68" fmla="*/ 75 w 209"/>
                  <a:gd name="T69" fmla="*/ 116 h 117"/>
                  <a:gd name="T70" fmla="*/ 62 w 209"/>
                  <a:gd name="T71" fmla="*/ 114 h 117"/>
                  <a:gd name="T72" fmla="*/ 49 w 209"/>
                  <a:gd name="T73" fmla="*/ 109 h 117"/>
                  <a:gd name="T74" fmla="*/ 37 w 209"/>
                  <a:gd name="T75" fmla="*/ 103 h 117"/>
                  <a:gd name="T76" fmla="*/ 25 w 209"/>
                  <a:gd name="T77" fmla="*/ 95 h 117"/>
                  <a:gd name="T78" fmla="*/ 15 w 209"/>
                  <a:gd name="T79" fmla="*/ 88 h 117"/>
                  <a:gd name="T80" fmla="*/ 8 w 209"/>
                  <a:gd name="T81" fmla="*/ 81 h 117"/>
                  <a:gd name="T82" fmla="*/ 3 w 209"/>
                  <a:gd name="T83" fmla="*/ 75 h 117"/>
                  <a:gd name="T84" fmla="*/ 3 w 209"/>
                  <a:gd name="T85" fmla="*/ 75 h 117"/>
                  <a:gd name="T86" fmla="*/ 1 w 209"/>
                  <a:gd name="T87" fmla="*/ 68 h 117"/>
                  <a:gd name="T88" fmla="*/ 0 w 209"/>
                  <a:gd name="T89" fmla="*/ 62 h 117"/>
                  <a:gd name="T90" fmla="*/ 1 w 209"/>
                  <a:gd name="T91" fmla="*/ 54 h 117"/>
                  <a:gd name="T92" fmla="*/ 3 w 209"/>
                  <a:gd name="T93" fmla="*/ 48 h 117"/>
                  <a:gd name="T94" fmla="*/ 7 w 209"/>
                  <a:gd name="T95" fmla="*/ 42 h 117"/>
                  <a:gd name="T96" fmla="*/ 10 w 209"/>
                  <a:gd name="T97" fmla="*/ 37 h 117"/>
                  <a:gd name="T98" fmla="*/ 20 w 209"/>
                  <a:gd name="T99" fmla="*/ 28 h 117"/>
                  <a:gd name="T100" fmla="*/ 31 w 209"/>
                  <a:gd name="T101" fmla="*/ 19 h 117"/>
                  <a:gd name="T102" fmla="*/ 41 w 209"/>
                  <a:gd name="T103" fmla="*/ 13 h 117"/>
                  <a:gd name="T104" fmla="*/ 52 w 209"/>
                  <a:gd name="T105" fmla="*/ 7 h 117"/>
                  <a:gd name="T106" fmla="*/ 52 w 209"/>
                  <a:gd name="T107" fmla="*/ 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9" h="117">
                    <a:moveTo>
                      <a:pt x="52" y="7"/>
                    </a:moveTo>
                    <a:lnTo>
                      <a:pt x="52" y="7"/>
                    </a:lnTo>
                    <a:lnTo>
                      <a:pt x="59" y="6"/>
                    </a:lnTo>
                    <a:lnTo>
                      <a:pt x="81" y="2"/>
                    </a:lnTo>
                    <a:lnTo>
                      <a:pt x="95" y="1"/>
                    </a:lnTo>
                    <a:lnTo>
                      <a:pt x="111" y="0"/>
                    </a:lnTo>
                    <a:lnTo>
                      <a:pt x="127" y="1"/>
                    </a:lnTo>
                    <a:lnTo>
                      <a:pt x="143" y="5"/>
                    </a:lnTo>
                    <a:lnTo>
                      <a:pt x="143" y="5"/>
                    </a:lnTo>
                    <a:lnTo>
                      <a:pt x="156" y="10"/>
                    </a:lnTo>
                    <a:lnTo>
                      <a:pt x="166" y="14"/>
                    </a:lnTo>
                    <a:lnTo>
                      <a:pt x="176" y="22"/>
                    </a:lnTo>
                    <a:lnTo>
                      <a:pt x="185" y="29"/>
                    </a:lnTo>
                    <a:lnTo>
                      <a:pt x="192" y="37"/>
                    </a:lnTo>
                    <a:lnTo>
                      <a:pt x="198" y="45"/>
                    </a:lnTo>
                    <a:lnTo>
                      <a:pt x="208" y="59"/>
                    </a:lnTo>
                    <a:lnTo>
                      <a:pt x="208" y="59"/>
                    </a:lnTo>
                    <a:lnTo>
                      <a:pt x="209" y="63"/>
                    </a:lnTo>
                    <a:lnTo>
                      <a:pt x="209" y="66"/>
                    </a:lnTo>
                    <a:lnTo>
                      <a:pt x="209" y="69"/>
                    </a:lnTo>
                    <a:lnTo>
                      <a:pt x="206" y="73"/>
                    </a:lnTo>
                    <a:lnTo>
                      <a:pt x="206" y="73"/>
                    </a:lnTo>
                    <a:lnTo>
                      <a:pt x="200" y="80"/>
                    </a:lnTo>
                    <a:lnTo>
                      <a:pt x="191" y="87"/>
                    </a:lnTo>
                    <a:lnTo>
                      <a:pt x="177" y="94"/>
                    </a:lnTo>
                    <a:lnTo>
                      <a:pt x="159" y="103"/>
                    </a:lnTo>
                    <a:lnTo>
                      <a:pt x="159" y="103"/>
                    </a:lnTo>
                    <a:lnTo>
                      <a:pt x="147" y="109"/>
                    </a:lnTo>
                    <a:lnTo>
                      <a:pt x="136" y="112"/>
                    </a:lnTo>
                    <a:lnTo>
                      <a:pt x="128" y="115"/>
                    </a:lnTo>
                    <a:lnTo>
                      <a:pt x="119" y="116"/>
                    </a:lnTo>
                    <a:lnTo>
                      <a:pt x="104" y="117"/>
                    </a:lnTo>
                    <a:lnTo>
                      <a:pt x="85" y="117"/>
                    </a:lnTo>
                    <a:lnTo>
                      <a:pt x="85" y="117"/>
                    </a:lnTo>
                    <a:lnTo>
                      <a:pt x="75" y="116"/>
                    </a:lnTo>
                    <a:lnTo>
                      <a:pt x="62" y="114"/>
                    </a:lnTo>
                    <a:lnTo>
                      <a:pt x="49" y="109"/>
                    </a:lnTo>
                    <a:lnTo>
                      <a:pt x="37" y="103"/>
                    </a:lnTo>
                    <a:lnTo>
                      <a:pt x="25" y="95"/>
                    </a:lnTo>
                    <a:lnTo>
                      <a:pt x="15" y="88"/>
                    </a:lnTo>
                    <a:lnTo>
                      <a:pt x="8" y="81"/>
                    </a:lnTo>
                    <a:lnTo>
                      <a:pt x="3" y="75"/>
                    </a:lnTo>
                    <a:lnTo>
                      <a:pt x="3" y="75"/>
                    </a:lnTo>
                    <a:lnTo>
                      <a:pt x="1" y="68"/>
                    </a:lnTo>
                    <a:lnTo>
                      <a:pt x="0" y="62"/>
                    </a:lnTo>
                    <a:lnTo>
                      <a:pt x="1" y="54"/>
                    </a:lnTo>
                    <a:lnTo>
                      <a:pt x="3" y="48"/>
                    </a:lnTo>
                    <a:lnTo>
                      <a:pt x="7" y="42"/>
                    </a:lnTo>
                    <a:lnTo>
                      <a:pt x="10" y="37"/>
                    </a:lnTo>
                    <a:lnTo>
                      <a:pt x="20" y="28"/>
                    </a:lnTo>
                    <a:lnTo>
                      <a:pt x="31" y="19"/>
                    </a:lnTo>
                    <a:lnTo>
                      <a:pt x="41" y="13"/>
                    </a:lnTo>
                    <a:lnTo>
                      <a:pt x="52" y="7"/>
                    </a:lnTo>
                    <a:lnTo>
                      <a:pt x="52" y="7"/>
                    </a:lnTo>
                    <a:close/>
                  </a:path>
                </a:pathLst>
              </a:custGeom>
              <a:solidFill>
                <a:srgbClr val="FFD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Freeform 384">
                <a:extLst>
                  <a:ext uri="{FF2B5EF4-FFF2-40B4-BE49-F238E27FC236}">
                    <a16:creationId xmlns:a16="http://schemas.microsoft.com/office/drawing/2014/main" id="{5E954940-106E-1E42-866F-67092A405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400" y="4299577"/>
                <a:ext cx="113395" cy="955246"/>
              </a:xfrm>
              <a:custGeom>
                <a:avLst/>
                <a:gdLst>
                  <a:gd name="T0" fmla="*/ 42 w 48"/>
                  <a:gd name="T1" fmla="*/ 0 h 346"/>
                  <a:gd name="T2" fmla="*/ 42 w 48"/>
                  <a:gd name="T3" fmla="*/ 0 h 346"/>
                  <a:gd name="T4" fmla="*/ 39 w 48"/>
                  <a:gd name="T5" fmla="*/ 11 h 346"/>
                  <a:gd name="T6" fmla="*/ 34 w 48"/>
                  <a:gd name="T7" fmla="*/ 42 h 346"/>
                  <a:gd name="T8" fmla="*/ 23 w 48"/>
                  <a:gd name="T9" fmla="*/ 143 h 346"/>
                  <a:gd name="T10" fmla="*/ 0 w 48"/>
                  <a:gd name="T11" fmla="*/ 346 h 346"/>
                  <a:gd name="T12" fmla="*/ 0 w 48"/>
                  <a:gd name="T13" fmla="*/ 346 h 346"/>
                  <a:gd name="T14" fmla="*/ 48 w 48"/>
                  <a:gd name="T15" fmla="*/ 265 h 346"/>
                  <a:gd name="T16" fmla="*/ 48 w 48"/>
                  <a:gd name="T17" fmla="*/ 265 h 346"/>
                  <a:gd name="T18" fmla="*/ 43 w 48"/>
                  <a:gd name="T19" fmla="*/ 133 h 346"/>
                  <a:gd name="T20" fmla="*/ 43 w 48"/>
                  <a:gd name="T21" fmla="*/ 71 h 346"/>
                  <a:gd name="T22" fmla="*/ 43 w 48"/>
                  <a:gd name="T23" fmla="*/ 7 h 346"/>
                  <a:gd name="T24" fmla="*/ 42 w 48"/>
                  <a:gd name="T25" fmla="*/ 0 h 346"/>
                  <a:gd name="connsiteX0" fmla="*/ 8750 w 10000"/>
                  <a:gd name="connsiteY0" fmla="*/ 0 h 11806"/>
                  <a:gd name="connsiteX1" fmla="*/ 8750 w 10000"/>
                  <a:gd name="connsiteY1" fmla="*/ 0 h 11806"/>
                  <a:gd name="connsiteX2" fmla="*/ 8125 w 10000"/>
                  <a:gd name="connsiteY2" fmla="*/ 318 h 11806"/>
                  <a:gd name="connsiteX3" fmla="*/ 7083 w 10000"/>
                  <a:gd name="connsiteY3" fmla="*/ 1214 h 11806"/>
                  <a:gd name="connsiteX4" fmla="*/ 4792 w 10000"/>
                  <a:gd name="connsiteY4" fmla="*/ 4133 h 11806"/>
                  <a:gd name="connsiteX5" fmla="*/ 0 w 10000"/>
                  <a:gd name="connsiteY5" fmla="*/ 10000 h 11806"/>
                  <a:gd name="connsiteX6" fmla="*/ 0 w 10000"/>
                  <a:gd name="connsiteY6" fmla="*/ 10000 h 11806"/>
                  <a:gd name="connsiteX7" fmla="*/ 10000 w 10000"/>
                  <a:gd name="connsiteY7" fmla="*/ 7659 h 11806"/>
                  <a:gd name="connsiteX8" fmla="*/ 8644 w 10000"/>
                  <a:gd name="connsiteY8" fmla="*/ 11806 h 11806"/>
                  <a:gd name="connsiteX9" fmla="*/ 8958 w 10000"/>
                  <a:gd name="connsiteY9" fmla="*/ 3844 h 11806"/>
                  <a:gd name="connsiteX10" fmla="*/ 8958 w 10000"/>
                  <a:gd name="connsiteY10" fmla="*/ 2052 h 11806"/>
                  <a:gd name="connsiteX11" fmla="*/ 8958 w 10000"/>
                  <a:gd name="connsiteY11" fmla="*/ 202 h 11806"/>
                  <a:gd name="connsiteX12" fmla="*/ 8750 w 10000"/>
                  <a:gd name="connsiteY12" fmla="*/ 0 h 11806"/>
                  <a:gd name="connsiteX0" fmla="*/ 8750 w 8958"/>
                  <a:gd name="connsiteY0" fmla="*/ 0 h 11806"/>
                  <a:gd name="connsiteX1" fmla="*/ 8750 w 8958"/>
                  <a:gd name="connsiteY1" fmla="*/ 0 h 11806"/>
                  <a:gd name="connsiteX2" fmla="*/ 8125 w 8958"/>
                  <a:gd name="connsiteY2" fmla="*/ 318 h 11806"/>
                  <a:gd name="connsiteX3" fmla="*/ 7083 w 8958"/>
                  <a:gd name="connsiteY3" fmla="*/ 1214 h 11806"/>
                  <a:gd name="connsiteX4" fmla="*/ 4792 w 8958"/>
                  <a:gd name="connsiteY4" fmla="*/ 4133 h 11806"/>
                  <a:gd name="connsiteX5" fmla="*/ 0 w 8958"/>
                  <a:gd name="connsiteY5" fmla="*/ 10000 h 11806"/>
                  <a:gd name="connsiteX6" fmla="*/ 0 w 8958"/>
                  <a:gd name="connsiteY6" fmla="*/ 10000 h 11806"/>
                  <a:gd name="connsiteX7" fmla="*/ 8644 w 8958"/>
                  <a:gd name="connsiteY7" fmla="*/ 11806 h 11806"/>
                  <a:gd name="connsiteX8" fmla="*/ 8958 w 8958"/>
                  <a:gd name="connsiteY8" fmla="*/ 3844 h 11806"/>
                  <a:gd name="connsiteX9" fmla="*/ 8958 w 8958"/>
                  <a:gd name="connsiteY9" fmla="*/ 2052 h 11806"/>
                  <a:gd name="connsiteX10" fmla="*/ 8958 w 8958"/>
                  <a:gd name="connsiteY10" fmla="*/ 202 h 11806"/>
                  <a:gd name="connsiteX11" fmla="*/ 8750 w 8958"/>
                  <a:gd name="connsiteY11" fmla="*/ 0 h 11806"/>
                  <a:gd name="connsiteX0" fmla="*/ 9768 w 10420"/>
                  <a:gd name="connsiteY0" fmla="*/ 0 h 8855"/>
                  <a:gd name="connsiteX1" fmla="*/ 9768 w 10420"/>
                  <a:gd name="connsiteY1" fmla="*/ 0 h 8855"/>
                  <a:gd name="connsiteX2" fmla="*/ 9070 w 10420"/>
                  <a:gd name="connsiteY2" fmla="*/ 269 h 8855"/>
                  <a:gd name="connsiteX3" fmla="*/ 7907 w 10420"/>
                  <a:gd name="connsiteY3" fmla="*/ 1028 h 8855"/>
                  <a:gd name="connsiteX4" fmla="*/ 5349 w 10420"/>
                  <a:gd name="connsiteY4" fmla="*/ 3501 h 8855"/>
                  <a:gd name="connsiteX5" fmla="*/ 0 w 10420"/>
                  <a:gd name="connsiteY5" fmla="*/ 8470 h 8855"/>
                  <a:gd name="connsiteX6" fmla="*/ 0 w 10420"/>
                  <a:gd name="connsiteY6" fmla="*/ 8470 h 8855"/>
                  <a:gd name="connsiteX7" fmla="*/ 10406 w 10420"/>
                  <a:gd name="connsiteY7" fmla="*/ 8855 h 8855"/>
                  <a:gd name="connsiteX8" fmla="*/ 10000 w 10420"/>
                  <a:gd name="connsiteY8" fmla="*/ 3256 h 8855"/>
                  <a:gd name="connsiteX9" fmla="*/ 10000 w 10420"/>
                  <a:gd name="connsiteY9" fmla="*/ 1738 h 8855"/>
                  <a:gd name="connsiteX10" fmla="*/ 10000 w 10420"/>
                  <a:gd name="connsiteY10" fmla="*/ 171 h 8855"/>
                  <a:gd name="connsiteX11" fmla="*/ 9768 w 10420"/>
                  <a:gd name="connsiteY11" fmla="*/ 0 h 8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420" h="8855">
                    <a:moveTo>
                      <a:pt x="9768" y="0"/>
                    </a:moveTo>
                    <a:lnTo>
                      <a:pt x="9768" y="0"/>
                    </a:lnTo>
                    <a:lnTo>
                      <a:pt x="9070" y="269"/>
                    </a:lnTo>
                    <a:lnTo>
                      <a:pt x="7907" y="1028"/>
                    </a:lnTo>
                    <a:lnTo>
                      <a:pt x="5349" y="3501"/>
                    </a:lnTo>
                    <a:lnTo>
                      <a:pt x="0" y="8470"/>
                    </a:lnTo>
                    <a:lnTo>
                      <a:pt x="0" y="8470"/>
                    </a:lnTo>
                    <a:lnTo>
                      <a:pt x="10406" y="8855"/>
                    </a:lnTo>
                    <a:cubicBezTo>
                      <a:pt x="10524" y="6607"/>
                      <a:pt x="9883" y="5504"/>
                      <a:pt x="10000" y="3256"/>
                    </a:cubicBezTo>
                    <a:lnTo>
                      <a:pt x="10000" y="1738"/>
                    </a:lnTo>
                    <a:lnTo>
                      <a:pt x="10000" y="171"/>
                    </a:lnTo>
                    <a:lnTo>
                      <a:pt x="9768" y="0"/>
                    </a:ln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625" name="Content Placeholder 2">
            <a:extLst>
              <a:ext uri="{FF2B5EF4-FFF2-40B4-BE49-F238E27FC236}">
                <a16:creationId xmlns:a16="http://schemas.microsoft.com/office/drawing/2014/main" id="{30844E6E-2A6B-6644-A026-88C8C886BD3D}"/>
              </a:ext>
            </a:extLst>
          </p:cNvPr>
          <p:cNvSpPr txBox="1">
            <a:spLocks/>
          </p:cNvSpPr>
          <p:nvPr/>
        </p:nvSpPr>
        <p:spPr>
          <a:xfrm>
            <a:off x="1091595" y="2821949"/>
            <a:ext cx="2822678" cy="4985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latin typeface="+mn-lt"/>
                <a:cs typeface="Arial" panose="020B0604020202020204" pitchFamily="34" charset="0"/>
              </a:rPr>
              <a:t>Lorem ipsum dolor sit amet, consectetuer adipiscing elit. </a:t>
            </a:r>
          </a:p>
        </p:txBody>
      </p:sp>
      <p:sp>
        <p:nvSpPr>
          <p:cNvPr id="626" name="Content Placeholder 2">
            <a:extLst>
              <a:ext uri="{FF2B5EF4-FFF2-40B4-BE49-F238E27FC236}">
                <a16:creationId xmlns:a16="http://schemas.microsoft.com/office/drawing/2014/main" id="{5434673F-5922-3940-8B6B-70D6007FA871}"/>
              </a:ext>
            </a:extLst>
          </p:cNvPr>
          <p:cNvSpPr txBox="1">
            <a:spLocks/>
          </p:cNvSpPr>
          <p:nvPr/>
        </p:nvSpPr>
        <p:spPr>
          <a:xfrm>
            <a:off x="1091595" y="4634707"/>
            <a:ext cx="2822678" cy="4985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latin typeface="+mn-lt"/>
                <a:cs typeface="Arial" panose="020B0604020202020204" pitchFamily="34" charset="0"/>
              </a:rPr>
              <a:t>Lorem ipsum dolor sit amet, consectetuer adipiscing elit. </a:t>
            </a:r>
          </a:p>
        </p:txBody>
      </p:sp>
      <p:sp>
        <p:nvSpPr>
          <p:cNvPr id="627" name="Content Placeholder 2">
            <a:extLst>
              <a:ext uri="{FF2B5EF4-FFF2-40B4-BE49-F238E27FC236}">
                <a16:creationId xmlns:a16="http://schemas.microsoft.com/office/drawing/2014/main" id="{D444D594-32BB-5A41-894D-2DDDEA98E6F6}"/>
              </a:ext>
            </a:extLst>
          </p:cNvPr>
          <p:cNvSpPr txBox="1">
            <a:spLocks/>
          </p:cNvSpPr>
          <p:nvPr/>
        </p:nvSpPr>
        <p:spPr>
          <a:xfrm>
            <a:off x="8277727" y="2821949"/>
            <a:ext cx="2876188" cy="4985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dirty="0">
                <a:latin typeface="+mn-lt"/>
                <a:cs typeface="Arial" panose="020B0604020202020204" pitchFamily="34" charset="0"/>
              </a:rPr>
              <a:t>Lorem ipsum dolor sit amet, consectetuer adipiscing elit. </a:t>
            </a:r>
          </a:p>
        </p:txBody>
      </p:sp>
      <p:sp>
        <p:nvSpPr>
          <p:cNvPr id="628" name="Content Placeholder 2">
            <a:extLst>
              <a:ext uri="{FF2B5EF4-FFF2-40B4-BE49-F238E27FC236}">
                <a16:creationId xmlns:a16="http://schemas.microsoft.com/office/drawing/2014/main" id="{06E8CA6E-0225-E24F-8F4F-96EB8BB94CCB}"/>
              </a:ext>
            </a:extLst>
          </p:cNvPr>
          <p:cNvSpPr txBox="1">
            <a:spLocks/>
          </p:cNvSpPr>
          <p:nvPr/>
        </p:nvSpPr>
        <p:spPr>
          <a:xfrm>
            <a:off x="8277727" y="4634707"/>
            <a:ext cx="2876188" cy="4985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dirty="0">
                <a:latin typeface="+mn-lt"/>
                <a:cs typeface="Arial" panose="020B0604020202020204" pitchFamily="34" charset="0"/>
              </a:rPr>
              <a:t>Lorem ipsum dolor sit amet, consectetuer adipiscing elit. </a:t>
            </a:r>
          </a:p>
        </p:txBody>
      </p:sp>
      <p:sp>
        <p:nvSpPr>
          <p:cNvPr id="632" name="Freeform 631">
            <a:extLst>
              <a:ext uri="{FF2B5EF4-FFF2-40B4-BE49-F238E27FC236}">
                <a16:creationId xmlns:a16="http://schemas.microsoft.com/office/drawing/2014/main" id="{D9DBB7C3-B1BF-364D-86D7-548E196FCED9}"/>
              </a:ext>
            </a:extLst>
          </p:cNvPr>
          <p:cNvSpPr>
            <a:spLocks/>
          </p:cNvSpPr>
          <p:nvPr/>
        </p:nvSpPr>
        <p:spPr bwMode="auto">
          <a:xfrm>
            <a:off x="2195728" y="6315775"/>
            <a:ext cx="506812" cy="122441"/>
          </a:xfrm>
          <a:custGeom>
            <a:avLst/>
            <a:gdLst>
              <a:gd name="T0" fmla="*/ 305 w 347"/>
              <a:gd name="T1" fmla="*/ 84 h 84"/>
              <a:gd name="T2" fmla="*/ 42 w 347"/>
              <a:gd name="T3" fmla="*/ 84 h 84"/>
              <a:gd name="T4" fmla="*/ 0 w 347"/>
              <a:gd name="T5" fmla="*/ 42 h 84"/>
              <a:gd name="T6" fmla="*/ 42 w 347"/>
              <a:gd name="T7" fmla="*/ 0 h 84"/>
              <a:gd name="T8" fmla="*/ 305 w 347"/>
              <a:gd name="T9" fmla="*/ 0 h 84"/>
              <a:gd name="T10" fmla="*/ 347 w 347"/>
              <a:gd name="T11" fmla="*/ 42 h 84"/>
              <a:gd name="T12" fmla="*/ 305 w 347"/>
              <a:gd name="T1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7" h="84">
                <a:moveTo>
                  <a:pt x="305" y="84"/>
                </a:moveTo>
                <a:cubicBezTo>
                  <a:pt x="42" y="84"/>
                  <a:pt x="42" y="84"/>
                  <a:pt x="42" y="84"/>
                </a:cubicBezTo>
                <a:cubicBezTo>
                  <a:pt x="18" y="84"/>
                  <a:pt x="0" y="65"/>
                  <a:pt x="0" y="42"/>
                </a:cubicBezTo>
                <a:cubicBezTo>
                  <a:pt x="0" y="19"/>
                  <a:pt x="18" y="0"/>
                  <a:pt x="42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7" y="19"/>
                  <a:pt x="347" y="42"/>
                </a:cubicBezTo>
                <a:cubicBezTo>
                  <a:pt x="347" y="65"/>
                  <a:pt x="328" y="84"/>
                  <a:pt x="305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633" name="Freeform 632">
            <a:extLst>
              <a:ext uri="{FF2B5EF4-FFF2-40B4-BE49-F238E27FC236}">
                <a16:creationId xmlns:a16="http://schemas.microsoft.com/office/drawing/2014/main" id="{FF71D113-AEC1-C646-B7F1-C41E8EB32BE5}"/>
              </a:ext>
            </a:extLst>
          </p:cNvPr>
          <p:cNvSpPr>
            <a:spLocks/>
          </p:cNvSpPr>
          <p:nvPr/>
        </p:nvSpPr>
        <p:spPr bwMode="auto">
          <a:xfrm>
            <a:off x="3170985" y="6022638"/>
            <a:ext cx="831146" cy="200797"/>
          </a:xfrm>
          <a:custGeom>
            <a:avLst/>
            <a:gdLst>
              <a:gd name="T0" fmla="*/ 305 w 347"/>
              <a:gd name="T1" fmla="*/ 84 h 84"/>
              <a:gd name="T2" fmla="*/ 42 w 347"/>
              <a:gd name="T3" fmla="*/ 84 h 84"/>
              <a:gd name="T4" fmla="*/ 0 w 347"/>
              <a:gd name="T5" fmla="*/ 42 h 84"/>
              <a:gd name="T6" fmla="*/ 42 w 347"/>
              <a:gd name="T7" fmla="*/ 0 h 84"/>
              <a:gd name="T8" fmla="*/ 305 w 347"/>
              <a:gd name="T9" fmla="*/ 0 h 84"/>
              <a:gd name="T10" fmla="*/ 347 w 347"/>
              <a:gd name="T11" fmla="*/ 42 h 84"/>
              <a:gd name="T12" fmla="*/ 305 w 347"/>
              <a:gd name="T1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7" h="84">
                <a:moveTo>
                  <a:pt x="305" y="84"/>
                </a:moveTo>
                <a:cubicBezTo>
                  <a:pt x="42" y="84"/>
                  <a:pt x="42" y="84"/>
                  <a:pt x="42" y="84"/>
                </a:cubicBezTo>
                <a:cubicBezTo>
                  <a:pt x="18" y="84"/>
                  <a:pt x="0" y="65"/>
                  <a:pt x="0" y="42"/>
                </a:cubicBezTo>
                <a:cubicBezTo>
                  <a:pt x="0" y="19"/>
                  <a:pt x="18" y="0"/>
                  <a:pt x="42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7" y="19"/>
                  <a:pt x="347" y="42"/>
                </a:cubicBezTo>
                <a:cubicBezTo>
                  <a:pt x="347" y="65"/>
                  <a:pt x="328" y="84"/>
                  <a:pt x="305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634" name="Freeform 319">
            <a:extLst>
              <a:ext uri="{FF2B5EF4-FFF2-40B4-BE49-F238E27FC236}">
                <a16:creationId xmlns:a16="http://schemas.microsoft.com/office/drawing/2014/main" id="{56A1C2B4-17A4-5E42-8858-15EC26E88707}"/>
              </a:ext>
            </a:extLst>
          </p:cNvPr>
          <p:cNvSpPr>
            <a:spLocks/>
          </p:cNvSpPr>
          <p:nvPr/>
        </p:nvSpPr>
        <p:spPr bwMode="auto">
          <a:xfrm>
            <a:off x="2801749" y="6025031"/>
            <a:ext cx="195263" cy="195263"/>
          </a:xfrm>
          <a:custGeom>
            <a:avLst/>
            <a:gdLst>
              <a:gd name="T0" fmla="*/ 245 w 245"/>
              <a:gd name="T1" fmla="*/ 123 h 245"/>
              <a:gd name="T2" fmla="*/ 243 w 245"/>
              <a:gd name="T3" fmla="*/ 147 h 245"/>
              <a:gd name="T4" fmla="*/ 235 w 245"/>
              <a:gd name="T5" fmla="*/ 170 h 245"/>
              <a:gd name="T6" fmla="*/ 225 w 245"/>
              <a:gd name="T7" fmla="*/ 191 h 245"/>
              <a:gd name="T8" fmla="*/ 209 w 245"/>
              <a:gd name="T9" fmla="*/ 209 h 245"/>
              <a:gd name="T10" fmla="*/ 191 w 245"/>
              <a:gd name="T11" fmla="*/ 225 h 245"/>
              <a:gd name="T12" fmla="*/ 170 w 245"/>
              <a:gd name="T13" fmla="*/ 236 h 245"/>
              <a:gd name="T14" fmla="*/ 147 w 245"/>
              <a:gd name="T15" fmla="*/ 243 h 245"/>
              <a:gd name="T16" fmla="*/ 123 w 245"/>
              <a:gd name="T17" fmla="*/ 245 h 245"/>
              <a:gd name="T18" fmla="*/ 110 w 245"/>
              <a:gd name="T19" fmla="*/ 245 h 245"/>
              <a:gd name="T20" fmla="*/ 86 w 245"/>
              <a:gd name="T21" fmla="*/ 240 h 245"/>
              <a:gd name="T22" fmla="*/ 64 w 245"/>
              <a:gd name="T23" fmla="*/ 231 h 245"/>
              <a:gd name="T24" fmla="*/ 44 w 245"/>
              <a:gd name="T25" fmla="*/ 217 h 245"/>
              <a:gd name="T26" fmla="*/ 27 w 245"/>
              <a:gd name="T27" fmla="*/ 200 h 245"/>
              <a:gd name="T28" fmla="*/ 14 w 245"/>
              <a:gd name="T29" fmla="*/ 181 h 245"/>
              <a:gd name="T30" fmla="*/ 6 w 245"/>
              <a:gd name="T31" fmla="*/ 159 h 245"/>
              <a:gd name="T32" fmla="*/ 1 w 245"/>
              <a:gd name="T33" fmla="*/ 135 h 245"/>
              <a:gd name="T34" fmla="*/ 0 w 245"/>
              <a:gd name="T35" fmla="*/ 123 h 245"/>
              <a:gd name="T36" fmla="*/ 2 w 245"/>
              <a:gd name="T37" fmla="*/ 98 h 245"/>
              <a:gd name="T38" fmla="*/ 9 w 245"/>
              <a:gd name="T39" fmla="*/ 75 h 245"/>
              <a:gd name="T40" fmla="*/ 21 w 245"/>
              <a:gd name="T41" fmla="*/ 54 h 245"/>
              <a:gd name="T42" fmla="*/ 36 w 245"/>
              <a:gd name="T43" fmla="*/ 36 h 245"/>
              <a:gd name="T44" fmla="*/ 54 w 245"/>
              <a:gd name="T45" fmla="*/ 22 h 245"/>
              <a:gd name="T46" fmla="*/ 75 w 245"/>
              <a:gd name="T47" fmla="*/ 9 h 245"/>
              <a:gd name="T48" fmla="*/ 98 w 245"/>
              <a:gd name="T49" fmla="*/ 2 h 245"/>
              <a:gd name="T50" fmla="*/ 123 w 245"/>
              <a:gd name="T51" fmla="*/ 0 h 245"/>
              <a:gd name="T52" fmla="*/ 135 w 245"/>
              <a:gd name="T53" fmla="*/ 1 h 245"/>
              <a:gd name="T54" fmla="*/ 159 w 245"/>
              <a:gd name="T55" fmla="*/ 6 h 245"/>
              <a:gd name="T56" fmla="*/ 181 w 245"/>
              <a:gd name="T57" fmla="*/ 14 h 245"/>
              <a:gd name="T58" fmla="*/ 200 w 245"/>
              <a:gd name="T59" fmla="*/ 28 h 245"/>
              <a:gd name="T60" fmla="*/ 217 w 245"/>
              <a:gd name="T61" fmla="*/ 44 h 245"/>
              <a:gd name="T62" fmla="*/ 231 w 245"/>
              <a:gd name="T63" fmla="*/ 64 h 245"/>
              <a:gd name="T64" fmla="*/ 240 w 245"/>
              <a:gd name="T65" fmla="*/ 87 h 245"/>
              <a:gd name="T66" fmla="*/ 245 w 245"/>
              <a:gd name="T67" fmla="*/ 110 h 245"/>
              <a:gd name="T68" fmla="*/ 245 w 245"/>
              <a:gd name="T69" fmla="*/ 12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45" h="245">
                <a:moveTo>
                  <a:pt x="245" y="123"/>
                </a:moveTo>
                <a:lnTo>
                  <a:pt x="245" y="123"/>
                </a:lnTo>
                <a:lnTo>
                  <a:pt x="245" y="135"/>
                </a:lnTo>
                <a:lnTo>
                  <a:pt x="243" y="147"/>
                </a:lnTo>
                <a:lnTo>
                  <a:pt x="240" y="159"/>
                </a:lnTo>
                <a:lnTo>
                  <a:pt x="235" y="170"/>
                </a:lnTo>
                <a:lnTo>
                  <a:pt x="231" y="181"/>
                </a:lnTo>
                <a:lnTo>
                  <a:pt x="225" y="191"/>
                </a:lnTo>
                <a:lnTo>
                  <a:pt x="217" y="200"/>
                </a:lnTo>
                <a:lnTo>
                  <a:pt x="209" y="209"/>
                </a:lnTo>
                <a:lnTo>
                  <a:pt x="200" y="217"/>
                </a:lnTo>
                <a:lnTo>
                  <a:pt x="191" y="225"/>
                </a:lnTo>
                <a:lnTo>
                  <a:pt x="181" y="231"/>
                </a:lnTo>
                <a:lnTo>
                  <a:pt x="170" y="236"/>
                </a:lnTo>
                <a:lnTo>
                  <a:pt x="159" y="240"/>
                </a:lnTo>
                <a:lnTo>
                  <a:pt x="147" y="243"/>
                </a:lnTo>
                <a:lnTo>
                  <a:pt x="135" y="245"/>
                </a:lnTo>
                <a:lnTo>
                  <a:pt x="123" y="245"/>
                </a:lnTo>
                <a:lnTo>
                  <a:pt x="123" y="245"/>
                </a:lnTo>
                <a:lnTo>
                  <a:pt x="110" y="245"/>
                </a:lnTo>
                <a:lnTo>
                  <a:pt x="98" y="243"/>
                </a:lnTo>
                <a:lnTo>
                  <a:pt x="86" y="240"/>
                </a:lnTo>
                <a:lnTo>
                  <a:pt x="75" y="236"/>
                </a:lnTo>
                <a:lnTo>
                  <a:pt x="64" y="231"/>
                </a:lnTo>
                <a:lnTo>
                  <a:pt x="54" y="225"/>
                </a:lnTo>
                <a:lnTo>
                  <a:pt x="44" y="217"/>
                </a:lnTo>
                <a:lnTo>
                  <a:pt x="36" y="209"/>
                </a:lnTo>
                <a:lnTo>
                  <a:pt x="27" y="200"/>
                </a:lnTo>
                <a:lnTo>
                  <a:pt x="21" y="191"/>
                </a:lnTo>
                <a:lnTo>
                  <a:pt x="14" y="181"/>
                </a:lnTo>
                <a:lnTo>
                  <a:pt x="9" y="170"/>
                </a:lnTo>
                <a:lnTo>
                  <a:pt x="6" y="159"/>
                </a:lnTo>
                <a:lnTo>
                  <a:pt x="2" y="147"/>
                </a:lnTo>
                <a:lnTo>
                  <a:pt x="1" y="135"/>
                </a:lnTo>
                <a:lnTo>
                  <a:pt x="0" y="123"/>
                </a:lnTo>
                <a:lnTo>
                  <a:pt x="0" y="123"/>
                </a:lnTo>
                <a:lnTo>
                  <a:pt x="1" y="110"/>
                </a:lnTo>
                <a:lnTo>
                  <a:pt x="2" y="98"/>
                </a:lnTo>
                <a:lnTo>
                  <a:pt x="6" y="87"/>
                </a:lnTo>
                <a:lnTo>
                  <a:pt x="9" y="75"/>
                </a:lnTo>
                <a:lnTo>
                  <a:pt x="14" y="64"/>
                </a:lnTo>
                <a:lnTo>
                  <a:pt x="21" y="54"/>
                </a:lnTo>
                <a:lnTo>
                  <a:pt x="27" y="44"/>
                </a:lnTo>
                <a:lnTo>
                  <a:pt x="36" y="36"/>
                </a:lnTo>
                <a:lnTo>
                  <a:pt x="44" y="28"/>
                </a:lnTo>
                <a:lnTo>
                  <a:pt x="54" y="22"/>
                </a:lnTo>
                <a:lnTo>
                  <a:pt x="64" y="14"/>
                </a:lnTo>
                <a:lnTo>
                  <a:pt x="75" y="9"/>
                </a:lnTo>
                <a:lnTo>
                  <a:pt x="86" y="6"/>
                </a:lnTo>
                <a:lnTo>
                  <a:pt x="98" y="2"/>
                </a:lnTo>
                <a:lnTo>
                  <a:pt x="110" y="1"/>
                </a:lnTo>
                <a:lnTo>
                  <a:pt x="123" y="0"/>
                </a:lnTo>
                <a:lnTo>
                  <a:pt x="123" y="0"/>
                </a:lnTo>
                <a:lnTo>
                  <a:pt x="135" y="1"/>
                </a:lnTo>
                <a:lnTo>
                  <a:pt x="147" y="2"/>
                </a:lnTo>
                <a:lnTo>
                  <a:pt x="159" y="6"/>
                </a:lnTo>
                <a:lnTo>
                  <a:pt x="170" y="9"/>
                </a:lnTo>
                <a:lnTo>
                  <a:pt x="181" y="14"/>
                </a:lnTo>
                <a:lnTo>
                  <a:pt x="191" y="22"/>
                </a:lnTo>
                <a:lnTo>
                  <a:pt x="200" y="28"/>
                </a:lnTo>
                <a:lnTo>
                  <a:pt x="209" y="36"/>
                </a:lnTo>
                <a:lnTo>
                  <a:pt x="217" y="44"/>
                </a:lnTo>
                <a:lnTo>
                  <a:pt x="225" y="54"/>
                </a:lnTo>
                <a:lnTo>
                  <a:pt x="231" y="64"/>
                </a:lnTo>
                <a:lnTo>
                  <a:pt x="235" y="75"/>
                </a:lnTo>
                <a:lnTo>
                  <a:pt x="240" y="87"/>
                </a:lnTo>
                <a:lnTo>
                  <a:pt x="243" y="98"/>
                </a:lnTo>
                <a:lnTo>
                  <a:pt x="245" y="110"/>
                </a:lnTo>
                <a:lnTo>
                  <a:pt x="245" y="123"/>
                </a:lnTo>
                <a:lnTo>
                  <a:pt x="245" y="123"/>
                </a:lnTo>
                <a:close/>
              </a:path>
            </a:pathLst>
          </a:custGeom>
          <a:solidFill>
            <a:schemeClr val="bg1"/>
          </a:solidFill>
          <a:ln w="3810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6" name="Freeform 635">
            <a:extLst>
              <a:ext uri="{FF2B5EF4-FFF2-40B4-BE49-F238E27FC236}">
                <a16:creationId xmlns:a16="http://schemas.microsoft.com/office/drawing/2014/main" id="{6D0CFDB7-0C91-2B48-9034-D5439588EE69}"/>
              </a:ext>
            </a:extLst>
          </p:cNvPr>
          <p:cNvSpPr>
            <a:spLocks/>
          </p:cNvSpPr>
          <p:nvPr/>
        </p:nvSpPr>
        <p:spPr bwMode="auto">
          <a:xfrm>
            <a:off x="8163392" y="5994933"/>
            <a:ext cx="506812" cy="122441"/>
          </a:xfrm>
          <a:custGeom>
            <a:avLst/>
            <a:gdLst>
              <a:gd name="T0" fmla="*/ 305 w 347"/>
              <a:gd name="T1" fmla="*/ 84 h 84"/>
              <a:gd name="T2" fmla="*/ 42 w 347"/>
              <a:gd name="T3" fmla="*/ 84 h 84"/>
              <a:gd name="T4" fmla="*/ 0 w 347"/>
              <a:gd name="T5" fmla="*/ 42 h 84"/>
              <a:gd name="T6" fmla="*/ 42 w 347"/>
              <a:gd name="T7" fmla="*/ 0 h 84"/>
              <a:gd name="T8" fmla="*/ 305 w 347"/>
              <a:gd name="T9" fmla="*/ 0 h 84"/>
              <a:gd name="T10" fmla="*/ 347 w 347"/>
              <a:gd name="T11" fmla="*/ 42 h 84"/>
              <a:gd name="T12" fmla="*/ 305 w 347"/>
              <a:gd name="T1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7" h="84">
                <a:moveTo>
                  <a:pt x="305" y="84"/>
                </a:moveTo>
                <a:cubicBezTo>
                  <a:pt x="42" y="84"/>
                  <a:pt x="42" y="84"/>
                  <a:pt x="42" y="84"/>
                </a:cubicBezTo>
                <a:cubicBezTo>
                  <a:pt x="18" y="84"/>
                  <a:pt x="0" y="65"/>
                  <a:pt x="0" y="42"/>
                </a:cubicBezTo>
                <a:cubicBezTo>
                  <a:pt x="0" y="19"/>
                  <a:pt x="18" y="0"/>
                  <a:pt x="42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7" y="19"/>
                  <a:pt x="347" y="42"/>
                </a:cubicBezTo>
                <a:cubicBezTo>
                  <a:pt x="347" y="65"/>
                  <a:pt x="328" y="84"/>
                  <a:pt x="305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637" name="Freeform 319">
            <a:extLst>
              <a:ext uri="{FF2B5EF4-FFF2-40B4-BE49-F238E27FC236}">
                <a16:creationId xmlns:a16="http://schemas.microsoft.com/office/drawing/2014/main" id="{72B9E7DB-4967-C141-89D6-0BFEF60523DC}"/>
              </a:ext>
            </a:extLst>
          </p:cNvPr>
          <p:cNvSpPr>
            <a:spLocks/>
          </p:cNvSpPr>
          <p:nvPr/>
        </p:nvSpPr>
        <p:spPr bwMode="auto">
          <a:xfrm>
            <a:off x="9084133" y="5927607"/>
            <a:ext cx="195263" cy="195263"/>
          </a:xfrm>
          <a:custGeom>
            <a:avLst/>
            <a:gdLst>
              <a:gd name="T0" fmla="*/ 245 w 245"/>
              <a:gd name="T1" fmla="*/ 123 h 245"/>
              <a:gd name="T2" fmla="*/ 243 w 245"/>
              <a:gd name="T3" fmla="*/ 147 h 245"/>
              <a:gd name="T4" fmla="*/ 235 w 245"/>
              <a:gd name="T5" fmla="*/ 170 h 245"/>
              <a:gd name="T6" fmla="*/ 225 w 245"/>
              <a:gd name="T7" fmla="*/ 191 h 245"/>
              <a:gd name="T8" fmla="*/ 209 w 245"/>
              <a:gd name="T9" fmla="*/ 209 h 245"/>
              <a:gd name="T10" fmla="*/ 191 w 245"/>
              <a:gd name="T11" fmla="*/ 225 h 245"/>
              <a:gd name="T12" fmla="*/ 170 w 245"/>
              <a:gd name="T13" fmla="*/ 236 h 245"/>
              <a:gd name="T14" fmla="*/ 147 w 245"/>
              <a:gd name="T15" fmla="*/ 243 h 245"/>
              <a:gd name="T16" fmla="*/ 123 w 245"/>
              <a:gd name="T17" fmla="*/ 245 h 245"/>
              <a:gd name="T18" fmla="*/ 110 w 245"/>
              <a:gd name="T19" fmla="*/ 245 h 245"/>
              <a:gd name="T20" fmla="*/ 86 w 245"/>
              <a:gd name="T21" fmla="*/ 240 h 245"/>
              <a:gd name="T22" fmla="*/ 64 w 245"/>
              <a:gd name="T23" fmla="*/ 231 h 245"/>
              <a:gd name="T24" fmla="*/ 44 w 245"/>
              <a:gd name="T25" fmla="*/ 217 h 245"/>
              <a:gd name="T26" fmla="*/ 27 w 245"/>
              <a:gd name="T27" fmla="*/ 200 h 245"/>
              <a:gd name="T28" fmla="*/ 14 w 245"/>
              <a:gd name="T29" fmla="*/ 181 h 245"/>
              <a:gd name="T30" fmla="*/ 6 w 245"/>
              <a:gd name="T31" fmla="*/ 159 h 245"/>
              <a:gd name="T32" fmla="*/ 1 w 245"/>
              <a:gd name="T33" fmla="*/ 135 h 245"/>
              <a:gd name="T34" fmla="*/ 0 w 245"/>
              <a:gd name="T35" fmla="*/ 123 h 245"/>
              <a:gd name="T36" fmla="*/ 2 w 245"/>
              <a:gd name="T37" fmla="*/ 98 h 245"/>
              <a:gd name="T38" fmla="*/ 9 w 245"/>
              <a:gd name="T39" fmla="*/ 75 h 245"/>
              <a:gd name="T40" fmla="*/ 21 w 245"/>
              <a:gd name="T41" fmla="*/ 54 h 245"/>
              <a:gd name="T42" fmla="*/ 36 w 245"/>
              <a:gd name="T43" fmla="*/ 36 h 245"/>
              <a:gd name="T44" fmla="*/ 54 w 245"/>
              <a:gd name="T45" fmla="*/ 22 h 245"/>
              <a:gd name="T46" fmla="*/ 75 w 245"/>
              <a:gd name="T47" fmla="*/ 9 h 245"/>
              <a:gd name="T48" fmla="*/ 98 w 245"/>
              <a:gd name="T49" fmla="*/ 2 h 245"/>
              <a:gd name="T50" fmla="*/ 123 w 245"/>
              <a:gd name="T51" fmla="*/ 0 h 245"/>
              <a:gd name="T52" fmla="*/ 135 w 245"/>
              <a:gd name="T53" fmla="*/ 1 h 245"/>
              <a:gd name="T54" fmla="*/ 159 w 245"/>
              <a:gd name="T55" fmla="*/ 6 h 245"/>
              <a:gd name="T56" fmla="*/ 181 w 245"/>
              <a:gd name="T57" fmla="*/ 14 h 245"/>
              <a:gd name="T58" fmla="*/ 200 w 245"/>
              <a:gd name="T59" fmla="*/ 28 h 245"/>
              <a:gd name="T60" fmla="*/ 217 w 245"/>
              <a:gd name="T61" fmla="*/ 44 h 245"/>
              <a:gd name="T62" fmla="*/ 231 w 245"/>
              <a:gd name="T63" fmla="*/ 64 h 245"/>
              <a:gd name="T64" fmla="*/ 240 w 245"/>
              <a:gd name="T65" fmla="*/ 87 h 245"/>
              <a:gd name="T66" fmla="*/ 245 w 245"/>
              <a:gd name="T67" fmla="*/ 110 h 245"/>
              <a:gd name="T68" fmla="*/ 245 w 245"/>
              <a:gd name="T69" fmla="*/ 12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45" h="245">
                <a:moveTo>
                  <a:pt x="245" y="123"/>
                </a:moveTo>
                <a:lnTo>
                  <a:pt x="245" y="123"/>
                </a:lnTo>
                <a:lnTo>
                  <a:pt x="245" y="135"/>
                </a:lnTo>
                <a:lnTo>
                  <a:pt x="243" y="147"/>
                </a:lnTo>
                <a:lnTo>
                  <a:pt x="240" y="159"/>
                </a:lnTo>
                <a:lnTo>
                  <a:pt x="235" y="170"/>
                </a:lnTo>
                <a:lnTo>
                  <a:pt x="231" y="181"/>
                </a:lnTo>
                <a:lnTo>
                  <a:pt x="225" y="191"/>
                </a:lnTo>
                <a:lnTo>
                  <a:pt x="217" y="200"/>
                </a:lnTo>
                <a:lnTo>
                  <a:pt x="209" y="209"/>
                </a:lnTo>
                <a:lnTo>
                  <a:pt x="200" y="217"/>
                </a:lnTo>
                <a:lnTo>
                  <a:pt x="191" y="225"/>
                </a:lnTo>
                <a:lnTo>
                  <a:pt x="181" y="231"/>
                </a:lnTo>
                <a:lnTo>
                  <a:pt x="170" y="236"/>
                </a:lnTo>
                <a:lnTo>
                  <a:pt x="159" y="240"/>
                </a:lnTo>
                <a:lnTo>
                  <a:pt x="147" y="243"/>
                </a:lnTo>
                <a:lnTo>
                  <a:pt x="135" y="245"/>
                </a:lnTo>
                <a:lnTo>
                  <a:pt x="123" y="245"/>
                </a:lnTo>
                <a:lnTo>
                  <a:pt x="123" y="245"/>
                </a:lnTo>
                <a:lnTo>
                  <a:pt x="110" y="245"/>
                </a:lnTo>
                <a:lnTo>
                  <a:pt x="98" y="243"/>
                </a:lnTo>
                <a:lnTo>
                  <a:pt x="86" y="240"/>
                </a:lnTo>
                <a:lnTo>
                  <a:pt x="75" y="236"/>
                </a:lnTo>
                <a:lnTo>
                  <a:pt x="64" y="231"/>
                </a:lnTo>
                <a:lnTo>
                  <a:pt x="54" y="225"/>
                </a:lnTo>
                <a:lnTo>
                  <a:pt x="44" y="217"/>
                </a:lnTo>
                <a:lnTo>
                  <a:pt x="36" y="209"/>
                </a:lnTo>
                <a:lnTo>
                  <a:pt x="27" y="200"/>
                </a:lnTo>
                <a:lnTo>
                  <a:pt x="21" y="191"/>
                </a:lnTo>
                <a:lnTo>
                  <a:pt x="14" y="181"/>
                </a:lnTo>
                <a:lnTo>
                  <a:pt x="9" y="170"/>
                </a:lnTo>
                <a:lnTo>
                  <a:pt x="6" y="159"/>
                </a:lnTo>
                <a:lnTo>
                  <a:pt x="2" y="147"/>
                </a:lnTo>
                <a:lnTo>
                  <a:pt x="1" y="135"/>
                </a:lnTo>
                <a:lnTo>
                  <a:pt x="0" y="123"/>
                </a:lnTo>
                <a:lnTo>
                  <a:pt x="0" y="123"/>
                </a:lnTo>
                <a:lnTo>
                  <a:pt x="1" y="110"/>
                </a:lnTo>
                <a:lnTo>
                  <a:pt x="2" y="98"/>
                </a:lnTo>
                <a:lnTo>
                  <a:pt x="6" y="87"/>
                </a:lnTo>
                <a:lnTo>
                  <a:pt x="9" y="75"/>
                </a:lnTo>
                <a:lnTo>
                  <a:pt x="14" y="64"/>
                </a:lnTo>
                <a:lnTo>
                  <a:pt x="21" y="54"/>
                </a:lnTo>
                <a:lnTo>
                  <a:pt x="27" y="44"/>
                </a:lnTo>
                <a:lnTo>
                  <a:pt x="36" y="36"/>
                </a:lnTo>
                <a:lnTo>
                  <a:pt x="44" y="28"/>
                </a:lnTo>
                <a:lnTo>
                  <a:pt x="54" y="22"/>
                </a:lnTo>
                <a:lnTo>
                  <a:pt x="64" y="14"/>
                </a:lnTo>
                <a:lnTo>
                  <a:pt x="75" y="9"/>
                </a:lnTo>
                <a:lnTo>
                  <a:pt x="86" y="6"/>
                </a:lnTo>
                <a:lnTo>
                  <a:pt x="98" y="2"/>
                </a:lnTo>
                <a:lnTo>
                  <a:pt x="110" y="1"/>
                </a:lnTo>
                <a:lnTo>
                  <a:pt x="123" y="0"/>
                </a:lnTo>
                <a:lnTo>
                  <a:pt x="123" y="0"/>
                </a:lnTo>
                <a:lnTo>
                  <a:pt x="135" y="1"/>
                </a:lnTo>
                <a:lnTo>
                  <a:pt x="147" y="2"/>
                </a:lnTo>
                <a:lnTo>
                  <a:pt x="159" y="6"/>
                </a:lnTo>
                <a:lnTo>
                  <a:pt x="170" y="9"/>
                </a:lnTo>
                <a:lnTo>
                  <a:pt x="181" y="14"/>
                </a:lnTo>
                <a:lnTo>
                  <a:pt x="191" y="22"/>
                </a:lnTo>
                <a:lnTo>
                  <a:pt x="200" y="28"/>
                </a:lnTo>
                <a:lnTo>
                  <a:pt x="209" y="36"/>
                </a:lnTo>
                <a:lnTo>
                  <a:pt x="217" y="44"/>
                </a:lnTo>
                <a:lnTo>
                  <a:pt x="225" y="54"/>
                </a:lnTo>
                <a:lnTo>
                  <a:pt x="231" y="64"/>
                </a:lnTo>
                <a:lnTo>
                  <a:pt x="235" y="75"/>
                </a:lnTo>
                <a:lnTo>
                  <a:pt x="240" y="87"/>
                </a:lnTo>
                <a:lnTo>
                  <a:pt x="243" y="98"/>
                </a:lnTo>
                <a:lnTo>
                  <a:pt x="245" y="110"/>
                </a:lnTo>
                <a:lnTo>
                  <a:pt x="245" y="123"/>
                </a:lnTo>
                <a:lnTo>
                  <a:pt x="245" y="123"/>
                </a:lnTo>
                <a:close/>
              </a:path>
            </a:pathLst>
          </a:custGeom>
          <a:solidFill>
            <a:schemeClr val="bg1"/>
          </a:solidFill>
          <a:ln w="3810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3" name="Freeform 642">
            <a:extLst>
              <a:ext uri="{FF2B5EF4-FFF2-40B4-BE49-F238E27FC236}">
                <a16:creationId xmlns:a16="http://schemas.microsoft.com/office/drawing/2014/main" id="{449B400E-701F-EC49-88B9-532B8386E8A7}"/>
              </a:ext>
            </a:extLst>
          </p:cNvPr>
          <p:cNvSpPr>
            <a:spLocks/>
          </p:cNvSpPr>
          <p:nvPr/>
        </p:nvSpPr>
        <p:spPr bwMode="auto">
          <a:xfrm>
            <a:off x="5758629" y="1327964"/>
            <a:ext cx="831146" cy="200797"/>
          </a:xfrm>
          <a:custGeom>
            <a:avLst/>
            <a:gdLst>
              <a:gd name="T0" fmla="*/ 305 w 347"/>
              <a:gd name="T1" fmla="*/ 84 h 84"/>
              <a:gd name="T2" fmla="*/ 42 w 347"/>
              <a:gd name="T3" fmla="*/ 84 h 84"/>
              <a:gd name="T4" fmla="*/ 0 w 347"/>
              <a:gd name="T5" fmla="*/ 42 h 84"/>
              <a:gd name="T6" fmla="*/ 42 w 347"/>
              <a:gd name="T7" fmla="*/ 0 h 84"/>
              <a:gd name="T8" fmla="*/ 305 w 347"/>
              <a:gd name="T9" fmla="*/ 0 h 84"/>
              <a:gd name="T10" fmla="*/ 347 w 347"/>
              <a:gd name="T11" fmla="*/ 42 h 84"/>
              <a:gd name="T12" fmla="*/ 305 w 347"/>
              <a:gd name="T1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7" h="84">
                <a:moveTo>
                  <a:pt x="305" y="84"/>
                </a:moveTo>
                <a:cubicBezTo>
                  <a:pt x="42" y="84"/>
                  <a:pt x="42" y="84"/>
                  <a:pt x="42" y="84"/>
                </a:cubicBezTo>
                <a:cubicBezTo>
                  <a:pt x="18" y="84"/>
                  <a:pt x="0" y="65"/>
                  <a:pt x="0" y="42"/>
                </a:cubicBezTo>
                <a:cubicBezTo>
                  <a:pt x="0" y="19"/>
                  <a:pt x="18" y="0"/>
                  <a:pt x="42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7" y="19"/>
                  <a:pt x="347" y="42"/>
                </a:cubicBezTo>
                <a:cubicBezTo>
                  <a:pt x="347" y="65"/>
                  <a:pt x="328" y="84"/>
                  <a:pt x="305" y="84"/>
                </a:cubicBezTo>
                <a:close/>
              </a:path>
            </a:pathLst>
          </a:custGeom>
          <a:solidFill>
            <a:schemeClr val="accent4">
              <a:alpha val="37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644" name="Freeform 643">
            <a:extLst>
              <a:ext uri="{FF2B5EF4-FFF2-40B4-BE49-F238E27FC236}">
                <a16:creationId xmlns:a16="http://schemas.microsoft.com/office/drawing/2014/main" id="{0775AB82-2E27-8F4F-9FD0-7DBB96D983C1}"/>
              </a:ext>
            </a:extLst>
          </p:cNvPr>
          <p:cNvSpPr>
            <a:spLocks/>
          </p:cNvSpPr>
          <p:nvPr/>
        </p:nvSpPr>
        <p:spPr bwMode="auto">
          <a:xfrm>
            <a:off x="5421745" y="1327964"/>
            <a:ext cx="831146" cy="200797"/>
          </a:xfrm>
          <a:custGeom>
            <a:avLst/>
            <a:gdLst>
              <a:gd name="T0" fmla="*/ 305 w 347"/>
              <a:gd name="T1" fmla="*/ 84 h 84"/>
              <a:gd name="T2" fmla="*/ 42 w 347"/>
              <a:gd name="T3" fmla="*/ 84 h 84"/>
              <a:gd name="T4" fmla="*/ 0 w 347"/>
              <a:gd name="T5" fmla="*/ 42 h 84"/>
              <a:gd name="T6" fmla="*/ 42 w 347"/>
              <a:gd name="T7" fmla="*/ 0 h 84"/>
              <a:gd name="T8" fmla="*/ 305 w 347"/>
              <a:gd name="T9" fmla="*/ 0 h 84"/>
              <a:gd name="T10" fmla="*/ 347 w 347"/>
              <a:gd name="T11" fmla="*/ 42 h 84"/>
              <a:gd name="T12" fmla="*/ 305 w 347"/>
              <a:gd name="T1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7" h="84">
                <a:moveTo>
                  <a:pt x="305" y="84"/>
                </a:moveTo>
                <a:cubicBezTo>
                  <a:pt x="42" y="84"/>
                  <a:pt x="42" y="84"/>
                  <a:pt x="42" y="84"/>
                </a:cubicBezTo>
                <a:cubicBezTo>
                  <a:pt x="18" y="84"/>
                  <a:pt x="0" y="65"/>
                  <a:pt x="0" y="42"/>
                </a:cubicBezTo>
                <a:cubicBezTo>
                  <a:pt x="0" y="19"/>
                  <a:pt x="18" y="0"/>
                  <a:pt x="42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7" y="19"/>
                  <a:pt x="347" y="42"/>
                </a:cubicBezTo>
                <a:cubicBezTo>
                  <a:pt x="347" y="65"/>
                  <a:pt x="328" y="84"/>
                  <a:pt x="305" y="8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grpSp>
        <p:nvGrpSpPr>
          <p:cNvPr id="645" name="Group 644">
            <a:extLst>
              <a:ext uri="{FF2B5EF4-FFF2-40B4-BE49-F238E27FC236}">
                <a16:creationId xmlns:a16="http://schemas.microsoft.com/office/drawing/2014/main" id="{571FC535-D867-0F41-B4BC-62F9CC461637}"/>
              </a:ext>
            </a:extLst>
          </p:cNvPr>
          <p:cNvGrpSpPr/>
          <p:nvPr/>
        </p:nvGrpSpPr>
        <p:grpSpPr>
          <a:xfrm>
            <a:off x="4608371" y="2376683"/>
            <a:ext cx="360363" cy="330201"/>
            <a:chOff x="8440738" y="19050"/>
            <a:chExt cx="360363" cy="330201"/>
          </a:xfrm>
          <a:solidFill>
            <a:schemeClr val="bg1"/>
          </a:solidFill>
        </p:grpSpPr>
        <p:sp>
          <p:nvSpPr>
            <p:cNvPr id="646" name="Freeform 645">
              <a:extLst>
                <a:ext uri="{FF2B5EF4-FFF2-40B4-BE49-F238E27FC236}">
                  <a16:creationId xmlns:a16="http://schemas.microsoft.com/office/drawing/2014/main" id="{53FFC343-1702-8749-AAF3-31EEBBB45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0738" y="19050"/>
              <a:ext cx="300038" cy="254000"/>
            </a:xfrm>
            <a:custGeom>
              <a:avLst/>
              <a:gdLst>
                <a:gd name="T0" fmla="*/ 80 w 80"/>
                <a:gd name="T1" fmla="*/ 2 h 68"/>
                <a:gd name="T2" fmla="*/ 78 w 80"/>
                <a:gd name="T3" fmla="*/ 0 h 68"/>
                <a:gd name="T4" fmla="*/ 2 w 80"/>
                <a:gd name="T5" fmla="*/ 0 h 68"/>
                <a:gd name="T6" fmla="*/ 0 w 80"/>
                <a:gd name="T7" fmla="*/ 2 h 68"/>
                <a:gd name="T8" fmla="*/ 0 w 80"/>
                <a:gd name="T9" fmla="*/ 50 h 68"/>
                <a:gd name="T10" fmla="*/ 2 w 80"/>
                <a:gd name="T11" fmla="*/ 52 h 68"/>
                <a:gd name="T12" fmla="*/ 12 w 80"/>
                <a:gd name="T13" fmla="*/ 52 h 68"/>
                <a:gd name="T14" fmla="*/ 12 w 80"/>
                <a:gd name="T15" fmla="*/ 66 h 68"/>
                <a:gd name="T16" fmla="*/ 13 w 80"/>
                <a:gd name="T17" fmla="*/ 68 h 68"/>
                <a:gd name="T18" fmla="*/ 14 w 80"/>
                <a:gd name="T19" fmla="*/ 68 h 68"/>
                <a:gd name="T20" fmla="*/ 15 w 80"/>
                <a:gd name="T21" fmla="*/ 67 h 68"/>
                <a:gd name="T22" fmla="*/ 31 w 80"/>
                <a:gd name="T23" fmla="*/ 52 h 68"/>
                <a:gd name="T24" fmla="*/ 40 w 80"/>
                <a:gd name="T25" fmla="*/ 52 h 68"/>
                <a:gd name="T26" fmla="*/ 40 w 80"/>
                <a:gd name="T27" fmla="*/ 34 h 68"/>
                <a:gd name="T28" fmla="*/ 42 w 80"/>
                <a:gd name="T29" fmla="*/ 32 h 68"/>
                <a:gd name="T30" fmla="*/ 80 w 80"/>
                <a:gd name="T31" fmla="*/ 32 h 68"/>
                <a:gd name="T32" fmla="*/ 80 w 80"/>
                <a:gd name="T33" fmla="*/ 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0" h="68">
                  <a:moveTo>
                    <a:pt x="80" y="2"/>
                  </a:moveTo>
                  <a:cubicBezTo>
                    <a:pt x="80" y="1"/>
                    <a:pt x="79" y="0"/>
                    <a:pt x="78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1"/>
                    <a:pt x="1" y="52"/>
                    <a:pt x="2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2" y="67"/>
                    <a:pt x="12" y="68"/>
                    <a:pt x="13" y="68"/>
                  </a:cubicBezTo>
                  <a:cubicBezTo>
                    <a:pt x="13" y="68"/>
                    <a:pt x="14" y="68"/>
                    <a:pt x="14" y="68"/>
                  </a:cubicBezTo>
                  <a:cubicBezTo>
                    <a:pt x="15" y="68"/>
                    <a:pt x="15" y="68"/>
                    <a:pt x="15" y="67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0" y="34"/>
                    <a:pt x="40" y="34"/>
                    <a:pt x="40" y="34"/>
                  </a:cubicBezTo>
                  <a:cubicBezTo>
                    <a:pt x="40" y="33"/>
                    <a:pt x="41" y="32"/>
                    <a:pt x="42" y="32"/>
                  </a:cubicBezTo>
                  <a:cubicBezTo>
                    <a:pt x="80" y="32"/>
                    <a:pt x="80" y="32"/>
                    <a:pt x="80" y="32"/>
                  </a:cubicBezTo>
                  <a:lnTo>
                    <a:pt x="8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47" name="Freeform 646">
              <a:extLst>
                <a:ext uri="{FF2B5EF4-FFF2-40B4-BE49-F238E27FC236}">
                  <a16:creationId xmlns:a16="http://schemas.microsoft.com/office/drawing/2014/main" id="{F9635083-8CEC-614C-9CA2-B96CE8864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5838" y="153988"/>
              <a:ext cx="195263" cy="195263"/>
            </a:xfrm>
            <a:custGeom>
              <a:avLst/>
              <a:gdLst>
                <a:gd name="T0" fmla="*/ 50 w 52"/>
                <a:gd name="T1" fmla="*/ 0 h 52"/>
                <a:gd name="T2" fmla="*/ 2 w 52"/>
                <a:gd name="T3" fmla="*/ 0 h 52"/>
                <a:gd name="T4" fmla="*/ 0 w 52"/>
                <a:gd name="T5" fmla="*/ 0 h 52"/>
                <a:gd name="T6" fmla="*/ 0 w 52"/>
                <a:gd name="T7" fmla="*/ 2 h 52"/>
                <a:gd name="T8" fmla="*/ 0 w 52"/>
                <a:gd name="T9" fmla="*/ 34 h 52"/>
                <a:gd name="T10" fmla="*/ 2 w 52"/>
                <a:gd name="T11" fmla="*/ 36 h 52"/>
                <a:gd name="T12" fmla="*/ 22 w 52"/>
                <a:gd name="T13" fmla="*/ 36 h 52"/>
                <a:gd name="T14" fmla="*/ 23 w 52"/>
                <a:gd name="T15" fmla="*/ 36 h 52"/>
                <a:gd name="T16" fmla="*/ 24 w 52"/>
                <a:gd name="T17" fmla="*/ 37 h 52"/>
                <a:gd name="T18" fmla="*/ 24 w 52"/>
                <a:gd name="T19" fmla="*/ 37 h 52"/>
                <a:gd name="T20" fmla="*/ 41 w 52"/>
                <a:gd name="T21" fmla="*/ 51 h 52"/>
                <a:gd name="T22" fmla="*/ 42 w 52"/>
                <a:gd name="T23" fmla="*/ 52 h 52"/>
                <a:gd name="T24" fmla="*/ 43 w 52"/>
                <a:gd name="T25" fmla="*/ 52 h 52"/>
                <a:gd name="T26" fmla="*/ 44 w 52"/>
                <a:gd name="T27" fmla="*/ 50 h 52"/>
                <a:gd name="T28" fmla="*/ 44 w 52"/>
                <a:gd name="T29" fmla="*/ 38 h 52"/>
                <a:gd name="T30" fmla="*/ 44 w 52"/>
                <a:gd name="T31" fmla="*/ 36 h 52"/>
                <a:gd name="T32" fmla="*/ 46 w 52"/>
                <a:gd name="T33" fmla="*/ 36 h 52"/>
                <a:gd name="T34" fmla="*/ 50 w 52"/>
                <a:gd name="T35" fmla="*/ 36 h 52"/>
                <a:gd name="T36" fmla="*/ 52 w 52"/>
                <a:gd name="T37" fmla="*/ 34 h 52"/>
                <a:gd name="T38" fmla="*/ 52 w 52"/>
                <a:gd name="T39" fmla="*/ 2 h 52"/>
                <a:gd name="T40" fmla="*/ 50 w 52"/>
                <a:gd name="T4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2" h="52">
                  <a:moveTo>
                    <a:pt x="5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5"/>
                    <a:pt x="1" y="36"/>
                    <a:pt x="2" y="3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41" y="51"/>
                    <a:pt x="41" y="51"/>
                    <a:pt x="41" y="51"/>
                  </a:cubicBezTo>
                  <a:cubicBezTo>
                    <a:pt x="41" y="52"/>
                    <a:pt x="42" y="52"/>
                    <a:pt x="42" y="52"/>
                  </a:cubicBezTo>
                  <a:cubicBezTo>
                    <a:pt x="42" y="52"/>
                    <a:pt x="43" y="52"/>
                    <a:pt x="43" y="52"/>
                  </a:cubicBezTo>
                  <a:cubicBezTo>
                    <a:pt x="44" y="52"/>
                    <a:pt x="44" y="51"/>
                    <a:pt x="44" y="50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1" y="36"/>
                    <a:pt x="52" y="35"/>
                    <a:pt x="52" y="34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1"/>
                    <a:pt x="51" y="0"/>
                    <a:pt x="5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246D6C95-0DF2-C743-9B12-A49499ECCB15}"/>
              </a:ext>
            </a:extLst>
          </p:cNvPr>
          <p:cNvGrpSpPr/>
          <p:nvPr/>
        </p:nvGrpSpPr>
        <p:grpSpPr>
          <a:xfrm>
            <a:off x="7242059" y="2283467"/>
            <a:ext cx="396398" cy="398145"/>
            <a:chOff x="4113213" y="3970338"/>
            <a:chExt cx="360362" cy="361950"/>
          </a:xfrm>
          <a:solidFill>
            <a:schemeClr val="bg1"/>
          </a:solidFill>
        </p:grpSpPr>
        <p:sp>
          <p:nvSpPr>
            <p:cNvPr id="649" name="Freeform 71">
              <a:extLst>
                <a:ext uri="{FF2B5EF4-FFF2-40B4-BE49-F238E27FC236}">
                  <a16:creationId xmlns:a16="http://schemas.microsoft.com/office/drawing/2014/main" id="{6ABF42B5-FD87-F249-86E1-DCA278D8A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250" y="4135438"/>
              <a:ext cx="157163" cy="196850"/>
            </a:xfrm>
            <a:custGeom>
              <a:avLst/>
              <a:gdLst>
                <a:gd name="T0" fmla="*/ 34 w 42"/>
                <a:gd name="T1" fmla="*/ 33 h 52"/>
                <a:gd name="T2" fmla="*/ 20 w 42"/>
                <a:gd name="T3" fmla="*/ 28 h 52"/>
                <a:gd name="T4" fmla="*/ 20 w 42"/>
                <a:gd name="T5" fmla="*/ 21 h 52"/>
                <a:gd name="T6" fmla="*/ 27 w 42"/>
                <a:gd name="T7" fmla="*/ 4 h 52"/>
                <a:gd name="T8" fmla="*/ 27 w 42"/>
                <a:gd name="T9" fmla="*/ 4 h 52"/>
                <a:gd name="T10" fmla="*/ 24 w 42"/>
                <a:gd name="T11" fmla="*/ 5 h 52"/>
                <a:gd name="T12" fmla="*/ 21 w 42"/>
                <a:gd name="T13" fmla="*/ 5 h 52"/>
                <a:gd name="T14" fmla="*/ 12 w 42"/>
                <a:gd name="T15" fmla="*/ 0 h 52"/>
                <a:gd name="T16" fmla="*/ 7 w 42"/>
                <a:gd name="T17" fmla="*/ 3 h 52"/>
                <a:gd name="T18" fmla="*/ 7 w 42"/>
                <a:gd name="T19" fmla="*/ 4 h 52"/>
                <a:gd name="T20" fmla="*/ 0 w 42"/>
                <a:gd name="T21" fmla="*/ 23 h 52"/>
                <a:gd name="T22" fmla="*/ 0 w 42"/>
                <a:gd name="T23" fmla="*/ 25 h 52"/>
                <a:gd name="T24" fmla="*/ 12 w 42"/>
                <a:gd name="T25" fmla="*/ 29 h 52"/>
                <a:gd name="T26" fmla="*/ 22 w 42"/>
                <a:gd name="T27" fmla="*/ 44 h 52"/>
                <a:gd name="T28" fmla="*/ 22 w 42"/>
                <a:gd name="T29" fmla="*/ 52 h 52"/>
                <a:gd name="T30" fmla="*/ 42 w 42"/>
                <a:gd name="T31" fmla="*/ 52 h 52"/>
                <a:gd name="T32" fmla="*/ 42 w 42"/>
                <a:gd name="T33" fmla="*/ 44 h 52"/>
                <a:gd name="T34" fmla="*/ 34 w 42"/>
                <a:gd name="T35" fmla="*/ 3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" h="52">
                  <a:moveTo>
                    <a:pt x="34" y="33"/>
                  </a:moveTo>
                  <a:cubicBezTo>
                    <a:pt x="20" y="28"/>
                    <a:pt x="20" y="28"/>
                    <a:pt x="20" y="28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4" y="17"/>
                    <a:pt x="27" y="11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6" y="4"/>
                    <a:pt x="24" y="5"/>
                    <a:pt x="24" y="5"/>
                  </a:cubicBezTo>
                  <a:cubicBezTo>
                    <a:pt x="23" y="5"/>
                    <a:pt x="22" y="5"/>
                    <a:pt x="21" y="5"/>
                  </a:cubicBezTo>
                  <a:cubicBezTo>
                    <a:pt x="17" y="5"/>
                    <a:pt x="14" y="3"/>
                    <a:pt x="12" y="0"/>
                  </a:cubicBezTo>
                  <a:cubicBezTo>
                    <a:pt x="11" y="1"/>
                    <a:pt x="9" y="2"/>
                    <a:pt x="7" y="3"/>
                  </a:cubicBezTo>
                  <a:cubicBezTo>
                    <a:pt x="7" y="3"/>
                    <a:pt x="7" y="4"/>
                    <a:pt x="7" y="4"/>
                  </a:cubicBezTo>
                  <a:cubicBezTo>
                    <a:pt x="7" y="12"/>
                    <a:pt x="5" y="18"/>
                    <a:pt x="0" y="23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8" y="32"/>
                    <a:pt x="22" y="38"/>
                    <a:pt x="22" y="44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39"/>
                    <a:pt x="39" y="35"/>
                    <a:pt x="34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50" name="Freeform 72">
              <a:extLst>
                <a:ext uri="{FF2B5EF4-FFF2-40B4-BE49-F238E27FC236}">
                  <a16:creationId xmlns:a16="http://schemas.microsoft.com/office/drawing/2014/main" id="{882BA20F-A4DB-9F45-8E48-A00DD99ED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425" y="4071938"/>
              <a:ext cx="96838" cy="71438"/>
            </a:xfrm>
            <a:custGeom>
              <a:avLst/>
              <a:gdLst>
                <a:gd name="T0" fmla="*/ 9 w 26"/>
                <a:gd name="T1" fmla="*/ 0 h 19"/>
                <a:gd name="T2" fmla="*/ 0 w 26"/>
                <a:gd name="T3" fmla="*/ 3 h 19"/>
                <a:gd name="T4" fmla="*/ 6 w 26"/>
                <a:gd name="T5" fmla="*/ 16 h 19"/>
                <a:gd name="T6" fmla="*/ 9 w 26"/>
                <a:gd name="T7" fmla="*/ 13 h 19"/>
                <a:gd name="T8" fmla="*/ 11 w 26"/>
                <a:gd name="T9" fmla="*/ 9 h 19"/>
                <a:gd name="T10" fmla="*/ 13 w 26"/>
                <a:gd name="T11" fmla="*/ 13 h 19"/>
                <a:gd name="T12" fmla="*/ 22 w 26"/>
                <a:gd name="T13" fmla="*/ 18 h 19"/>
                <a:gd name="T14" fmla="*/ 26 w 26"/>
                <a:gd name="T15" fmla="*/ 17 h 19"/>
                <a:gd name="T16" fmla="*/ 9 w 26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19">
                  <a:moveTo>
                    <a:pt x="9" y="0"/>
                  </a:moveTo>
                  <a:cubicBezTo>
                    <a:pt x="5" y="0"/>
                    <a:pt x="2" y="1"/>
                    <a:pt x="0" y="3"/>
                  </a:cubicBezTo>
                  <a:cubicBezTo>
                    <a:pt x="3" y="7"/>
                    <a:pt x="5" y="11"/>
                    <a:pt x="6" y="16"/>
                  </a:cubicBezTo>
                  <a:cubicBezTo>
                    <a:pt x="7" y="15"/>
                    <a:pt x="9" y="14"/>
                    <a:pt x="9" y="13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5" y="17"/>
                    <a:pt x="18" y="19"/>
                    <a:pt x="22" y="18"/>
                  </a:cubicBezTo>
                  <a:cubicBezTo>
                    <a:pt x="23" y="18"/>
                    <a:pt x="25" y="17"/>
                    <a:pt x="26" y="17"/>
                  </a:cubicBezTo>
                  <a:cubicBezTo>
                    <a:pt x="24" y="7"/>
                    <a:pt x="17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51" name="Freeform 73">
              <a:extLst>
                <a:ext uri="{FF2B5EF4-FFF2-40B4-BE49-F238E27FC236}">
                  <a16:creationId xmlns:a16="http://schemas.microsoft.com/office/drawing/2014/main" id="{2184C81E-290C-E741-B0E4-B3C17C880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775" y="4071938"/>
              <a:ext cx="128588" cy="71438"/>
            </a:xfrm>
            <a:custGeom>
              <a:avLst/>
              <a:gdLst>
                <a:gd name="T0" fmla="*/ 2 w 34"/>
                <a:gd name="T1" fmla="*/ 16 h 19"/>
                <a:gd name="T2" fmla="*/ 7 w 34"/>
                <a:gd name="T3" fmla="*/ 18 h 19"/>
                <a:gd name="T4" fmla="*/ 17 w 34"/>
                <a:gd name="T5" fmla="*/ 13 h 19"/>
                <a:gd name="T6" fmla="*/ 19 w 34"/>
                <a:gd name="T7" fmla="*/ 9 h 19"/>
                <a:gd name="T8" fmla="*/ 21 w 34"/>
                <a:gd name="T9" fmla="*/ 13 h 19"/>
                <a:gd name="T10" fmla="*/ 30 w 34"/>
                <a:gd name="T11" fmla="*/ 18 h 19"/>
                <a:gd name="T12" fmla="*/ 34 w 34"/>
                <a:gd name="T13" fmla="*/ 17 h 19"/>
                <a:gd name="T14" fmla="*/ 17 w 34"/>
                <a:gd name="T15" fmla="*/ 0 h 19"/>
                <a:gd name="T16" fmla="*/ 0 w 34"/>
                <a:gd name="T17" fmla="*/ 15 h 19"/>
                <a:gd name="T18" fmla="*/ 2 w 34"/>
                <a:gd name="T19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19">
                  <a:moveTo>
                    <a:pt x="2" y="16"/>
                  </a:moveTo>
                  <a:cubicBezTo>
                    <a:pt x="4" y="17"/>
                    <a:pt x="5" y="18"/>
                    <a:pt x="7" y="18"/>
                  </a:cubicBezTo>
                  <a:cubicBezTo>
                    <a:pt x="11" y="18"/>
                    <a:pt x="16" y="15"/>
                    <a:pt x="17" y="13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3" y="17"/>
                    <a:pt x="26" y="19"/>
                    <a:pt x="30" y="18"/>
                  </a:cubicBezTo>
                  <a:cubicBezTo>
                    <a:pt x="31" y="18"/>
                    <a:pt x="33" y="17"/>
                    <a:pt x="34" y="17"/>
                  </a:cubicBezTo>
                  <a:cubicBezTo>
                    <a:pt x="32" y="7"/>
                    <a:pt x="25" y="0"/>
                    <a:pt x="17" y="0"/>
                  </a:cubicBezTo>
                  <a:cubicBezTo>
                    <a:pt x="9" y="0"/>
                    <a:pt x="2" y="7"/>
                    <a:pt x="0" y="15"/>
                  </a:cubicBezTo>
                  <a:lnTo>
                    <a:pt x="2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52" name="Freeform 74">
              <a:extLst>
                <a:ext uri="{FF2B5EF4-FFF2-40B4-BE49-F238E27FC236}">
                  <a16:creationId xmlns:a16="http://schemas.microsoft.com/office/drawing/2014/main" id="{72D85750-EE4A-C040-A12C-FC81A1D40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213" y="4135438"/>
              <a:ext cx="239713" cy="196850"/>
            </a:xfrm>
            <a:custGeom>
              <a:avLst/>
              <a:gdLst>
                <a:gd name="T0" fmla="*/ 56 w 64"/>
                <a:gd name="T1" fmla="*/ 33 h 52"/>
                <a:gd name="T2" fmla="*/ 42 w 64"/>
                <a:gd name="T3" fmla="*/ 28 h 52"/>
                <a:gd name="T4" fmla="*/ 42 w 64"/>
                <a:gd name="T5" fmla="*/ 21 h 52"/>
                <a:gd name="T6" fmla="*/ 49 w 64"/>
                <a:gd name="T7" fmla="*/ 4 h 52"/>
                <a:gd name="T8" fmla="*/ 49 w 64"/>
                <a:gd name="T9" fmla="*/ 4 h 52"/>
                <a:gd name="T10" fmla="*/ 46 w 64"/>
                <a:gd name="T11" fmla="*/ 5 h 52"/>
                <a:gd name="T12" fmla="*/ 43 w 64"/>
                <a:gd name="T13" fmla="*/ 5 h 52"/>
                <a:gd name="T14" fmla="*/ 34 w 64"/>
                <a:gd name="T15" fmla="*/ 0 h 52"/>
                <a:gd name="T16" fmla="*/ 22 w 64"/>
                <a:gd name="T17" fmla="*/ 5 h 52"/>
                <a:gd name="T18" fmla="*/ 15 w 64"/>
                <a:gd name="T19" fmla="*/ 3 h 52"/>
                <a:gd name="T20" fmla="*/ 14 w 64"/>
                <a:gd name="T21" fmla="*/ 2 h 52"/>
                <a:gd name="T22" fmla="*/ 14 w 64"/>
                <a:gd name="T23" fmla="*/ 4 h 52"/>
                <a:gd name="T24" fmla="*/ 22 w 64"/>
                <a:gd name="T25" fmla="*/ 22 h 52"/>
                <a:gd name="T26" fmla="*/ 22 w 64"/>
                <a:gd name="T27" fmla="*/ 28 h 52"/>
                <a:gd name="T28" fmla="*/ 8 w 64"/>
                <a:gd name="T29" fmla="*/ 33 h 52"/>
                <a:gd name="T30" fmla="*/ 0 w 64"/>
                <a:gd name="T31" fmla="*/ 44 h 52"/>
                <a:gd name="T32" fmla="*/ 0 w 64"/>
                <a:gd name="T33" fmla="*/ 52 h 52"/>
                <a:gd name="T34" fmla="*/ 64 w 64"/>
                <a:gd name="T35" fmla="*/ 52 h 52"/>
                <a:gd name="T36" fmla="*/ 64 w 64"/>
                <a:gd name="T37" fmla="*/ 44 h 52"/>
                <a:gd name="T38" fmla="*/ 56 w 64"/>
                <a:gd name="T39" fmla="*/ 3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4" h="52">
                  <a:moveTo>
                    <a:pt x="56" y="33"/>
                  </a:moveTo>
                  <a:cubicBezTo>
                    <a:pt x="42" y="28"/>
                    <a:pt x="42" y="28"/>
                    <a:pt x="42" y="28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6" y="17"/>
                    <a:pt x="49" y="11"/>
                    <a:pt x="49" y="4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48" y="4"/>
                    <a:pt x="46" y="5"/>
                    <a:pt x="46" y="5"/>
                  </a:cubicBezTo>
                  <a:cubicBezTo>
                    <a:pt x="45" y="5"/>
                    <a:pt x="44" y="5"/>
                    <a:pt x="43" y="5"/>
                  </a:cubicBezTo>
                  <a:cubicBezTo>
                    <a:pt x="39" y="5"/>
                    <a:pt x="36" y="3"/>
                    <a:pt x="34" y="0"/>
                  </a:cubicBezTo>
                  <a:cubicBezTo>
                    <a:pt x="31" y="3"/>
                    <a:pt x="26" y="5"/>
                    <a:pt x="22" y="5"/>
                  </a:cubicBezTo>
                  <a:cubicBezTo>
                    <a:pt x="19" y="5"/>
                    <a:pt x="17" y="4"/>
                    <a:pt x="15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3"/>
                    <a:pt x="14" y="4"/>
                    <a:pt x="14" y="4"/>
                  </a:cubicBezTo>
                  <a:cubicBezTo>
                    <a:pt x="14" y="12"/>
                    <a:pt x="17" y="18"/>
                    <a:pt x="22" y="22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3" y="35"/>
                    <a:pt x="0" y="39"/>
                    <a:pt x="0" y="4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44"/>
                    <a:pt x="64" y="44"/>
                    <a:pt x="64" y="44"/>
                  </a:cubicBezTo>
                  <a:cubicBezTo>
                    <a:pt x="64" y="39"/>
                    <a:pt x="61" y="35"/>
                    <a:pt x="56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53" name="Freeform 75">
              <a:extLst>
                <a:ext uri="{FF2B5EF4-FFF2-40B4-BE49-F238E27FC236}">
                  <a16:creationId xmlns:a16="http://schemas.microsoft.com/office/drawing/2014/main" id="{B0DE1FF5-94CB-AE41-A8A0-2349A5601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925" y="3970338"/>
              <a:ext cx="120650" cy="120650"/>
            </a:xfrm>
            <a:custGeom>
              <a:avLst/>
              <a:gdLst>
                <a:gd name="T0" fmla="*/ 28 w 32"/>
                <a:gd name="T1" fmla="*/ 12 h 32"/>
                <a:gd name="T2" fmla="*/ 20 w 32"/>
                <a:gd name="T3" fmla="*/ 12 h 32"/>
                <a:gd name="T4" fmla="*/ 20 w 32"/>
                <a:gd name="T5" fmla="*/ 4 h 32"/>
                <a:gd name="T6" fmla="*/ 16 w 32"/>
                <a:gd name="T7" fmla="*/ 0 h 32"/>
                <a:gd name="T8" fmla="*/ 12 w 32"/>
                <a:gd name="T9" fmla="*/ 4 h 32"/>
                <a:gd name="T10" fmla="*/ 12 w 32"/>
                <a:gd name="T11" fmla="*/ 12 h 32"/>
                <a:gd name="T12" fmla="*/ 4 w 32"/>
                <a:gd name="T13" fmla="*/ 12 h 32"/>
                <a:gd name="T14" fmla="*/ 0 w 32"/>
                <a:gd name="T15" fmla="*/ 16 h 32"/>
                <a:gd name="T16" fmla="*/ 4 w 32"/>
                <a:gd name="T17" fmla="*/ 20 h 32"/>
                <a:gd name="T18" fmla="*/ 12 w 32"/>
                <a:gd name="T19" fmla="*/ 20 h 32"/>
                <a:gd name="T20" fmla="*/ 12 w 32"/>
                <a:gd name="T21" fmla="*/ 28 h 32"/>
                <a:gd name="T22" fmla="*/ 16 w 32"/>
                <a:gd name="T23" fmla="*/ 32 h 32"/>
                <a:gd name="T24" fmla="*/ 20 w 32"/>
                <a:gd name="T25" fmla="*/ 28 h 32"/>
                <a:gd name="T26" fmla="*/ 20 w 32"/>
                <a:gd name="T27" fmla="*/ 20 h 32"/>
                <a:gd name="T28" fmla="*/ 28 w 32"/>
                <a:gd name="T29" fmla="*/ 20 h 32"/>
                <a:gd name="T30" fmla="*/ 32 w 32"/>
                <a:gd name="T31" fmla="*/ 16 h 32"/>
                <a:gd name="T32" fmla="*/ 28 w 32"/>
                <a:gd name="T33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" h="32">
                  <a:moveTo>
                    <a:pt x="28" y="12"/>
                  </a:moveTo>
                  <a:cubicBezTo>
                    <a:pt x="20" y="12"/>
                    <a:pt x="20" y="12"/>
                    <a:pt x="20" y="12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2"/>
                    <a:pt x="18" y="0"/>
                    <a:pt x="16" y="0"/>
                  </a:cubicBezTo>
                  <a:cubicBezTo>
                    <a:pt x="14" y="0"/>
                    <a:pt x="12" y="2"/>
                    <a:pt x="12" y="4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2" y="12"/>
                    <a:pt x="0" y="14"/>
                    <a:pt x="0" y="16"/>
                  </a:cubicBezTo>
                  <a:cubicBezTo>
                    <a:pt x="0" y="18"/>
                    <a:pt x="2" y="20"/>
                    <a:pt x="4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30"/>
                    <a:pt x="14" y="32"/>
                    <a:pt x="16" y="32"/>
                  </a:cubicBezTo>
                  <a:cubicBezTo>
                    <a:pt x="18" y="32"/>
                    <a:pt x="20" y="30"/>
                    <a:pt x="20" y="28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30" y="20"/>
                    <a:pt x="32" y="18"/>
                    <a:pt x="32" y="16"/>
                  </a:cubicBezTo>
                  <a:cubicBezTo>
                    <a:pt x="32" y="14"/>
                    <a:pt x="30" y="12"/>
                    <a:pt x="28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654" name="Group 653">
            <a:extLst>
              <a:ext uri="{FF2B5EF4-FFF2-40B4-BE49-F238E27FC236}">
                <a16:creationId xmlns:a16="http://schemas.microsoft.com/office/drawing/2014/main" id="{E2B60A84-1427-684E-88B4-B5C74D8D6E84}"/>
              </a:ext>
            </a:extLst>
          </p:cNvPr>
          <p:cNvGrpSpPr/>
          <p:nvPr/>
        </p:nvGrpSpPr>
        <p:grpSpPr>
          <a:xfrm>
            <a:off x="4040502" y="3859483"/>
            <a:ext cx="382253" cy="405305"/>
            <a:chOff x="7750176" y="3625850"/>
            <a:chExt cx="315912" cy="334963"/>
          </a:xfrm>
          <a:solidFill>
            <a:schemeClr val="bg1"/>
          </a:solidFill>
        </p:grpSpPr>
        <p:sp>
          <p:nvSpPr>
            <p:cNvPr id="655" name="Freeform 654">
              <a:extLst>
                <a:ext uri="{FF2B5EF4-FFF2-40B4-BE49-F238E27FC236}">
                  <a16:creationId xmlns:a16="http://schemas.microsoft.com/office/drawing/2014/main" id="{629D3139-0E28-5E4A-8E5B-711B0E8F5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0501" y="3687763"/>
              <a:ext cx="195263" cy="211138"/>
            </a:xfrm>
            <a:custGeom>
              <a:avLst/>
              <a:gdLst>
                <a:gd name="T0" fmla="*/ 26 w 52"/>
                <a:gd name="T1" fmla="*/ 0 h 56"/>
                <a:gd name="T2" fmla="*/ 0 w 52"/>
                <a:gd name="T3" fmla="*/ 26 h 56"/>
                <a:gd name="T4" fmla="*/ 18 w 52"/>
                <a:gd name="T5" fmla="*/ 51 h 56"/>
                <a:gd name="T6" fmla="*/ 18 w 52"/>
                <a:gd name="T7" fmla="*/ 54 h 56"/>
                <a:gd name="T8" fmla="*/ 20 w 52"/>
                <a:gd name="T9" fmla="*/ 56 h 56"/>
                <a:gd name="T10" fmla="*/ 32 w 52"/>
                <a:gd name="T11" fmla="*/ 56 h 56"/>
                <a:gd name="T12" fmla="*/ 34 w 52"/>
                <a:gd name="T13" fmla="*/ 54 h 56"/>
                <a:gd name="T14" fmla="*/ 34 w 52"/>
                <a:gd name="T15" fmla="*/ 51 h 56"/>
                <a:gd name="T16" fmla="*/ 52 w 52"/>
                <a:gd name="T17" fmla="*/ 26 h 56"/>
                <a:gd name="T18" fmla="*/ 26 w 52"/>
                <a:gd name="T1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" h="56">
                  <a:moveTo>
                    <a:pt x="26" y="0"/>
                  </a:moveTo>
                  <a:cubicBezTo>
                    <a:pt x="12" y="0"/>
                    <a:pt x="0" y="12"/>
                    <a:pt x="0" y="26"/>
                  </a:cubicBezTo>
                  <a:cubicBezTo>
                    <a:pt x="0" y="37"/>
                    <a:pt x="7" y="47"/>
                    <a:pt x="18" y="51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5"/>
                    <a:pt x="19" y="56"/>
                    <a:pt x="20" y="56"/>
                  </a:cubicBezTo>
                  <a:cubicBezTo>
                    <a:pt x="32" y="56"/>
                    <a:pt x="32" y="56"/>
                    <a:pt x="32" y="56"/>
                  </a:cubicBezTo>
                  <a:cubicBezTo>
                    <a:pt x="33" y="56"/>
                    <a:pt x="34" y="55"/>
                    <a:pt x="34" y="54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45" y="47"/>
                    <a:pt x="52" y="37"/>
                    <a:pt x="52" y="26"/>
                  </a:cubicBezTo>
                  <a:cubicBezTo>
                    <a:pt x="52" y="12"/>
                    <a:pt x="40" y="0"/>
                    <a:pt x="2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56" name="Freeform 655">
              <a:extLst>
                <a:ext uri="{FF2B5EF4-FFF2-40B4-BE49-F238E27FC236}">
                  <a16:creationId xmlns:a16="http://schemas.microsoft.com/office/drawing/2014/main" id="{A884EF93-6427-7B48-910C-9C0DEB057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3051" y="3944938"/>
              <a:ext cx="30163" cy="15875"/>
            </a:xfrm>
            <a:custGeom>
              <a:avLst/>
              <a:gdLst>
                <a:gd name="T0" fmla="*/ 6 w 8"/>
                <a:gd name="T1" fmla="*/ 0 h 4"/>
                <a:gd name="T2" fmla="*/ 2 w 8"/>
                <a:gd name="T3" fmla="*/ 0 h 4"/>
                <a:gd name="T4" fmla="*/ 0 w 8"/>
                <a:gd name="T5" fmla="*/ 2 h 4"/>
                <a:gd name="T6" fmla="*/ 2 w 8"/>
                <a:gd name="T7" fmla="*/ 4 h 4"/>
                <a:gd name="T8" fmla="*/ 6 w 8"/>
                <a:gd name="T9" fmla="*/ 4 h 4"/>
                <a:gd name="T10" fmla="*/ 8 w 8"/>
                <a:gd name="T11" fmla="*/ 2 h 4"/>
                <a:gd name="T12" fmla="*/ 6 w 8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4">
                  <a:moveTo>
                    <a:pt x="6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8" y="3"/>
                    <a:pt x="8" y="2"/>
                  </a:cubicBezTo>
                  <a:cubicBezTo>
                    <a:pt x="8" y="1"/>
                    <a:pt x="7" y="0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57" name="Freeform 656">
              <a:extLst>
                <a:ext uri="{FF2B5EF4-FFF2-40B4-BE49-F238E27FC236}">
                  <a16:creationId xmlns:a16="http://schemas.microsoft.com/office/drawing/2014/main" id="{9723FBB8-CA46-EF46-B353-E4DFB05DB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8763" y="3914775"/>
              <a:ext cx="60325" cy="14288"/>
            </a:xfrm>
            <a:custGeom>
              <a:avLst/>
              <a:gdLst>
                <a:gd name="T0" fmla="*/ 14 w 16"/>
                <a:gd name="T1" fmla="*/ 0 h 4"/>
                <a:gd name="T2" fmla="*/ 2 w 16"/>
                <a:gd name="T3" fmla="*/ 0 h 4"/>
                <a:gd name="T4" fmla="*/ 0 w 16"/>
                <a:gd name="T5" fmla="*/ 2 h 4"/>
                <a:gd name="T6" fmla="*/ 2 w 16"/>
                <a:gd name="T7" fmla="*/ 4 h 4"/>
                <a:gd name="T8" fmla="*/ 14 w 16"/>
                <a:gd name="T9" fmla="*/ 4 h 4"/>
                <a:gd name="T10" fmla="*/ 16 w 16"/>
                <a:gd name="T11" fmla="*/ 2 h 4"/>
                <a:gd name="T12" fmla="*/ 14 w 16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4">
                  <a:moveTo>
                    <a:pt x="14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5" y="4"/>
                    <a:pt x="16" y="3"/>
                    <a:pt x="16" y="2"/>
                  </a:cubicBezTo>
                  <a:cubicBezTo>
                    <a:pt x="16" y="1"/>
                    <a:pt x="15" y="0"/>
                    <a:pt x="1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58" name="Freeform 657">
              <a:extLst>
                <a:ext uri="{FF2B5EF4-FFF2-40B4-BE49-F238E27FC236}">
                  <a16:creationId xmlns:a16="http://schemas.microsoft.com/office/drawing/2014/main" id="{20B7EDAA-3FEA-FE4E-95DC-116ADF2B6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0988" y="3625850"/>
              <a:ext cx="14288" cy="46038"/>
            </a:xfrm>
            <a:custGeom>
              <a:avLst/>
              <a:gdLst>
                <a:gd name="T0" fmla="*/ 2 w 4"/>
                <a:gd name="T1" fmla="*/ 12 h 12"/>
                <a:gd name="T2" fmla="*/ 4 w 4"/>
                <a:gd name="T3" fmla="*/ 10 h 12"/>
                <a:gd name="T4" fmla="*/ 4 w 4"/>
                <a:gd name="T5" fmla="*/ 2 h 12"/>
                <a:gd name="T6" fmla="*/ 2 w 4"/>
                <a:gd name="T7" fmla="*/ 0 h 12"/>
                <a:gd name="T8" fmla="*/ 0 w 4"/>
                <a:gd name="T9" fmla="*/ 2 h 12"/>
                <a:gd name="T10" fmla="*/ 0 w 4"/>
                <a:gd name="T11" fmla="*/ 10 h 12"/>
                <a:gd name="T12" fmla="*/ 2 w 4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2">
                  <a:moveTo>
                    <a:pt x="2" y="12"/>
                  </a:moveTo>
                  <a:cubicBezTo>
                    <a:pt x="3" y="12"/>
                    <a:pt x="4" y="11"/>
                    <a:pt x="4" y="1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1" y="12"/>
                    <a:pt x="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59" name="Freeform 658">
              <a:extLst>
                <a:ext uri="{FF2B5EF4-FFF2-40B4-BE49-F238E27FC236}">
                  <a16:creationId xmlns:a16="http://schemas.microsoft.com/office/drawing/2014/main" id="{A3BAFF97-BACE-664D-9C0F-BFFA05A97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1638" y="3778250"/>
              <a:ext cx="44450" cy="14288"/>
            </a:xfrm>
            <a:custGeom>
              <a:avLst/>
              <a:gdLst>
                <a:gd name="T0" fmla="*/ 10 w 12"/>
                <a:gd name="T1" fmla="*/ 0 h 4"/>
                <a:gd name="T2" fmla="*/ 2 w 12"/>
                <a:gd name="T3" fmla="*/ 0 h 4"/>
                <a:gd name="T4" fmla="*/ 0 w 12"/>
                <a:gd name="T5" fmla="*/ 2 h 4"/>
                <a:gd name="T6" fmla="*/ 2 w 12"/>
                <a:gd name="T7" fmla="*/ 4 h 4"/>
                <a:gd name="T8" fmla="*/ 10 w 12"/>
                <a:gd name="T9" fmla="*/ 4 h 4"/>
                <a:gd name="T10" fmla="*/ 12 w 12"/>
                <a:gd name="T11" fmla="*/ 2 h 4"/>
                <a:gd name="T12" fmla="*/ 10 w 12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4">
                  <a:moveTo>
                    <a:pt x="1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2" y="3"/>
                    <a:pt x="12" y="2"/>
                  </a:cubicBezTo>
                  <a:cubicBezTo>
                    <a:pt x="12" y="1"/>
                    <a:pt x="11" y="0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60" name="Freeform 659">
              <a:extLst>
                <a:ext uri="{FF2B5EF4-FFF2-40B4-BE49-F238E27FC236}">
                  <a16:creationId xmlns:a16="http://schemas.microsoft.com/office/drawing/2014/main" id="{21DF42EE-E2FE-8849-9420-F5E4FCFE6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0176" y="3778250"/>
              <a:ext cx="46038" cy="14288"/>
            </a:xfrm>
            <a:custGeom>
              <a:avLst/>
              <a:gdLst>
                <a:gd name="T0" fmla="*/ 10 w 12"/>
                <a:gd name="T1" fmla="*/ 0 h 4"/>
                <a:gd name="T2" fmla="*/ 2 w 12"/>
                <a:gd name="T3" fmla="*/ 0 h 4"/>
                <a:gd name="T4" fmla="*/ 0 w 12"/>
                <a:gd name="T5" fmla="*/ 2 h 4"/>
                <a:gd name="T6" fmla="*/ 2 w 12"/>
                <a:gd name="T7" fmla="*/ 4 h 4"/>
                <a:gd name="T8" fmla="*/ 10 w 12"/>
                <a:gd name="T9" fmla="*/ 4 h 4"/>
                <a:gd name="T10" fmla="*/ 12 w 12"/>
                <a:gd name="T11" fmla="*/ 2 h 4"/>
                <a:gd name="T12" fmla="*/ 10 w 12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4">
                  <a:moveTo>
                    <a:pt x="1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2" y="3"/>
                    <a:pt x="12" y="2"/>
                  </a:cubicBezTo>
                  <a:cubicBezTo>
                    <a:pt x="12" y="1"/>
                    <a:pt x="11" y="0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61" name="Freeform 660">
              <a:extLst>
                <a:ext uri="{FF2B5EF4-FFF2-40B4-BE49-F238E27FC236}">
                  <a16:creationId xmlns:a16="http://schemas.microsoft.com/office/drawing/2014/main" id="{F2C4E37B-6114-6343-8EE9-578F28460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5101" y="3660775"/>
              <a:ext cx="47625" cy="44450"/>
            </a:xfrm>
            <a:custGeom>
              <a:avLst/>
              <a:gdLst>
                <a:gd name="T0" fmla="*/ 9 w 13"/>
                <a:gd name="T1" fmla="*/ 12 h 12"/>
                <a:gd name="T2" fmla="*/ 10 w 13"/>
                <a:gd name="T3" fmla="*/ 12 h 12"/>
                <a:gd name="T4" fmla="*/ 12 w 13"/>
                <a:gd name="T5" fmla="*/ 12 h 12"/>
                <a:gd name="T6" fmla="*/ 12 w 13"/>
                <a:gd name="T7" fmla="*/ 9 h 12"/>
                <a:gd name="T8" fmla="*/ 3 w 13"/>
                <a:gd name="T9" fmla="*/ 1 h 12"/>
                <a:gd name="T10" fmla="*/ 0 w 13"/>
                <a:gd name="T11" fmla="*/ 1 h 12"/>
                <a:gd name="T12" fmla="*/ 0 w 13"/>
                <a:gd name="T13" fmla="*/ 3 h 12"/>
                <a:gd name="T14" fmla="*/ 9 w 13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2">
                  <a:moveTo>
                    <a:pt x="9" y="12"/>
                  </a:moveTo>
                  <a:cubicBezTo>
                    <a:pt x="9" y="12"/>
                    <a:pt x="10" y="12"/>
                    <a:pt x="10" y="12"/>
                  </a:cubicBezTo>
                  <a:cubicBezTo>
                    <a:pt x="11" y="12"/>
                    <a:pt x="11" y="12"/>
                    <a:pt x="12" y="12"/>
                  </a:cubicBezTo>
                  <a:cubicBezTo>
                    <a:pt x="13" y="11"/>
                    <a:pt x="13" y="10"/>
                    <a:pt x="12" y="9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0" y="1"/>
                    <a:pt x="0" y="3"/>
                    <a:pt x="0" y="3"/>
                  </a:cubicBezTo>
                  <a:lnTo>
                    <a:pt x="9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62" name="Freeform 661">
              <a:extLst>
                <a:ext uri="{FF2B5EF4-FFF2-40B4-BE49-F238E27FC236}">
                  <a16:creationId xmlns:a16="http://schemas.microsoft.com/office/drawing/2014/main" id="{6A9B6FDA-154E-E542-99D8-CEA08350F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3538" y="3660775"/>
              <a:ext cx="49213" cy="44450"/>
            </a:xfrm>
            <a:custGeom>
              <a:avLst/>
              <a:gdLst>
                <a:gd name="T0" fmla="*/ 3 w 13"/>
                <a:gd name="T1" fmla="*/ 12 h 12"/>
                <a:gd name="T2" fmla="*/ 4 w 13"/>
                <a:gd name="T3" fmla="*/ 12 h 12"/>
                <a:gd name="T4" fmla="*/ 13 w 13"/>
                <a:gd name="T5" fmla="*/ 3 h 12"/>
                <a:gd name="T6" fmla="*/ 13 w 13"/>
                <a:gd name="T7" fmla="*/ 1 h 12"/>
                <a:gd name="T8" fmla="*/ 10 w 13"/>
                <a:gd name="T9" fmla="*/ 1 h 12"/>
                <a:gd name="T10" fmla="*/ 1 w 13"/>
                <a:gd name="T11" fmla="*/ 9 h 12"/>
                <a:gd name="T12" fmla="*/ 1 w 13"/>
                <a:gd name="T13" fmla="*/ 12 h 12"/>
                <a:gd name="T14" fmla="*/ 3 w 13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2">
                  <a:moveTo>
                    <a:pt x="3" y="12"/>
                  </a:moveTo>
                  <a:cubicBezTo>
                    <a:pt x="3" y="12"/>
                    <a:pt x="4" y="12"/>
                    <a:pt x="4" y="12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1"/>
                    <a:pt x="13" y="1"/>
                  </a:cubicBezTo>
                  <a:cubicBezTo>
                    <a:pt x="12" y="0"/>
                    <a:pt x="10" y="0"/>
                    <a:pt x="10" y="1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10"/>
                    <a:pt x="0" y="11"/>
                    <a:pt x="1" y="12"/>
                  </a:cubicBezTo>
                  <a:cubicBezTo>
                    <a:pt x="2" y="12"/>
                    <a:pt x="2" y="12"/>
                    <a:pt x="3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663" name="Group 662">
            <a:extLst>
              <a:ext uri="{FF2B5EF4-FFF2-40B4-BE49-F238E27FC236}">
                <a16:creationId xmlns:a16="http://schemas.microsoft.com/office/drawing/2014/main" id="{1761E298-0E26-1740-A344-8B3D139B57D8}"/>
              </a:ext>
            </a:extLst>
          </p:cNvPr>
          <p:cNvGrpSpPr/>
          <p:nvPr/>
        </p:nvGrpSpPr>
        <p:grpSpPr>
          <a:xfrm>
            <a:off x="7739473" y="3903004"/>
            <a:ext cx="360362" cy="361951"/>
            <a:chOff x="5554663" y="3971925"/>
            <a:chExt cx="360362" cy="361951"/>
          </a:xfrm>
          <a:solidFill>
            <a:schemeClr val="bg1"/>
          </a:solidFill>
        </p:grpSpPr>
        <p:sp>
          <p:nvSpPr>
            <p:cNvPr id="664" name="Freeform 663">
              <a:extLst>
                <a:ext uri="{FF2B5EF4-FFF2-40B4-BE49-F238E27FC236}">
                  <a16:creationId xmlns:a16="http://schemas.microsoft.com/office/drawing/2014/main" id="{CB59BCF7-E9AD-E245-A632-C98BA6D214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54663" y="4078288"/>
              <a:ext cx="255588" cy="255588"/>
            </a:xfrm>
            <a:custGeom>
              <a:avLst/>
              <a:gdLst>
                <a:gd name="T0" fmla="*/ 67 w 68"/>
                <a:gd name="T1" fmla="*/ 41 h 68"/>
                <a:gd name="T2" fmla="*/ 62 w 68"/>
                <a:gd name="T3" fmla="*/ 38 h 68"/>
                <a:gd name="T4" fmla="*/ 62 w 68"/>
                <a:gd name="T5" fmla="*/ 34 h 68"/>
                <a:gd name="T6" fmla="*/ 62 w 68"/>
                <a:gd name="T7" fmla="*/ 30 h 68"/>
                <a:gd name="T8" fmla="*/ 67 w 68"/>
                <a:gd name="T9" fmla="*/ 27 h 68"/>
                <a:gd name="T10" fmla="*/ 67 w 68"/>
                <a:gd name="T11" fmla="*/ 24 h 68"/>
                <a:gd name="T12" fmla="*/ 59 w 68"/>
                <a:gd name="T13" fmla="*/ 10 h 68"/>
                <a:gd name="T14" fmla="*/ 58 w 68"/>
                <a:gd name="T15" fmla="*/ 9 h 68"/>
                <a:gd name="T16" fmla="*/ 57 w 68"/>
                <a:gd name="T17" fmla="*/ 9 h 68"/>
                <a:gd name="T18" fmla="*/ 52 w 68"/>
                <a:gd name="T19" fmla="*/ 12 h 68"/>
                <a:gd name="T20" fmla="*/ 44 w 68"/>
                <a:gd name="T21" fmla="*/ 8 h 68"/>
                <a:gd name="T22" fmla="*/ 44 w 68"/>
                <a:gd name="T23" fmla="*/ 2 h 68"/>
                <a:gd name="T24" fmla="*/ 42 w 68"/>
                <a:gd name="T25" fmla="*/ 0 h 68"/>
                <a:gd name="T26" fmla="*/ 26 w 68"/>
                <a:gd name="T27" fmla="*/ 0 h 68"/>
                <a:gd name="T28" fmla="*/ 24 w 68"/>
                <a:gd name="T29" fmla="*/ 2 h 68"/>
                <a:gd name="T30" fmla="*/ 24 w 68"/>
                <a:gd name="T31" fmla="*/ 8 h 68"/>
                <a:gd name="T32" fmla="*/ 17 w 68"/>
                <a:gd name="T33" fmla="*/ 12 h 68"/>
                <a:gd name="T34" fmla="*/ 11 w 68"/>
                <a:gd name="T35" fmla="*/ 9 h 68"/>
                <a:gd name="T36" fmla="*/ 9 w 68"/>
                <a:gd name="T37" fmla="*/ 10 h 68"/>
                <a:gd name="T38" fmla="*/ 1 w 68"/>
                <a:gd name="T39" fmla="*/ 24 h 68"/>
                <a:gd name="T40" fmla="*/ 0 w 68"/>
                <a:gd name="T41" fmla="*/ 25 h 68"/>
                <a:gd name="T42" fmla="*/ 1 w 68"/>
                <a:gd name="T43" fmla="*/ 27 h 68"/>
                <a:gd name="T44" fmla="*/ 6 w 68"/>
                <a:gd name="T45" fmla="*/ 30 h 68"/>
                <a:gd name="T46" fmla="*/ 6 w 68"/>
                <a:gd name="T47" fmla="*/ 34 h 68"/>
                <a:gd name="T48" fmla="*/ 6 w 68"/>
                <a:gd name="T49" fmla="*/ 38 h 68"/>
                <a:gd name="T50" fmla="*/ 1 w 68"/>
                <a:gd name="T51" fmla="*/ 41 h 68"/>
                <a:gd name="T52" fmla="*/ 1 w 68"/>
                <a:gd name="T53" fmla="*/ 44 h 68"/>
                <a:gd name="T54" fmla="*/ 9 w 68"/>
                <a:gd name="T55" fmla="*/ 58 h 68"/>
                <a:gd name="T56" fmla="*/ 11 w 68"/>
                <a:gd name="T57" fmla="*/ 59 h 68"/>
                <a:gd name="T58" fmla="*/ 17 w 68"/>
                <a:gd name="T59" fmla="*/ 56 h 68"/>
                <a:gd name="T60" fmla="*/ 24 w 68"/>
                <a:gd name="T61" fmla="*/ 60 h 68"/>
                <a:gd name="T62" fmla="*/ 24 w 68"/>
                <a:gd name="T63" fmla="*/ 66 h 68"/>
                <a:gd name="T64" fmla="*/ 26 w 68"/>
                <a:gd name="T65" fmla="*/ 68 h 68"/>
                <a:gd name="T66" fmla="*/ 42 w 68"/>
                <a:gd name="T67" fmla="*/ 68 h 68"/>
                <a:gd name="T68" fmla="*/ 44 w 68"/>
                <a:gd name="T69" fmla="*/ 66 h 68"/>
                <a:gd name="T70" fmla="*/ 44 w 68"/>
                <a:gd name="T71" fmla="*/ 60 h 68"/>
                <a:gd name="T72" fmla="*/ 52 w 68"/>
                <a:gd name="T73" fmla="*/ 56 h 68"/>
                <a:gd name="T74" fmla="*/ 57 w 68"/>
                <a:gd name="T75" fmla="*/ 59 h 68"/>
                <a:gd name="T76" fmla="*/ 58 w 68"/>
                <a:gd name="T77" fmla="*/ 59 h 68"/>
                <a:gd name="T78" fmla="*/ 60 w 68"/>
                <a:gd name="T79" fmla="*/ 58 h 68"/>
                <a:gd name="T80" fmla="*/ 68 w 68"/>
                <a:gd name="T81" fmla="*/ 44 h 68"/>
                <a:gd name="T82" fmla="*/ 67 w 68"/>
                <a:gd name="T83" fmla="*/ 41 h 68"/>
                <a:gd name="T84" fmla="*/ 34 w 68"/>
                <a:gd name="T85" fmla="*/ 48 h 68"/>
                <a:gd name="T86" fmla="*/ 20 w 68"/>
                <a:gd name="T87" fmla="*/ 34 h 68"/>
                <a:gd name="T88" fmla="*/ 34 w 68"/>
                <a:gd name="T89" fmla="*/ 20 h 68"/>
                <a:gd name="T90" fmla="*/ 48 w 68"/>
                <a:gd name="T91" fmla="*/ 34 h 68"/>
                <a:gd name="T92" fmla="*/ 34 w 68"/>
                <a:gd name="T93" fmla="*/ 4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8" h="68">
                  <a:moveTo>
                    <a:pt x="67" y="41"/>
                  </a:moveTo>
                  <a:cubicBezTo>
                    <a:pt x="62" y="38"/>
                    <a:pt x="62" y="38"/>
                    <a:pt x="62" y="38"/>
                  </a:cubicBezTo>
                  <a:cubicBezTo>
                    <a:pt x="62" y="37"/>
                    <a:pt x="62" y="35"/>
                    <a:pt x="62" y="34"/>
                  </a:cubicBezTo>
                  <a:cubicBezTo>
                    <a:pt x="62" y="33"/>
                    <a:pt x="62" y="31"/>
                    <a:pt x="62" y="30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8" y="26"/>
                    <a:pt x="68" y="25"/>
                    <a:pt x="67" y="24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9" y="10"/>
                    <a:pt x="59" y="9"/>
                    <a:pt x="58" y="9"/>
                  </a:cubicBezTo>
                  <a:cubicBezTo>
                    <a:pt x="58" y="9"/>
                    <a:pt x="57" y="9"/>
                    <a:pt x="57" y="9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0" y="10"/>
                    <a:pt x="47" y="9"/>
                    <a:pt x="44" y="8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5" y="0"/>
                    <a:pt x="24" y="1"/>
                    <a:pt x="24" y="2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2" y="9"/>
                    <a:pt x="19" y="10"/>
                    <a:pt x="17" y="12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0" y="9"/>
                    <a:pt x="9" y="9"/>
                    <a:pt x="9" y="10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4"/>
                    <a:pt x="0" y="25"/>
                    <a:pt x="0" y="25"/>
                  </a:cubicBezTo>
                  <a:cubicBezTo>
                    <a:pt x="1" y="26"/>
                    <a:pt x="1" y="26"/>
                    <a:pt x="1" y="27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1"/>
                    <a:pt x="6" y="33"/>
                    <a:pt x="6" y="34"/>
                  </a:cubicBezTo>
                  <a:cubicBezTo>
                    <a:pt x="6" y="35"/>
                    <a:pt x="6" y="37"/>
                    <a:pt x="6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0" y="42"/>
                    <a:pt x="0" y="43"/>
                    <a:pt x="1" y="44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9"/>
                    <a:pt x="10" y="59"/>
                    <a:pt x="11" y="59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19" y="58"/>
                    <a:pt x="22" y="59"/>
                    <a:pt x="24" y="60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4" y="67"/>
                    <a:pt x="25" y="68"/>
                    <a:pt x="26" y="68"/>
                  </a:cubicBezTo>
                  <a:cubicBezTo>
                    <a:pt x="42" y="68"/>
                    <a:pt x="42" y="68"/>
                    <a:pt x="42" y="68"/>
                  </a:cubicBezTo>
                  <a:cubicBezTo>
                    <a:pt x="43" y="68"/>
                    <a:pt x="44" y="67"/>
                    <a:pt x="44" y="66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7" y="59"/>
                    <a:pt x="50" y="58"/>
                    <a:pt x="52" y="56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7" y="59"/>
                    <a:pt x="58" y="59"/>
                    <a:pt x="58" y="59"/>
                  </a:cubicBezTo>
                  <a:cubicBezTo>
                    <a:pt x="59" y="59"/>
                    <a:pt x="59" y="58"/>
                    <a:pt x="60" y="58"/>
                  </a:cubicBezTo>
                  <a:cubicBezTo>
                    <a:pt x="68" y="44"/>
                    <a:pt x="68" y="44"/>
                    <a:pt x="68" y="44"/>
                  </a:cubicBezTo>
                  <a:cubicBezTo>
                    <a:pt x="68" y="43"/>
                    <a:pt x="68" y="42"/>
                    <a:pt x="67" y="41"/>
                  </a:cubicBezTo>
                  <a:close/>
                  <a:moveTo>
                    <a:pt x="34" y="48"/>
                  </a:moveTo>
                  <a:cubicBezTo>
                    <a:pt x="26" y="48"/>
                    <a:pt x="20" y="42"/>
                    <a:pt x="20" y="34"/>
                  </a:cubicBezTo>
                  <a:cubicBezTo>
                    <a:pt x="20" y="26"/>
                    <a:pt x="26" y="20"/>
                    <a:pt x="34" y="20"/>
                  </a:cubicBezTo>
                  <a:cubicBezTo>
                    <a:pt x="42" y="20"/>
                    <a:pt x="48" y="26"/>
                    <a:pt x="48" y="34"/>
                  </a:cubicBezTo>
                  <a:cubicBezTo>
                    <a:pt x="48" y="42"/>
                    <a:pt x="42" y="48"/>
                    <a:pt x="34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65" name="Freeform 664">
              <a:extLst>
                <a:ext uri="{FF2B5EF4-FFF2-40B4-BE49-F238E27FC236}">
                  <a16:creationId xmlns:a16="http://schemas.microsoft.com/office/drawing/2014/main" id="{09516B48-E435-3D4C-BEA5-5C860145B8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5800" y="3971925"/>
              <a:ext cx="149225" cy="150813"/>
            </a:xfrm>
            <a:custGeom>
              <a:avLst/>
              <a:gdLst>
                <a:gd name="T0" fmla="*/ 39 w 40"/>
                <a:gd name="T1" fmla="*/ 24 h 40"/>
                <a:gd name="T2" fmla="*/ 36 w 40"/>
                <a:gd name="T3" fmla="*/ 22 h 40"/>
                <a:gd name="T4" fmla="*/ 36 w 40"/>
                <a:gd name="T5" fmla="*/ 20 h 40"/>
                <a:gd name="T6" fmla="*/ 36 w 40"/>
                <a:gd name="T7" fmla="*/ 18 h 40"/>
                <a:gd name="T8" fmla="*/ 39 w 40"/>
                <a:gd name="T9" fmla="*/ 16 h 40"/>
                <a:gd name="T10" fmla="*/ 39 w 40"/>
                <a:gd name="T11" fmla="*/ 13 h 40"/>
                <a:gd name="T12" fmla="*/ 35 w 40"/>
                <a:gd name="T13" fmla="*/ 7 h 40"/>
                <a:gd name="T14" fmla="*/ 34 w 40"/>
                <a:gd name="T15" fmla="*/ 6 h 40"/>
                <a:gd name="T16" fmla="*/ 33 w 40"/>
                <a:gd name="T17" fmla="*/ 6 h 40"/>
                <a:gd name="T18" fmla="*/ 30 w 40"/>
                <a:gd name="T19" fmla="*/ 7 h 40"/>
                <a:gd name="T20" fmla="*/ 26 w 40"/>
                <a:gd name="T21" fmla="*/ 5 h 40"/>
                <a:gd name="T22" fmla="*/ 26 w 40"/>
                <a:gd name="T23" fmla="*/ 2 h 40"/>
                <a:gd name="T24" fmla="*/ 24 w 40"/>
                <a:gd name="T25" fmla="*/ 0 h 40"/>
                <a:gd name="T26" fmla="*/ 16 w 40"/>
                <a:gd name="T27" fmla="*/ 0 h 40"/>
                <a:gd name="T28" fmla="*/ 14 w 40"/>
                <a:gd name="T29" fmla="*/ 2 h 40"/>
                <a:gd name="T30" fmla="*/ 14 w 40"/>
                <a:gd name="T31" fmla="*/ 5 h 40"/>
                <a:gd name="T32" fmla="*/ 10 w 40"/>
                <a:gd name="T33" fmla="*/ 7 h 40"/>
                <a:gd name="T34" fmla="*/ 8 w 40"/>
                <a:gd name="T35" fmla="*/ 6 h 40"/>
                <a:gd name="T36" fmla="*/ 5 w 40"/>
                <a:gd name="T37" fmla="*/ 7 h 40"/>
                <a:gd name="T38" fmla="*/ 1 w 40"/>
                <a:gd name="T39" fmla="*/ 13 h 40"/>
                <a:gd name="T40" fmla="*/ 1 w 40"/>
                <a:gd name="T41" fmla="*/ 15 h 40"/>
                <a:gd name="T42" fmla="*/ 1 w 40"/>
                <a:gd name="T43" fmla="*/ 16 h 40"/>
                <a:gd name="T44" fmla="*/ 4 w 40"/>
                <a:gd name="T45" fmla="*/ 18 h 40"/>
                <a:gd name="T46" fmla="*/ 4 w 40"/>
                <a:gd name="T47" fmla="*/ 20 h 40"/>
                <a:gd name="T48" fmla="*/ 4 w 40"/>
                <a:gd name="T49" fmla="*/ 22 h 40"/>
                <a:gd name="T50" fmla="*/ 1 w 40"/>
                <a:gd name="T51" fmla="*/ 24 h 40"/>
                <a:gd name="T52" fmla="*/ 1 w 40"/>
                <a:gd name="T53" fmla="*/ 25 h 40"/>
                <a:gd name="T54" fmla="*/ 1 w 40"/>
                <a:gd name="T55" fmla="*/ 27 h 40"/>
                <a:gd name="T56" fmla="*/ 5 w 40"/>
                <a:gd name="T57" fmla="*/ 33 h 40"/>
                <a:gd name="T58" fmla="*/ 7 w 40"/>
                <a:gd name="T59" fmla="*/ 34 h 40"/>
                <a:gd name="T60" fmla="*/ 10 w 40"/>
                <a:gd name="T61" fmla="*/ 33 h 40"/>
                <a:gd name="T62" fmla="*/ 14 w 40"/>
                <a:gd name="T63" fmla="*/ 35 h 40"/>
                <a:gd name="T64" fmla="*/ 14 w 40"/>
                <a:gd name="T65" fmla="*/ 38 h 40"/>
                <a:gd name="T66" fmla="*/ 16 w 40"/>
                <a:gd name="T67" fmla="*/ 40 h 40"/>
                <a:gd name="T68" fmla="*/ 24 w 40"/>
                <a:gd name="T69" fmla="*/ 40 h 40"/>
                <a:gd name="T70" fmla="*/ 26 w 40"/>
                <a:gd name="T71" fmla="*/ 38 h 40"/>
                <a:gd name="T72" fmla="*/ 26 w 40"/>
                <a:gd name="T73" fmla="*/ 35 h 40"/>
                <a:gd name="T74" fmla="*/ 30 w 40"/>
                <a:gd name="T75" fmla="*/ 33 h 40"/>
                <a:gd name="T76" fmla="*/ 33 w 40"/>
                <a:gd name="T77" fmla="*/ 34 h 40"/>
                <a:gd name="T78" fmla="*/ 34 w 40"/>
                <a:gd name="T79" fmla="*/ 34 h 40"/>
                <a:gd name="T80" fmla="*/ 35 w 40"/>
                <a:gd name="T81" fmla="*/ 33 h 40"/>
                <a:gd name="T82" fmla="*/ 39 w 40"/>
                <a:gd name="T83" fmla="*/ 27 h 40"/>
                <a:gd name="T84" fmla="*/ 39 w 40"/>
                <a:gd name="T85" fmla="*/ 24 h 40"/>
                <a:gd name="T86" fmla="*/ 20 w 40"/>
                <a:gd name="T87" fmla="*/ 28 h 40"/>
                <a:gd name="T88" fmla="*/ 12 w 40"/>
                <a:gd name="T89" fmla="*/ 20 h 40"/>
                <a:gd name="T90" fmla="*/ 20 w 40"/>
                <a:gd name="T91" fmla="*/ 12 h 40"/>
                <a:gd name="T92" fmla="*/ 28 w 40"/>
                <a:gd name="T93" fmla="*/ 20 h 40"/>
                <a:gd name="T94" fmla="*/ 20 w 40"/>
                <a:gd name="T95" fmla="*/ 2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0" h="40">
                  <a:moveTo>
                    <a:pt x="39" y="24"/>
                  </a:moveTo>
                  <a:cubicBezTo>
                    <a:pt x="36" y="22"/>
                    <a:pt x="36" y="22"/>
                    <a:pt x="36" y="22"/>
                  </a:cubicBezTo>
                  <a:cubicBezTo>
                    <a:pt x="36" y="21"/>
                    <a:pt x="36" y="21"/>
                    <a:pt x="36" y="20"/>
                  </a:cubicBezTo>
                  <a:cubicBezTo>
                    <a:pt x="36" y="19"/>
                    <a:pt x="36" y="19"/>
                    <a:pt x="36" y="18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16"/>
                    <a:pt x="40" y="14"/>
                    <a:pt x="39" y="13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6"/>
                    <a:pt x="35" y="6"/>
                    <a:pt x="34" y="6"/>
                  </a:cubicBezTo>
                  <a:cubicBezTo>
                    <a:pt x="34" y="5"/>
                    <a:pt x="33" y="6"/>
                    <a:pt x="33" y="6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29" y="6"/>
                    <a:pt x="28" y="6"/>
                    <a:pt x="26" y="5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6" y="1"/>
                    <a:pt x="25" y="0"/>
                    <a:pt x="24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0"/>
                    <a:pt x="14" y="1"/>
                    <a:pt x="14" y="2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3" y="6"/>
                    <a:pt x="12" y="7"/>
                    <a:pt x="10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5"/>
                    <a:pt x="5" y="6"/>
                    <a:pt x="5" y="7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1" y="15"/>
                    <a:pt x="1" y="16"/>
                    <a:pt x="1" y="16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20"/>
                  </a:cubicBezTo>
                  <a:cubicBezTo>
                    <a:pt x="4" y="21"/>
                    <a:pt x="4" y="21"/>
                    <a:pt x="4" y="22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5"/>
                    <a:pt x="1" y="25"/>
                  </a:cubicBezTo>
                  <a:cubicBezTo>
                    <a:pt x="0" y="26"/>
                    <a:pt x="0" y="26"/>
                    <a:pt x="1" y="27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4"/>
                    <a:pt x="6" y="35"/>
                    <a:pt x="7" y="34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2" y="33"/>
                    <a:pt x="13" y="34"/>
                    <a:pt x="14" y="35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14" y="39"/>
                    <a:pt x="15" y="40"/>
                    <a:pt x="16" y="40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5" y="40"/>
                    <a:pt x="26" y="39"/>
                    <a:pt x="26" y="38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8" y="34"/>
                    <a:pt x="29" y="34"/>
                    <a:pt x="30" y="33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3" y="34"/>
                    <a:pt x="34" y="35"/>
                    <a:pt x="34" y="34"/>
                  </a:cubicBezTo>
                  <a:cubicBezTo>
                    <a:pt x="35" y="34"/>
                    <a:pt x="35" y="34"/>
                    <a:pt x="35" y="33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0" y="26"/>
                    <a:pt x="40" y="24"/>
                    <a:pt x="39" y="24"/>
                  </a:cubicBezTo>
                  <a:close/>
                  <a:moveTo>
                    <a:pt x="20" y="28"/>
                  </a:moveTo>
                  <a:cubicBezTo>
                    <a:pt x="16" y="28"/>
                    <a:pt x="12" y="24"/>
                    <a:pt x="12" y="20"/>
                  </a:cubicBezTo>
                  <a:cubicBezTo>
                    <a:pt x="12" y="16"/>
                    <a:pt x="16" y="12"/>
                    <a:pt x="20" y="12"/>
                  </a:cubicBezTo>
                  <a:cubicBezTo>
                    <a:pt x="24" y="12"/>
                    <a:pt x="28" y="16"/>
                    <a:pt x="28" y="20"/>
                  </a:cubicBezTo>
                  <a:cubicBezTo>
                    <a:pt x="28" y="24"/>
                    <a:pt x="24" y="28"/>
                    <a:pt x="20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309" name="Rounded Rectangle 308">
            <a:extLst>
              <a:ext uri="{FF2B5EF4-FFF2-40B4-BE49-F238E27FC236}">
                <a16:creationId xmlns:a16="http://schemas.microsoft.com/office/drawing/2014/main" id="{559CCA82-BE6B-9741-8F74-C539877AEF39}"/>
              </a:ext>
            </a:extLst>
          </p:cNvPr>
          <p:cNvSpPr/>
          <p:nvPr/>
        </p:nvSpPr>
        <p:spPr>
          <a:xfrm>
            <a:off x="8353271" y="6294738"/>
            <a:ext cx="1184479" cy="138045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5924433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Rectangle 42">
            <a:extLst>
              <a:ext uri="{FF2B5EF4-FFF2-40B4-BE49-F238E27FC236}">
                <a16:creationId xmlns:a16="http://schemas.microsoft.com/office/drawing/2014/main" id="{A45055C3-44B5-5C44-969E-C8249F2EF2A1}"/>
              </a:ext>
            </a:extLst>
          </p:cNvPr>
          <p:cNvSpPr/>
          <p:nvPr/>
        </p:nvSpPr>
        <p:spPr>
          <a:xfrm>
            <a:off x="0" y="-33251"/>
            <a:ext cx="12192000" cy="68912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" name="Freeform 535">
            <a:extLst>
              <a:ext uri="{FF2B5EF4-FFF2-40B4-BE49-F238E27FC236}">
                <a16:creationId xmlns:a16="http://schemas.microsoft.com/office/drawing/2014/main" id="{E27E0049-8FAF-E544-8B70-8C6B628AA424}"/>
              </a:ext>
            </a:extLst>
          </p:cNvPr>
          <p:cNvSpPr>
            <a:spLocks/>
          </p:cNvSpPr>
          <p:nvPr/>
        </p:nvSpPr>
        <p:spPr bwMode="auto">
          <a:xfrm>
            <a:off x="7961124" y="-33252"/>
            <a:ext cx="4244944" cy="3911154"/>
          </a:xfrm>
          <a:custGeom>
            <a:avLst/>
            <a:gdLst>
              <a:gd name="T0" fmla="*/ 2 w 2342"/>
              <a:gd name="T1" fmla="*/ 11 h 2156"/>
              <a:gd name="T2" fmla="*/ 3 w 2342"/>
              <a:gd name="T3" fmla="*/ 61 h 2156"/>
              <a:gd name="T4" fmla="*/ 16 w 2342"/>
              <a:gd name="T5" fmla="*/ 132 h 2156"/>
              <a:gd name="T6" fmla="*/ 49 w 2342"/>
              <a:gd name="T7" fmla="*/ 215 h 2156"/>
              <a:gd name="T8" fmla="*/ 102 w 2342"/>
              <a:gd name="T9" fmla="*/ 306 h 2156"/>
              <a:gd name="T10" fmla="*/ 183 w 2342"/>
              <a:gd name="T11" fmla="*/ 396 h 2156"/>
              <a:gd name="T12" fmla="*/ 235 w 2342"/>
              <a:gd name="T13" fmla="*/ 439 h 2156"/>
              <a:gd name="T14" fmla="*/ 295 w 2342"/>
              <a:gd name="T15" fmla="*/ 480 h 2156"/>
              <a:gd name="T16" fmla="*/ 364 w 2342"/>
              <a:gd name="T17" fmla="*/ 517 h 2156"/>
              <a:gd name="T18" fmla="*/ 442 w 2342"/>
              <a:gd name="T19" fmla="*/ 550 h 2156"/>
              <a:gd name="T20" fmla="*/ 530 w 2342"/>
              <a:gd name="T21" fmla="*/ 579 h 2156"/>
              <a:gd name="T22" fmla="*/ 629 w 2342"/>
              <a:gd name="T23" fmla="*/ 601 h 2156"/>
              <a:gd name="T24" fmla="*/ 739 w 2342"/>
              <a:gd name="T25" fmla="*/ 616 h 2156"/>
              <a:gd name="T26" fmla="*/ 861 w 2342"/>
              <a:gd name="T27" fmla="*/ 625 h 2156"/>
              <a:gd name="T28" fmla="*/ 996 w 2342"/>
              <a:gd name="T29" fmla="*/ 624 h 2156"/>
              <a:gd name="T30" fmla="*/ 1142 w 2342"/>
              <a:gd name="T31" fmla="*/ 614 h 2156"/>
              <a:gd name="T32" fmla="*/ 1247 w 2342"/>
              <a:gd name="T33" fmla="*/ 602 h 2156"/>
              <a:gd name="T34" fmla="*/ 1300 w 2342"/>
              <a:gd name="T35" fmla="*/ 601 h 2156"/>
              <a:gd name="T36" fmla="*/ 1354 w 2342"/>
              <a:gd name="T37" fmla="*/ 608 h 2156"/>
              <a:gd name="T38" fmla="*/ 1404 w 2342"/>
              <a:gd name="T39" fmla="*/ 625 h 2156"/>
              <a:gd name="T40" fmla="*/ 1454 w 2342"/>
              <a:gd name="T41" fmla="*/ 649 h 2156"/>
              <a:gd name="T42" fmla="*/ 1501 w 2342"/>
              <a:gd name="T43" fmla="*/ 681 h 2156"/>
              <a:gd name="T44" fmla="*/ 1544 w 2342"/>
              <a:gd name="T45" fmla="*/ 717 h 2156"/>
              <a:gd name="T46" fmla="*/ 1616 w 2342"/>
              <a:gd name="T47" fmla="*/ 805 h 2156"/>
              <a:gd name="T48" fmla="*/ 1644 w 2342"/>
              <a:gd name="T49" fmla="*/ 853 h 2156"/>
              <a:gd name="T50" fmla="*/ 1666 w 2342"/>
              <a:gd name="T51" fmla="*/ 904 h 2156"/>
              <a:gd name="T52" fmla="*/ 1675 w 2342"/>
              <a:gd name="T53" fmla="*/ 939 h 2156"/>
              <a:gd name="T54" fmla="*/ 1684 w 2342"/>
              <a:gd name="T55" fmla="*/ 994 h 2156"/>
              <a:gd name="T56" fmla="*/ 1684 w 2342"/>
              <a:gd name="T57" fmla="*/ 1047 h 2156"/>
              <a:gd name="T58" fmla="*/ 1667 w 2342"/>
              <a:gd name="T59" fmla="*/ 1156 h 2156"/>
              <a:gd name="T60" fmla="*/ 1622 w 2342"/>
              <a:gd name="T61" fmla="*/ 1300 h 2156"/>
              <a:gd name="T62" fmla="*/ 1591 w 2342"/>
              <a:gd name="T63" fmla="*/ 1409 h 2156"/>
              <a:gd name="T64" fmla="*/ 1573 w 2342"/>
              <a:gd name="T65" fmla="*/ 1520 h 2156"/>
              <a:gd name="T66" fmla="*/ 1574 w 2342"/>
              <a:gd name="T67" fmla="*/ 1583 h 2156"/>
              <a:gd name="T68" fmla="*/ 1591 w 2342"/>
              <a:gd name="T69" fmla="*/ 1677 h 2156"/>
              <a:gd name="T70" fmla="*/ 1626 w 2342"/>
              <a:gd name="T71" fmla="*/ 1765 h 2156"/>
              <a:gd name="T72" fmla="*/ 1674 w 2342"/>
              <a:gd name="T73" fmla="*/ 1849 h 2156"/>
              <a:gd name="T74" fmla="*/ 1736 w 2342"/>
              <a:gd name="T75" fmla="*/ 1922 h 2156"/>
              <a:gd name="T76" fmla="*/ 1783 w 2342"/>
              <a:gd name="T77" fmla="*/ 1966 h 2156"/>
              <a:gd name="T78" fmla="*/ 1860 w 2342"/>
              <a:gd name="T79" fmla="*/ 2022 h 2156"/>
              <a:gd name="T80" fmla="*/ 1945 w 2342"/>
              <a:gd name="T81" fmla="*/ 2068 h 2156"/>
              <a:gd name="T82" fmla="*/ 2033 w 2342"/>
              <a:gd name="T83" fmla="*/ 2103 h 2156"/>
              <a:gd name="T84" fmla="*/ 2126 w 2342"/>
              <a:gd name="T85" fmla="*/ 2129 h 2156"/>
              <a:gd name="T86" fmla="*/ 2221 w 2342"/>
              <a:gd name="T87" fmla="*/ 2146 h 2156"/>
              <a:gd name="T88" fmla="*/ 2297 w 2342"/>
              <a:gd name="T89" fmla="*/ 2155 h 2156"/>
              <a:gd name="T90" fmla="*/ 4 w 2342"/>
              <a:gd name="T91" fmla="*/ 0 h 2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342" h="2156">
                <a:moveTo>
                  <a:pt x="4" y="0"/>
                </a:moveTo>
                <a:lnTo>
                  <a:pt x="4" y="0"/>
                </a:lnTo>
                <a:lnTo>
                  <a:pt x="2" y="11"/>
                </a:lnTo>
                <a:lnTo>
                  <a:pt x="0" y="25"/>
                </a:lnTo>
                <a:lnTo>
                  <a:pt x="2" y="42"/>
                </a:lnTo>
                <a:lnTo>
                  <a:pt x="3" y="61"/>
                </a:lnTo>
                <a:lnTo>
                  <a:pt x="5" y="82"/>
                </a:lnTo>
                <a:lnTo>
                  <a:pt x="10" y="106"/>
                </a:lnTo>
                <a:lnTo>
                  <a:pt x="16" y="132"/>
                </a:lnTo>
                <a:lnTo>
                  <a:pt x="25" y="158"/>
                </a:lnTo>
                <a:lnTo>
                  <a:pt x="35" y="186"/>
                </a:lnTo>
                <a:lnTo>
                  <a:pt x="49" y="215"/>
                </a:lnTo>
                <a:lnTo>
                  <a:pt x="63" y="244"/>
                </a:lnTo>
                <a:lnTo>
                  <a:pt x="81" y="274"/>
                </a:lnTo>
                <a:lnTo>
                  <a:pt x="102" y="306"/>
                </a:lnTo>
                <a:lnTo>
                  <a:pt x="126" y="336"/>
                </a:lnTo>
                <a:lnTo>
                  <a:pt x="153" y="366"/>
                </a:lnTo>
                <a:lnTo>
                  <a:pt x="183" y="396"/>
                </a:lnTo>
                <a:lnTo>
                  <a:pt x="200" y="411"/>
                </a:lnTo>
                <a:lnTo>
                  <a:pt x="217" y="425"/>
                </a:lnTo>
                <a:lnTo>
                  <a:pt x="235" y="439"/>
                </a:lnTo>
                <a:lnTo>
                  <a:pt x="254" y="453"/>
                </a:lnTo>
                <a:lnTo>
                  <a:pt x="274" y="467"/>
                </a:lnTo>
                <a:lnTo>
                  <a:pt x="295" y="480"/>
                </a:lnTo>
                <a:lnTo>
                  <a:pt x="317" y="493"/>
                </a:lnTo>
                <a:lnTo>
                  <a:pt x="340" y="505"/>
                </a:lnTo>
                <a:lnTo>
                  <a:pt x="364" y="517"/>
                </a:lnTo>
                <a:lnTo>
                  <a:pt x="389" y="528"/>
                </a:lnTo>
                <a:lnTo>
                  <a:pt x="415" y="540"/>
                </a:lnTo>
                <a:lnTo>
                  <a:pt x="442" y="550"/>
                </a:lnTo>
                <a:lnTo>
                  <a:pt x="471" y="561"/>
                </a:lnTo>
                <a:lnTo>
                  <a:pt x="500" y="569"/>
                </a:lnTo>
                <a:lnTo>
                  <a:pt x="530" y="579"/>
                </a:lnTo>
                <a:lnTo>
                  <a:pt x="563" y="586"/>
                </a:lnTo>
                <a:lnTo>
                  <a:pt x="595" y="594"/>
                </a:lnTo>
                <a:lnTo>
                  <a:pt x="629" y="601"/>
                </a:lnTo>
                <a:lnTo>
                  <a:pt x="666" y="607"/>
                </a:lnTo>
                <a:lnTo>
                  <a:pt x="702" y="612"/>
                </a:lnTo>
                <a:lnTo>
                  <a:pt x="739" y="616"/>
                </a:lnTo>
                <a:lnTo>
                  <a:pt x="779" y="620"/>
                </a:lnTo>
                <a:lnTo>
                  <a:pt x="819" y="623"/>
                </a:lnTo>
                <a:lnTo>
                  <a:pt x="861" y="625"/>
                </a:lnTo>
                <a:lnTo>
                  <a:pt x="905" y="625"/>
                </a:lnTo>
                <a:lnTo>
                  <a:pt x="950" y="625"/>
                </a:lnTo>
                <a:lnTo>
                  <a:pt x="996" y="624"/>
                </a:lnTo>
                <a:lnTo>
                  <a:pt x="1043" y="623"/>
                </a:lnTo>
                <a:lnTo>
                  <a:pt x="1091" y="619"/>
                </a:lnTo>
                <a:lnTo>
                  <a:pt x="1142" y="614"/>
                </a:lnTo>
                <a:lnTo>
                  <a:pt x="1194" y="609"/>
                </a:lnTo>
                <a:lnTo>
                  <a:pt x="1247" y="602"/>
                </a:lnTo>
                <a:lnTo>
                  <a:pt x="1247" y="602"/>
                </a:lnTo>
                <a:lnTo>
                  <a:pt x="1265" y="601"/>
                </a:lnTo>
                <a:lnTo>
                  <a:pt x="1282" y="600"/>
                </a:lnTo>
                <a:lnTo>
                  <a:pt x="1300" y="601"/>
                </a:lnTo>
                <a:lnTo>
                  <a:pt x="1319" y="602"/>
                </a:lnTo>
                <a:lnTo>
                  <a:pt x="1336" y="604"/>
                </a:lnTo>
                <a:lnTo>
                  <a:pt x="1354" y="608"/>
                </a:lnTo>
                <a:lnTo>
                  <a:pt x="1371" y="613"/>
                </a:lnTo>
                <a:lnTo>
                  <a:pt x="1388" y="619"/>
                </a:lnTo>
                <a:lnTo>
                  <a:pt x="1404" y="625"/>
                </a:lnTo>
                <a:lnTo>
                  <a:pt x="1421" y="632"/>
                </a:lnTo>
                <a:lnTo>
                  <a:pt x="1438" y="641"/>
                </a:lnTo>
                <a:lnTo>
                  <a:pt x="1454" y="649"/>
                </a:lnTo>
                <a:lnTo>
                  <a:pt x="1470" y="659"/>
                </a:lnTo>
                <a:lnTo>
                  <a:pt x="1485" y="670"/>
                </a:lnTo>
                <a:lnTo>
                  <a:pt x="1501" y="681"/>
                </a:lnTo>
                <a:lnTo>
                  <a:pt x="1516" y="691"/>
                </a:lnTo>
                <a:lnTo>
                  <a:pt x="1530" y="705"/>
                </a:lnTo>
                <a:lnTo>
                  <a:pt x="1544" y="717"/>
                </a:lnTo>
                <a:lnTo>
                  <a:pt x="1570" y="745"/>
                </a:lnTo>
                <a:lnTo>
                  <a:pt x="1594" y="774"/>
                </a:lnTo>
                <a:lnTo>
                  <a:pt x="1616" y="805"/>
                </a:lnTo>
                <a:lnTo>
                  <a:pt x="1626" y="821"/>
                </a:lnTo>
                <a:lnTo>
                  <a:pt x="1635" y="837"/>
                </a:lnTo>
                <a:lnTo>
                  <a:pt x="1644" y="853"/>
                </a:lnTo>
                <a:lnTo>
                  <a:pt x="1652" y="870"/>
                </a:lnTo>
                <a:lnTo>
                  <a:pt x="1658" y="887"/>
                </a:lnTo>
                <a:lnTo>
                  <a:pt x="1666" y="904"/>
                </a:lnTo>
                <a:lnTo>
                  <a:pt x="1671" y="922"/>
                </a:lnTo>
                <a:lnTo>
                  <a:pt x="1675" y="939"/>
                </a:lnTo>
                <a:lnTo>
                  <a:pt x="1675" y="939"/>
                </a:lnTo>
                <a:lnTo>
                  <a:pt x="1679" y="957"/>
                </a:lnTo>
                <a:lnTo>
                  <a:pt x="1681" y="976"/>
                </a:lnTo>
                <a:lnTo>
                  <a:pt x="1684" y="994"/>
                </a:lnTo>
                <a:lnTo>
                  <a:pt x="1685" y="1012"/>
                </a:lnTo>
                <a:lnTo>
                  <a:pt x="1685" y="1030"/>
                </a:lnTo>
                <a:lnTo>
                  <a:pt x="1684" y="1047"/>
                </a:lnTo>
                <a:lnTo>
                  <a:pt x="1680" y="1083"/>
                </a:lnTo>
                <a:lnTo>
                  <a:pt x="1674" y="1120"/>
                </a:lnTo>
                <a:lnTo>
                  <a:pt x="1667" y="1156"/>
                </a:lnTo>
                <a:lnTo>
                  <a:pt x="1657" y="1191"/>
                </a:lnTo>
                <a:lnTo>
                  <a:pt x="1646" y="1227"/>
                </a:lnTo>
                <a:lnTo>
                  <a:pt x="1622" y="1300"/>
                </a:lnTo>
                <a:lnTo>
                  <a:pt x="1611" y="1336"/>
                </a:lnTo>
                <a:lnTo>
                  <a:pt x="1600" y="1372"/>
                </a:lnTo>
                <a:lnTo>
                  <a:pt x="1591" y="1409"/>
                </a:lnTo>
                <a:lnTo>
                  <a:pt x="1582" y="1446"/>
                </a:lnTo>
                <a:lnTo>
                  <a:pt x="1576" y="1482"/>
                </a:lnTo>
                <a:lnTo>
                  <a:pt x="1573" y="1520"/>
                </a:lnTo>
                <a:lnTo>
                  <a:pt x="1573" y="1520"/>
                </a:lnTo>
                <a:lnTo>
                  <a:pt x="1573" y="1551"/>
                </a:lnTo>
                <a:lnTo>
                  <a:pt x="1574" y="1583"/>
                </a:lnTo>
                <a:lnTo>
                  <a:pt x="1577" y="1614"/>
                </a:lnTo>
                <a:lnTo>
                  <a:pt x="1583" y="1646"/>
                </a:lnTo>
                <a:lnTo>
                  <a:pt x="1591" y="1677"/>
                </a:lnTo>
                <a:lnTo>
                  <a:pt x="1600" y="1707"/>
                </a:lnTo>
                <a:lnTo>
                  <a:pt x="1612" y="1736"/>
                </a:lnTo>
                <a:lnTo>
                  <a:pt x="1626" y="1765"/>
                </a:lnTo>
                <a:lnTo>
                  <a:pt x="1640" y="1794"/>
                </a:lnTo>
                <a:lnTo>
                  <a:pt x="1656" y="1822"/>
                </a:lnTo>
                <a:lnTo>
                  <a:pt x="1674" y="1849"/>
                </a:lnTo>
                <a:lnTo>
                  <a:pt x="1693" y="1874"/>
                </a:lnTo>
                <a:lnTo>
                  <a:pt x="1714" y="1898"/>
                </a:lnTo>
                <a:lnTo>
                  <a:pt x="1736" y="1922"/>
                </a:lnTo>
                <a:lnTo>
                  <a:pt x="1759" y="1945"/>
                </a:lnTo>
                <a:lnTo>
                  <a:pt x="1783" y="1966"/>
                </a:lnTo>
                <a:lnTo>
                  <a:pt x="1783" y="1966"/>
                </a:lnTo>
                <a:lnTo>
                  <a:pt x="1808" y="1985"/>
                </a:lnTo>
                <a:lnTo>
                  <a:pt x="1834" y="2005"/>
                </a:lnTo>
                <a:lnTo>
                  <a:pt x="1860" y="2022"/>
                </a:lnTo>
                <a:lnTo>
                  <a:pt x="1888" y="2039"/>
                </a:lnTo>
                <a:lnTo>
                  <a:pt x="1916" y="2053"/>
                </a:lnTo>
                <a:lnTo>
                  <a:pt x="1945" y="2068"/>
                </a:lnTo>
                <a:lnTo>
                  <a:pt x="1974" y="2080"/>
                </a:lnTo>
                <a:lnTo>
                  <a:pt x="2003" y="2092"/>
                </a:lnTo>
                <a:lnTo>
                  <a:pt x="2033" y="2103"/>
                </a:lnTo>
                <a:lnTo>
                  <a:pt x="2064" y="2112"/>
                </a:lnTo>
                <a:lnTo>
                  <a:pt x="2095" y="2121"/>
                </a:lnTo>
                <a:lnTo>
                  <a:pt x="2126" y="2129"/>
                </a:lnTo>
                <a:lnTo>
                  <a:pt x="2158" y="2135"/>
                </a:lnTo>
                <a:lnTo>
                  <a:pt x="2189" y="2141"/>
                </a:lnTo>
                <a:lnTo>
                  <a:pt x="2221" y="2146"/>
                </a:lnTo>
                <a:lnTo>
                  <a:pt x="2252" y="2151"/>
                </a:lnTo>
                <a:lnTo>
                  <a:pt x="2252" y="2151"/>
                </a:lnTo>
                <a:lnTo>
                  <a:pt x="2297" y="2155"/>
                </a:lnTo>
                <a:lnTo>
                  <a:pt x="2342" y="2156"/>
                </a:lnTo>
                <a:lnTo>
                  <a:pt x="2342" y="0"/>
                </a:lnTo>
                <a:lnTo>
                  <a:pt x="4" y="0"/>
                </a:lnTo>
                <a:close/>
              </a:path>
            </a:pathLst>
          </a:custGeom>
          <a:gradFill flip="none" rotWithShape="1">
            <a:gsLst>
              <a:gs pos="42000">
                <a:srgbClr val="F4AAA6"/>
              </a:gs>
              <a:gs pos="0">
                <a:schemeClr val="accent1"/>
              </a:gs>
              <a:gs pos="100000">
                <a:schemeClr val="accent4">
                  <a:lumMod val="40000"/>
                  <a:lumOff val="6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>
              <a:solidFill>
                <a:schemeClr val="lt1"/>
              </a:solidFill>
            </a:endParaRPr>
          </a:p>
        </p:txBody>
      </p:sp>
      <p:sp>
        <p:nvSpPr>
          <p:cNvPr id="46" name="Freeform 579">
            <a:extLst>
              <a:ext uri="{FF2B5EF4-FFF2-40B4-BE49-F238E27FC236}">
                <a16:creationId xmlns:a16="http://schemas.microsoft.com/office/drawing/2014/main" id="{BA87F963-1B81-2E41-80B5-67054CBF1707}"/>
              </a:ext>
            </a:extLst>
          </p:cNvPr>
          <p:cNvSpPr>
            <a:spLocks/>
          </p:cNvSpPr>
          <p:nvPr/>
        </p:nvSpPr>
        <p:spPr bwMode="auto">
          <a:xfrm flipH="1">
            <a:off x="-14751" y="-50513"/>
            <a:ext cx="7688955" cy="6908514"/>
          </a:xfrm>
          <a:custGeom>
            <a:avLst/>
            <a:gdLst>
              <a:gd name="T0" fmla="*/ 3290 w 3332"/>
              <a:gd name="T1" fmla="*/ 2991 h 2992"/>
              <a:gd name="T2" fmla="*/ 3316 w 3332"/>
              <a:gd name="T3" fmla="*/ 2976 h 2992"/>
              <a:gd name="T4" fmla="*/ 3331 w 3332"/>
              <a:gd name="T5" fmla="*/ 2950 h 2992"/>
              <a:gd name="T6" fmla="*/ 3332 w 3332"/>
              <a:gd name="T7" fmla="*/ 0 h 2992"/>
              <a:gd name="T8" fmla="*/ 3313 w 3332"/>
              <a:gd name="T9" fmla="*/ 97 h 2992"/>
              <a:gd name="T10" fmla="*/ 3288 w 3332"/>
              <a:gd name="T11" fmla="*/ 183 h 2992"/>
              <a:gd name="T12" fmla="*/ 3259 w 3332"/>
              <a:gd name="T13" fmla="*/ 258 h 2992"/>
              <a:gd name="T14" fmla="*/ 3226 w 3332"/>
              <a:gd name="T15" fmla="*/ 323 h 2992"/>
              <a:gd name="T16" fmla="*/ 3188 w 3332"/>
              <a:gd name="T17" fmla="*/ 379 h 2992"/>
              <a:gd name="T18" fmla="*/ 3148 w 3332"/>
              <a:gd name="T19" fmla="*/ 427 h 2992"/>
              <a:gd name="T20" fmla="*/ 3103 w 3332"/>
              <a:gd name="T21" fmla="*/ 468 h 2992"/>
              <a:gd name="T22" fmla="*/ 3056 w 3332"/>
              <a:gd name="T23" fmla="*/ 504 h 2992"/>
              <a:gd name="T24" fmla="*/ 2953 w 3332"/>
              <a:gd name="T25" fmla="*/ 556 h 2992"/>
              <a:gd name="T26" fmla="*/ 2843 w 3332"/>
              <a:gd name="T27" fmla="*/ 591 h 2992"/>
              <a:gd name="T28" fmla="*/ 2686 w 3332"/>
              <a:gd name="T29" fmla="*/ 623 h 2992"/>
              <a:gd name="T30" fmla="*/ 2485 w 3332"/>
              <a:gd name="T31" fmla="*/ 661 h 2992"/>
              <a:gd name="T32" fmla="*/ 2367 w 3332"/>
              <a:gd name="T33" fmla="*/ 693 h 2992"/>
              <a:gd name="T34" fmla="*/ 2290 w 3332"/>
              <a:gd name="T35" fmla="*/ 722 h 2992"/>
              <a:gd name="T36" fmla="*/ 2182 w 3332"/>
              <a:gd name="T37" fmla="*/ 776 h 2992"/>
              <a:gd name="T38" fmla="*/ 2081 w 3332"/>
              <a:gd name="T39" fmla="*/ 836 h 2992"/>
              <a:gd name="T40" fmla="*/ 1990 w 3332"/>
              <a:gd name="T41" fmla="*/ 907 h 2992"/>
              <a:gd name="T42" fmla="*/ 1904 w 3332"/>
              <a:gd name="T43" fmla="*/ 988 h 2992"/>
              <a:gd name="T44" fmla="*/ 1821 w 3332"/>
              <a:gd name="T45" fmla="*/ 1083 h 2992"/>
              <a:gd name="T46" fmla="*/ 1743 w 3332"/>
              <a:gd name="T47" fmla="*/ 1192 h 2992"/>
              <a:gd name="T48" fmla="*/ 1667 w 3332"/>
              <a:gd name="T49" fmla="*/ 1316 h 2992"/>
              <a:gd name="T50" fmla="*/ 1589 w 3332"/>
              <a:gd name="T51" fmla="*/ 1459 h 2992"/>
              <a:gd name="T52" fmla="*/ 1483 w 3332"/>
              <a:gd name="T53" fmla="*/ 1679 h 2992"/>
              <a:gd name="T54" fmla="*/ 1370 w 3332"/>
              <a:gd name="T55" fmla="*/ 1936 h 2992"/>
              <a:gd name="T56" fmla="*/ 1327 w 3332"/>
              <a:gd name="T57" fmla="*/ 2024 h 2992"/>
              <a:gd name="T58" fmla="*/ 1293 w 3332"/>
              <a:gd name="T59" fmla="*/ 2076 h 2992"/>
              <a:gd name="T60" fmla="*/ 1258 w 3332"/>
              <a:gd name="T61" fmla="*/ 2119 h 2992"/>
              <a:gd name="T62" fmla="*/ 1220 w 3332"/>
              <a:gd name="T63" fmla="*/ 2154 h 2992"/>
              <a:gd name="T64" fmla="*/ 1183 w 3332"/>
              <a:gd name="T65" fmla="*/ 2181 h 2992"/>
              <a:gd name="T66" fmla="*/ 1130 w 3332"/>
              <a:gd name="T67" fmla="*/ 2205 h 2992"/>
              <a:gd name="T68" fmla="*/ 1046 w 3332"/>
              <a:gd name="T69" fmla="*/ 2224 h 2992"/>
              <a:gd name="T70" fmla="*/ 959 w 3332"/>
              <a:gd name="T71" fmla="*/ 2225 h 2992"/>
              <a:gd name="T72" fmla="*/ 839 w 3332"/>
              <a:gd name="T73" fmla="*/ 2213 h 2992"/>
              <a:gd name="T74" fmla="*/ 716 w 3332"/>
              <a:gd name="T75" fmla="*/ 2201 h 2992"/>
              <a:gd name="T76" fmla="*/ 624 w 3332"/>
              <a:gd name="T77" fmla="*/ 2201 h 2992"/>
              <a:gd name="T78" fmla="*/ 531 w 3332"/>
              <a:gd name="T79" fmla="*/ 2218 h 2992"/>
              <a:gd name="T80" fmla="*/ 471 w 3332"/>
              <a:gd name="T81" fmla="*/ 2240 h 2992"/>
              <a:gd name="T82" fmla="*/ 373 w 3332"/>
              <a:gd name="T83" fmla="*/ 2294 h 2992"/>
              <a:gd name="T84" fmla="*/ 289 w 3332"/>
              <a:gd name="T85" fmla="*/ 2355 h 2992"/>
              <a:gd name="T86" fmla="*/ 218 w 3332"/>
              <a:gd name="T87" fmla="*/ 2421 h 2992"/>
              <a:gd name="T88" fmla="*/ 160 w 3332"/>
              <a:gd name="T89" fmla="*/ 2491 h 2992"/>
              <a:gd name="T90" fmla="*/ 111 w 3332"/>
              <a:gd name="T91" fmla="*/ 2566 h 2992"/>
              <a:gd name="T92" fmla="*/ 74 w 3332"/>
              <a:gd name="T93" fmla="*/ 2643 h 2992"/>
              <a:gd name="T94" fmla="*/ 46 w 3332"/>
              <a:gd name="T95" fmla="*/ 2720 h 2992"/>
              <a:gd name="T96" fmla="*/ 24 w 3332"/>
              <a:gd name="T97" fmla="*/ 2797 h 2992"/>
              <a:gd name="T98" fmla="*/ 4 w 3332"/>
              <a:gd name="T99" fmla="*/ 2945 h 29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332" h="2992">
                <a:moveTo>
                  <a:pt x="3279" y="2992"/>
                </a:moveTo>
                <a:lnTo>
                  <a:pt x="3279" y="2992"/>
                </a:lnTo>
                <a:lnTo>
                  <a:pt x="3290" y="2991"/>
                </a:lnTo>
                <a:lnTo>
                  <a:pt x="3299" y="2987"/>
                </a:lnTo>
                <a:lnTo>
                  <a:pt x="3309" y="2982"/>
                </a:lnTo>
                <a:lnTo>
                  <a:pt x="3316" y="2976"/>
                </a:lnTo>
                <a:lnTo>
                  <a:pt x="3324" y="2969"/>
                </a:lnTo>
                <a:lnTo>
                  <a:pt x="3328" y="2959"/>
                </a:lnTo>
                <a:lnTo>
                  <a:pt x="3331" y="2950"/>
                </a:lnTo>
                <a:lnTo>
                  <a:pt x="3332" y="2939"/>
                </a:lnTo>
                <a:lnTo>
                  <a:pt x="3332" y="0"/>
                </a:lnTo>
                <a:lnTo>
                  <a:pt x="3332" y="0"/>
                </a:lnTo>
                <a:lnTo>
                  <a:pt x="3326" y="34"/>
                </a:lnTo>
                <a:lnTo>
                  <a:pt x="3320" y="66"/>
                </a:lnTo>
                <a:lnTo>
                  <a:pt x="3313" y="97"/>
                </a:lnTo>
                <a:lnTo>
                  <a:pt x="3305" y="126"/>
                </a:lnTo>
                <a:lnTo>
                  <a:pt x="3297" y="155"/>
                </a:lnTo>
                <a:lnTo>
                  <a:pt x="3288" y="183"/>
                </a:lnTo>
                <a:lnTo>
                  <a:pt x="3279" y="208"/>
                </a:lnTo>
                <a:lnTo>
                  <a:pt x="3269" y="234"/>
                </a:lnTo>
                <a:lnTo>
                  <a:pt x="3259" y="258"/>
                </a:lnTo>
                <a:lnTo>
                  <a:pt x="3249" y="281"/>
                </a:lnTo>
                <a:lnTo>
                  <a:pt x="3238" y="303"/>
                </a:lnTo>
                <a:lnTo>
                  <a:pt x="3226" y="323"/>
                </a:lnTo>
                <a:lnTo>
                  <a:pt x="3213" y="343"/>
                </a:lnTo>
                <a:lnTo>
                  <a:pt x="3201" y="362"/>
                </a:lnTo>
                <a:lnTo>
                  <a:pt x="3188" y="379"/>
                </a:lnTo>
                <a:lnTo>
                  <a:pt x="3176" y="396"/>
                </a:lnTo>
                <a:lnTo>
                  <a:pt x="3161" y="413"/>
                </a:lnTo>
                <a:lnTo>
                  <a:pt x="3148" y="427"/>
                </a:lnTo>
                <a:lnTo>
                  <a:pt x="3134" y="442"/>
                </a:lnTo>
                <a:lnTo>
                  <a:pt x="3118" y="456"/>
                </a:lnTo>
                <a:lnTo>
                  <a:pt x="3103" y="468"/>
                </a:lnTo>
                <a:lnTo>
                  <a:pt x="3088" y="481"/>
                </a:lnTo>
                <a:lnTo>
                  <a:pt x="3072" y="493"/>
                </a:lnTo>
                <a:lnTo>
                  <a:pt x="3056" y="504"/>
                </a:lnTo>
                <a:lnTo>
                  <a:pt x="3024" y="523"/>
                </a:lnTo>
                <a:lnTo>
                  <a:pt x="2989" y="540"/>
                </a:lnTo>
                <a:lnTo>
                  <a:pt x="2953" y="556"/>
                </a:lnTo>
                <a:lnTo>
                  <a:pt x="2917" y="569"/>
                </a:lnTo>
                <a:lnTo>
                  <a:pt x="2881" y="581"/>
                </a:lnTo>
                <a:lnTo>
                  <a:pt x="2843" y="591"/>
                </a:lnTo>
                <a:lnTo>
                  <a:pt x="2805" y="600"/>
                </a:lnTo>
                <a:lnTo>
                  <a:pt x="2766" y="609"/>
                </a:lnTo>
                <a:lnTo>
                  <a:pt x="2686" y="623"/>
                </a:lnTo>
                <a:lnTo>
                  <a:pt x="2606" y="638"/>
                </a:lnTo>
                <a:lnTo>
                  <a:pt x="2525" y="652"/>
                </a:lnTo>
                <a:lnTo>
                  <a:pt x="2485" y="661"/>
                </a:lnTo>
                <a:lnTo>
                  <a:pt x="2446" y="670"/>
                </a:lnTo>
                <a:lnTo>
                  <a:pt x="2406" y="681"/>
                </a:lnTo>
                <a:lnTo>
                  <a:pt x="2367" y="693"/>
                </a:lnTo>
                <a:lnTo>
                  <a:pt x="2328" y="707"/>
                </a:lnTo>
                <a:lnTo>
                  <a:pt x="2290" y="722"/>
                </a:lnTo>
                <a:lnTo>
                  <a:pt x="2290" y="722"/>
                </a:lnTo>
                <a:lnTo>
                  <a:pt x="2253" y="739"/>
                </a:lnTo>
                <a:lnTo>
                  <a:pt x="2217" y="756"/>
                </a:lnTo>
                <a:lnTo>
                  <a:pt x="2182" y="776"/>
                </a:lnTo>
                <a:lnTo>
                  <a:pt x="2147" y="795"/>
                </a:lnTo>
                <a:lnTo>
                  <a:pt x="2114" y="815"/>
                </a:lnTo>
                <a:lnTo>
                  <a:pt x="2081" y="836"/>
                </a:lnTo>
                <a:lnTo>
                  <a:pt x="2050" y="859"/>
                </a:lnTo>
                <a:lnTo>
                  <a:pt x="2020" y="882"/>
                </a:lnTo>
                <a:lnTo>
                  <a:pt x="1990" y="907"/>
                </a:lnTo>
                <a:lnTo>
                  <a:pt x="1961" y="933"/>
                </a:lnTo>
                <a:lnTo>
                  <a:pt x="1932" y="961"/>
                </a:lnTo>
                <a:lnTo>
                  <a:pt x="1904" y="988"/>
                </a:lnTo>
                <a:lnTo>
                  <a:pt x="1876" y="1019"/>
                </a:lnTo>
                <a:lnTo>
                  <a:pt x="1849" y="1050"/>
                </a:lnTo>
                <a:lnTo>
                  <a:pt x="1821" y="1083"/>
                </a:lnTo>
                <a:lnTo>
                  <a:pt x="1796" y="1118"/>
                </a:lnTo>
                <a:lnTo>
                  <a:pt x="1769" y="1154"/>
                </a:lnTo>
                <a:lnTo>
                  <a:pt x="1743" y="1192"/>
                </a:lnTo>
                <a:lnTo>
                  <a:pt x="1717" y="1231"/>
                </a:lnTo>
                <a:lnTo>
                  <a:pt x="1692" y="1273"/>
                </a:lnTo>
                <a:lnTo>
                  <a:pt x="1667" y="1316"/>
                </a:lnTo>
                <a:lnTo>
                  <a:pt x="1640" y="1362"/>
                </a:lnTo>
                <a:lnTo>
                  <a:pt x="1615" y="1409"/>
                </a:lnTo>
                <a:lnTo>
                  <a:pt x="1589" y="1459"/>
                </a:lnTo>
                <a:lnTo>
                  <a:pt x="1563" y="1511"/>
                </a:lnTo>
                <a:lnTo>
                  <a:pt x="1536" y="1564"/>
                </a:lnTo>
                <a:lnTo>
                  <a:pt x="1483" y="1679"/>
                </a:lnTo>
                <a:lnTo>
                  <a:pt x="1427" y="1802"/>
                </a:lnTo>
                <a:lnTo>
                  <a:pt x="1370" y="1936"/>
                </a:lnTo>
                <a:lnTo>
                  <a:pt x="1370" y="1936"/>
                </a:lnTo>
                <a:lnTo>
                  <a:pt x="1349" y="1982"/>
                </a:lnTo>
                <a:lnTo>
                  <a:pt x="1338" y="2003"/>
                </a:lnTo>
                <a:lnTo>
                  <a:pt x="1327" y="2024"/>
                </a:lnTo>
                <a:lnTo>
                  <a:pt x="1316" y="2042"/>
                </a:lnTo>
                <a:lnTo>
                  <a:pt x="1305" y="2060"/>
                </a:lnTo>
                <a:lnTo>
                  <a:pt x="1293" y="2076"/>
                </a:lnTo>
                <a:lnTo>
                  <a:pt x="1282" y="2091"/>
                </a:lnTo>
                <a:lnTo>
                  <a:pt x="1270" y="2106"/>
                </a:lnTo>
                <a:lnTo>
                  <a:pt x="1258" y="2119"/>
                </a:lnTo>
                <a:lnTo>
                  <a:pt x="1246" y="2132"/>
                </a:lnTo>
                <a:lnTo>
                  <a:pt x="1234" y="2143"/>
                </a:lnTo>
                <a:lnTo>
                  <a:pt x="1220" y="2154"/>
                </a:lnTo>
                <a:lnTo>
                  <a:pt x="1208" y="2164"/>
                </a:lnTo>
                <a:lnTo>
                  <a:pt x="1195" y="2172"/>
                </a:lnTo>
                <a:lnTo>
                  <a:pt x="1183" y="2181"/>
                </a:lnTo>
                <a:lnTo>
                  <a:pt x="1170" y="2188"/>
                </a:lnTo>
                <a:lnTo>
                  <a:pt x="1156" y="2194"/>
                </a:lnTo>
                <a:lnTo>
                  <a:pt x="1130" y="2205"/>
                </a:lnTo>
                <a:lnTo>
                  <a:pt x="1102" y="2213"/>
                </a:lnTo>
                <a:lnTo>
                  <a:pt x="1074" y="2219"/>
                </a:lnTo>
                <a:lnTo>
                  <a:pt x="1046" y="2224"/>
                </a:lnTo>
                <a:lnTo>
                  <a:pt x="1017" y="2225"/>
                </a:lnTo>
                <a:lnTo>
                  <a:pt x="988" y="2227"/>
                </a:lnTo>
                <a:lnTo>
                  <a:pt x="959" y="2225"/>
                </a:lnTo>
                <a:lnTo>
                  <a:pt x="930" y="2223"/>
                </a:lnTo>
                <a:lnTo>
                  <a:pt x="900" y="2221"/>
                </a:lnTo>
                <a:lnTo>
                  <a:pt x="839" y="2213"/>
                </a:lnTo>
                <a:lnTo>
                  <a:pt x="778" y="2207"/>
                </a:lnTo>
                <a:lnTo>
                  <a:pt x="748" y="2204"/>
                </a:lnTo>
                <a:lnTo>
                  <a:pt x="716" y="2201"/>
                </a:lnTo>
                <a:lnTo>
                  <a:pt x="686" y="2200"/>
                </a:lnTo>
                <a:lnTo>
                  <a:pt x="654" y="2200"/>
                </a:lnTo>
                <a:lnTo>
                  <a:pt x="624" y="2201"/>
                </a:lnTo>
                <a:lnTo>
                  <a:pt x="593" y="2205"/>
                </a:lnTo>
                <a:lnTo>
                  <a:pt x="563" y="2210"/>
                </a:lnTo>
                <a:lnTo>
                  <a:pt x="531" y="2218"/>
                </a:lnTo>
                <a:lnTo>
                  <a:pt x="501" y="2228"/>
                </a:lnTo>
                <a:lnTo>
                  <a:pt x="471" y="2240"/>
                </a:lnTo>
                <a:lnTo>
                  <a:pt x="471" y="2240"/>
                </a:lnTo>
                <a:lnTo>
                  <a:pt x="437" y="2257"/>
                </a:lnTo>
                <a:lnTo>
                  <a:pt x="404" y="2275"/>
                </a:lnTo>
                <a:lnTo>
                  <a:pt x="373" y="2294"/>
                </a:lnTo>
                <a:lnTo>
                  <a:pt x="344" y="2314"/>
                </a:lnTo>
                <a:lnTo>
                  <a:pt x="316" y="2333"/>
                </a:lnTo>
                <a:lnTo>
                  <a:pt x="289" y="2355"/>
                </a:lnTo>
                <a:lnTo>
                  <a:pt x="264" y="2377"/>
                </a:lnTo>
                <a:lnTo>
                  <a:pt x="241" y="2398"/>
                </a:lnTo>
                <a:lnTo>
                  <a:pt x="218" y="2421"/>
                </a:lnTo>
                <a:lnTo>
                  <a:pt x="197" y="2444"/>
                </a:lnTo>
                <a:lnTo>
                  <a:pt x="178" y="2467"/>
                </a:lnTo>
                <a:lnTo>
                  <a:pt x="160" y="2491"/>
                </a:lnTo>
                <a:lnTo>
                  <a:pt x="143" y="2517"/>
                </a:lnTo>
                <a:lnTo>
                  <a:pt x="126" y="2541"/>
                </a:lnTo>
                <a:lnTo>
                  <a:pt x="111" y="2566"/>
                </a:lnTo>
                <a:lnTo>
                  <a:pt x="98" y="2592"/>
                </a:lnTo>
                <a:lnTo>
                  <a:pt x="86" y="2617"/>
                </a:lnTo>
                <a:lnTo>
                  <a:pt x="74" y="2643"/>
                </a:lnTo>
                <a:lnTo>
                  <a:pt x="64" y="2668"/>
                </a:lnTo>
                <a:lnTo>
                  <a:pt x="55" y="2695"/>
                </a:lnTo>
                <a:lnTo>
                  <a:pt x="46" y="2720"/>
                </a:lnTo>
                <a:lnTo>
                  <a:pt x="38" y="2745"/>
                </a:lnTo>
                <a:lnTo>
                  <a:pt x="32" y="2772"/>
                </a:lnTo>
                <a:lnTo>
                  <a:pt x="24" y="2797"/>
                </a:lnTo>
                <a:lnTo>
                  <a:pt x="15" y="2848"/>
                </a:lnTo>
                <a:lnTo>
                  <a:pt x="7" y="2898"/>
                </a:lnTo>
                <a:lnTo>
                  <a:pt x="4" y="2945"/>
                </a:lnTo>
                <a:lnTo>
                  <a:pt x="0" y="2992"/>
                </a:lnTo>
                <a:lnTo>
                  <a:pt x="3279" y="29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>
              <a:solidFill>
                <a:schemeClr val="lt1"/>
              </a:solidFill>
            </a:endParaRPr>
          </a:p>
        </p:txBody>
      </p:sp>
      <p:sp>
        <p:nvSpPr>
          <p:cNvPr id="48" name="Title 1">
            <a:extLst>
              <a:ext uri="{FF2B5EF4-FFF2-40B4-BE49-F238E27FC236}">
                <a16:creationId xmlns:a16="http://schemas.microsoft.com/office/drawing/2014/main" id="{C698E5F5-7962-7E48-AD88-6F20313D772B}"/>
              </a:ext>
            </a:extLst>
          </p:cNvPr>
          <p:cNvSpPr txBox="1">
            <a:spLocks/>
          </p:cNvSpPr>
          <p:nvPr/>
        </p:nvSpPr>
        <p:spPr>
          <a:xfrm>
            <a:off x="5026641" y="694643"/>
            <a:ext cx="4551906" cy="747897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200" b="1" kern="120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ea typeface="Open Sans" panose="020B0606030504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sz="5400" dirty="0">
                <a:solidFill>
                  <a:schemeClr val="tx2"/>
                </a:solidFill>
              </a:rPr>
              <a:t>Agenda</a:t>
            </a:r>
          </a:p>
        </p:txBody>
      </p:sp>
      <p:sp>
        <p:nvSpPr>
          <p:cNvPr id="209" name="Freeform 320">
            <a:extLst>
              <a:ext uri="{FF2B5EF4-FFF2-40B4-BE49-F238E27FC236}">
                <a16:creationId xmlns:a16="http://schemas.microsoft.com/office/drawing/2014/main" id="{A0509299-07FF-394B-8848-AEE6818EFE06}"/>
              </a:ext>
            </a:extLst>
          </p:cNvPr>
          <p:cNvSpPr>
            <a:spLocks/>
          </p:cNvSpPr>
          <p:nvPr/>
        </p:nvSpPr>
        <p:spPr bwMode="auto">
          <a:xfrm rot="2493426">
            <a:off x="11504441" y="438254"/>
            <a:ext cx="673927" cy="546682"/>
          </a:xfrm>
          <a:custGeom>
            <a:avLst/>
            <a:gdLst>
              <a:gd name="T0" fmla="*/ 1111 w 1145"/>
              <a:gd name="T1" fmla="*/ 84 h 927"/>
              <a:gd name="T2" fmla="*/ 1064 w 1145"/>
              <a:gd name="T3" fmla="*/ 110 h 927"/>
              <a:gd name="T4" fmla="*/ 996 w 1145"/>
              <a:gd name="T5" fmla="*/ 119 h 927"/>
              <a:gd name="T6" fmla="*/ 920 w 1145"/>
              <a:gd name="T7" fmla="*/ 116 h 927"/>
              <a:gd name="T8" fmla="*/ 860 w 1145"/>
              <a:gd name="T9" fmla="*/ 128 h 927"/>
              <a:gd name="T10" fmla="*/ 821 w 1145"/>
              <a:gd name="T11" fmla="*/ 162 h 927"/>
              <a:gd name="T12" fmla="*/ 801 w 1145"/>
              <a:gd name="T13" fmla="*/ 220 h 927"/>
              <a:gd name="T14" fmla="*/ 804 w 1145"/>
              <a:gd name="T15" fmla="*/ 290 h 927"/>
              <a:gd name="T16" fmla="*/ 797 w 1145"/>
              <a:gd name="T17" fmla="*/ 368 h 927"/>
              <a:gd name="T18" fmla="*/ 777 w 1145"/>
              <a:gd name="T19" fmla="*/ 414 h 927"/>
              <a:gd name="T20" fmla="*/ 749 w 1145"/>
              <a:gd name="T21" fmla="*/ 450 h 927"/>
              <a:gd name="T22" fmla="*/ 704 w 1145"/>
              <a:gd name="T23" fmla="*/ 483 h 927"/>
              <a:gd name="T24" fmla="*/ 656 w 1145"/>
              <a:gd name="T25" fmla="*/ 499 h 927"/>
              <a:gd name="T26" fmla="*/ 569 w 1145"/>
              <a:gd name="T27" fmla="*/ 501 h 927"/>
              <a:gd name="T28" fmla="*/ 505 w 1145"/>
              <a:gd name="T29" fmla="*/ 503 h 927"/>
              <a:gd name="T30" fmla="*/ 448 w 1145"/>
              <a:gd name="T31" fmla="*/ 532 h 927"/>
              <a:gd name="T32" fmla="*/ 423 w 1145"/>
              <a:gd name="T33" fmla="*/ 574 h 927"/>
              <a:gd name="T34" fmla="*/ 418 w 1145"/>
              <a:gd name="T35" fmla="*/ 653 h 927"/>
              <a:gd name="T36" fmla="*/ 419 w 1145"/>
              <a:gd name="T37" fmla="*/ 718 h 927"/>
              <a:gd name="T38" fmla="*/ 405 w 1145"/>
              <a:gd name="T39" fmla="*/ 775 h 927"/>
              <a:gd name="T40" fmla="*/ 376 w 1145"/>
              <a:gd name="T41" fmla="*/ 822 h 927"/>
              <a:gd name="T42" fmla="*/ 343 w 1145"/>
              <a:gd name="T43" fmla="*/ 852 h 927"/>
              <a:gd name="T44" fmla="*/ 296 w 1145"/>
              <a:gd name="T45" fmla="*/ 878 h 927"/>
              <a:gd name="T46" fmla="*/ 228 w 1145"/>
              <a:gd name="T47" fmla="*/ 887 h 927"/>
              <a:gd name="T48" fmla="*/ 152 w 1145"/>
              <a:gd name="T49" fmla="*/ 885 h 927"/>
              <a:gd name="T50" fmla="*/ 92 w 1145"/>
              <a:gd name="T51" fmla="*/ 896 h 927"/>
              <a:gd name="T52" fmla="*/ 59 w 1145"/>
              <a:gd name="T53" fmla="*/ 921 h 927"/>
              <a:gd name="T54" fmla="*/ 30 w 1145"/>
              <a:gd name="T55" fmla="*/ 927 h 927"/>
              <a:gd name="T56" fmla="*/ 11 w 1145"/>
              <a:gd name="T57" fmla="*/ 916 h 927"/>
              <a:gd name="T58" fmla="*/ 0 w 1145"/>
              <a:gd name="T59" fmla="*/ 890 h 927"/>
              <a:gd name="T60" fmla="*/ 11 w 1145"/>
              <a:gd name="T61" fmla="*/ 862 h 927"/>
              <a:gd name="T62" fmla="*/ 44 w 1145"/>
              <a:gd name="T63" fmla="*/ 834 h 927"/>
              <a:gd name="T64" fmla="*/ 92 w 1145"/>
              <a:gd name="T65" fmla="*/ 815 h 927"/>
              <a:gd name="T66" fmla="*/ 170 w 1145"/>
              <a:gd name="T67" fmla="*/ 807 h 927"/>
              <a:gd name="T68" fmla="*/ 240 w 1145"/>
              <a:gd name="T69" fmla="*/ 810 h 927"/>
              <a:gd name="T70" fmla="*/ 297 w 1145"/>
              <a:gd name="T71" fmla="*/ 791 h 927"/>
              <a:gd name="T72" fmla="*/ 331 w 1145"/>
              <a:gd name="T73" fmla="*/ 752 h 927"/>
              <a:gd name="T74" fmla="*/ 343 w 1145"/>
              <a:gd name="T75" fmla="*/ 691 h 927"/>
              <a:gd name="T76" fmla="*/ 339 w 1145"/>
              <a:gd name="T77" fmla="*/ 615 h 927"/>
              <a:gd name="T78" fmla="*/ 350 w 1145"/>
              <a:gd name="T79" fmla="*/ 547 h 927"/>
              <a:gd name="T80" fmla="*/ 375 w 1145"/>
              <a:gd name="T81" fmla="*/ 500 h 927"/>
              <a:gd name="T82" fmla="*/ 406 w 1145"/>
              <a:gd name="T83" fmla="*/ 468 h 927"/>
              <a:gd name="T84" fmla="*/ 452 w 1145"/>
              <a:gd name="T85" fmla="*/ 439 h 927"/>
              <a:gd name="T86" fmla="*/ 510 w 1145"/>
              <a:gd name="T87" fmla="*/ 424 h 927"/>
              <a:gd name="T88" fmla="*/ 574 w 1145"/>
              <a:gd name="T89" fmla="*/ 425 h 927"/>
              <a:gd name="T90" fmla="*/ 654 w 1145"/>
              <a:gd name="T91" fmla="*/ 420 h 927"/>
              <a:gd name="T92" fmla="*/ 695 w 1145"/>
              <a:gd name="T93" fmla="*/ 395 h 927"/>
              <a:gd name="T94" fmla="*/ 725 w 1145"/>
              <a:gd name="T95" fmla="*/ 338 h 927"/>
              <a:gd name="T96" fmla="*/ 725 w 1145"/>
              <a:gd name="T97" fmla="*/ 274 h 927"/>
              <a:gd name="T98" fmla="*/ 728 w 1145"/>
              <a:gd name="T99" fmla="*/ 187 h 927"/>
              <a:gd name="T100" fmla="*/ 745 w 1145"/>
              <a:gd name="T101" fmla="*/ 140 h 927"/>
              <a:gd name="T102" fmla="*/ 778 w 1145"/>
              <a:gd name="T103" fmla="*/ 94 h 927"/>
              <a:gd name="T104" fmla="*/ 812 w 1145"/>
              <a:gd name="T105" fmla="*/ 66 h 927"/>
              <a:gd name="T106" fmla="*/ 860 w 1145"/>
              <a:gd name="T107" fmla="*/ 47 h 927"/>
              <a:gd name="T108" fmla="*/ 938 w 1145"/>
              <a:gd name="T109" fmla="*/ 40 h 927"/>
              <a:gd name="T110" fmla="*/ 1008 w 1145"/>
              <a:gd name="T111" fmla="*/ 42 h 927"/>
              <a:gd name="T112" fmla="*/ 1066 w 1145"/>
              <a:gd name="T113" fmla="*/ 23 h 927"/>
              <a:gd name="T114" fmla="*/ 1092 w 1145"/>
              <a:gd name="T115" fmla="*/ 2 h 927"/>
              <a:gd name="T116" fmla="*/ 1121 w 1145"/>
              <a:gd name="T117" fmla="*/ 2 h 927"/>
              <a:gd name="T118" fmla="*/ 1139 w 1145"/>
              <a:gd name="T119" fmla="*/ 17 h 927"/>
              <a:gd name="T120" fmla="*/ 1144 w 1145"/>
              <a:gd name="T121" fmla="*/ 46 h 927"/>
              <a:gd name="T122" fmla="*/ 1134 w 1145"/>
              <a:gd name="T123" fmla="*/ 65 h 9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145" h="927">
                <a:moveTo>
                  <a:pt x="1134" y="65"/>
                </a:moveTo>
                <a:lnTo>
                  <a:pt x="1134" y="65"/>
                </a:lnTo>
                <a:lnTo>
                  <a:pt x="1122" y="76"/>
                </a:lnTo>
                <a:lnTo>
                  <a:pt x="1111" y="84"/>
                </a:lnTo>
                <a:lnTo>
                  <a:pt x="1099" y="93"/>
                </a:lnTo>
                <a:lnTo>
                  <a:pt x="1088" y="99"/>
                </a:lnTo>
                <a:lnTo>
                  <a:pt x="1076" y="105"/>
                </a:lnTo>
                <a:lnTo>
                  <a:pt x="1064" y="110"/>
                </a:lnTo>
                <a:lnTo>
                  <a:pt x="1053" y="112"/>
                </a:lnTo>
                <a:lnTo>
                  <a:pt x="1041" y="116"/>
                </a:lnTo>
                <a:lnTo>
                  <a:pt x="1018" y="118"/>
                </a:lnTo>
                <a:lnTo>
                  <a:pt x="996" y="119"/>
                </a:lnTo>
                <a:lnTo>
                  <a:pt x="974" y="119"/>
                </a:lnTo>
                <a:lnTo>
                  <a:pt x="954" y="118"/>
                </a:lnTo>
                <a:lnTo>
                  <a:pt x="954" y="118"/>
                </a:lnTo>
                <a:lnTo>
                  <a:pt x="920" y="116"/>
                </a:lnTo>
                <a:lnTo>
                  <a:pt x="904" y="117"/>
                </a:lnTo>
                <a:lnTo>
                  <a:pt x="889" y="118"/>
                </a:lnTo>
                <a:lnTo>
                  <a:pt x="874" y="122"/>
                </a:lnTo>
                <a:lnTo>
                  <a:pt x="860" y="128"/>
                </a:lnTo>
                <a:lnTo>
                  <a:pt x="846" y="136"/>
                </a:lnTo>
                <a:lnTo>
                  <a:pt x="833" y="148"/>
                </a:lnTo>
                <a:lnTo>
                  <a:pt x="833" y="148"/>
                </a:lnTo>
                <a:lnTo>
                  <a:pt x="821" y="162"/>
                </a:lnTo>
                <a:lnTo>
                  <a:pt x="812" y="175"/>
                </a:lnTo>
                <a:lnTo>
                  <a:pt x="806" y="190"/>
                </a:lnTo>
                <a:lnTo>
                  <a:pt x="803" y="204"/>
                </a:lnTo>
                <a:lnTo>
                  <a:pt x="801" y="220"/>
                </a:lnTo>
                <a:lnTo>
                  <a:pt x="800" y="235"/>
                </a:lnTo>
                <a:lnTo>
                  <a:pt x="803" y="269"/>
                </a:lnTo>
                <a:lnTo>
                  <a:pt x="803" y="269"/>
                </a:lnTo>
                <a:lnTo>
                  <a:pt x="804" y="290"/>
                </a:lnTo>
                <a:lnTo>
                  <a:pt x="804" y="312"/>
                </a:lnTo>
                <a:lnTo>
                  <a:pt x="803" y="333"/>
                </a:lnTo>
                <a:lnTo>
                  <a:pt x="800" y="356"/>
                </a:lnTo>
                <a:lnTo>
                  <a:pt x="797" y="368"/>
                </a:lnTo>
                <a:lnTo>
                  <a:pt x="794" y="379"/>
                </a:lnTo>
                <a:lnTo>
                  <a:pt x="789" y="391"/>
                </a:lnTo>
                <a:lnTo>
                  <a:pt x="783" y="404"/>
                </a:lnTo>
                <a:lnTo>
                  <a:pt x="777" y="414"/>
                </a:lnTo>
                <a:lnTo>
                  <a:pt x="769" y="427"/>
                </a:lnTo>
                <a:lnTo>
                  <a:pt x="760" y="437"/>
                </a:lnTo>
                <a:lnTo>
                  <a:pt x="749" y="450"/>
                </a:lnTo>
                <a:lnTo>
                  <a:pt x="749" y="450"/>
                </a:lnTo>
                <a:lnTo>
                  <a:pt x="739" y="459"/>
                </a:lnTo>
                <a:lnTo>
                  <a:pt x="726" y="469"/>
                </a:lnTo>
                <a:lnTo>
                  <a:pt x="716" y="476"/>
                </a:lnTo>
                <a:lnTo>
                  <a:pt x="704" y="483"/>
                </a:lnTo>
                <a:lnTo>
                  <a:pt x="691" y="488"/>
                </a:lnTo>
                <a:lnTo>
                  <a:pt x="681" y="493"/>
                </a:lnTo>
                <a:lnTo>
                  <a:pt x="668" y="497"/>
                </a:lnTo>
                <a:lnTo>
                  <a:pt x="656" y="499"/>
                </a:lnTo>
                <a:lnTo>
                  <a:pt x="635" y="503"/>
                </a:lnTo>
                <a:lnTo>
                  <a:pt x="612" y="504"/>
                </a:lnTo>
                <a:lnTo>
                  <a:pt x="590" y="503"/>
                </a:lnTo>
                <a:lnTo>
                  <a:pt x="569" y="501"/>
                </a:lnTo>
                <a:lnTo>
                  <a:pt x="569" y="501"/>
                </a:lnTo>
                <a:lnTo>
                  <a:pt x="535" y="500"/>
                </a:lnTo>
                <a:lnTo>
                  <a:pt x="520" y="500"/>
                </a:lnTo>
                <a:lnTo>
                  <a:pt x="505" y="503"/>
                </a:lnTo>
                <a:lnTo>
                  <a:pt x="491" y="506"/>
                </a:lnTo>
                <a:lnTo>
                  <a:pt x="476" y="512"/>
                </a:lnTo>
                <a:lnTo>
                  <a:pt x="463" y="521"/>
                </a:lnTo>
                <a:lnTo>
                  <a:pt x="448" y="532"/>
                </a:lnTo>
                <a:lnTo>
                  <a:pt x="448" y="532"/>
                </a:lnTo>
                <a:lnTo>
                  <a:pt x="437" y="546"/>
                </a:lnTo>
                <a:lnTo>
                  <a:pt x="429" y="560"/>
                </a:lnTo>
                <a:lnTo>
                  <a:pt x="423" y="574"/>
                </a:lnTo>
                <a:lnTo>
                  <a:pt x="419" y="589"/>
                </a:lnTo>
                <a:lnTo>
                  <a:pt x="417" y="603"/>
                </a:lnTo>
                <a:lnTo>
                  <a:pt x="417" y="619"/>
                </a:lnTo>
                <a:lnTo>
                  <a:pt x="418" y="653"/>
                </a:lnTo>
                <a:lnTo>
                  <a:pt x="418" y="653"/>
                </a:lnTo>
                <a:lnTo>
                  <a:pt x="419" y="673"/>
                </a:lnTo>
                <a:lnTo>
                  <a:pt x="421" y="695"/>
                </a:lnTo>
                <a:lnTo>
                  <a:pt x="419" y="718"/>
                </a:lnTo>
                <a:lnTo>
                  <a:pt x="416" y="741"/>
                </a:lnTo>
                <a:lnTo>
                  <a:pt x="413" y="752"/>
                </a:lnTo>
                <a:lnTo>
                  <a:pt x="410" y="764"/>
                </a:lnTo>
                <a:lnTo>
                  <a:pt x="405" y="775"/>
                </a:lnTo>
                <a:lnTo>
                  <a:pt x="400" y="787"/>
                </a:lnTo>
                <a:lnTo>
                  <a:pt x="393" y="799"/>
                </a:lnTo>
                <a:lnTo>
                  <a:pt x="385" y="810"/>
                </a:lnTo>
                <a:lnTo>
                  <a:pt x="376" y="822"/>
                </a:lnTo>
                <a:lnTo>
                  <a:pt x="366" y="833"/>
                </a:lnTo>
                <a:lnTo>
                  <a:pt x="366" y="833"/>
                </a:lnTo>
                <a:lnTo>
                  <a:pt x="354" y="844"/>
                </a:lnTo>
                <a:lnTo>
                  <a:pt x="343" y="852"/>
                </a:lnTo>
                <a:lnTo>
                  <a:pt x="331" y="861"/>
                </a:lnTo>
                <a:lnTo>
                  <a:pt x="319" y="867"/>
                </a:lnTo>
                <a:lnTo>
                  <a:pt x="308" y="873"/>
                </a:lnTo>
                <a:lnTo>
                  <a:pt x="296" y="878"/>
                </a:lnTo>
                <a:lnTo>
                  <a:pt x="285" y="881"/>
                </a:lnTo>
                <a:lnTo>
                  <a:pt x="273" y="884"/>
                </a:lnTo>
                <a:lnTo>
                  <a:pt x="250" y="886"/>
                </a:lnTo>
                <a:lnTo>
                  <a:pt x="228" y="887"/>
                </a:lnTo>
                <a:lnTo>
                  <a:pt x="206" y="887"/>
                </a:lnTo>
                <a:lnTo>
                  <a:pt x="186" y="886"/>
                </a:lnTo>
                <a:lnTo>
                  <a:pt x="186" y="886"/>
                </a:lnTo>
                <a:lnTo>
                  <a:pt x="152" y="885"/>
                </a:lnTo>
                <a:lnTo>
                  <a:pt x="136" y="885"/>
                </a:lnTo>
                <a:lnTo>
                  <a:pt x="121" y="886"/>
                </a:lnTo>
                <a:lnTo>
                  <a:pt x="106" y="890"/>
                </a:lnTo>
                <a:lnTo>
                  <a:pt x="92" y="896"/>
                </a:lnTo>
                <a:lnTo>
                  <a:pt x="78" y="904"/>
                </a:lnTo>
                <a:lnTo>
                  <a:pt x="65" y="916"/>
                </a:lnTo>
                <a:lnTo>
                  <a:pt x="65" y="916"/>
                </a:lnTo>
                <a:lnTo>
                  <a:pt x="59" y="921"/>
                </a:lnTo>
                <a:lnTo>
                  <a:pt x="52" y="925"/>
                </a:lnTo>
                <a:lnTo>
                  <a:pt x="44" y="927"/>
                </a:lnTo>
                <a:lnTo>
                  <a:pt x="37" y="927"/>
                </a:lnTo>
                <a:lnTo>
                  <a:pt x="30" y="927"/>
                </a:lnTo>
                <a:lnTo>
                  <a:pt x="23" y="925"/>
                </a:lnTo>
                <a:lnTo>
                  <a:pt x="17" y="921"/>
                </a:lnTo>
                <a:lnTo>
                  <a:pt x="11" y="916"/>
                </a:lnTo>
                <a:lnTo>
                  <a:pt x="11" y="916"/>
                </a:lnTo>
                <a:lnTo>
                  <a:pt x="6" y="910"/>
                </a:lnTo>
                <a:lnTo>
                  <a:pt x="2" y="903"/>
                </a:lnTo>
                <a:lnTo>
                  <a:pt x="0" y="897"/>
                </a:lnTo>
                <a:lnTo>
                  <a:pt x="0" y="890"/>
                </a:lnTo>
                <a:lnTo>
                  <a:pt x="0" y="881"/>
                </a:lnTo>
                <a:lnTo>
                  <a:pt x="2" y="875"/>
                </a:lnTo>
                <a:lnTo>
                  <a:pt x="6" y="868"/>
                </a:lnTo>
                <a:lnTo>
                  <a:pt x="11" y="862"/>
                </a:lnTo>
                <a:lnTo>
                  <a:pt x="11" y="862"/>
                </a:lnTo>
                <a:lnTo>
                  <a:pt x="21" y="851"/>
                </a:lnTo>
                <a:lnTo>
                  <a:pt x="34" y="843"/>
                </a:lnTo>
                <a:lnTo>
                  <a:pt x="44" y="834"/>
                </a:lnTo>
                <a:lnTo>
                  <a:pt x="56" y="828"/>
                </a:lnTo>
                <a:lnTo>
                  <a:pt x="69" y="822"/>
                </a:lnTo>
                <a:lnTo>
                  <a:pt x="79" y="818"/>
                </a:lnTo>
                <a:lnTo>
                  <a:pt x="92" y="815"/>
                </a:lnTo>
                <a:lnTo>
                  <a:pt x="102" y="811"/>
                </a:lnTo>
                <a:lnTo>
                  <a:pt x="125" y="809"/>
                </a:lnTo>
                <a:lnTo>
                  <a:pt x="148" y="807"/>
                </a:lnTo>
                <a:lnTo>
                  <a:pt x="170" y="807"/>
                </a:lnTo>
                <a:lnTo>
                  <a:pt x="191" y="809"/>
                </a:lnTo>
                <a:lnTo>
                  <a:pt x="191" y="809"/>
                </a:lnTo>
                <a:lnTo>
                  <a:pt x="225" y="811"/>
                </a:lnTo>
                <a:lnTo>
                  <a:pt x="240" y="810"/>
                </a:lnTo>
                <a:lnTo>
                  <a:pt x="255" y="809"/>
                </a:lnTo>
                <a:lnTo>
                  <a:pt x="269" y="805"/>
                </a:lnTo>
                <a:lnTo>
                  <a:pt x="284" y="799"/>
                </a:lnTo>
                <a:lnTo>
                  <a:pt x="297" y="791"/>
                </a:lnTo>
                <a:lnTo>
                  <a:pt x="312" y="778"/>
                </a:lnTo>
                <a:lnTo>
                  <a:pt x="312" y="778"/>
                </a:lnTo>
                <a:lnTo>
                  <a:pt x="323" y="765"/>
                </a:lnTo>
                <a:lnTo>
                  <a:pt x="331" y="752"/>
                </a:lnTo>
                <a:lnTo>
                  <a:pt x="337" y="737"/>
                </a:lnTo>
                <a:lnTo>
                  <a:pt x="341" y="723"/>
                </a:lnTo>
                <a:lnTo>
                  <a:pt x="343" y="707"/>
                </a:lnTo>
                <a:lnTo>
                  <a:pt x="343" y="691"/>
                </a:lnTo>
                <a:lnTo>
                  <a:pt x="342" y="657"/>
                </a:lnTo>
                <a:lnTo>
                  <a:pt x="342" y="657"/>
                </a:lnTo>
                <a:lnTo>
                  <a:pt x="341" y="637"/>
                </a:lnTo>
                <a:lnTo>
                  <a:pt x="339" y="615"/>
                </a:lnTo>
                <a:lnTo>
                  <a:pt x="341" y="593"/>
                </a:lnTo>
                <a:lnTo>
                  <a:pt x="344" y="570"/>
                </a:lnTo>
                <a:lnTo>
                  <a:pt x="347" y="558"/>
                </a:lnTo>
                <a:lnTo>
                  <a:pt x="350" y="547"/>
                </a:lnTo>
                <a:lnTo>
                  <a:pt x="355" y="535"/>
                </a:lnTo>
                <a:lnTo>
                  <a:pt x="360" y="524"/>
                </a:lnTo>
                <a:lnTo>
                  <a:pt x="367" y="512"/>
                </a:lnTo>
                <a:lnTo>
                  <a:pt x="375" y="500"/>
                </a:lnTo>
                <a:lnTo>
                  <a:pt x="384" y="489"/>
                </a:lnTo>
                <a:lnTo>
                  <a:pt x="394" y="479"/>
                </a:lnTo>
                <a:lnTo>
                  <a:pt x="394" y="479"/>
                </a:lnTo>
                <a:lnTo>
                  <a:pt x="406" y="468"/>
                </a:lnTo>
                <a:lnTo>
                  <a:pt x="417" y="458"/>
                </a:lnTo>
                <a:lnTo>
                  <a:pt x="429" y="451"/>
                </a:lnTo>
                <a:lnTo>
                  <a:pt x="440" y="443"/>
                </a:lnTo>
                <a:lnTo>
                  <a:pt x="452" y="439"/>
                </a:lnTo>
                <a:lnTo>
                  <a:pt x="464" y="434"/>
                </a:lnTo>
                <a:lnTo>
                  <a:pt x="475" y="430"/>
                </a:lnTo>
                <a:lnTo>
                  <a:pt x="487" y="428"/>
                </a:lnTo>
                <a:lnTo>
                  <a:pt x="510" y="424"/>
                </a:lnTo>
                <a:lnTo>
                  <a:pt x="532" y="423"/>
                </a:lnTo>
                <a:lnTo>
                  <a:pt x="554" y="424"/>
                </a:lnTo>
                <a:lnTo>
                  <a:pt x="574" y="425"/>
                </a:lnTo>
                <a:lnTo>
                  <a:pt x="574" y="425"/>
                </a:lnTo>
                <a:lnTo>
                  <a:pt x="608" y="427"/>
                </a:lnTo>
                <a:lnTo>
                  <a:pt x="624" y="427"/>
                </a:lnTo>
                <a:lnTo>
                  <a:pt x="639" y="424"/>
                </a:lnTo>
                <a:lnTo>
                  <a:pt x="654" y="420"/>
                </a:lnTo>
                <a:lnTo>
                  <a:pt x="668" y="414"/>
                </a:lnTo>
                <a:lnTo>
                  <a:pt x="682" y="406"/>
                </a:lnTo>
                <a:lnTo>
                  <a:pt x="695" y="395"/>
                </a:lnTo>
                <a:lnTo>
                  <a:pt x="695" y="395"/>
                </a:lnTo>
                <a:lnTo>
                  <a:pt x="707" y="382"/>
                </a:lnTo>
                <a:lnTo>
                  <a:pt x="716" y="367"/>
                </a:lnTo>
                <a:lnTo>
                  <a:pt x="722" y="353"/>
                </a:lnTo>
                <a:lnTo>
                  <a:pt x="725" y="338"/>
                </a:lnTo>
                <a:lnTo>
                  <a:pt x="726" y="324"/>
                </a:lnTo>
                <a:lnTo>
                  <a:pt x="728" y="308"/>
                </a:lnTo>
                <a:lnTo>
                  <a:pt x="725" y="274"/>
                </a:lnTo>
                <a:lnTo>
                  <a:pt x="725" y="274"/>
                </a:lnTo>
                <a:lnTo>
                  <a:pt x="724" y="254"/>
                </a:lnTo>
                <a:lnTo>
                  <a:pt x="724" y="232"/>
                </a:lnTo>
                <a:lnTo>
                  <a:pt x="725" y="209"/>
                </a:lnTo>
                <a:lnTo>
                  <a:pt x="728" y="187"/>
                </a:lnTo>
                <a:lnTo>
                  <a:pt x="731" y="175"/>
                </a:lnTo>
                <a:lnTo>
                  <a:pt x="734" y="163"/>
                </a:lnTo>
                <a:lnTo>
                  <a:pt x="739" y="152"/>
                </a:lnTo>
                <a:lnTo>
                  <a:pt x="745" y="140"/>
                </a:lnTo>
                <a:lnTo>
                  <a:pt x="751" y="128"/>
                </a:lnTo>
                <a:lnTo>
                  <a:pt x="759" y="117"/>
                </a:lnTo>
                <a:lnTo>
                  <a:pt x="768" y="105"/>
                </a:lnTo>
                <a:lnTo>
                  <a:pt x="778" y="94"/>
                </a:lnTo>
                <a:lnTo>
                  <a:pt x="778" y="94"/>
                </a:lnTo>
                <a:lnTo>
                  <a:pt x="789" y="83"/>
                </a:lnTo>
                <a:lnTo>
                  <a:pt x="801" y="75"/>
                </a:lnTo>
                <a:lnTo>
                  <a:pt x="812" y="66"/>
                </a:lnTo>
                <a:lnTo>
                  <a:pt x="824" y="60"/>
                </a:lnTo>
                <a:lnTo>
                  <a:pt x="837" y="54"/>
                </a:lnTo>
                <a:lnTo>
                  <a:pt x="847" y="49"/>
                </a:lnTo>
                <a:lnTo>
                  <a:pt x="860" y="47"/>
                </a:lnTo>
                <a:lnTo>
                  <a:pt x="870" y="43"/>
                </a:lnTo>
                <a:lnTo>
                  <a:pt x="893" y="41"/>
                </a:lnTo>
                <a:lnTo>
                  <a:pt x="916" y="40"/>
                </a:lnTo>
                <a:lnTo>
                  <a:pt x="938" y="40"/>
                </a:lnTo>
                <a:lnTo>
                  <a:pt x="959" y="41"/>
                </a:lnTo>
                <a:lnTo>
                  <a:pt x="959" y="41"/>
                </a:lnTo>
                <a:lnTo>
                  <a:pt x="993" y="43"/>
                </a:lnTo>
                <a:lnTo>
                  <a:pt x="1008" y="42"/>
                </a:lnTo>
                <a:lnTo>
                  <a:pt x="1023" y="41"/>
                </a:lnTo>
                <a:lnTo>
                  <a:pt x="1037" y="37"/>
                </a:lnTo>
                <a:lnTo>
                  <a:pt x="1052" y="31"/>
                </a:lnTo>
                <a:lnTo>
                  <a:pt x="1066" y="23"/>
                </a:lnTo>
                <a:lnTo>
                  <a:pt x="1080" y="11"/>
                </a:lnTo>
                <a:lnTo>
                  <a:pt x="1080" y="11"/>
                </a:lnTo>
                <a:lnTo>
                  <a:pt x="1086" y="6"/>
                </a:lnTo>
                <a:lnTo>
                  <a:pt x="1092" y="2"/>
                </a:lnTo>
                <a:lnTo>
                  <a:pt x="1099" y="0"/>
                </a:lnTo>
                <a:lnTo>
                  <a:pt x="1106" y="0"/>
                </a:lnTo>
                <a:lnTo>
                  <a:pt x="1113" y="0"/>
                </a:lnTo>
                <a:lnTo>
                  <a:pt x="1121" y="2"/>
                </a:lnTo>
                <a:lnTo>
                  <a:pt x="1128" y="6"/>
                </a:lnTo>
                <a:lnTo>
                  <a:pt x="1134" y="11"/>
                </a:lnTo>
                <a:lnTo>
                  <a:pt x="1134" y="11"/>
                </a:lnTo>
                <a:lnTo>
                  <a:pt x="1139" y="17"/>
                </a:lnTo>
                <a:lnTo>
                  <a:pt x="1142" y="24"/>
                </a:lnTo>
                <a:lnTo>
                  <a:pt x="1144" y="31"/>
                </a:lnTo>
                <a:lnTo>
                  <a:pt x="1145" y="38"/>
                </a:lnTo>
                <a:lnTo>
                  <a:pt x="1144" y="46"/>
                </a:lnTo>
                <a:lnTo>
                  <a:pt x="1142" y="53"/>
                </a:lnTo>
                <a:lnTo>
                  <a:pt x="1139" y="59"/>
                </a:lnTo>
                <a:lnTo>
                  <a:pt x="1134" y="65"/>
                </a:lnTo>
                <a:lnTo>
                  <a:pt x="1134" y="6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0" name="Freeform 534">
            <a:extLst>
              <a:ext uri="{FF2B5EF4-FFF2-40B4-BE49-F238E27FC236}">
                <a16:creationId xmlns:a16="http://schemas.microsoft.com/office/drawing/2014/main" id="{99FC4A0F-BD45-BB44-A7CE-DD68054B6BC7}"/>
              </a:ext>
            </a:extLst>
          </p:cNvPr>
          <p:cNvSpPr>
            <a:spLocks/>
          </p:cNvSpPr>
          <p:nvPr/>
        </p:nvSpPr>
        <p:spPr bwMode="auto">
          <a:xfrm>
            <a:off x="9339937" y="278732"/>
            <a:ext cx="238610" cy="238610"/>
          </a:xfrm>
          <a:custGeom>
            <a:avLst/>
            <a:gdLst>
              <a:gd name="T0" fmla="*/ 575 w 575"/>
              <a:gd name="T1" fmla="*/ 188 h 575"/>
              <a:gd name="T2" fmla="*/ 387 w 575"/>
              <a:gd name="T3" fmla="*/ 188 h 575"/>
              <a:gd name="T4" fmla="*/ 387 w 575"/>
              <a:gd name="T5" fmla="*/ 0 h 575"/>
              <a:gd name="T6" fmla="*/ 188 w 575"/>
              <a:gd name="T7" fmla="*/ 0 h 575"/>
              <a:gd name="T8" fmla="*/ 188 w 575"/>
              <a:gd name="T9" fmla="*/ 188 h 575"/>
              <a:gd name="T10" fmla="*/ 0 w 575"/>
              <a:gd name="T11" fmla="*/ 188 h 575"/>
              <a:gd name="T12" fmla="*/ 0 w 575"/>
              <a:gd name="T13" fmla="*/ 385 h 575"/>
              <a:gd name="T14" fmla="*/ 188 w 575"/>
              <a:gd name="T15" fmla="*/ 385 h 575"/>
              <a:gd name="T16" fmla="*/ 188 w 575"/>
              <a:gd name="T17" fmla="*/ 575 h 575"/>
              <a:gd name="T18" fmla="*/ 387 w 575"/>
              <a:gd name="T19" fmla="*/ 575 h 575"/>
              <a:gd name="T20" fmla="*/ 387 w 575"/>
              <a:gd name="T21" fmla="*/ 385 h 575"/>
              <a:gd name="T22" fmla="*/ 575 w 575"/>
              <a:gd name="T23" fmla="*/ 385 h 575"/>
              <a:gd name="T24" fmla="*/ 575 w 575"/>
              <a:gd name="T25" fmla="*/ 188 h 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75" h="575">
                <a:moveTo>
                  <a:pt x="575" y="188"/>
                </a:moveTo>
                <a:lnTo>
                  <a:pt x="387" y="188"/>
                </a:lnTo>
                <a:lnTo>
                  <a:pt x="387" y="0"/>
                </a:lnTo>
                <a:lnTo>
                  <a:pt x="188" y="0"/>
                </a:lnTo>
                <a:lnTo>
                  <a:pt x="188" y="188"/>
                </a:lnTo>
                <a:lnTo>
                  <a:pt x="0" y="188"/>
                </a:lnTo>
                <a:lnTo>
                  <a:pt x="0" y="385"/>
                </a:lnTo>
                <a:lnTo>
                  <a:pt x="188" y="385"/>
                </a:lnTo>
                <a:lnTo>
                  <a:pt x="188" y="575"/>
                </a:lnTo>
                <a:lnTo>
                  <a:pt x="387" y="575"/>
                </a:lnTo>
                <a:lnTo>
                  <a:pt x="387" y="385"/>
                </a:lnTo>
                <a:lnTo>
                  <a:pt x="575" y="385"/>
                </a:lnTo>
                <a:lnTo>
                  <a:pt x="575" y="18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1" name="Freeform 319">
            <a:extLst>
              <a:ext uri="{FF2B5EF4-FFF2-40B4-BE49-F238E27FC236}">
                <a16:creationId xmlns:a16="http://schemas.microsoft.com/office/drawing/2014/main" id="{73F4D933-94A7-AC4C-8EDA-358D6D8DA450}"/>
              </a:ext>
            </a:extLst>
          </p:cNvPr>
          <p:cNvSpPr>
            <a:spLocks/>
          </p:cNvSpPr>
          <p:nvPr/>
        </p:nvSpPr>
        <p:spPr bwMode="auto">
          <a:xfrm>
            <a:off x="9770029" y="516331"/>
            <a:ext cx="195263" cy="195263"/>
          </a:xfrm>
          <a:custGeom>
            <a:avLst/>
            <a:gdLst>
              <a:gd name="T0" fmla="*/ 245 w 245"/>
              <a:gd name="T1" fmla="*/ 123 h 245"/>
              <a:gd name="T2" fmla="*/ 243 w 245"/>
              <a:gd name="T3" fmla="*/ 147 h 245"/>
              <a:gd name="T4" fmla="*/ 235 w 245"/>
              <a:gd name="T5" fmla="*/ 170 h 245"/>
              <a:gd name="T6" fmla="*/ 225 w 245"/>
              <a:gd name="T7" fmla="*/ 191 h 245"/>
              <a:gd name="T8" fmla="*/ 209 w 245"/>
              <a:gd name="T9" fmla="*/ 209 h 245"/>
              <a:gd name="T10" fmla="*/ 191 w 245"/>
              <a:gd name="T11" fmla="*/ 225 h 245"/>
              <a:gd name="T12" fmla="*/ 170 w 245"/>
              <a:gd name="T13" fmla="*/ 236 h 245"/>
              <a:gd name="T14" fmla="*/ 147 w 245"/>
              <a:gd name="T15" fmla="*/ 243 h 245"/>
              <a:gd name="T16" fmla="*/ 123 w 245"/>
              <a:gd name="T17" fmla="*/ 245 h 245"/>
              <a:gd name="T18" fmla="*/ 110 w 245"/>
              <a:gd name="T19" fmla="*/ 245 h 245"/>
              <a:gd name="T20" fmla="*/ 86 w 245"/>
              <a:gd name="T21" fmla="*/ 240 h 245"/>
              <a:gd name="T22" fmla="*/ 64 w 245"/>
              <a:gd name="T23" fmla="*/ 231 h 245"/>
              <a:gd name="T24" fmla="*/ 44 w 245"/>
              <a:gd name="T25" fmla="*/ 217 h 245"/>
              <a:gd name="T26" fmla="*/ 27 w 245"/>
              <a:gd name="T27" fmla="*/ 200 h 245"/>
              <a:gd name="T28" fmla="*/ 14 w 245"/>
              <a:gd name="T29" fmla="*/ 181 h 245"/>
              <a:gd name="T30" fmla="*/ 6 w 245"/>
              <a:gd name="T31" fmla="*/ 159 h 245"/>
              <a:gd name="T32" fmla="*/ 1 w 245"/>
              <a:gd name="T33" fmla="*/ 135 h 245"/>
              <a:gd name="T34" fmla="*/ 0 w 245"/>
              <a:gd name="T35" fmla="*/ 123 h 245"/>
              <a:gd name="T36" fmla="*/ 2 w 245"/>
              <a:gd name="T37" fmla="*/ 98 h 245"/>
              <a:gd name="T38" fmla="*/ 9 w 245"/>
              <a:gd name="T39" fmla="*/ 75 h 245"/>
              <a:gd name="T40" fmla="*/ 21 w 245"/>
              <a:gd name="T41" fmla="*/ 54 h 245"/>
              <a:gd name="T42" fmla="*/ 36 w 245"/>
              <a:gd name="T43" fmla="*/ 36 h 245"/>
              <a:gd name="T44" fmla="*/ 54 w 245"/>
              <a:gd name="T45" fmla="*/ 22 h 245"/>
              <a:gd name="T46" fmla="*/ 75 w 245"/>
              <a:gd name="T47" fmla="*/ 9 h 245"/>
              <a:gd name="T48" fmla="*/ 98 w 245"/>
              <a:gd name="T49" fmla="*/ 2 h 245"/>
              <a:gd name="T50" fmla="*/ 123 w 245"/>
              <a:gd name="T51" fmla="*/ 0 h 245"/>
              <a:gd name="T52" fmla="*/ 135 w 245"/>
              <a:gd name="T53" fmla="*/ 1 h 245"/>
              <a:gd name="T54" fmla="*/ 159 w 245"/>
              <a:gd name="T55" fmla="*/ 6 h 245"/>
              <a:gd name="T56" fmla="*/ 181 w 245"/>
              <a:gd name="T57" fmla="*/ 14 h 245"/>
              <a:gd name="T58" fmla="*/ 200 w 245"/>
              <a:gd name="T59" fmla="*/ 28 h 245"/>
              <a:gd name="T60" fmla="*/ 217 w 245"/>
              <a:gd name="T61" fmla="*/ 44 h 245"/>
              <a:gd name="T62" fmla="*/ 231 w 245"/>
              <a:gd name="T63" fmla="*/ 64 h 245"/>
              <a:gd name="T64" fmla="*/ 240 w 245"/>
              <a:gd name="T65" fmla="*/ 87 h 245"/>
              <a:gd name="T66" fmla="*/ 245 w 245"/>
              <a:gd name="T67" fmla="*/ 110 h 245"/>
              <a:gd name="T68" fmla="*/ 245 w 245"/>
              <a:gd name="T69" fmla="*/ 12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45" h="245">
                <a:moveTo>
                  <a:pt x="245" y="123"/>
                </a:moveTo>
                <a:lnTo>
                  <a:pt x="245" y="123"/>
                </a:lnTo>
                <a:lnTo>
                  <a:pt x="245" y="135"/>
                </a:lnTo>
                <a:lnTo>
                  <a:pt x="243" y="147"/>
                </a:lnTo>
                <a:lnTo>
                  <a:pt x="240" y="159"/>
                </a:lnTo>
                <a:lnTo>
                  <a:pt x="235" y="170"/>
                </a:lnTo>
                <a:lnTo>
                  <a:pt x="231" y="181"/>
                </a:lnTo>
                <a:lnTo>
                  <a:pt x="225" y="191"/>
                </a:lnTo>
                <a:lnTo>
                  <a:pt x="217" y="200"/>
                </a:lnTo>
                <a:lnTo>
                  <a:pt x="209" y="209"/>
                </a:lnTo>
                <a:lnTo>
                  <a:pt x="200" y="217"/>
                </a:lnTo>
                <a:lnTo>
                  <a:pt x="191" y="225"/>
                </a:lnTo>
                <a:lnTo>
                  <a:pt x="181" y="231"/>
                </a:lnTo>
                <a:lnTo>
                  <a:pt x="170" y="236"/>
                </a:lnTo>
                <a:lnTo>
                  <a:pt x="159" y="240"/>
                </a:lnTo>
                <a:lnTo>
                  <a:pt x="147" y="243"/>
                </a:lnTo>
                <a:lnTo>
                  <a:pt x="135" y="245"/>
                </a:lnTo>
                <a:lnTo>
                  <a:pt x="123" y="245"/>
                </a:lnTo>
                <a:lnTo>
                  <a:pt x="123" y="245"/>
                </a:lnTo>
                <a:lnTo>
                  <a:pt x="110" y="245"/>
                </a:lnTo>
                <a:lnTo>
                  <a:pt x="98" y="243"/>
                </a:lnTo>
                <a:lnTo>
                  <a:pt x="86" y="240"/>
                </a:lnTo>
                <a:lnTo>
                  <a:pt x="75" y="236"/>
                </a:lnTo>
                <a:lnTo>
                  <a:pt x="64" y="231"/>
                </a:lnTo>
                <a:lnTo>
                  <a:pt x="54" y="225"/>
                </a:lnTo>
                <a:lnTo>
                  <a:pt x="44" y="217"/>
                </a:lnTo>
                <a:lnTo>
                  <a:pt x="36" y="209"/>
                </a:lnTo>
                <a:lnTo>
                  <a:pt x="27" y="200"/>
                </a:lnTo>
                <a:lnTo>
                  <a:pt x="21" y="191"/>
                </a:lnTo>
                <a:lnTo>
                  <a:pt x="14" y="181"/>
                </a:lnTo>
                <a:lnTo>
                  <a:pt x="9" y="170"/>
                </a:lnTo>
                <a:lnTo>
                  <a:pt x="6" y="159"/>
                </a:lnTo>
                <a:lnTo>
                  <a:pt x="2" y="147"/>
                </a:lnTo>
                <a:lnTo>
                  <a:pt x="1" y="135"/>
                </a:lnTo>
                <a:lnTo>
                  <a:pt x="0" y="123"/>
                </a:lnTo>
                <a:lnTo>
                  <a:pt x="0" y="123"/>
                </a:lnTo>
                <a:lnTo>
                  <a:pt x="1" y="110"/>
                </a:lnTo>
                <a:lnTo>
                  <a:pt x="2" y="98"/>
                </a:lnTo>
                <a:lnTo>
                  <a:pt x="6" y="87"/>
                </a:lnTo>
                <a:lnTo>
                  <a:pt x="9" y="75"/>
                </a:lnTo>
                <a:lnTo>
                  <a:pt x="14" y="64"/>
                </a:lnTo>
                <a:lnTo>
                  <a:pt x="21" y="54"/>
                </a:lnTo>
                <a:lnTo>
                  <a:pt x="27" y="44"/>
                </a:lnTo>
                <a:lnTo>
                  <a:pt x="36" y="36"/>
                </a:lnTo>
                <a:lnTo>
                  <a:pt x="44" y="28"/>
                </a:lnTo>
                <a:lnTo>
                  <a:pt x="54" y="22"/>
                </a:lnTo>
                <a:lnTo>
                  <a:pt x="64" y="14"/>
                </a:lnTo>
                <a:lnTo>
                  <a:pt x="75" y="9"/>
                </a:lnTo>
                <a:lnTo>
                  <a:pt x="86" y="6"/>
                </a:lnTo>
                <a:lnTo>
                  <a:pt x="98" y="2"/>
                </a:lnTo>
                <a:lnTo>
                  <a:pt x="110" y="1"/>
                </a:lnTo>
                <a:lnTo>
                  <a:pt x="123" y="0"/>
                </a:lnTo>
                <a:lnTo>
                  <a:pt x="123" y="0"/>
                </a:lnTo>
                <a:lnTo>
                  <a:pt x="135" y="1"/>
                </a:lnTo>
                <a:lnTo>
                  <a:pt x="147" y="2"/>
                </a:lnTo>
                <a:lnTo>
                  <a:pt x="159" y="6"/>
                </a:lnTo>
                <a:lnTo>
                  <a:pt x="170" y="9"/>
                </a:lnTo>
                <a:lnTo>
                  <a:pt x="181" y="14"/>
                </a:lnTo>
                <a:lnTo>
                  <a:pt x="191" y="22"/>
                </a:lnTo>
                <a:lnTo>
                  <a:pt x="200" y="28"/>
                </a:lnTo>
                <a:lnTo>
                  <a:pt x="209" y="36"/>
                </a:lnTo>
                <a:lnTo>
                  <a:pt x="217" y="44"/>
                </a:lnTo>
                <a:lnTo>
                  <a:pt x="225" y="54"/>
                </a:lnTo>
                <a:lnTo>
                  <a:pt x="231" y="64"/>
                </a:lnTo>
                <a:lnTo>
                  <a:pt x="235" y="75"/>
                </a:lnTo>
                <a:lnTo>
                  <a:pt x="240" y="87"/>
                </a:lnTo>
                <a:lnTo>
                  <a:pt x="243" y="98"/>
                </a:lnTo>
                <a:lnTo>
                  <a:pt x="245" y="110"/>
                </a:lnTo>
                <a:lnTo>
                  <a:pt x="245" y="123"/>
                </a:lnTo>
                <a:lnTo>
                  <a:pt x="245" y="123"/>
                </a:lnTo>
                <a:close/>
              </a:path>
            </a:pathLst>
          </a:custGeom>
          <a:noFill/>
          <a:ln w="38100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2" name="Freeform 320">
            <a:extLst>
              <a:ext uri="{FF2B5EF4-FFF2-40B4-BE49-F238E27FC236}">
                <a16:creationId xmlns:a16="http://schemas.microsoft.com/office/drawing/2014/main" id="{BA6B5706-F609-194E-86B4-15E50DF371AB}"/>
              </a:ext>
            </a:extLst>
          </p:cNvPr>
          <p:cNvSpPr>
            <a:spLocks/>
          </p:cNvSpPr>
          <p:nvPr/>
        </p:nvSpPr>
        <p:spPr bwMode="auto">
          <a:xfrm rot="2493426">
            <a:off x="11857367" y="85327"/>
            <a:ext cx="673927" cy="546682"/>
          </a:xfrm>
          <a:custGeom>
            <a:avLst/>
            <a:gdLst>
              <a:gd name="T0" fmla="*/ 1111 w 1145"/>
              <a:gd name="T1" fmla="*/ 84 h 927"/>
              <a:gd name="T2" fmla="*/ 1064 w 1145"/>
              <a:gd name="T3" fmla="*/ 110 h 927"/>
              <a:gd name="T4" fmla="*/ 996 w 1145"/>
              <a:gd name="T5" fmla="*/ 119 h 927"/>
              <a:gd name="T6" fmla="*/ 920 w 1145"/>
              <a:gd name="T7" fmla="*/ 116 h 927"/>
              <a:gd name="T8" fmla="*/ 860 w 1145"/>
              <a:gd name="T9" fmla="*/ 128 h 927"/>
              <a:gd name="T10" fmla="*/ 821 w 1145"/>
              <a:gd name="T11" fmla="*/ 162 h 927"/>
              <a:gd name="T12" fmla="*/ 801 w 1145"/>
              <a:gd name="T13" fmla="*/ 220 h 927"/>
              <a:gd name="T14" fmla="*/ 804 w 1145"/>
              <a:gd name="T15" fmla="*/ 290 h 927"/>
              <a:gd name="T16" fmla="*/ 797 w 1145"/>
              <a:gd name="T17" fmla="*/ 368 h 927"/>
              <a:gd name="T18" fmla="*/ 777 w 1145"/>
              <a:gd name="T19" fmla="*/ 414 h 927"/>
              <a:gd name="T20" fmla="*/ 749 w 1145"/>
              <a:gd name="T21" fmla="*/ 450 h 927"/>
              <a:gd name="T22" fmla="*/ 704 w 1145"/>
              <a:gd name="T23" fmla="*/ 483 h 927"/>
              <a:gd name="T24" fmla="*/ 656 w 1145"/>
              <a:gd name="T25" fmla="*/ 499 h 927"/>
              <a:gd name="T26" fmla="*/ 569 w 1145"/>
              <a:gd name="T27" fmla="*/ 501 h 927"/>
              <a:gd name="T28" fmla="*/ 505 w 1145"/>
              <a:gd name="T29" fmla="*/ 503 h 927"/>
              <a:gd name="T30" fmla="*/ 448 w 1145"/>
              <a:gd name="T31" fmla="*/ 532 h 927"/>
              <a:gd name="T32" fmla="*/ 423 w 1145"/>
              <a:gd name="T33" fmla="*/ 574 h 927"/>
              <a:gd name="T34" fmla="*/ 418 w 1145"/>
              <a:gd name="T35" fmla="*/ 653 h 927"/>
              <a:gd name="T36" fmla="*/ 419 w 1145"/>
              <a:gd name="T37" fmla="*/ 718 h 927"/>
              <a:gd name="T38" fmla="*/ 405 w 1145"/>
              <a:gd name="T39" fmla="*/ 775 h 927"/>
              <a:gd name="T40" fmla="*/ 376 w 1145"/>
              <a:gd name="T41" fmla="*/ 822 h 927"/>
              <a:gd name="T42" fmla="*/ 343 w 1145"/>
              <a:gd name="T43" fmla="*/ 852 h 927"/>
              <a:gd name="T44" fmla="*/ 296 w 1145"/>
              <a:gd name="T45" fmla="*/ 878 h 927"/>
              <a:gd name="T46" fmla="*/ 228 w 1145"/>
              <a:gd name="T47" fmla="*/ 887 h 927"/>
              <a:gd name="T48" fmla="*/ 152 w 1145"/>
              <a:gd name="T49" fmla="*/ 885 h 927"/>
              <a:gd name="T50" fmla="*/ 92 w 1145"/>
              <a:gd name="T51" fmla="*/ 896 h 927"/>
              <a:gd name="T52" fmla="*/ 59 w 1145"/>
              <a:gd name="T53" fmla="*/ 921 h 927"/>
              <a:gd name="T54" fmla="*/ 30 w 1145"/>
              <a:gd name="T55" fmla="*/ 927 h 927"/>
              <a:gd name="T56" fmla="*/ 11 w 1145"/>
              <a:gd name="T57" fmla="*/ 916 h 927"/>
              <a:gd name="T58" fmla="*/ 0 w 1145"/>
              <a:gd name="T59" fmla="*/ 890 h 927"/>
              <a:gd name="T60" fmla="*/ 11 w 1145"/>
              <a:gd name="T61" fmla="*/ 862 h 927"/>
              <a:gd name="T62" fmla="*/ 44 w 1145"/>
              <a:gd name="T63" fmla="*/ 834 h 927"/>
              <a:gd name="T64" fmla="*/ 92 w 1145"/>
              <a:gd name="T65" fmla="*/ 815 h 927"/>
              <a:gd name="T66" fmla="*/ 170 w 1145"/>
              <a:gd name="T67" fmla="*/ 807 h 927"/>
              <a:gd name="T68" fmla="*/ 240 w 1145"/>
              <a:gd name="T69" fmla="*/ 810 h 927"/>
              <a:gd name="T70" fmla="*/ 297 w 1145"/>
              <a:gd name="T71" fmla="*/ 791 h 927"/>
              <a:gd name="T72" fmla="*/ 331 w 1145"/>
              <a:gd name="T73" fmla="*/ 752 h 927"/>
              <a:gd name="T74" fmla="*/ 343 w 1145"/>
              <a:gd name="T75" fmla="*/ 691 h 927"/>
              <a:gd name="T76" fmla="*/ 339 w 1145"/>
              <a:gd name="T77" fmla="*/ 615 h 927"/>
              <a:gd name="T78" fmla="*/ 350 w 1145"/>
              <a:gd name="T79" fmla="*/ 547 h 927"/>
              <a:gd name="T80" fmla="*/ 375 w 1145"/>
              <a:gd name="T81" fmla="*/ 500 h 927"/>
              <a:gd name="T82" fmla="*/ 406 w 1145"/>
              <a:gd name="T83" fmla="*/ 468 h 927"/>
              <a:gd name="T84" fmla="*/ 452 w 1145"/>
              <a:gd name="T85" fmla="*/ 439 h 927"/>
              <a:gd name="T86" fmla="*/ 510 w 1145"/>
              <a:gd name="T87" fmla="*/ 424 h 927"/>
              <a:gd name="T88" fmla="*/ 574 w 1145"/>
              <a:gd name="T89" fmla="*/ 425 h 927"/>
              <a:gd name="T90" fmla="*/ 654 w 1145"/>
              <a:gd name="T91" fmla="*/ 420 h 927"/>
              <a:gd name="T92" fmla="*/ 695 w 1145"/>
              <a:gd name="T93" fmla="*/ 395 h 927"/>
              <a:gd name="T94" fmla="*/ 725 w 1145"/>
              <a:gd name="T95" fmla="*/ 338 h 927"/>
              <a:gd name="T96" fmla="*/ 725 w 1145"/>
              <a:gd name="T97" fmla="*/ 274 h 927"/>
              <a:gd name="T98" fmla="*/ 728 w 1145"/>
              <a:gd name="T99" fmla="*/ 187 h 927"/>
              <a:gd name="T100" fmla="*/ 745 w 1145"/>
              <a:gd name="T101" fmla="*/ 140 h 927"/>
              <a:gd name="T102" fmla="*/ 778 w 1145"/>
              <a:gd name="T103" fmla="*/ 94 h 927"/>
              <a:gd name="T104" fmla="*/ 812 w 1145"/>
              <a:gd name="T105" fmla="*/ 66 h 927"/>
              <a:gd name="T106" fmla="*/ 860 w 1145"/>
              <a:gd name="T107" fmla="*/ 47 h 927"/>
              <a:gd name="T108" fmla="*/ 938 w 1145"/>
              <a:gd name="T109" fmla="*/ 40 h 927"/>
              <a:gd name="T110" fmla="*/ 1008 w 1145"/>
              <a:gd name="T111" fmla="*/ 42 h 927"/>
              <a:gd name="T112" fmla="*/ 1066 w 1145"/>
              <a:gd name="T113" fmla="*/ 23 h 927"/>
              <a:gd name="T114" fmla="*/ 1092 w 1145"/>
              <a:gd name="T115" fmla="*/ 2 h 927"/>
              <a:gd name="T116" fmla="*/ 1121 w 1145"/>
              <a:gd name="T117" fmla="*/ 2 h 927"/>
              <a:gd name="T118" fmla="*/ 1139 w 1145"/>
              <a:gd name="T119" fmla="*/ 17 h 927"/>
              <a:gd name="T120" fmla="*/ 1144 w 1145"/>
              <a:gd name="T121" fmla="*/ 46 h 927"/>
              <a:gd name="T122" fmla="*/ 1134 w 1145"/>
              <a:gd name="T123" fmla="*/ 65 h 9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145" h="927">
                <a:moveTo>
                  <a:pt x="1134" y="65"/>
                </a:moveTo>
                <a:lnTo>
                  <a:pt x="1134" y="65"/>
                </a:lnTo>
                <a:lnTo>
                  <a:pt x="1122" y="76"/>
                </a:lnTo>
                <a:lnTo>
                  <a:pt x="1111" y="84"/>
                </a:lnTo>
                <a:lnTo>
                  <a:pt x="1099" y="93"/>
                </a:lnTo>
                <a:lnTo>
                  <a:pt x="1088" y="99"/>
                </a:lnTo>
                <a:lnTo>
                  <a:pt x="1076" y="105"/>
                </a:lnTo>
                <a:lnTo>
                  <a:pt x="1064" y="110"/>
                </a:lnTo>
                <a:lnTo>
                  <a:pt x="1053" y="112"/>
                </a:lnTo>
                <a:lnTo>
                  <a:pt x="1041" y="116"/>
                </a:lnTo>
                <a:lnTo>
                  <a:pt x="1018" y="118"/>
                </a:lnTo>
                <a:lnTo>
                  <a:pt x="996" y="119"/>
                </a:lnTo>
                <a:lnTo>
                  <a:pt x="974" y="119"/>
                </a:lnTo>
                <a:lnTo>
                  <a:pt x="954" y="118"/>
                </a:lnTo>
                <a:lnTo>
                  <a:pt x="954" y="118"/>
                </a:lnTo>
                <a:lnTo>
                  <a:pt x="920" y="116"/>
                </a:lnTo>
                <a:lnTo>
                  <a:pt x="904" y="117"/>
                </a:lnTo>
                <a:lnTo>
                  <a:pt x="889" y="118"/>
                </a:lnTo>
                <a:lnTo>
                  <a:pt x="874" y="122"/>
                </a:lnTo>
                <a:lnTo>
                  <a:pt x="860" y="128"/>
                </a:lnTo>
                <a:lnTo>
                  <a:pt x="846" y="136"/>
                </a:lnTo>
                <a:lnTo>
                  <a:pt x="833" y="148"/>
                </a:lnTo>
                <a:lnTo>
                  <a:pt x="833" y="148"/>
                </a:lnTo>
                <a:lnTo>
                  <a:pt x="821" y="162"/>
                </a:lnTo>
                <a:lnTo>
                  <a:pt x="812" y="175"/>
                </a:lnTo>
                <a:lnTo>
                  <a:pt x="806" y="190"/>
                </a:lnTo>
                <a:lnTo>
                  <a:pt x="803" y="204"/>
                </a:lnTo>
                <a:lnTo>
                  <a:pt x="801" y="220"/>
                </a:lnTo>
                <a:lnTo>
                  <a:pt x="800" y="235"/>
                </a:lnTo>
                <a:lnTo>
                  <a:pt x="803" y="269"/>
                </a:lnTo>
                <a:lnTo>
                  <a:pt x="803" y="269"/>
                </a:lnTo>
                <a:lnTo>
                  <a:pt x="804" y="290"/>
                </a:lnTo>
                <a:lnTo>
                  <a:pt x="804" y="312"/>
                </a:lnTo>
                <a:lnTo>
                  <a:pt x="803" y="333"/>
                </a:lnTo>
                <a:lnTo>
                  <a:pt x="800" y="356"/>
                </a:lnTo>
                <a:lnTo>
                  <a:pt x="797" y="368"/>
                </a:lnTo>
                <a:lnTo>
                  <a:pt x="794" y="379"/>
                </a:lnTo>
                <a:lnTo>
                  <a:pt x="789" y="391"/>
                </a:lnTo>
                <a:lnTo>
                  <a:pt x="783" y="404"/>
                </a:lnTo>
                <a:lnTo>
                  <a:pt x="777" y="414"/>
                </a:lnTo>
                <a:lnTo>
                  <a:pt x="769" y="427"/>
                </a:lnTo>
                <a:lnTo>
                  <a:pt x="760" y="437"/>
                </a:lnTo>
                <a:lnTo>
                  <a:pt x="749" y="450"/>
                </a:lnTo>
                <a:lnTo>
                  <a:pt x="749" y="450"/>
                </a:lnTo>
                <a:lnTo>
                  <a:pt x="739" y="459"/>
                </a:lnTo>
                <a:lnTo>
                  <a:pt x="726" y="469"/>
                </a:lnTo>
                <a:lnTo>
                  <a:pt x="716" y="476"/>
                </a:lnTo>
                <a:lnTo>
                  <a:pt x="704" y="483"/>
                </a:lnTo>
                <a:lnTo>
                  <a:pt x="691" y="488"/>
                </a:lnTo>
                <a:lnTo>
                  <a:pt x="681" y="493"/>
                </a:lnTo>
                <a:lnTo>
                  <a:pt x="668" y="497"/>
                </a:lnTo>
                <a:lnTo>
                  <a:pt x="656" y="499"/>
                </a:lnTo>
                <a:lnTo>
                  <a:pt x="635" y="503"/>
                </a:lnTo>
                <a:lnTo>
                  <a:pt x="612" y="504"/>
                </a:lnTo>
                <a:lnTo>
                  <a:pt x="590" y="503"/>
                </a:lnTo>
                <a:lnTo>
                  <a:pt x="569" y="501"/>
                </a:lnTo>
                <a:lnTo>
                  <a:pt x="569" y="501"/>
                </a:lnTo>
                <a:lnTo>
                  <a:pt x="535" y="500"/>
                </a:lnTo>
                <a:lnTo>
                  <a:pt x="520" y="500"/>
                </a:lnTo>
                <a:lnTo>
                  <a:pt x="505" y="503"/>
                </a:lnTo>
                <a:lnTo>
                  <a:pt x="491" y="506"/>
                </a:lnTo>
                <a:lnTo>
                  <a:pt x="476" y="512"/>
                </a:lnTo>
                <a:lnTo>
                  <a:pt x="463" y="521"/>
                </a:lnTo>
                <a:lnTo>
                  <a:pt x="448" y="532"/>
                </a:lnTo>
                <a:lnTo>
                  <a:pt x="448" y="532"/>
                </a:lnTo>
                <a:lnTo>
                  <a:pt x="437" y="546"/>
                </a:lnTo>
                <a:lnTo>
                  <a:pt x="429" y="560"/>
                </a:lnTo>
                <a:lnTo>
                  <a:pt x="423" y="574"/>
                </a:lnTo>
                <a:lnTo>
                  <a:pt x="419" y="589"/>
                </a:lnTo>
                <a:lnTo>
                  <a:pt x="417" y="603"/>
                </a:lnTo>
                <a:lnTo>
                  <a:pt x="417" y="619"/>
                </a:lnTo>
                <a:lnTo>
                  <a:pt x="418" y="653"/>
                </a:lnTo>
                <a:lnTo>
                  <a:pt x="418" y="653"/>
                </a:lnTo>
                <a:lnTo>
                  <a:pt x="419" y="673"/>
                </a:lnTo>
                <a:lnTo>
                  <a:pt x="421" y="695"/>
                </a:lnTo>
                <a:lnTo>
                  <a:pt x="419" y="718"/>
                </a:lnTo>
                <a:lnTo>
                  <a:pt x="416" y="741"/>
                </a:lnTo>
                <a:lnTo>
                  <a:pt x="413" y="752"/>
                </a:lnTo>
                <a:lnTo>
                  <a:pt x="410" y="764"/>
                </a:lnTo>
                <a:lnTo>
                  <a:pt x="405" y="775"/>
                </a:lnTo>
                <a:lnTo>
                  <a:pt x="400" y="787"/>
                </a:lnTo>
                <a:lnTo>
                  <a:pt x="393" y="799"/>
                </a:lnTo>
                <a:lnTo>
                  <a:pt x="385" y="810"/>
                </a:lnTo>
                <a:lnTo>
                  <a:pt x="376" y="822"/>
                </a:lnTo>
                <a:lnTo>
                  <a:pt x="366" y="833"/>
                </a:lnTo>
                <a:lnTo>
                  <a:pt x="366" y="833"/>
                </a:lnTo>
                <a:lnTo>
                  <a:pt x="354" y="844"/>
                </a:lnTo>
                <a:lnTo>
                  <a:pt x="343" y="852"/>
                </a:lnTo>
                <a:lnTo>
                  <a:pt x="331" y="861"/>
                </a:lnTo>
                <a:lnTo>
                  <a:pt x="319" y="867"/>
                </a:lnTo>
                <a:lnTo>
                  <a:pt x="308" y="873"/>
                </a:lnTo>
                <a:lnTo>
                  <a:pt x="296" y="878"/>
                </a:lnTo>
                <a:lnTo>
                  <a:pt x="285" y="881"/>
                </a:lnTo>
                <a:lnTo>
                  <a:pt x="273" y="884"/>
                </a:lnTo>
                <a:lnTo>
                  <a:pt x="250" y="886"/>
                </a:lnTo>
                <a:lnTo>
                  <a:pt x="228" y="887"/>
                </a:lnTo>
                <a:lnTo>
                  <a:pt x="206" y="887"/>
                </a:lnTo>
                <a:lnTo>
                  <a:pt x="186" y="886"/>
                </a:lnTo>
                <a:lnTo>
                  <a:pt x="186" y="886"/>
                </a:lnTo>
                <a:lnTo>
                  <a:pt x="152" y="885"/>
                </a:lnTo>
                <a:lnTo>
                  <a:pt x="136" y="885"/>
                </a:lnTo>
                <a:lnTo>
                  <a:pt x="121" y="886"/>
                </a:lnTo>
                <a:lnTo>
                  <a:pt x="106" y="890"/>
                </a:lnTo>
                <a:lnTo>
                  <a:pt x="92" y="896"/>
                </a:lnTo>
                <a:lnTo>
                  <a:pt x="78" y="904"/>
                </a:lnTo>
                <a:lnTo>
                  <a:pt x="65" y="916"/>
                </a:lnTo>
                <a:lnTo>
                  <a:pt x="65" y="916"/>
                </a:lnTo>
                <a:lnTo>
                  <a:pt x="59" y="921"/>
                </a:lnTo>
                <a:lnTo>
                  <a:pt x="52" y="925"/>
                </a:lnTo>
                <a:lnTo>
                  <a:pt x="44" y="927"/>
                </a:lnTo>
                <a:lnTo>
                  <a:pt x="37" y="927"/>
                </a:lnTo>
                <a:lnTo>
                  <a:pt x="30" y="927"/>
                </a:lnTo>
                <a:lnTo>
                  <a:pt x="23" y="925"/>
                </a:lnTo>
                <a:lnTo>
                  <a:pt x="17" y="921"/>
                </a:lnTo>
                <a:lnTo>
                  <a:pt x="11" y="916"/>
                </a:lnTo>
                <a:lnTo>
                  <a:pt x="11" y="916"/>
                </a:lnTo>
                <a:lnTo>
                  <a:pt x="6" y="910"/>
                </a:lnTo>
                <a:lnTo>
                  <a:pt x="2" y="903"/>
                </a:lnTo>
                <a:lnTo>
                  <a:pt x="0" y="897"/>
                </a:lnTo>
                <a:lnTo>
                  <a:pt x="0" y="890"/>
                </a:lnTo>
                <a:lnTo>
                  <a:pt x="0" y="881"/>
                </a:lnTo>
                <a:lnTo>
                  <a:pt x="2" y="875"/>
                </a:lnTo>
                <a:lnTo>
                  <a:pt x="6" y="868"/>
                </a:lnTo>
                <a:lnTo>
                  <a:pt x="11" y="862"/>
                </a:lnTo>
                <a:lnTo>
                  <a:pt x="11" y="862"/>
                </a:lnTo>
                <a:lnTo>
                  <a:pt x="21" y="851"/>
                </a:lnTo>
                <a:lnTo>
                  <a:pt x="34" y="843"/>
                </a:lnTo>
                <a:lnTo>
                  <a:pt x="44" y="834"/>
                </a:lnTo>
                <a:lnTo>
                  <a:pt x="56" y="828"/>
                </a:lnTo>
                <a:lnTo>
                  <a:pt x="69" y="822"/>
                </a:lnTo>
                <a:lnTo>
                  <a:pt x="79" y="818"/>
                </a:lnTo>
                <a:lnTo>
                  <a:pt x="92" y="815"/>
                </a:lnTo>
                <a:lnTo>
                  <a:pt x="102" y="811"/>
                </a:lnTo>
                <a:lnTo>
                  <a:pt x="125" y="809"/>
                </a:lnTo>
                <a:lnTo>
                  <a:pt x="148" y="807"/>
                </a:lnTo>
                <a:lnTo>
                  <a:pt x="170" y="807"/>
                </a:lnTo>
                <a:lnTo>
                  <a:pt x="191" y="809"/>
                </a:lnTo>
                <a:lnTo>
                  <a:pt x="191" y="809"/>
                </a:lnTo>
                <a:lnTo>
                  <a:pt x="225" y="811"/>
                </a:lnTo>
                <a:lnTo>
                  <a:pt x="240" y="810"/>
                </a:lnTo>
                <a:lnTo>
                  <a:pt x="255" y="809"/>
                </a:lnTo>
                <a:lnTo>
                  <a:pt x="269" y="805"/>
                </a:lnTo>
                <a:lnTo>
                  <a:pt x="284" y="799"/>
                </a:lnTo>
                <a:lnTo>
                  <a:pt x="297" y="791"/>
                </a:lnTo>
                <a:lnTo>
                  <a:pt x="312" y="778"/>
                </a:lnTo>
                <a:lnTo>
                  <a:pt x="312" y="778"/>
                </a:lnTo>
                <a:lnTo>
                  <a:pt x="323" y="765"/>
                </a:lnTo>
                <a:lnTo>
                  <a:pt x="331" y="752"/>
                </a:lnTo>
                <a:lnTo>
                  <a:pt x="337" y="737"/>
                </a:lnTo>
                <a:lnTo>
                  <a:pt x="341" y="723"/>
                </a:lnTo>
                <a:lnTo>
                  <a:pt x="343" y="707"/>
                </a:lnTo>
                <a:lnTo>
                  <a:pt x="343" y="691"/>
                </a:lnTo>
                <a:lnTo>
                  <a:pt x="342" y="657"/>
                </a:lnTo>
                <a:lnTo>
                  <a:pt x="342" y="657"/>
                </a:lnTo>
                <a:lnTo>
                  <a:pt x="341" y="637"/>
                </a:lnTo>
                <a:lnTo>
                  <a:pt x="339" y="615"/>
                </a:lnTo>
                <a:lnTo>
                  <a:pt x="341" y="593"/>
                </a:lnTo>
                <a:lnTo>
                  <a:pt x="344" y="570"/>
                </a:lnTo>
                <a:lnTo>
                  <a:pt x="347" y="558"/>
                </a:lnTo>
                <a:lnTo>
                  <a:pt x="350" y="547"/>
                </a:lnTo>
                <a:lnTo>
                  <a:pt x="355" y="535"/>
                </a:lnTo>
                <a:lnTo>
                  <a:pt x="360" y="524"/>
                </a:lnTo>
                <a:lnTo>
                  <a:pt x="367" y="512"/>
                </a:lnTo>
                <a:lnTo>
                  <a:pt x="375" y="500"/>
                </a:lnTo>
                <a:lnTo>
                  <a:pt x="384" y="489"/>
                </a:lnTo>
                <a:lnTo>
                  <a:pt x="394" y="479"/>
                </a:lnTo>
                <a:lnTo>
                  <a:pt x="394" y="479"/>
                </a:lnTo>
                <a:lnTo>
                  <a:pt x="406" y="468"/>
                </a:lnTo>
                <a:lnTo>
                  <a:pt x="417" y="458"/>
                </a:lnTo>
                <a:lnTo>
                  <a:pt x="429" y="451"/>
                </a:lnTo>
                <a:lnTo>
                  <a:pt x="440" y="443"/>
                </a:lnTo>
                <a:lnTo>
                  <a:pt x="452" y="439"/>
                </a:lnTo>
                <a:lnTo>
                  <a:pt x="464" y="434"/>
                </a:lnTo>
                <a:lnTo>
                  <a:pt x="475" y="430"/>
                </a:lnTo>
                <a:lnTo>
                  <a:pt x="487" y="428"/>
                </a:lnTo>
                <a:lnTo>
                  <a:pt x="510" y="424"/>
                </a:lnTo>
                <a:lnTo>
                  <a:pt x="532" y="423"/>
                </a:lnTo>
                <a:lnTo>
                  <a:pt x="554" y="424"/>
                </a:lnTo>
                <a:lnTo>
                  <a:pt x="574" y="425"/>
                </a:lnTo>
                <a:lnTo>
                  <a:pt x="574" y="425"/>
                </a:lnTo>
                <a:lnTo>
                  <a:pt x="608" y="427"/>
                </a:lnTo>
                <a:lnTo>
                  <a:pt x="624" y="427"/>
                </a:lnTo>
                <a:lnTo>
                  <a:pt x="639" y="424"/>
                </a:lnTo>
                <a:lnTo>
                  <a:pt x="654" y="420"/>
                </a:lnTo>
                <a:lnTo>
                  <a:pt x="668" y="414"/>
                </a:lnTo>
                <a:lnTo>
                  <a:pt x="682" y="406"/>
                </a:lnTo>
                <a:lnTo>
                  <a:pt x="695" y="395"/>
                </a:lnTo>
                <a:lnTo>
                  <a:pt x="695" y="395"/>
                </a:lnTo>
                <a:lnTo>
                  <a:pt x="707" y="382"/>
                </a:lnTo>
                <a:lnTo>
                  <a:pt x="716" y="367"/>
                </a:lnTo>
                <a:lnTo>
                  <a:pt x="722" y="353"/>
                </a:lnTo>
                <a:lnTo>
                  <a:pt x="725" y="338"/>
                </a:lnTo>
                <a:lnTo>
                  <a:pt x="726" y="324"/>
                </a:lnTo>
                <a:lnTo>
                  <a:pt x="728" y="308"/>
                </a:lnTo>
                <a:lnTo>
                  <a:pt x="725" y="274"/>
                </a:lnTo>
                <a:lnTo>
                  <a:pt x="725" y="274"/>
                </a:lnTo>
                <a:lnTo>
                  <a:pt x="724" y="254"/>
                </a:lnTo>
                <a:lnTo>
                  <a:pt x="724" y="232"/>
                </a:lnTo>
                <a:lnTo>
                  <a:pt x="725" y="209"/>
                </a:lnTo>
                <a:lnTo>
                  <a:pt x="728" y="187"/>
                </a:lnTo>
                <a:lnTo>
                  <a:pt x="731" y="175"/>
                </a:lnTo>
                <a:lnTo>
                  <a:pt x="734" y="163"/>
                </a:lnTo>
                <a:lnTo>
                  <a:pt x="739" y="152"/>
                </a:lnTo>
                <a:lnTo>
                  <a:pt x="745" y="140"/>
                </a:lnTo>
                <a:lnTo>
                  <a:pt x="751" y="128"/>
                </a:lnTo>
                <a:lnTo>
                  <a:pt x="759" y="117"/>
                </a:lnTo>
                <a:lnTo>
                  <a:pt x="768" y="105"/>
                </a:lnTo>
                <a:lnTo>
                  <a:pt x="778" y="94"/>
                </a:lnTo>
                <a:lnTo>
                  <a:pt x="778" y="94"/>
                </a:lnTo>
                <a:lnTo>
                  <a:pt x="789" y="83"/>
                </a:lnTo>
                <a:lnTo>
                  <a:pt x="801" y="75"/>
                </a:lnTo>
                <a:lnTo>
                  <a:pt x="812" y="66"/>
                </a:lnTo>
                <a:lnTo>
                  <a:pt x="824" y="60"/>
                </a:lnTo>
                <a:lnTo>
                  <a:pt x="837" y="54"/>
                </a:lnTo>
                <a:lnTo>
                  <a:pt x="847" y="49"/>
                </a:lnTo>
                <a:lnTo>
                  <a:pt x="860" y="47"/>
                </a:lnTo>
                <a:lnTo>
                  <a:pt x="870" y="43"/>
                </a:lnTo>
                <a:lnTo>
                  <a:pt x="893" y="41"/>
                </a:lnTo>
                <a:lnTo>
                  <a:pt x="916" y="40"/>
                </a:lnTo>
                <a:lnTo>
                  <a:pt x="938" y="40"/>
                </a:lnTo>
                <a:lnTo>
                  <a:pt x="959" y="41"/>
                </a:lnTo>
                <a:lnTo>
                  <a:pt x="959" y="41"/>
                </a:lnTo>
                <a:lnTo>
                  <a:pt x="993" y="43"/>
                </a:lnTo>
                <a:lnTo>
                  <a:pt x="1008" y="42"/>
                </a:lnTo>
                <a:lnTo>
                  <a:pt x="1023" y="41"/>
                </a:lnTo>
                <a:lnTo>
                  <a:pt x="1037" y="37"/>
                </a:lnTo>
                <a:lnTo>
                  <a:pt x="1052" y="31"/>
                </a:lnTo>
                <a:lnTo>
                  <a:pt x="1066" y="23"/>
                </a:lnTo>
                <a:lnTo>
                  <a:pt x="1080" y="11"/>
                </a:lnTo>
                <a:lnTo>
                  <a:pt x="1080" y="11"/>
                </a:lnTo>
                <a:lnTo>
                  <a:pt x="1086" y="6"/>
                </a:lnTo>
                <a:lnTo>
                  <a:pt x="1092" y="2"/>
                </a:lnTo>
                <a:lnTo>
                  <a:pt x="1099" y="0"/>
                </a:lnTo>
                <a:lnTo>
                  <a:pt x="1106" y="0"/>
                </a:lnTo>
                <a:lnTo>
                  <a:pt x="1113" y="0"/>
                </a:lnTo>
                <a:lnTo>
                  <a:pt x="1121" y="2"/>
                </a:lnTo>
                <a:lnTo>
                  <a:pt x="1128" y="6"/>
                </a:lnTo>
                <a:lnTo>
                  <a:pt x="1134" y="11"/>
                </a:lnTo>
                <a:lnTo>
                  <a:pt x="1134" y="11"/>
                </a:lnTo>
                <a:lnTo>
                  <a:pt x="1139" y="17"/>
                </a:lnTo>
                <a:lnTo>
                  <a:pt x="1142" y="24"/>
                </a:lnTo>
                <a:lnTo>
                  <a:pt x="1144" y="31"/>
                </a:lnTo>
                <a:lnTo>
                  <a:pt x="1145" y="38"/>
                </a:lnTo>
                <a:lnTo>
                  <a:pt x="1144" y="46"/>
                </a:lnTo>
                <a:lnTo>
                  <a:pt x="1142" y="53"/>
                </a:lnTo>
                <a:lnTo>
                  <a:pt x="1139" y="59"/>
                </a:lnTo>
                <a:lnTo>
                  <a:pt x="1134" y="65"/>
                </a:lnTo>
                <a:lnTo>
                  <a:pt x="1134" y="6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DAB00C5B-0A0D-124C-A60D-229CCEE2A3E4}"/>
              </a:ext>
            </a:extLst>
          </p:cNvPr>
          <p:cNvGrpSpPr/>
          <p:nvPr/>
        </p:nvGrpSpPr>
        <p:grpSpPr>
          <a:xfrm>
            <a:off x="9724262" y="261191"/>
            <a:ext cx="2171684" cy="1306719"/>
            <a:chOff x="9915526" y="1892300"/>
            <a:chExt cx="1116012" cy="671513"/>
          </a:xfrm>
          <a:solidFill>
            <a:schemeClr val="bg1"/>
          </a:solidFill>
        </p:grpSpPr>
        <p:sp>
          <p:nvSpPr>
            <p:cNvPr id="214" name="Freeform 80">
              <a:extLst>
                <a:ext uri="{FF2B5EF4-FFF2-40B4-BE49-F238E27FC236}">
                  <a16:creationId xmlns:a16="http://schemas.microsoft.com/office/drawing/2014/main" id="{3577BEF1-FCE4-D847-9C0B-5F88F8EFC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81">
              <a:extLst>
                <a:ext uri="{FF2B5EF4-FFF2-40B4-BE49-F238E27FC236}">
                  <a16:creationId xmlns:a16="http://schemas.microsoft.com/office/drawing/2014/main" id="{C531938D-8F1D-AB4B-AFCC-DF8EE842C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82">
              <a:extLst>
                <a:ext uri="{FF2B5EF4-FFF2-40B4-BE49-F238E27FC236}">
                  <a16:creationId xmlns:a16="http://schemas.microsoft.com/office/drawing/2014/main" id="{7EC3F525-6377-3E47-9D75-685FBF619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83">
              <a:extLst>
                <a:ext uri="{FF2B5EF4-FFF2-40B4-BE49-F238E27FC236}">
                  <a16:creationId xmlns:a16="http://schemas.microsoft.com/office/drawing/2014/main" id="{CB8AC2C6-C320-2E42-90F7-66A60F966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84">
              <a:extLst>
                <a:ext uri="{FF2B5EF4-FFF2-40B4-BE49-F238E27FC236}">
                  <a16:creationId xmlns:a16="http://schemas.microsoft.com/office/drawing/2014/main" id="{452BF3BD-B735-6F4F-9BDB-AE35E9791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85">
              <a:extLst>
                <a:ext uri="{FF2B5EF4-FFF2-40B4-BE49-F238E27FC236}">
                  <a16:creationId xmlns:a16="http://schemas.microsoft.com/office/drawing/2014/main" id="{92A1E4CA-84B0-4346-903B-4F98A62AC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86">
              <a:extLst>
                <a:ext uri="{FF2B5EF4-FFF2-40B4-BE49-F238E27FC236}">
                  <a16:creationId xmlns:a16="http://schemas.microsoft.com/office/drawing/2014/main" id="{1DB3A19A-B715-A84C-8A1B-035852E38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87">
              <a:extLst>
                <a:ext uri="{FF2B5EF4-FFF2-40B4-BE49-F238E27FC236}">
                  <a16:creationId xmlns:a16="http://schemas.microsoft.com/office/drawing/2014/main" id="{436DD045-8BD7-E947-A08E-672D83098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88">
              <a:extLst>
                <a:ext uri="{FF2B5EF4-FFF2-40B4-BE49-F238E27FC236}">
                  <a16:creationId xmlns:a16="http://schemas.microsoft.com/office/drawing/2014/main" id="{219E5D70-85D7-D74C-9A2E-7B5C546B2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89">
              <a:extLst>
                <a:ext uri="{FF2B5EF4-FFF2-40B4-BE49-F238E27FC236}">
                  <a16:creationId xmlns:a16="http://schemas.microsoft.com/office/drawing/2014/main" id="{412A462D-58C3-6A41-8374-E66B1DDCB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90">
              <a:extLst>
                <a:ext uri="{FF2B5EF4-FFF2-40B4-BE49-F238E27FC236}">
                  <a16:creationId xmlns:a16="http://schemas.microsoft.com/office/drawing/2014/main" id="{C486AE0D-65EC-8546-AFD7-F4FF99B83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91">
              <a:extLst>
                <a:ext uri="{FF2B5EF4-FFF2-40B4-BE49-F238E27FC236}">
                  <a16:creationId xmlns:a16="http://schemas.microsoft.com/office/drawing/2014/main" id="{0E61A322-09E2-3C45-B4B0-CFD60F746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92">
              <a:extLst>
                <a:ext uri="{FF2B5EF4-FFF2-40B4-BE49-F238E27FC236}">
                  <a16:creationId xmlns:a16="http://schemas.microsoft.com/office/drawing/2014/main" id="{30390EB6-4C17-E84E-8F25-5FB2C8D88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93">
              <a:extLst>
                <a:ext uri="{FF2B5EF4-FFF2-40B4-BE49-F238E27FC236}">
                  <a16:creationId xmlns:a16="http://schemas.microsoft.com/office/drawing/2014/main" id="{B4FAEB40-EFEE-7E42-9974-BC3C5AB12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94">
              <a:extLst>
                <a:ext uri="{FF2B5EF4-FFF2-40B4-BE49-F238E27FC236}">
                  <a16:creationId xmlns:a16="http://schemas.microsoft.com/office/drawing/2014/main" id="{58A011E2-8018-8242-AD6F-A59F9595B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95">
              <a:extLst>
                <a:ext uri="{FF2B5EF4-FFF2-40B4-BE49-F238E27FC236}">
                  <a16:creationId xmlns:a16="http://schemas.microsoft.com/office/drawing/2014/main" id="{3DAEB75F-3E54-F94B-85BE-03A82410C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96">
              <a:extLst>
                <a:ext uri="{FF2B5EF4-FFF2-40B4-BE49-F238E27FC236}">
                  <a16:creationId xmlns:a16="http://schemas.microsoft.com/office/drawing/2014/main" id="{2EA827B1-E7B9-5D4D-AD00-CA265E6DD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97">
              <a:extLst>
                <a:ext uri="{FF2B5EF4-FFF2-40B4-BE49-F238E27FC236}">
                  <a16:creationId xmlns:a16="http://schemas.microsoft.com/office/drawing/2014/main" id="{4832796A-2B1C-7A44-8353-E8BD4F00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98">
              <a:extLst>
                <a:ext uri="{FF2B5EF4-FFF2-40B4-BE49-F238E27FC236}">
                  <a16:creationId xmlns:a16="http://schemas.microsoft.com/office/drawing/2014/main" id="{F1C4DDF2-7C7E-7242-8120-3665F978F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99">
              <a:extLst>
                <a:ext uri="{FF2B5EF4-FFF2-40B4-BE49-F238E27FC236}">
                  <a16:creationId xmlns:a16="http://schemas.microsoft.com/office/drawing/2014/main" id="{C27ED5CF-82E4-D646-B36A-2E74B9CC3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100">
              <a:extLst>
                <a:ext uri="{FF2B5EF4-FFF2-40B4-BE49-F238E27FC236}">
                  <a16:creationId xmlns:a16="http://schemas.microsoft.com/office/drawing/2014/main" id="{D7C53812-3431-5B48-8AA1-8659ADFDE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101">
              <a:extLst>
                <a:ext uri="{FF2B5EF4-FFF2-40B4-BE49-F238E27FC236}">
                  <a16:creationId xmlns:a16="http://schemas.microsoft.com/office/drawing/2014/main" id="{47E9CDB2-93F8-B14F-A876-D7A8FCF5C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102">
              <a:extLst>
                <a:ext uri="{FF2B5EF4-FFF2-40B4-BE49-F238E27FC236}">
                  <a16:creationId xmlns:a16="http://schemas.microsoft.com/office/drawing/2014/main" id="{ED7E376C-E96C-4947-AE82-499D5FDD0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103">
              <a:extLst>
                <a:ext uri="{FF2B5EF4-FFF2-40B4-BE49-F238E27FC236}">
                  <a16:creationId xmlns:a16="http://schemas.microsoft.com/office/drawing/2014/main" id="{0EEA6576-5646-AA44-B373-F287EA957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104">
              <a:extLst>
                <a:ext uri="{FF2B5EF4-FFF2-40B4-BE49-F238E27FC236}">
                  <a16:creationId xmlns:a16="http://schemas.microsoft.com/office/drawing/2014/main" id="{29D8EB92-9C54-A042-9DE8-95926B092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105">
              <a:extLst>
                <a:ext uri="{FF2B5EF4-FFF2-40B4-BE49-F238E27FC236}">
                  <a16:creationId xmlns:a16="http://schemas.microsoft.com/office/drawing/2014/main" id="{71FA4D2E-4790-8043-A5D8-EC8E7D21E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106">
              <a:extLst>
                <a:ext uri="{FF2B5EF4-FFF2-40B4-BE49-F238E27FC236}">
                  <a16:creationId xmlns:a16="http://schemas.microsoft.com/office/drawing/2014/main" id="{45239BAE-812A-AF43-907D-F5FBB4B8B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107">
              <a:extLst>
                <a:ext uri="{FF2B5EF4-FFF2-40B4-BE49-F238E27FC236}">
                  <a16:creationId xmlns:a16="http://schemas.microsoft.com/office/drawing/2014/main" id="{65597330-88D0-314C-BE63-0EC6FA2DD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108">
              <a:extLst>
                <a:ext uri="{FF2B5EF4-FFF2-40B4-BE49-F238E27FC236}">
                  <a16:creationId xmlns:a16="http://schemas.microsoft.com/office/drawing/2014/main" id="{FA2C34A8-0754-BF4E-9F03-E00EA1E43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109">
              <a:extLst>
                <a:ext uri="{FF2B5EF4-FFF2-40B4-BE49-F238E27FC236}">
                  <a16:creationId xmlns:a16="http://schemas.microsoft.com/office/drawing/2014/main" id="{C1762B18-DA1F-9D41-AE52-B92EBE652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110">
              <a:extLst>
                <a:ext uri="{FF2B5EF4-FFF2-40B4-BE49-F238E27FC236}">
                  <a16:creationId xmlns:a16="http://schemas.microsoft.com/office/drawing/2014/main" id="{8B3D362E-2336-1949-BE82-8F27E7EA7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111">
              <a:extLst>
                <a:ext uri="{FF2B5EF4-FFF2-40B4-BE49-F238E27FC236}">
                  <a16:creationId xmlns:a16="http://schemas.microsoft.com/office/drawing/2014/main" id="{75B5A01F-B324-144D-B760-2DE9B934B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112">
              <a:extLst>
                <a:ext uri="{FF2B5EF4-FFF2-40B4-BE49-F238E27FC236}">
                  <a16:creationId xmlns:a16="http://schemas.microsoft.com/office/drawing/2014/main" id="{C7BDA75D-B295-5F46-9CEE-59B124C51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113">
              <a:extLst>
                <a:ext uri="{FF2B5EF4-FFF2-40B4-BE49-F238E27FC236}">
                  <a16:creationId xmlns:a16="http://schemas.microsoft.com/office/drawing/2014/main" id="{E208EB32-CC11-3C43-87A4-D1840A224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114">
              <a:extLst>
                <a:ext uri="{FF2B5EF4-FFF2-40B4-BE49-F238E27FC236}">
                  <a16:creationId xmlns:a16="http://schemas.microsoft.com/office/drawing/2014/main" id="{668231CE-B853-534F-8EE3-377DA4598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115">
              <a:extLst>
                <a:ext uri="{FF2B5EF4-FFF2-40B4-BE49-F238E27FC236}">
                  <a16:creationId xmlns:a16="http://schemas.microsoft.com/office/drawing/2014/main" id="{F453BF5E-F25F-254A-9067-B75B72BE7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116">
              <a:extLst>
                <a:ext uri="{FF2B5EF4-FFF2-40B4-BE49-F238E27FC236}">
                  <a16:creationId xmlns:a16="http://schemas.microsoft.com/office/drawing/2014/main" id="{8E90C014-19E5-3842-9ADE-D57096FA8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117">
              <a:extLst>
                <a:ext uri="{FF2B5EF4-FFF2-40B4-BE49-F238E27FC236}">
                  <a16:creationId xmlns:a16="http://schemas.microsoft.com/office/drawing/2014/main" id="{DAEBDF05-66BF-AC41-90F5-1CB892F44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118">
              <a:extLst>
                <a:ext uri="{FF2B5EF4-FFF2-40B4-BE49-F238E27FC236}">
                  <a16:creationId xmlns:a16="http://schemas.microsoft.com/office/drawing/2014/main" id="{9D4600DD-BB8E-054F-83AA-52FDBAD3E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119">
              <a:extLst>
                <a:ext uri="{FF2B5EF4-FFF2-40B4-BE49-F238E27FC236}">
                  <a16:creationId xmlns:a16="http://schemas.microsoft.com/office/drawing/2014/main" id="{A6EC96E7-0506-9C4A-A82A-771C1CFA1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120">
              <a:extLst>
                <a:ext uri="{FF2B5EF4-FFF2-40B4-BE49-F238E27FC236}">
                  <a16:creationId xmlns:a16="http://schemas.microsoft.com/office/drawing/2014/main" id="{55C2D06F-89E7-094C-8C9E-AB731BC89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121">
              <a:extLst>
                <a:ext uri="{FF2B5EF4-FFF2-40B4-BE49-F238E27FC236}">
                  <a16:creationId xmlns:a16="http://schemas.microsoft.com/office/drawing/2014/main" id="{8969691D-90D9-0848-8DE0-8A6C82A71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122">
              <a:extLst>
                <a:ext uri="{FF2B5EF4-FFF2-40B4-BE49-F238E27FC236}">
                  <a16:creationId xmlns:a16="http://schemas.microsoft.com/office/drawing/2014/main" id="{21088AB1-6758-104F-9977-25D212231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123">
              <a:extLst>
                <a:ext uri="{FF2B5EF4-FFF2-40B4-BE49-F238E27FC236}">
                  <a16:creationId xmlns:a16="http://schemas.microsoft.com/office/drawing/2014/main" id="{82BC2037-C222-EE47-83DB-1A2BD1328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124">
              <a:extLst>
                <a:ext uri="{FF2B5EF4-FFF2-40B4-BE49-F238E27FC236}">
                  <a16:creationId xmlns:a16="http://schemas.microsoft.com/office/drawing/2014/main" id="{C1A212DD-886A-864F-90A3-7058B3A3B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125">
              <a:extLst>
                <a:ext uri="{FF2B5EF4-FFF2-40B4-BE49-F238E27FC236}">
                  <a16:creationId xmlns:a16="http://schemas.microsoft.com/office/drawing/2014/main" id="{DE2FC51A-F049-5544-9697-4CFC058A1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126">
              <a:extLst>
                <a:ext uri="{FF2B5EF4-FFF2-40B4-BE49-F238E27FC236}">
                  <a16:creationId xmlns:a16="http://schemas.microsoft.com/office/drawing/2014/main" id="{DB3C99FA-81AB-4146-8F0B-71539679C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127">
              <a:extLst>
                <a:ext uri="{FF2B5EF4-FFF2-40B4-BE49-F238E27FC236}">
                  <a16:creationId xmlns:a16="http://schemas.microsoft.com/office/drawing/2014/main" id="{530A485A-7ADC-9345-B904-46D86663D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128">
              <a:extLst>
                <a:ext uri="{FF2B5EF4-FFF2-40B4-BE49-F238E27FC236}">
                  <a16:creationId xmlns:a16="http://schemas.microsoft.com/office/drawing/2014/main" id="{6ACBB628-7F28-1C48-BC35-CD65E6923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129">
              <a:extLst>
                <a:ext uri="{FF2B5EF4-FFF2-40B4-BE49-F238E27FC236}">
                  <a16:creationId xmlns:a16="http://schemas.microsoft.com/office/drawing/2014/main" id="{E0207161-DBCE-D848-AA2A-3E87BEF7D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130">
              <a:extLst>
                <a:ext uri="{FF2B5EF4-FFF2-40B4-BE49-F238E27FC236}">
                  <a16:creationId xmlns:a16="http://schemas.microsoft.com/office/drawing/2014/main" id="{0060E06C-8D26-864E-93F7-52C0766ED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131">
              <a:extLst>
                <a:ext uri="{FF2B5EF4-FFF2-40B4-BE49-F238E27FC236}">
                  <a16:creationId xmlns:a16="http://schemas.microsoft.com/office/drawing/2014/main" id="{B37A52A8-52F4-4D4A-95DC-F2D4E11BF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132">
              <a:extLst>
                <a:ext uri="{FF2B5EF4-FFF2-40B4-BE49-F238E27FC236}">
                  <a16:creationId xmlns:a16="http://schemas.microsoft.com/office/drawing/2014/main" id="{E9B82C0F-CE8F-8442-A793-444024882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133">
              <a:extLst>
                <a:ext uri="{FF2B5EF4-FFF2-40B4-BE49-F238E27FC236}">
                  <a16:creationId xmlns:a16="http://schemas.microsoft.com/office/drawing/2014/main" id="{2443CC86-A696-BA49-9E87-21C1E2218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134">
              <a:extLst>
                <a:ext uri="{FF2B5EF4-FFF2-40B4-BE49-F238E27FC236}">
                  <a16:creationId xmlns:a16="http://schemas.microsoft.com/office/drawing/2014/main" id="{EA4E7441-54F4-1448-A942-50C4270BF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135">
              <a:extLst>
                <a:ext uri="{FF2B5EF4-FFF2-40B4-BE49-F238E27FC236}">
                  <a16:creationId xmlns:a16="http://schemas.microsoft.com/office/drawing/2014/main" id="{4F0C474E-64C9-6047-8CE9-1E296990B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136">
              <a:extLst>
                <a:ext uri="{FF2B5EF4-FFF2-40B4-BE49-F238E27FC236}">
                  <a16:creationId xmlns:a16="http://schemas.microsoft.com/office/drawing/2014/main" id="{39A1E9B7-7FCB-424A-9F71-702A9A7AE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137">
              <a:extLst>
                <a:ext uri="{FF2B5EF4-FFF2-40B4-BE49-F238E27FC236}">
                  <a16:creationId xmlns:a16="http://schemas.microsoft.com/office/drawing/2014/main" id="{5D6AA090-5E7E-1342-8434-133ED9043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138">
              <a:extLst>
                <a:ext uri="{FF2B5EF4-FFF2-40B4-BE49-F238E27FC236}">
                  <a16:creationId xmlns:a16="http://schemas.microsoft.com/office/drawing/2014/main" id="{13819F8A-134C-0943-B8F3-532EC182F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139">
              <a:extLst>
                <a:ext uri="{FF2B5EF4-FFF2-40B4-BE49-F238E27FC236}">
                  <a16:creationId xmlns:a16="http://schemas.microsoft.com/office/drawing/2014/main" id="{A153A6F1-3419-FF42-B64A-7051CD58A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140">
              <a:extLst>
                <a:ext uri="{FF2B5EF4-FFF2-40B4-BE49-F238E27FC236}">
                  <a16:creationId xmlns:a16="http://schemas.microsoft.com/office/drawing/2014/main" id="{CE0114D3-D447-664C-9D7C-29CD0690C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141">
              <a:extLst>
                <a:ext uri="{FF2B5EF4-FFF2-40B4-BE49-F238E27FC236}">
                  <a16:creationId xmlns:a16="http://schemas.microsoft.com/office/drawing/2014/main" id="{946D1460-951F-E947-86CE-4030CA3BF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142">
              <a:extLst>
                <a:ext uri="{FF2B5EF4-FFF2-40B4-BE49-F238E27FC236}">
                  <a16:creationId xmlns:a16="http://schemas.microsoft.com/office/drawing/2014/main" id="{34E854D3-0EDD-474B-8CFF-1B9ECD787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143">
              <a:extLst>
                <a:ext uri="{FF2B5EF4-FFF2-40B4-BE49-F238E27FC236}">
                  <a16:creationId xmlns:a16="http://schemas.microsoft.com/office/drawing/2014/main" id="{0F703A48-333F-D641-B152-0D40AB6C3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144">
              <a:extLst>
                <a:ext uri="{FF2B5EF4-FFF2-40B4-BE49-F238E27FC236}">
                  <a16:creationId xmlns:a16="http://schemas.microsoft.com/office/drawing/2014/main" id="{C05E9320-D2E5-1C45-A847-0718BE119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145">
              <a:extLst>
                <a:ext uri="{FF2B5EF4-FFF2-40B4-BE49-F238E27FC236}">
                  <a16:creationId xmlns:a16="http://schemas.microsoft.com/office/drawing/2014/main" id="{E964FB27-8C2C-2543-B942-8F817094A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146">
              <a:extLst>
                <a:ext uri="{FF2B5EF4-FFF2-40B4-BE49-F238E27FC236}">
                  <a16:creationId xmlns:a16="http://schemas.microsoft.com/office/drawing/2014/main" id="{145DB811-3CA4-9F4E-8DC1-0A0B7CFF6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147">
              <a:extLst>
                <a:ext uri="{FF2B5EF4-FFF2-40B4-BE49-F238E27FC236}">
                  <a16:creationId xmlns:a16="http://schemas.microsoft.com/office/drawing/2014/main" id="{BC2281D6-5AAE-D64C-AC55-C64F7DA7D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148">
              <a:extLst>
                <a:ext uri="{FF2B5EF4-FFF2-40B4-BE49-F238E27FC236}">
                  <a16:creationId xmlns:a16="http://schemas.microsoft.com/office/drawing/2014/main" id="{9F608975-BFDC-4C45-A91B-F802D8BC5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149">
              <a:extLst>
                <a:ext uri="{FF2B5EF4-FFF2-40B4-BE49-F238E27FC236}">
                  <a16:creationId xmlns:a16="http://schemas.microsoft.com/office/drawing/2014/main" id="{E15915DD-7D87-BC4D-86B4-6793F8790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150">
              <a:extLst>
                <a:ext uri="{FF2B5EF4-FFF2-40B4-BE49-F238E27FC236}">
                  <a16:creationId xmlns:a16="http://schemas.microsoft.com/office/drawing/2014/main" id="{AD6543DB-5C31-5947-A338-B0C0581FF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151">
              <a:extLst>
                <a:ext uri="{FF2B5EF4-FFF2-40B4-BE49-F238E27FC236}">
                  <a16:creationId xmlns:a16="http://schemas.microsoft.com/office/drawing/2014/main" id="{9144EAE3-E50E-9C4D-A329-E6BE469DE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152">
              <a:extLst>
                <a:ext uri="{FF2B5EF4-FFF2-40B4-BE49-F238E27FC236}">
                  <a16:creationId xmlns:a16="http://schemas.microsoft.com/office/drawing/2014/main" id="{8C84894E-D303-7D45-BAA9-5A55F7162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153">
              <a:extLst>
                <a:ext uri="{FF2B5EF4-FFF2-40B4-BE49-F238E27FC236}">
                  <a16:creationId xmlns:a16="http://schemas.microsoft.com/office/drawing/2014/main" id="{09AB97A1-8CF1-4048-844B-6F8B884CF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154">
              <a:extLst>
                <a:ext uri="{FF2B5EF4-FFF2-40B4-BE49-F238E27FC236}">
                  <a16:creationId xmlns:a16="http://schemas.microsoft.com/office/drawing/2014/main" id="{E8C5508A-2CA0-904C-9873-FD4222C3B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155">
              <a:extLst>
                <a:ext uri="{FF2B5EF4-FFF2-40B4-BE49-F238E27FC236}">
                  <a16:creationId xmlns:a16="http://schemas.microsoft.com/office/drawing/2014/main" id="{53BF5D66-ED7A-FD43-9049-C63995601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156">
              <a:extLst>
                <a:ext uri="{FF2B5EF4-FFF2-40B4-BE49-F238E27FC236}">
                  <a16:creationId xmlns:a16="http://schemas.microsoft.com/office/drawing/2014/main" id="{202DB8DF-3D30-7843-A0F1-E93085CFA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157">
              <a:extLst>
                <a:ext uri="{FF2B5EF4-FFF2-40B4-BE49-F238E27FC236}">
                  <a16:creationId xmlns:a16="http://schemas.microsoft.com/office/drawing/2014/main" id="{96A38FBA-FBC3-A740-8BA0-52267D15C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158">
              <a:extLst>
                <a:ext uri="{FF2B5EF4-FFF2-40B4-BE49-F238E27FC236}">
                  <a16:creationId xmlns:a16="http://schemas.microsoft.com/office/drawing/2014/main" id="{DB7B3BD2-F622-6A49-8DD2-7350EA855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159">
              <a:extLst>
                <a:ext uri="{FF2B5EF4-FFF2-40B4-BE49-F238E27FC236}">
                  <a16:creationId xmlns:a16="http://schemas.microsoft.com/office/drawing/2014/main" id="{917B385B-9E53-ED4B-AAFC-1E21BC6A3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160">
              <a:extLst>
                <a:ext uri="{FF2B5EF4-FFF2-40B4-BE49-F238E27FC236}">
                  <a16:creationId xmlns:a16="http://schemas.microsoft.com/office/drawing/2014/main" id="{8FEC56C3-A750-5945-86ED-8A65F549A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161">
              <a:extLst>
                <a:ext uri="{FF2B5EF4-FFF2-40B4-BE49-F238E27FC236}">
                  <a16:creationId xmlns:a16="http://schemas.microsoft.com/office/drawing/2014/main" id="{7F554192-F48B-B046-9DB1-DC19C2A27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162">
              <a:extLst>
                <a:ext uri="{FF2B5EF4-FFF2-40B4-BE49-F238E27FC236}">
                  <a16:creationId xmlns:a16="http://schemas.microsoft.com/office/drawing/2014/main" id="{ACB8AC4E-6618-7040-B090-4DD4BB59E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163">
              <a:extLst>
                <a:ext uri="{FF2B5EF4-FFF2-40B4-BE49-F238E27FC236}">
                  <a16:creationId xmlns:a16="http://schemas.microsoft.com/office/drawing/2014/main" id="{2F1AC8E5-7C0F-6C48-A67E-72DFBBD9C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235">
              <a:extLst>
                <a:ext uri="{FF2B5EF4-FFF2-40B4-BE49-F238E27FC236}">
                  <a16:creationId xmlns:a16="http://schemas.microsoft.com/office/drawing/2014/main" id="{E9BF685B-EC0E-304D-B4C6-F371530B6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242">
              <a:extLst>
                <a:ext uri="{FF2B5EF4-FFF2-40B4-BE49-F238E27FC236}">
                  <a16:creationId xmlns:a16="http://schemas.microsoft.com/office/drawing/2014/main" id="{72CDAC10-0910-044B-804E-EA476E7CD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249">
              <a:extLst>
                <a:ext uri="{FF2B5EF4-FFF2-40B4-BE49-F238E27FC236}">
                  <a16:creationId xmlns:a16="http://schemas.microsoft.com/office/drawing/2014/main" id="{A0473C71-A1FA-994F-AAAA-0F5B596D4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256">
              <a:extLst>
                <a:ext uri="{FF2B5EF4-FFF2-40B4-BE49-F238E27FC236}">
                  <a16:creationId xmlns:a16="http://schemas.microsoft.com/office/drawing/2014/main" id="{D310C74F-7F77-A84F-BC4F-13534383A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263">
              <a:extLst>
                <a:ext uri="{FF2B5EF4-FFF2-40B4-BE49-F238E27FC236}">
                  <a16:creationId xmlns:a16="http://schemas.microsoft.com/office/drawing/2014/main" id="{BCA845B5-E466-7445-8CA7-6EDEEF54F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270">
              <a:extLst>
                <a:ext uri="{FF2B5EF4-FFF2-40B4-BE49-F238E27FC236}">
                  <a16:creationId xmlns:a16="http://schemas.microsoft.com/office/drawing/2014/main" id="{0AB53A90-F75E-0841-A0A9-599302AD6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277">
              <a:extLst>
                <a:ext uri="{FF2B5EF4-FFF2-40B4-BE49-F238E27FC236}">
                  <a16:creationId xmlns:a16="http://schemas.microsoft.com/office/drawing/2014/main" id="{0575EA7C-9CF1-244A-B731-5FC4AE424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284">
              <a:extLst>
                <a:ext uri="{FF2B5EF4-FFF2-40B4-BE49-F238E27FC236}">
                  <a16:creationId xmlns:a16="http://schemas.microsoft.com/office/drawing/2014/main" id="{EE0E4227-4482-8245-879B-B64CE8803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291">
              <a:extLst>
                <a:ext uri="{FF2B5EF4-FFF2-40B4-BE49-F238E27FC236}">
                  <a16:creationId xmlns:a16="http://schemas.microsoft.com/office/drawing/2014/main" id="{5B637050-63F4-1D46-A37C-3605F6766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298">
              <a:extLst>
                <a:ext uri="{FF2B5EF4-FFF2-40B4-BE49-F238E27FC236}">
                  <a16:creationId xmlns:a16="http://schemas.microsoft.com/office/drawing/2014/main" id="{EE5837DC-0A15-494D-9E4F-30C17426E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305">
              <a:extLst>
                <a:ext uri="{FF2B5EF4-FFF2-40B4-BE49-F238E27FC236}">
                  <a16:creationId xmlns:a16="http://schemas.microsoft.com/office/drawing/2014/main" id="{0CB4010C-2B4F-2147-9041-E8763F02B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312">
              <a:extLst>
                <a:ext uri="{FF2B5EF4-FFF2-40B4-BE49-F238E27FC236}">
                  <a16:creationId xmlns:a16="http://schemas.microsoft.com/office/drawing/2014/main" id="{EA86209C-865F-A04A-9EDB-1028ED204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310" name="Picture 309">
            <a:extLst>
              <a:ext uri="{FF2B5EF4-FFF2-40B4-BE49-F238E27FC236}">
                <a16:creationId xmlns:a16="http://schemas.microsoft.com/office/drawing/2014/main" id="{3CF36B7E-55D2-6C4E-864C-0E1823915333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alphaModFix/>
            <a:biLevel thresh="25000"/>
            <a:extLst>
              <a:ext uri="{BEBA8EAE-BF5A-486C-A8C5-ECC9F3942E4B}">
                <a14:imgProps xmlns:a14="http://schemas.microsoft.com/office/drawing/2010/main">
                  <a14:imgLayer>
                    <a14:imgEffect>
                      <a14:brightnessContrast bright="-100000" contrast="-100000"/>
                    </a14:imgEffect>
                  </a14:imgLayer>
                </a14:imgProps>
              </a:ext>
            </a:extLst>
          </a:blip>
          <a:srcRect t="30610" b="34958"/>
          <a:stretch/>
        </p:blipFill>
        <p:spPr>
          <a:xfrm>
            <a:off x="10212120" y="291758"/>
            <a:ext cx="1048920" cy="361165"/>
          </a:xfrm>
          <a:prstGeom prst="rect">
            <a:avLst/>
          </a:prstGeom>
          <a:noFill/>
        </p:spPr>
      </p:pic>
      <p:sp>
        <p:nvSpPr>
          <p:cNvPr id="316" name="Round Same Side Corner Rectangle 315">
            <a:extLst>
              <a:ext uri="{FF2B5EF4-FFF2-40B4-BE49-F238E27FC236}">
                <a16:creationId xmlns:a16="http://schemas.microsoft.com/office/drawing/2014/main" id="{2678AC5B-A9EB-4C4D-8B6C-4D431ACCAA53}"/>
              </a:ext>
            </a:extLst>
          </p:cNvPr>
          <p:cNvSpPr/>
          <p:nvPr/>
        </p:nvSpPr>
        <p:spPr>
          <a:xfrm rot="16200000">
            <a:off x="6301522" y="235715"/>
            <a:ext cx="4367210" cy="7579502"/>
          </a:xfrm>
          <a:prstGeom prst="round2SameRect">
            <a:avLst>
              <a:gd name="adj1" fmla="val 9123"/>
              <a:gd name="adj2" fmla="val 0"/>
            </a:avLst>
          </a:prstGeom>
          <a:solidFill>
            <a:schemeClr val="bg1"/>
          </a:solidFill>
          <a:ln w="19050">
            <a:noFill/>
          </a:ln>
          <a:effectLst>
            <a:outerShdw blurRad="292100" sx="102000" sy="102000" algn="ctr" rotWithShape="0">
              <a:schemeClr val="accent1">
                <a:lumMod val="75000"/>
                <a:alpha val="13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A4D2D475-A27C-F743-ABFE-5E4FD345CE43}"/>
              </a:ext>
            </a:extLst>
          </p:cNvPr>
          <p:cNvGrpSpPr/>
          <p:nvPr/>
        </p:nvGrpSpPr>
        <p:grpSpPr>
          <a:xfrm>
            <a:off x="677067" y="3205353"/>
            <a:ext cx="2171684" cy="1306719"/>
            <a:chOff x="9915526" y="1892300"/>
            <a:chExt cx="1116012" cy="671513"/>
          </a:xfrm>
          <a:solidFill>
            <a:schemeClr val="bg1">
              <a:alpha val="54000"/>
            </a:schemeClr>
          </a:solidFill>
        </p:grpSpPr>
        <p:sp>
          <p:nvSpPr>
            <p:cNvPr id="104" name="Freeform 80">
              <a:extLst>
                <a:ext uri="{FF2B5EF4-FFF2-40B4-BE49-F238E27FC236}">
                  <a16:creationId xmlns:a16="http://schemas.microsoft.com/office/drawing/2014/main" id="{16075D6D-F68F-B640-99DC-BCEFEEE32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81">
              <a:extLst>
                <a:ext uri="{FF2B5EF4-FFF2-40B4-BE49-F238E27FC236}">
                  <a16:creationId xmlns:a16="http://schemas.microsoft.com/office/drawing/2014/main" id="{B6AEA1D1-6368-0F45-9D56-3CAE00A7A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82">
              <a:extLst>
                <a:ext uri="{FF2B5EF4-FFF2-40B4-BE49-F238E27FC236}">
                  <a16:creationId xmlns:a16="http://schemas.microsoft.com/office/drawing/2014/main" id="{916E375A-6503-A54D-89BE-EB69C8B0E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83">
              <a:extLst>
                <a:ext uri="{FF2B5EF4-FFF2-40B4-BE49-F238E27FC236}">
                  <a16:creationId xmlns:a16="http://schemas.microsoft.com/office/drawing/2014/main" id="{DB931DBC-D139-DF4A-849F-3AD8406AC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84">
              <a:extLst>
                <a:ext uri="{FF2B5EF4-FFF2-40B4-BE49-F238E27FC236}">
                  <a16:creationId xmlns:a16="http://schemas.microsoft.com/office/drawing/2014/main" id="{CDC1BCFC-B157-9D4E-878A-E5735795C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85">
              <a:extLst>
                <a:ext uri="{FF2B5EF4-FFF2-40B4-BE49-F238E27FC236}">
                  <a16:creationId xmlns:a16="http://schemas.microsoft.com/office/drawing/2014/main" id="{C5B3186D-0464-F44B-B678-D64CC49D2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86">
              <a:extLst>
                <a:ext uri="{FF2B5EF4-FFF2-40B4-BE49-F238E27FC236}">
                  <a16:creationId xmlns:a16="http://schemas.microsoft.com/office/drawing/2014/main" id="{D482F344-126E-D847-B371-A942F72DC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87">
              <a:extLst>
                <a:ext uri="{FF2B5EF4-FFF2-40B4-BE49-F238E27FC236}">
                  <a16:creationId xmlns:a16="http://schemas.microsoft.com/office/drawing/2014/main" id="{67CBAE67-8C35-6546-B19D-7D3BFD587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88">
              <a:extLst>
                <a:ext uri="{FF2B5EF4-FFF2-40B4-BE49-F238E27FC236}">
                  <a16:creationId xmlns:a16="http://schemas.microsoft.com/office/drawing/2014/main" id="{70BCF435-E116-F941-B8B8-76C1D11DF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89">
              <a:extLst>
                <a:ext uri="{FF2B5EF4-FFF2-40B4-BE49-F238E27FC236}">
                  <a16:creationId xmlns:a16="http://schemas.microsoft.com/office/drawing/2014/main" id="{8FCCEBE0-A389-A440-B92B-66CDC24B4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90">
              <a:extLst>
                <a:ext uri="{FF2B5EF4-FFF2-40B4-BE49-F238E27FC236}">
                  <a16:creationId xmlns:a16="http://schemas.microsoft.com/office/drawing/2014/main" id="{F9B5636A-3152-6447-BFF4-CF69CEDC3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91">
              <a:extLst>
                <a:ext uri="{FF2B5EF4-FFF2-40B4-BE49-F238E27FC236}">
                  <a16:creationId xmlns:a16="http://schemas.microsoft.com/office/drawing/2014/main" id="{7DC0428E-33E8-C843-8DB3-BAC83CA8B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92">
              <a:extLst>
                <a:ext uri="{FF2B5EF4-FFF2-40B4-BE49-F238E27FC236}">
                  <a16:creationId xmlns:a16="http://schemas.microsoft.com/office/drawing/2014/main" id="{42376434-23FB-9743-8CE4-70EBA20B5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93">
              <a:extLst>
                <a:ext uri="{FF2B5EF4-FFF2-40B4-BE49-F238E27FC236}">
                  <a16:creationId xmlns:a16="http://schemas.microsoft.com/office/drawing/2014/main" id="{983738FC-C574-2342-B9C1-9673194CE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94">
              <a:extLst>
                <a:ext uri="{FF2B5EF4-FFF2-40B4-BE49-F238E27FC236}">
                  <a16:creationId xmlns:a16="http://schemas.microsoft.com/office/drawing/2014/main" id="{4B868585-1BB0-A545-BB1C-0B0589A61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95">
              <a:extLst>
                <a:ext uri="{FF2B5EF4-FFF2-40B4-BE49-F238E27FC236}">
                  <a16:creationId xmlns:a16="http://schemas.microsoft.com/office/drawing/2014/main" id="{67AB14DC-9EAD-564B-AE90-E206C2103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96">
              <a:extLst>
                <a:ext uri="{FF2B5EF4-FFF2-40B4-BE49-F238E27FC236}">
                  <a16:creationId xmlns:a16="http://schemas.microsoft.com/office/drawing/2014/main" id="{107A2D87-E046-FC44-AA95-7F15A3D25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97">
              <a:extLst>
                <a:ext uri="{FF2B5EF4-FFF2-40B4-BE49-F238E27FC236}">
                  <a16:creationId xmlns:a16="http://schemas.microsoft.com/office/drawing/2014/main" id="{ACF77761-E85D-D845-8B96-5EC558C3F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98">
              <a:extLst>
                <a:ext uri="{FF2B5EF4-FFF2-40B4-BE49-F238E27FC236}">
                  <a16:creationId xmlns:a16="http://schemas.microsoft.com/office/drawing/2014/main" id="{39314F51-0B0F-B34B-BF69-E9FBFDA44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99">
              <a:extLst>
                <a:ext uri="{FF2B5EF4-FFF2-40B4-BE49-F238E27FC236}">
                  <a16:creationId xmlns:a16="http://schemas.microsoft.com/office/drawing/2014/main" id="{11B11FDD-E8E6-D845-8F9E-5A5086E35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00">
              <a:extLst>
                <a:ext uri="{FF2B5EF4-FFF2-40B4-BE49-F238E27FC236}">
                  <a16:creationId xmlns:a16="http://schemas.microsoft.com/office/drawing/2014/main" id="{17825056-D328-994D-8D65-7A895A734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01">
              <a:extLst>
                <a:ext uri="{FF2B5EF4-FFF2-40B4-BE49-F238E27FC236}">
                  <a16:creationId xmlns:a16="http://schemas.microsoft.com/office/drawing/2014/main" id="{419DA7DF-5AC5-C848-A585-74A3EFEC0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02">
              <a:extLst>
                <a:ext uri="{FF2B5EF4-FFF2-40B4-BE49-F238E27FC236}">
                  <a16:creationId xmlns:a16="http://schemas.microsoft.com/office/drawing/2014/main" id="{82A65A10-E766-3E45-BBA3-A0366C38F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03">
              <a:extLst>
                <a:ext uri="{FF2B5EF4-FFF2-40B4-BE49-F238E27FC236}">
                  <a16:creationId xmlns:a16="http://schemas.microsoft.com/office/drawing/2014/main" id="{84C637EC-B918-AE4A-B2AA-2AA312494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04">
              <a:extLst>
                <a:ext uri="{FF2B5EF4-FFF2-40B4-BE49-F238E27FC236}">
                  <a16:creationId xmlns:a16="http://schemas.microsoft.com/office/drawing/2014/main" id="{35619510-95F4-0241-B3CB-F14E93D9C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05">
              <a:extLst>
                <a:ext uri="{FF2B5EF4-FFF2-40B4-BE49-F238E27FC236}">
                  <a16:creationId xmlns:a16="http://schemas.microsoft.com/office/drawing/2014/main" id="{BD970055-419A-D148-80BF-2784CE432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06">
              <a:extLst>
                <a:ext uri="{FF2B5EF4-FFF2-40B4-BE49-F238E27FC236}">
                  <a16:creationId xmlns:a16="http://schemas.microsoft.com/office/drawing/2014/main" id="{87144843-2962-9243-A43D-A8D8FD284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07">
              <a:extLst>
                <a:ext uri="{FF2B5EF4-FFF2-40B4-BE49-F238E27FC236}">
                  <a16:creationId xmlns:a16="http://schemas.microsoft.com/office/drawing/2014/main" id="{DA51123B-950D-F24D-9DBB-A547E89B3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08">
              <a:extLst>
                <a:ext uri="{FF2B5EF4-FFF2-40B4-BE49-F238E27FC236}">
                  <a16:creationId xmlns:a16="http://schemas.microsoft.com/office/drawing/2014/main" id="{AE237D57-E441-D049-9AE0-C1782DF89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09">
              <a:extLst>
                <a:ext uri="{FF2B5EF4-FFF2-40B4-BE49-F238E27FC236}">
                  <a16:creationId xmlns:a16="http://schemas.microsoft.com/office/drawing/2014/main" id="{BABC16ED-9FB7-904B-B46F-725E8C1F9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10">
              <a:extLst>
                <a:ext uri="{FF2B5EF4-FFF2-40B4-BE49-F238E27FC236}">
                  <a16:creationId xmlns:a16="http://schemas.microsoft.com/office/drawing/2014/main" id="{D99A14AF-E283-E44A-8B44-C28C75D56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11">
              <a:extLst>
                <a:ext uri="{FF2B5EF4-FFF2-40B4-BE49-F238E27FC236}">
                  <a16:creationId xmlns:a16="http://schemas.microsoft.com/office/drawing/2014/main" id="{43EEBF1B-6B58-CD41-8AC1-05E61D1F2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12">
              <a:extLst>
                <a:ext uri="{FF2B5EF4-FFF2-40B4-BE49-F238E27FC236}">
                  <a16:creationId xmlns:a16="http://schemas.microsoft.com/office/drawing/2014/main" id="{F9E696EB-4BF8-144B-9C2B-F246C2427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13">
              <a:extLst>
                <a:ext uri="{FF2B5EF4-FFF2-40B4-BE49-F238E27FC236}">
                  <a16:creationId xmlns:a16="http://schemas.microsoft.com/office/drawing/2014/main" id="{CBB662C1-B858-A441-A525-C5EB31158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14">
              <a:extLst>
                <a:ext uri="{FF2B5EF4-FFF2-40B4-BE49-F238E27FC236}">
                  <a16:creationId xmlns:a16="http://schemas.microsoft.com/office/drawing/2014/main" id="{BFE580B6-0694-5949-91DD-8EFB05E4F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15">
              <a:extLst>
                <a:ext uri="{FF2B5EF4-FFF2-40B4-BE49-F238E27FC236}">
                  <a16:creationId xmlns:a16="http://schemas.microsoft.com/office/drawing/2014/main" id="{A0872F42-7FC2-1546-BD09-DED52428A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16">
              <a:extLst>
                <a:ext uri="{FF2B5EF4-FFF2-40B4-BE49-F238E27FC236}">
                  <a16:creationId xmlns:a16="http://schemas.microsoft.com/office/drawing/2014/main" id="{B53A9CB3-E260-1B49-91F6-24AA0D0FC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17">
              <a:extLst>
                <a:ext uri="{FF2B5EF4-FFF2-40B4-BE49-F238E27FC236}">
                  <a16:creationId xmlns:a16="http://schemas.microsoft.com/office/drawing/2014/main" id="{49DD23C0-FB85-4F4E-A32C-2F724D83F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18">
              <a:extLst>
                <a:ext uri="{FF2B5EF4-FFF2-40B4-BE49-F238E27FC236}">
                  <a16:creationId xmlns:a16="http://schemas.microsoft.com/office/drawing/2014/main" id="{96CC7FE7-E962-104D-B873-B70EA5E9B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19">
              <a:extLst>
                <a:ext uri="{FF2B5EF4-FFF2-40B4-BE49-F238E27FC236}">
                  <a16:creationId xmlns:a16="http://schemas.microsoft.com/office/drawing/2014/main" id="{B3624B4F-42B8-974D-953A-59924D5C3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20">
              <a:extLst>
                <a:ext uri="{FF2B5EF4-FFF2-40B4-BE49-F238E27FC236}">
                  <a16:creationId xmlns:a16="http://schemas.microsoft.com/office/drawing/2014/main" id="{4FE67A4A-9054-194B-B110-56D5DC0C8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21">
              <a:extLst>
                <a:ext uri="{FF2B5EF4-FFF2-40B4-BE49-F238E27FC236}">
                  <a16:creationId xmlns:a16="http://schemas.microsoft.com/office/drawing/2014/main" id="{52920420-2ED0-D849-B187-F4CFC05F6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22">
              <a:extLst>
                <a:ext uri="{FF2B5EF4-FFF2-40B4-BE49-F238E27FC236}">
                  <a16:creationId xmlns:a16="http://schemas.microsoft.com/office/drawing/2014/main" id="{7B6C24ED-64F7-2A42-A17E-FC06131BA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23">
              <a:extLst>
                <a:ext uri="{FF2B5EF4-FFF2-40B4-BE49-F238E27FC236}">
                  <a16:creationId xmlns:a16="http://schemas.microsoft.com/office/drawing/2014/main" id="{62697FCB-9180-6647-85FC-82C4685CF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24">
              <a:extLst>
                <a:ext uri="{FF2B5EF4-FFF2-40B4-BE49-F238E27FC236}">
                  <a16:creationId xmlns:a16="http://schemas.microsoft.com/office/drawing/2014/main" id="{F98EB116-A236-9F4C-8DDF-1D328E3EE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25">
              <a:extLst>
                <a:ext uri="{FF2B5EF4-FFF2-40B4-BE49-F238E27FC236}">
                  <a16:creationId xmlns:a16="http://schemas.microsoft.com/office/drawing/2014/main" id="{FE8DACC0-8541-AC46-B90C-8B7E2D492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26">
              <a:extLst>
                <a:ext uri="{FF2B5EF4-FFF2-40B4-BE49-F238E27FC236}">
                  <a16:creationId xmlns:a16="http://schemas.microsoft.com/office/drawing/2014/main" id="{99A8A28C-C680-4341-84AC-05867F2DC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27">
              <a:extLst>
                <a:ext uri="{FF2B5EF4-FFF2-40B4-BE49-F238E27FC236}">
                  <a16:creationId xmlns:a16="http://schemas.microsoft.com/office/drawing/2014/main" id="{2D2049F6-5DA3-734B-AA17-819486BCD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28">
              <a:extLst>
                <a:ext uri="{FF2B5EF4-FFF2-40B4-BE49-F238E27FC236}">
                  <a16:creationId xmlns:a16="http://schemas.microsoft.com/office/drawing/2014/main" id="{8996E9A9-0BA4-1741-8FE2-A57384C22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29">
              <a:extLst>
                <a:ext uri="{FF2B5EF4-FFF2-40B4-BE49-F238E27FC236}">
                  <a16:creationId xmlns:a16="http://schemas.microsoft.com/office/drawing/2014/main" id="{A91728D0-537E-9E4A-835E-FDD3D53EE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30">
              <a:extLst>
                <a:ext uri="{FF2B5EF4-FFF2-40B4-BE49-F238E27FC236}">
                  <a16:creationId xmlns:a16="http://schemas.microsoft.com/office/drawing/2014/main" id="{9728C1E5-82E0-EC4C-9484-9A263ABBB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31">
              <a:extLst>
                <a:ext uri="{FF2B5EF4-FFF2-40B4-BE49-F238E27FC236}">
                  <a16:creationId xmlns:a16="http://schemas.microsoft.com/office/drawing/2014/main" id="{CB9615A6-1D35-C54B-BC0A-91609D07F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32">
              <a:extLst>
                <a:ext uri="{FF2B5EF4-FFF2-40B4-BE49-F238E27FC236}">
                  <a16:creationId xmlns:a16="http://schemas.microsoft.com/office/drawing/2014/main" id="{D47B2CC0-5152-0D46-9973-4883E5BE6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33">
              <a:extLst>
                <a:ext uri="{FF2B5EF4-FFF2-40B4-BE49-F238E27FC236}">
                  <a16:creationId xmlns:a16="http://schemas.microsoft.com/office/drawing/2014/main" id="{AA6A802E-EA17-A14A-9DDB-8233520E2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34">
              <a:extLst>
                <a:ext uri="{FF2B5EF4-FFF2-40B4-BE49-F238E27FC236}">
                  <a16:creationId xmlns:a16="http://schemas.microsoft.com/office/drawing/2014/main" id="{EEEEDF80-B548-DE46-BF9A-0E755DEBA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35">
              <a:extLst>
                <a:ext uri="{FF2B5EF4-FFF2-40B4-BE49-F238E27FC236}">
                  <a16:creationId xmlns:a16="http://schemas.microsoft.com/office/drawing/2014/main" id="{2EDCFC3F-FC96-3341-85F7-7D90B2306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36">
              <a:extLst>
                <a:ext uri="{FF2B5EF4-FFF2-40B4-BE49-F238E27FC236}">
                  <a16:creationId xmlns:a16="http://schemas.microsoft.com/office/drawing/2014/main" id="{FA233C53-6C1E-D34E-B7F5-319FF7FA5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37">
              <a:extLst>
                <a:ext uri="{FF2B5EF4-FFF2-40B4-BE49-F238E27FC236}">
                  <a16:creationId xmlns:a16="http://schemas.microsoft.com/office/drawing/2014/main" id="{E6BCDD75-1C87-CF45-BB98-919E1BC8F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38">
              <a:extLst>
                <a:ext uri="{FF2B5EF4-FFF2-40B4-BE49-F238E27FC236}">
                  <a16:creationId xmlns:a16="http://schemas.microsoft.com/office/drawing/2014/main" id="{7F0BF96D-D153-C545-AD22-F08235026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39">
              <a:extLst>
                <a:ext uri="{FF2B5EF4-FFF2-40B4-BE49-F238E27FC236}">
                  <a16:creationId xmlns:a16="http://schemas.microsoft.com/office/drawing/2014/main" id="{C69AA2DB-980D-B04D-9B05-CCE6FEF94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40">
              <a:extLst>
                <a:ext uri="{FF2B5EF4-FFF2-40B4-BE49-F238E27FC236}">
                  <a16:creationId xmlns:a16="http://schemas.microsoft.com/office/drawing/2014/main" id="{3630FFCB-67F6-3740-B2DA-1915E750E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41">
              <a:extLst>
                <a:ext uri="{FF2B5EF4-FFF2-40B4-BE49-F238E27FC236}">
                  <a16:creationId xmlns:a16="http://schemas.microsoft.com/office/drawing/2014/main" id="{D30DF630-BBB9-A14D-B5AA-93A646FD2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42">
              <a:extLst>
                <a:ext uri="{FF2B5EF4-FFF2-40B4-BE49-F238E27FC236}">
                  <a16:creationId xmlns:a16="http://schemas.microsoft.com/office/drawing/2014/main" id="{915F37F4-24A1-0045-A1C8-1684BF7D6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43">
              <a:extLst>
                <a:ext uri="{FF2B5EF4-FFF2-40B4-BE49-F238E27FC236}">
                  <a16:creationId xmlns:a16="http://schemas.microsoft.com/office/drawing/2014/main" id="{6B243950-EF64-D54A-A37B-ED90067D1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44">
              <a:extLst>
                <a:ext uri="{FF2B5EF4-FFF2-40B4-BE49-F238E27FC236}">
                  <a16:creationId xmlns:a16="http://schemas.microsoft.com/office/drawing/2014/main" id="{AC65F723-1D66-3C4C-99A3-C7899B47C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45">
              <a:extLst>
                <a:ext uri="{FF2B5EF4-FFF2-40B4-BE49-F238E27FC236}">
                  <a16:creationId xmlns:a16="http://schemas.microsoft.com/office/drawing/2014/main" id="{101AABAA-1674-6B48-B5F9-6E57B1582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46">
              <a:extLst>
                <a:ext uri="{FF2B5EF4-FFF2-40B4-BE49-F238E27FC236}">
                  <a16:creationId xmlns:a16="http://schemas.microsoft.com/office/drawing/2014/main" id="{649B3F81-3DEB-AF4C-ADC6-BDA7C3006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47">
              <a:extLst>
                <a:ext uri="{FF2B5EF4-FFF2-40B4-BE49-F238E27FC236}">
                  <a16:creationId xmlns:a16="http://schemas.microsoft.com/office/drawing/2014/main" id="{526AC51A-8AB9-E946-A4B1-905BDFB34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48">
              <a:extLst>
                <a:ext uri="{FF2B5EF4-FFF2-40B4-BE49-F238E27FC236}">
                  <a16:creationId xmlns:a16="http://schemas.microsoft.com/office/drawing/2014/main" id="{56B7376F-549A-E64B-9794-FC30E623F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49">
              <a:extLst>
                <a:ext uri="{FF2B5EF4-FFF2-40B4-BE49-F238E27FC236}">
                  <a16:creationId xmlns:a16="http://schemas.microsoft.com/office/drawing/2014/main" id="{5DF48D99-37A3-8C4D-997E-49D864FD2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50">
              <a:extLst>
                <a:ext uri="{FF2B5EF4-FFF2-40B4-BE49-F238E27FC236}">
                  <a16:creationId xmlns:a16="http://schemas.microsoft.com/office/drawing/2014/main" id="{88D39241-33E3-374B-ADE5-AA7541205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151">
              <a:extLst>
                <a:ext uri="{FF2B5EF4-FFF2-40B4-BE49-F238E27FC236}">
                  <a16:creationId xmlns:a16="http://schemas.microsoft.com/office/drawing/2014/main" id="{7D8C10CD-0836-9648-BC49-1BE993C29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152">
              <a:extLst>
                <a:ext uri="{FF2B5EF4-FFF2-40B4-BE49-F238E27FC236}">
                  <a16:creationId xmlns:a16="http://schemas.microsoft.com/office/drawing/2014/main" id="{492591E3-289B-E940-B799-56C65ABB4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153">
              <a:extLst>
                <a:ext uri="{FF2B5EF4-FFF2-40B4-BE49-F238E27FC236}">
                  <a16:creationId xmlns:a16="http://schemas.microsoft.com/office/drawing/2014/main" id="{22FD4A3F-402C-9545-B1FF-709A64C24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154">
              <a:extLst>
                <a:ext uri="{FF2B5EF4-FFF2-40B4-BE49-F238E27FC236}">
                  <a16:creationId xmlns:a16="http://schemas.microsoft.com/office/drawing/2014/main" id="{B681E56E-929E-E942-9CFE-72A08CDBF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155">
              <a:extLst>
                <a:ext uri="{FF2B5EF4-FFF2-40B4-BE49-F238E27FC236}">
                  <a16:creationId xmlns:a16="http://schemas.microsoft.com/office/drawing/2014/main" id="{8586201D-D2E5-0149-82EC-63346D432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156">
              <a:extLst>
                <a:ext uri="{FF2B5EF4-FFF2-40B4-BE49-F238E27FC236}">
                  <a16:creationId xmlns:a16="http://schemas.microsoft.com/office/drawing/2014/main" id="{F1D786C2-212A-D24F-B462-1AD111AD6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157">
              <a:extLst>
                <a:ext uri="{FF2B5EF4-FFF2-40B4-BE49-F238E27FC236}">
                  <a16:creationId xmlns:a16="http://schemas.microsoft.com/office/drawing/2014/main" id="{9638BDFC-7568-1044-945F-201B16C80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158">
              <a:extLst>
                <a:ext uri="{FF2B5EF4-FFF2-40B4-BE49-F238E27FC236}">
                  <a16:creationId xmlns:a16="http://schemas.microsoft.com/office/drawing/2014/main" id="{F83B4CB0-921B-8A4C-984B-1CDE38B7C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159">
              <a:extLst>
                <a:ext uri="{FF2B5EF4-FFF2-40B4-BE49-F238E27FC236}">
                  <a16:creationId xmlns:a16="http://schemas.microsoft.com/office/drawing/2014/main" id="{B900B406-B71F-B141-B9BC-44A78FDAC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160">
              <a:extLst>
                <a:ext uri="{FF2B5EF4-FFF2-40B4-BE49-F238E27FC236}">
                  <a16:creationId xmlns:a16="http://schemas.microsoft.com/office/drawing/2014/main" id="{E0CF2731-0D8B-EF46-9554-03D9368B3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161">
              <a:extLst>
                <a:ext uri="{FF2B5EF4-FFF2-40B4-BE49-F238E27FC236}">
                  <a16:creationId xmlns:a16="http://schemas.microsoft.com/office/drawing/2014/main" id="{CE72F6D3-6A38-D542-ACA7-CDC71F10A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162">
              <a:extLst>
                <a:ext uri="{FF2B5EF4-FFF2-40B4-BE49-F238E27FC236}">
                  <a16:creationId xmlns:a16="http://schemas.microsoft.com/office/drawing/2014/main" id="{945C754A-B2C0-AA4D-808F-88145E84D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163">
              <a:extLst>
                <a:ext uri="{FF2B5EF4-FFF2-40B4-BE49-F238E27FC236}">
                  <a16:creationId xmlns:a16="http://schemas.microsoft.com/office/drawing/2014/main" id="{BD0C2E8E-CFFE-1841-BE6C-590FA51E9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235">
              <a:extLst>
                <a:ext uri="{FF2B5EF4-FFF2-40B4-BE49-F238E27FC236}">
                  <a16:creationId xmlns:a16="http://schemas.microsoft.com/office/drawing/2014/main" id="{CCDC9141-8438-9046-AA42-770C95A1C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242">
              <a:extLst>
                <a:ext uri="{FF2B5EF4-FFF2-40B4-BE49-F238E27FC236}">
                  <a16:creationId xmlns:a16="http://schemas.microsoft.com/office/drawing/2014/main" id="{BFEA2E51-2D44-5240-9EE8-1288C4974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249">
              <a:extLst>
                <a:ext uri="{FF2B5EF4-FFF2-40B4-BE49-F238E27FC236}">
                  <a16:creationId xmlns:a16="http://schemas.microsoft.com/office/drawing/2014/main" id="{ECBB6689-5D56-954A-9CCA-4A6ED350D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256">
              <a:extLst>
                <a:ext uri="{FF2B5EF4-FFF2-40B4-BE49-F238E27FC236}">
                  <a16:creationId xmlns:a16="http://schemas.microsoft.com/office/drawing/2014/main" id="{8A2F6A32-79AF-E642-A621-AFBA29C55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263">
              <a:extLst>
                <a:ext uri="{FF2B5EF4-FFF2-40B4-BE49-F238E27FC236}">
                  <a16:creationId xmlns:a16="http://schemas.microsoft.com/office/drawing/2014/main" id="{CCC39B67-65A1-E74C-9A68-1D35BEFA8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270">
              <a:extLst>
                <a:ext uri="{FF2B5EF4-FFF2-40B4-BE49-F238E27FC236}">
                  <a16:creationId xmlns:a16="http://schemas.microsoft.com/office/drawing/2014/main" id="{DF355EC7-E726-2D47-8718-7422A1BDF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277">
              <a:extLst>
                <a:ext uri="{FF2B5EF4-FFF2-40B4-BE49-F238E27FC236}">
                  <a16:creationId xmlns:a16="http://schemas.microsoft.com/office/drawing/2014/main" id="{CC67C1F6-8A7C-FB45-94DB-7AFC8DD94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284">
              <a:extLst>
                <a:ext uri="{FF2B5EF4-FFF2-40B4-BE49-F238E27FC236}">
                  <a16:creationId xmlns:a16="http://schemas.microsoft.com/office/drawing/2014/main" id="{0722165E-12A4-6644-9FCB-04287F439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291">
              <a:extLst>
                <a:ext uri="{FF2B5EF4-FFF2-40B4-BE49-F238E27FC236}">
                  <a16:creationId xmlns:a16="http://schemas.microsoft.com/office/drawing/2014/main" id="{64FAE6BA-9AC4-A947-AF2D-67BA2C132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298">
              <a:extLst>
                <a:ext uri="{FF2B5EF4-FFF2-40B4-BE49-F238E27FC236}">
                  <a16:creationId xmlns:a16="http://schemas.microsoft.com/office/drawing/2014/main" id="{0DAD8B7F-D39D-AD43-934C-AE41901E7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197">
              <a:extLst>
                <a:ext uri="{FF2B5EF4-FFF2-40B4-BE49-F238E27FC236}">
                  <a16:creationId xmlns:a16="http://schemas.microsoft.com/office/drawing/2014/main" id="{E93DBF91-50C4-AB49-851B-ECB371EBC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312">
              <a:extLst>
                <a:ext uri="{FF2B5EF4-FFF2-40B4-BE49-F238E27FC236}">
                  <a16:creationId xmlns:a16="http://schemas.microsoft.com/office/drawing/2014/main" id="{4B8C48CC-CFCA-2945-952C-52EEC9D91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0" name="Freeform 49">
            <a:extLst>
              <a:ext uri="{FF2B5EF4-FFF2-40B4-BE49-F238E27FC236}">
                <a16:creationId xmlns:a16="http://schemas.microsoft.com/office/drawing/2014/main" id="{66F328AB-BA2F-1649-BB6B-C31AAD9A193A}"/>
              </a:ext>
            </a:extLst>
          </p:cNvPr>
          <p:cNvSpPr>
            <a:spLocks/>
          </p:cNvSpPr>
          <p:nvPr/>
        </p:nvSpPr>
        <p:spPr bwMode="auto">
          <a:xfrm>
            <a:off x="5095786" y="1744300"/>
            <a:ext cx="831146" cy="200797"/>
          </a:xfrm>
          <a:custGeom>
            <a:avLst/>
            <a:gdLst>
              <a:gd name="T0" fmla="*/ 305 w 347"/>
              <a:gd name="T1" fmla="*/ 84 h 84"/>
              <a:gd name="T2" fmla="*/ 42 w 347"/>
              <a:gd name="T3" fmla="*/ 84 h 84"/>
              <a:gd name="T4" fmla="*/ 0 w 347"/>
              <a:gd name="T5" fmla="*/ 42 h 84"/>
              <a:gd name="T6" fmla="*/ 42 w 347"/>
              <a:gd name="T7" fmla="*/ 0 h 84"/>
              <a:gd name="T8" fmla="*/ 305 w 347"/>
              <a:gd name="T9" fmla="*/ 0 h 84"/>
              <a:gd name="T10" fmla="*/ 347 w 347"/>
              <a:gd name="T11" fmla="*/ 42 h 84"/>
              <a:gd name="T12" fmla="*/ 305 w 347"/>
              <a:gd name="T1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7" h="84">
                <a:moveTo>
                  <a:pt x="305" y="84"/>
                </a:moveTo>
                <a:cubicBezTo>
                  <a:pt x="42" y="84"/>
                  <a:pt x="42" y="84"/>
                  <a:pt x="42" y="84"/>
                </a:cubicBezTo>
                <a:cubicBezTo>
                  <a:pt x="18" y="84"/>
                  <a:pt x="0" y="65"/>
                  <a:pt x="0" y="42"/>
                </a:cubicBezTo>
                <a:cubicBezTo>
                  <a:pt x="0" y="19"/>
                  <a:pt x="18" y="0"/>
                  <a:pt x="42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7" y="19"/>
                  <a:pt x="347" y="42"/>
                </a:cubicBezTo>
                <a:cubicBezTo>
                  <a:pt x="347" y="65"/>
                  <a:pt x="328" y="84"/>
                  <a:pt x="305" y="8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7AA02CE5-6AD2-7B4E-9C71-B8AEF3C24C81}"/>
              </a:ext>
            </a:extLst>
          </p:cNvPr>
          <p:cNvGrpSpPr/>
          <p:nvPr/>
        </p:nvGrpSpPr>
        <p:grpSpPr>
          <a:xfrm>
            <a:off x="677067" y="1730514"/>
            <a:ext cx="2171684" cy="1306719"/>
            <a:chOff x="9915526" y="1892300"/>
            <a:chExt cx="1116012" cy="671513"/>
          </a:xfrm>
          <a:solidFill>
            <a:schemeClr val="bg1">
              <a:alpha val="54000"/>
            </a:schemeClr>
          </a:solidFill>
        </p:grpSpPr>
        <p:sp>
          <p:nvSpPr>
            <p:cNvPr id="318" name="Freeform 80">
              <a:extLst>
                <a:ext uri="{FF2B5EF4-FFF2-40B4-BE49-F238E27FC236}">
                  <a16:creationId xmlns:a16="http://schemas.microsoft.com/office/drawing/2014/main" id="{A9BBEE1A-976D-634C-93F2-E3CABE688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81">
              <a:extLst>
                <a:ext uri="{FF2B5EF4-FFF2-40B4-BE49-F238E27FC236}">
                  <a16:creationId xmlns:a16="http://schemas.microsoft.com/office/drawing/2014/main" id="{D0136350-1147-6340-BBA2-D6D312FBA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82">
              <a:extLst>
                <a:ext uri="{FF2B5EF4-FFF2-40B4-BE49-F238E27FC236}">
                  <a16:creationId xmlns:a16="http://schemas.microsoft.com/office/drawing/2014/main" id="{C16F3FED-EEFE-FC4F-A1BF-23D0464AA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83">
              <a:extLst>
                <a:ext uri="{FF2B5EF4-FFF2-40B4-BE49-F238E27FC236}">
                  <a16:creationId xmlns:a16="http://schemas.microsoft.com/office/drawing/2014/main" id="{19347A12-7A95-DC4D-9231-540FB22C8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84">
              <a:extLst>
                <a:ext uri="{FF2B5EF4-FFF2-40B4-BE49-F238E27FC236}">
                  <a16:creationId xmlns:a16="http://schemas.microsoft.com/office/drawing/2014/main" id="{69E1EA1B-6BC3-8E43-97B3-2D6A300E9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85">
              <a:extLst>
                <a:ext uri="{FF2B5EF4-FFF2-40B4-BE49-F238E27FC236}">
                  <a16:creationId xmlns:a16="http://schemas.microsoft.com/office/drawing/2014/main" id="{068CC3EB-454B-A849-A856-A0D8FB0BA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86">
              <a:extLst>
                <a:ext uri="{FF2B5EF4-FFF2-40B4-BE49-F238E27FC236}">
                  <a16:creationId xmlns:a16="http://schemas.microsoft.com/office/drawing/2014/main" id="{3A66088E-CBF1-1E49-83AA-F89321980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87">
              <a:extLst>
                <a:ext uri="{FF2B5EF4-FFF2-40B4-BE49-F238E27FC236}">
                  <a16:creationId xmlns:a16="http://schemas.microsoft.com/office/drawing/2014/main" id="{BA1E22AB-86B1-C74B-BF27-717F97BE6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88">
              <a:extLst>
                <a:ext uri="{FF2B5EF4-FFF2-40B4-BE49-F238E27FC236}">
                  <a16:creationId xmlns:a16="http://schemas.microsoft.com/office/drawing/2014/main" id="{B3D00000-0E77-A248-A6E4-F3A6F9E18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89">
              <a:extLst>
                <a:ext uri="{FF2B5EF4-FFF2-40B4-BE49-F238E27FC236}">
                  <a16:creationId xmlns:a16="http://schemas.microsoft.com/office/drawing/2014/main" id="{FF9402B4-6C5A-F744-AE45-12DD1D038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90">
              <a:extLst>
                <a:ext uri="{FF2B5EF4-FFF2-40B4-BE49-F238E27FC236}">
                  <a16:creationId xmlns:a16="http://schemas.microsoft.com/office/drawing/2014/main" id="{AE9B56F8-4463-2F40-AD14-D15F5AC9A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91">
              <a:extLst>
                <a:ext uri="{FF2B5EF4-FFF2-40B4-BE49-F238E27FC236}">
                  <a16:creationId xmlns:a16="http://schemas.microsoft.com/office/drawing/2014/main" id="{68D19884-8F15-404B-BC8A-9D1D882CA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92">
              <a:extLst>
                <a:ext uri="{FF2B5EF4-FFF2-40B4-BE49-F238E27FC236}">
                  <a16:creationId xmlns:a16="http://schemas.microsoft.com/office/drawing/2014/main" id="{4FBC5267-F566-F04D-AA9D-670B47229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93">
              <a:extLst>
                <a:ext uri="{FF2B5EF4-FFF2-40B4-BE49-F238E27FC236}">
                  <a16:creationId xmlns:a16="http://schemas.microsoft.com/office/drawing/2014/main" id="{318BD185-DBAD-4248-A7D9-1698887C2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94">
              <a:extLst>
                <a:ext uri="{FF2B5EF4-FFF2-40B4-BE49-F238E27FC236}">
                  <a16:creationId xmlns:a16="http://schemas.microsoft.com/office/drawing/2014/main" id="{2A1F9C2F-3368-4E4D-9DFC-BCAE1CE0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95">
              <a:extLst>
                <a:ext uri="{FF2B5EF4-FFF2-40B4-BE49-F238E27FC236}">
                  <a16:creationId xmlns:a16="http://schemas.microsoft.com/office/drawing/2014/main" id="{EF49EA50-093C-D54A-8048-F66017F6E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96">
              <a:extLst>
                <a:ext uri="{FF2B5EF4-FFF2-40B4-BE49-F238E27FC236}">
                  <a16:creationId xmlns:a16="http://schemas.microsoft.com/office/drawing/2014/main" id="{512B3320-3734-C843-A742-B0B400AD2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97">
              <a:extLst>
                <a:ext uri="{FF2B5EF4-FFF2-40B4-BE49-F238E27FC236}">
                  <a16:creationId xmlns:a16="http://schemas.microsoft.com/office/drawing/2014/main" id="{DC6E3E7E-5B9D-3B44-9FA4-F60D74C48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98">
              <a:extLst>
                <a:ext uri="{FF2B5EF4-FFF2-40B4-BE49-F238E27FC236}">
                  <a16:creationId xmlns:a16="http://schemas.microsoft.com/office/drawing/2014/main" id="{2BC954CA-4575-4448-88E7-2FBFBD0FF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99">
              <a:extLst>
                <a:ext uri="{FF2B5EF4-FFF2-40B4-BE49-F238E27FC236}">
                  <a16:creationId xmlns:a16="http://schemas.microsoft.com/office/drawing/2014/main" id="{C594172B-AD7D-CD4C-9A9C-AD732C033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100">
              <a:extLst>
                <a:ext uri="{FF2B5EF4-FFF2-40B4-BE49-F238E27FC236}">
                  <a16:creationId xmlns:a16="http://schemas.microsoft.com/office/drawing/2014/main" id="{0A575E87-129C-0145-9896-C83CACC8A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Freeform 101">
              <a:extLst>
                <a:ext uri="{FF2B5EF4-FFF2-40B4-BE49-F238E27FC236}">
                  <a16:creationId xmlns:a16="http://schemas.microsoft.com/office/drawing/2014/main" id="{FB1768A7-28CB-4C41-919E-DBA9AA3DE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102">
              <a:extLst>
                <a:ext uri="{FF2B5EF4-FFF2-40B4-BE49-F238E27FC236}">
                  <a16:creationId xmlns:a16="http://schemas.microsoft.com/office/drawing/2014/main" id="{5B8D406F-9B09-0C48-B415-41B133F17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103">
              <a:extLst>
                <a:ext uri="{FF2B5EF4-FFF2-40B4-BE49-F238E27FC236}">
                  <a16:creationId xmlns:a16="http://schemas.microsoft.com/office/drawing/2014/main" id="{33508F54-A557-EE47-998D-9D99AC76B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104">
              <a:extLst>
                <a:ext uri="{FF2B5EF4-FFF2-40B4-BE49-F238E27FC236}">
                  <a16:creationId xmlns:a16="http://schemas.microsoft.com/office/drawing/2014/main" id="{11E6A859-E8FD-694A-8F42-7D0A62D65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105">
              <a:extLst>
                <a:ext uri="{FF2B5EF4-FFF2-40B4-BE49-F238E27FC236}">
                  <a16:creationId xmlns:a16="http://schemas.microsoft.com/office/drawing/2014/main" id="{E2AF790D-BEA6-0142-B445-5B89E0102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106">
              <a:extLst>
                <a:ext uri="{FF2B5EF4-FFF2-40B4-BE49-F238E27FC236}">
                  <a16:creationId xmlns:a16="http://schemas.microsoft.com/office/drawing/2014/main" id="{C07988A8-963D-6542-BD48-0F4DD7C9F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107">
              <a:extLst>
                <a:ext uri="{FF2B5EF4-FFF2-40B4-BE49-F238E27FC236}">
                  <a16:creationId xmlns:a16="http://schemas.microsoft.com/office/drawing/2014/main" id="{EBB1450E-3764-FD4F-80BD-6E306E8D2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108">
              <a:extLst>
                <a:ext uri="{FF2B5EF4-FFF2-40B4-BE49-F238E27FC236}">
                  <a16:creationId xmlns:a16="http://schemas.microsoft.com/office/drawing/2014/main" id="{4B958D21-B0A2-764F-95F3-34340E3DC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109">
              <a:extLst>
                <a:ext uri="{FF2B5EF4-FFF2-40B4-BE49-F238E27FC236}">
                  <a16:creationId xmlns:a16="http://schemas.microsoft.com/office/drawing/2014/main" id="{7FBB91CD-8D40-544E-92F9-8291C9153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110">
              <a:extLst>
                <a:ext uri="{FF2B5EF4-FFF2-40B4-BE49-F238E27FC236}">
                  <a16:creationId xmlns:a16="http://schemas.microsoft.com/office/drawing/2014/main" id="{DED9D6E9-F3F5-1943-9BC5-54C414232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111">
              <a:extLst>
                <a:ext uri="{FF2B5EF4-FFF2-40B4-BE49-F238E27FC236}">
                  <a16:creationId xmlns:a16="http://schemas.microsoft.com/office/drawing/2014/main" id="{4BBEB7C5-37C2-5D4F-94A5-2AECEA5BC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112">
              <a:extLst>
                <a:ext uri="{FF2B5EF4-FFF2-40B4-BE49-F238E27FC236}">
                  <a16:creationId xmlns:a16="http://schemas.microsoft.com/office/drawing/2014/main" id="{9BE6086A-B586-F544-A6A7-68416F2ED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113">
              <a:extLst>
                <a:ext uri="{FF2B5EF4-FFF2-40B4-BE49-F238E27FC236}">
                  <a16:creationId xmlns:a16="http://schemas.microsoft.com/office/drawing/2014/main" id="{3E8958E2-0CE0-384B-8AA3-AFC4C0357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114">
              <a:extLst>
                <a:ext uri="{FF2B5EF4-FFF2-40B4-BE49-F238E27FC236}">
                  <a16:creationId xmlns:a16="http://schemas.microsoft.com/office/drawing/2014/main" id="{767B8BA6-E46A-1549-A6F2-35DA79B71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115">
              <a:extLst>
                <a:ext uri="{FF2B5EF4-FFF2-40B4-BE49-F238E27FC236}">
                  <a16:creationId xmlns:a16="http://schemas.microsoft.com/office/drawing/2014/main" id="{3132F389-E6C0-EA4F-8A60-75BB0389A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116">
              <a:extLst>
                <a:ext uri="{FF2B5EF4-FFF2-40B4-BE49-F238E27FC236}">
                  <a16:creationId xmlns:a16="http://schemas.microsoft.com/office/drawing/2014/main" id="{18DC9707-0E5F-A04B-B6FD-0EB2D614B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117">
              <a:extLst>
                <a:ext uri="{FF2B5EF4-FFF2-40B4-BE49-F238E27FC236}">
                  <a16:creationId xmlns:a16="http://schemas.microsoft.com/office/drawing/2014/main" id="{5868365B-8537-DD4A-94C8-A970042AF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118">
              <a:extLst>
                <a:ext uri="{FF2B5EF4-FFF2-40B4-BE49-F238E27FC236}">
                  <a16:creationId xmlns:a16="http://schemas.microsoft.com/office/drawing/2014/main" id="{EA7F907C-11DC-874D-BBC3-90C0C8DB1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119">
              <a:extLst>
                <a:ext uri="{FF2B5EF4-FFF2-40B4-BE49-F238E27FC236}">
                  <a16:creationId xmlns:a16="http://schemas.microsoft.com/office/drawing/2014/main" id="{7E67389D-5C84-FB47-AF63-124D72A06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120">
              <a:extLst>
                <a:ext uri="{FF2B5EF4-FFF2-40B4-BE49-F238E27FC236}">
                  <a16:creationId xmlns:a16="http://schemas.microsoft.com/office/drawing/2014/main" id="{0AD0469D-0BA9-F848-A886-B1A62D391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121">
              <a:extLst>
                <a:ext uri="{FF2B5EF4-FFF2-40B4-BE49-F238E27FC236}">
                  <a16:creationId xmlns:a16="http://schemas.microsoft.com/office/drawing/2014/main" id="{E99B204B-4475-3446-B556-CF61FF3C3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122">
              <a:extLst>
                <a:ext uri="{FF2B5EF4-FFF2-40B4-BE49-F238E27FC236}">
                  <a16:creationId xmlns:a16="http://schemas.microsoft.com/office/drawing/2014/main" id="{0888EA59-9C72-094B-8D56-1044B5C90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123">
              <a:extLst>
                <a:ext uri="{FF2B5EF4-FFF2-40B4-BE49-F238E27FC236}">
                  <a16:creationId xmlns:a16="http://schemas.microsoft.com/office/drawing/2014/main" id="{8A8DBE17-D1FC-FD44-AD97-C99F60C8D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124">
              <a:extLst>
                <a:ext uri="{FF2B5EF4-FFF2-40B4-BE49-F238E27FC236}">
                  <a16:creationId xmlns:a16="http://schemas.microsoft.com/office/drawing/2014/main" id="{78E641F2-E5F6-C64F-8191-E14FB4B1F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125">
              <a:extLst>
                <a:ext uri="{FF2B5EF4-FFF2-40B4-BE49-F238E27FC236}">
                  <a16:creationId xmlns:a16="http://schemas.microsoft.com/office/drawing/2014/main" id="{04598536-5BF6-C14E-BBED-255934726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126">
              <a:extLst>
                <a:ext uri="{FF2B5EF4-FFF2-40B4-BE49-F238E27FC236}">
                  <a16:creationId xmlns:a16="http://schemas.microsoft.com/office/drawing/2014/main" id="{7ADF4D9B-DE55-6948-80E0-08E99586B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127">
              <a:extLst>
                <a:ext uri="{FF2B5EF4-FFF2-40B4-BE49-F238E27FC236}">
                  <a16:creationId xmlns:a16="http://schemas.microsoft.com/office/drawing/2014/main" id="{2A729FDD-0FAC-F742-A50D-08826C0CF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128">
              <a:extLst>
                <a:ext uri="{FF2B5EF4-FFF2-40B4-BE49-F238E27FC236}">
                  <a16:creationId xmlns:a16="http://schemas.microsoft.com/office/drawing/2014/main" id="{CA054A48-C45B-BC4C-A0D0-13224CB00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129">
              <a:extLst>
                <a:ext uri="{FF2B5EF4-FFF2-40B4-BE49-F238E27FC236}">
                  <a16:creationId xmlns:a16="http://schemas.microsoft.com/office/drawing/2014/main" id="{C3EDC1E6-3E2C-CA4B-89BA-869E0F2B6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130">
              <a:extLst>
                <a:ext uri="{FF2B5EF4-FFF2-40B4-BE49-F238E27FC236}">
                  <a16:creationId xmlns:a16="http://schemas.microsoft.com/office/drawing/2014/main" id="{0275F8FA-1069-2A41-B944-21CD4749A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131">
              <a:extLst>
                <a:ext uri="{FF2B5EF4-FFF2-40B4-BE49-F238E27FC236}">
                  <a16:creationId xmlns:a16="http://schemas.microsoft.com/office/drawing/2014/main" id="{66D1F6AE-8630-1F45-ABE2-10F4DEEED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132">
              <a:extLst>
                <a:ext uri="{FF2B5EF4-FFF2-40B4-BE49-F238E27FC236}">
                  <a16:creationId xmlns:a16="http://schemas.microsoft.com/office/drawing/2014/main" id="{9B88FC14-9616-B640-B368-34394DFB5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133">
              <a:extLst>
                <a:ext uri="{FF2B5EF4-FFF2-40B4-BE49-F238E27FC236}">
                  <a16:creationId xmlns:a16="http://schemas.microsoft.com/office/drawing/2014/main" id="{35F67D68-C48C-4B44-81F7-003128645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134">
              <a:extLst>
                <a:ext uri="{FF2B5EF4-FFF2-40B4-BE49-F238E27FC236}">
                  <a16:creationId xmlns:a16="http://schemas.microsoft.com/office/drawing/2014/main" id="{72F647EB-C888-E244-8FBB-248B2F836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135">
              <a:extLst>
                <a:ext uri="{FF2B5EF4-FFF2-40B4-BE49-F238E27FC236}">
                  <a16:creationId xmlns:a16="http://schemas.microsoft.com/office/drawing/2014/main" id="{D4AB4954-AA9E-464D-82B9-19A3D63C1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136">
              <a:extLst>
                <a:ext uri="{FF2B5EF4-FFF2-40B4-BE49-F238E27FC236}">
                  <a16:creationId xmlns:a16="http://schemas.microsoft.com/office/drawing/2014/main" id="{94590BF8-F268-964A-A1EB-ADDBDE939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137">
              <a:extLst>
                <a:ext uri="{FF2B5EF4-FFF2-40B4-BE49-F238E27FC236}">
                  <a16:creationId xmlns:a16="http://schemas.microsoft.com/office/drawing/2014/main" id="{7DF32262-E17F-254C-8723-A737C4E1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138">
              <a:extLst>
                <a:ext uri="{FF2B5EF4-FFF2-40B4-BE49-F238E27FC236}">
                  <a16:creationId xmlns:a16="http://schemas.microsoft.com/office/drawing/2014/main" id="{05347C4D-B4DA-2640-BF97-9BE727A0E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139">
              <a:extLst>
                <a:ext uri="{FF2B5EF4-FFF2-40B4-BE49-F238E27FC236}">
                  <a16:creationId xmlns:a16="http://schemas.microsoft.com/office/drawing/2014/main" id="{CF29B357-F4E8-474A-B18F-798032C41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140">
              <a:extLst>
                <a:ext uri="{FF2B5EF4-FFF2-40B4-BE49-F238E27FC236}">
                  <a16:creationId xmlns:a16="http://schemas.microsoft.com/office/drawing/2014/main" id="{D49FB255-B089-5A4E-A383-3401CAFD5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141">
              <a:extLst>
                <a:ext uri="{FF2B5EF4-FFF2-40B4-BE49-F238E27FC236}">
                  <a16:creationId xmlns:a16="http://schemas.microsoft.com/office/drawing/2014/main" id="{20D91376-BEA7-244D-BD7E-20AA30EF5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142">
              <a:extLst>
                <a:ext uri="{FF2B5EF4-FFF2-40B4-BE49-F238E27FC236}">
                  <a16:creationId xmlns:a16="http://schemas.microsoft.com/office/drawing/2014/main" id="{43274B60-80FF-AC4F-BECC-6D0D2BBCA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143">
              <a:extLst>
                <a:ext uri="{FF2B5EF4-FFF2-40B4-BE49-F238E27FC236}">
                  <a16:creationId xmlns:a16="http://schemas.microsoft.com/office/drawing/2014/main" id="{7DDC7B76-6379-3942-946E-C989F79D4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144">
              <a:extLst>
                <a:ext uri="{FF2B5EF4-FFF2-40B4-BE49-F238E27FC236}">
                  <a16:creationId xmlns:a16="http://schemas.microsoft.com/office/drawing/2014/main" id="{17462197-B142-8347-947A-4A2919C63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145">
              <a:extLst>
                <a:ext uri="{FF2B5EF4-FFF2-40B4-BE49-F238E27FC236}">
                  <a16:creationId xmlns:a16="http://schemas.microsoft.com/office/drawing/2014/main" id="{E32C7027-8862-844A-AA17-A72FEB477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146">
              <a:extLst>
                <a:ext uri="{FF2B5EF4-FFF2-40B4-BE49-F238E27FC236}">
                  <a16:creationId xmlns:a16="http://schemas.microsoft.com/office/drawing/2014/main" id="{5468958B-BDB1-954F-BFDC-7CAF9C727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147">
              <a:extLst>
                <a:ext uri="{FF2B5EF4-FFF2-40B4-BE49-F238E27FC236}">
                  <a16:creationId xmlns:a16="http://schemas.microsoft.com/office/drawing/2014/main" id="{DF264B2E-8C78-3B45-8588-D4D79E1F5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148">
              <a:extLst>
                <a:ext uri="{FF2B5EF4-FFF2-40B4-BE49-F238E27FC236}">
                  <a16:creationId xmlns:a16="http://schemas.microsoft.com/office/drawing/2014/main" id="{114F29BA-862A-1641-97AF-89818C956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149">
              <a:extLst>
                <a:ext uri="{FF2B5EF4-FFF2-40B4-BE49-F238E27FC236}">
                  <a16:creationId xmlns:a16="http://schemas.microsoft.com/office/drawing/2014/main" id="{3D2EB5A7-4E76-E94C-8B3C-31D51FFC2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150">
              <a:extLst>
                <a:ext uri="{FF2B5EF4-FFF2-40B4-BE49-F238E27FC236}">
                  <a16:creationId xmlns:a16="http://schemas.microsoft.com/office/drawing/2014/main" id="{2BF6B5F0-1951-A14E-BF49-7CEF4AE2D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151">
              <a:extLst>
                <a:ext uri="{FF2B5EF4-FFF2-40B4-BE49-F238E27FC236}">
                  <a16:creationId xmlns:a16="http://schemas.microsoft.com/office/drawing/2014/main" id="{D841D4AC-6A33-B148-9109-C4AEBB68A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152">
              <a:extLst>
                <a:ext uri="{FF2B5EF4-FFF2-40B4-BE49-F238E27FC236}">
                  <a16:creationId xmlns:a16="http://schemas.microsoft.com/office/drawing/2014/main" id="{B83D8F36-857F-5348-BD03-DFACF249A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153">
              <a:extLst>
                <a:ext uri="{FF2B5EF4-FFF2-40B4-BE49-F238E27FC236}">
                  <a16:creationId xmlns:a16="http://schemas.microsoft.com/office/drawing/2014/main" id="{01A18BB1-C693-6F4B-92DA-D6AFE3C7A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154">
              <a:extLst>
                <a:ext uri="{FF2B5EF4-FFF2-40B4-BE49-F238E27FC236}">
                  <a16:creationId xmlns:a16="http://schemas.microsoft.com/office/drawing/2014/main" id="{B2ACCCAE-04F6-1540-8D92-A1087BA36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155">
              <a:extLst>
                <a:ext uri="{FF2B5EF4-FFF2-40B4-BE49-F238E27FC236}">
                  <a16:creationId xmlns:a16="http://schemas.microsoft.com/office/drawing/2014/main" id="{2DF09A86-7284-3F40-9F68-DBB9A7517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156">
              <a:extLst>
                <a:ext uri="{FF2B5EF4-FFF2-40B4-BE49-F238E27FC236}">
                  <a16:creationId xmlns:a16="http://schemas.microsoft.com/office/drawing/2014/main" id="{7760681A-83CF-1148-9A8C-D980458D2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157">
              <a:extLst>
                <a:ext uri="{FF2B5EF4-FFF2-40B4-BE49-F238E27FC236}">
                  <a16:creationId xmlns:a16="http://schemas.microsoft.com/office/drawing/2014/main" id="{987D84A2-89DB-DE45-8F9B-0F9FB380C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158">
              <a:extLst>
                <a:ext uri="{FF2B5EF4-FFF2-40B4-BE49-F238E27FC236}">
                  <a16:creationId xmlns:a16="http://schemas.microsoft.com/office/drawing/2014/main" id="{2EA6AF72-A436-A642-AF34-7A7707671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159">
              <a:extLst>
                <a:ext uri="{FF2B5EF4-FFF2-40B4-BE49-F238E27FC236}">
                  <a16:creationId xmlns:a16="http://schemas.microsoft.com/office/drawing/2014/main" id="{C3E22846-C240-4D46-8F8C-5E3E06304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160">
              <a:extLst>
                <a:ext uri="{FF2B5EF4-FFF2-40B4-BE49-F238E27FC236}">
                  <a16:creationId xmlns:a16="http://schemas.microsoft.com/office/drawing/2014/main" id="{C7B3763C-EC03-154B-A722-C8D9D367E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161">
              <a:extLst>
                <a:ext uri="{FF2B5EF4-FFF2-40B4-BE49-F238E27FC236}">
                  <a16:creationId xmlns:a16="http://schemas.microsoft.com/office/drawing/2014/main" id="{E940FB6C-96EF-0241-8CC3-E302A3672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162">
              <a:extLst>
                <a:ext uri="{FF2B5EF4-FFF2-40B4-BE49-F238E27FC236}">
                  <a16:creationId xmlns:a16="http://schemas.microsoft.com/office/drawing/2014/main" id="{CFCDB1A7-479A-BE46-A20F-9BAA51B5B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163">
              <a:extLst>
                <a:ext uri="{FF2B5EF4-FFF2-40B4-BE49-F238E27FC236}">
                  <a16:creationId xmlns:a16="http://schemas.microsoft.com/office/drawing/2014/main" id="{C83CF4C1-3EC9-524F-9550-AAF4FBA1F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235">
              <a:extLst>
                <a:ext uri="{FF2B5EF4-FFF2-40B4-BE49-F238E27FC236}">
                  <a16:creationId xmlns:a16="http://schemas.microsoft.com/office/drawing/2014/main" id="{F8A5D928-1769-AB4E-9AAF-333A18324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242">
              <a:extLst>
                <a:ext uri="{FF2B5EF4-FFF2-40B4-BE49-F238E27FC236}">
                  <a16:creationId xmlns:a16="http://schemas.microsoft.com/office/drawing/2014/main" id="{0DAB4F4E-E23C-9442-8061-9429419A2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249">
              <a:extLst>
                <a:ext uri="{FF2B5EF4-FFF2-40B4-BE49-F238E27FC236}">
                  <a16:creationId xmlns:a16="http://schemas.microsoft.com/office/drawing/2014/main" id="{A210CB4F-6772-2149-8C68-AE266781A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256">
              <a:extLst>
                <a:ext uri="{FF2B5EF4-FFF2-40B4-BE49-F238E27FC236}">
                  <a16:creationId xmlns:a16="http://schemas.microsoft.com/office/drawing/2014/main" id="{FEA35B48-3A4A-2749-B1F3-72D45135B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263">
              <a:extLst>
                <a:ext uri="{FF2B5EF4-FFF2-40B4-BE49-F238E27FC236}">
                  <a16:creationId xmlns:a16="http://schemas.microsoft.com/office/drawing/2014/main" id="{E966FB5F-93DB-8D40-9793-A468B5E79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270">
              <a:extLst>
                <a:ext uri="{FF2B5EF4-FFF2-40B4-BE49-F238E27FC236}">
                  <a16:creationId xmlns:a16="http://schemas.microsoft.com/office/drawing/2014/main" id="{4E6CDC45-3450-0140-B783-0BAD9D0B2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277">
              <a:extLst>
                <a:ext uri="{FF2B5EF4-FFF2-40B4-BE49-F238E27FC236}">
                  <a16:creationId xmlns:a16="http://schemas.microsoft.com/office/drawing/2014/main" id="{A325E539-2557-B34F-AC33-6B9030409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284">
              <a:extLst>
                <a:ext uri="{FF2B5EF4-FFF2-40B4-BE49-F238E27FC236}">
                  <a16:creationId xmlns:a16="http://schemas.microsoft.com/office/drawing/2014/main" id="{17601E3D-175E-D943-A5D6-B3D5C5DA4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291">
              <a:extLst>
                <a:ext uri="{FF2B5EF4-FFF2-40B4-BE49-F238E27FC236}">
                  <a16:creationId xmlns:a16="http://schemas.microsoft.com/office/drawing/2014/main" id="{6C7C6AAB-7049-8C46-B499-A6B049F97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298">
              <a:extLst>
                <a:ext uri="{FF2B5EF4-FFF2-40B4-BE49-F238E27FC236}">
                  <a16:creationId xmlns:a16="http://schemas.microsoft.com/office/drawing/2014/main" id="{F82175E9-5C3C-E945-922B-10C56C253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411">
              <a:extLst>
                <a:ext uri="{FF2B5EF4-FFF2-40B4-BE49-F238E27FC236}">
                  <a16:creationId xmlns:a16="http://schemas.microsoft.com/office/drawing/2014/main" id="{2620FB61-1744-2941-8324-34322F32F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312">
              <a:extLst>
                <a:ext uri="{FF2B5EF4-FFF2-40B4-BE49-F238E27FC236}">
                  <a16:creationId xmlns:a16="http://schemas.microsoft.com/office/drawing/2014/main" id="{3F30CB57-7236-134C-8023-FDA6EC5A0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B84FDFAC-121A-464C-B994-6E99B1EB4859}"/>
              </a:ext>
            </a:extLst>
          </p:cNvPr>
          <p:cNvGrpSpPr/>
          <p:nvPr/>
        </p:nvGrpSpPr>
        <p:grpSpPr>
          <a:xfrm rot="21218482" flipH="1">
            <a:off x="365340" y="1540687"/>
            <a:ext cx="4080149" cy="2526143"/>
            <a:chOff x="3363913" y="4510088"/>
            <a:chExt cx="912813" cy="565150"/>
          </a:xfrm>
        </p:grpSpPr>
        <p:sp>
          <p:nvSpPr>
            <p:cNvPr id="201" name="Freeform 581">
              <a:extLst>
                <a:ext uri="{FF2B5EF4-FFF2-40B4-BE49-F238E27FC236}">
                  <a16:creationId xmlns:a16="http://schemas.microsoft.com/office/drawing/2014/main" id="{FE469974-B2A6-254D-86EB-5D1780289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913" y="4510088"/>
              <a:ext cx="520700" cy="382588"/>
            </a:xfrm>
            <a:custGeom>
              <a:avLst/>
              <a:gdLst>
                <a:gd name="T0" fmla="*/ 627 w 656"/>
                <a:gd name="T1" fmla="*/ 161 h 483"/>
                <a:gd name="T2" fmla="*/ 566 w 656"/>
                <a:gd name="T3" fmla="*/ 138 h 483"/>
                <a:gd name="T4" fmla="*/ 528 w 656"/>
                <a:gd name="T5" fmla="*/ 224 h 483"/>
                <a:gd name="T6" fmla="*/ 497 w 656"/>
                <a:gd name="T7" fmla="*/ 242 h 483"/>
                <a:gd name="T8" fmla="*/ 486 w 656"/>
                <a:gd name="T9" fmla="*/ 215 h 483"/>
                <a:gd name="T10" fmla="*/ 530 w 656"/>
                <a:gd name="T11" fmla="*/ 114 h 483"/>
                <a:gd name="T12" fmla="*/ 497 w 656"/>
                <a:gd name="T13" fmla="*/ 38 h 483"/>
                <a:gd name="T14" fmla="*/ 429 w 656"/>
                <a:gd name="T15" fmla="*/ 6 h 483"/>
                <a:gd name="T16" fmla="*/ 406 w 656"/>
                <a:gd name="T17" fmla="*/ 14 h 483"/>
                <a:gd name="T18" fmla="*/ 431 w 656"/>
                <a:gd name="T19" fmla="*/ 78 h 483"/>
                <a:gd name="T20" fmla="*/ 406 w 656"/>
                <a:gd name="T21" fmla="*/ 90 h 483"/>
                <a:gd name="T22" fmla="*/ 383 w 656"/>
                <a:gd name="T23" fmla="*/ 53 h 483"/>
                <a:gd name="T24" fmla="*/ 310 w 656"/>
                <a:gd name="T25" fmla="*/ 9 h 483"/>
                <a:gd name="T26" fmla="*/ 244 w 656"/>
                <a:gd name="T27" fmla="*/ 20 h 483"/>
                <a:gd name="T28" fmla="*/ 303 w 656"/>
                <a:gd name="T29" fmla="*/ 81 h 483"/>
                <a:gd name="T30" fmla="*/ 281 w 656"/>
                <a:gd name="T31" fmla="*/ 95 h 483"/>
                <a:gd name="T32" fmla="*/ 247 w 656"/>
                <a:gd name="T33" fmla="*/ 88 h 483"/>
                <a:gd name="T34" fmla="*/ 215 w 656"/>
                <a:gd name="T35" fmla="*/ 45 h 483"/>
                <a:gd name="T36" fmla="*/ 123 w 656"/>
                <a:gd name="T37" fmla="*/ 23 h 483"/>
                <a:gd name="T38" fmla="*/ 79 w 656"/>
                <a:gd name="T39" fmla="*/ 34 h 483"/>
                <a:gd name="T40" fmla="*/ 14 w 656"/>
                <a:gd name="T41" fmla="*/ 6 h 483"/>
                <a:gd name="T42" fmla="*/ 1 w 656"/>
                <a:gd name="T43" fmla="*/ 14 h 483"/>
                <a:gd name="T44" fmla="*/ 29 w 656"/>
                <a:gd name="T45" fmla="*/ 102 h 483"/>
                <a:gd name="T46" fmla="*/ 67 w 656"/>
                <a:gd name="T47" fmla="*/ 130 h 483"/>
                <a:gd name="T48" fmla="*/ 150 w 656"/>
                <a:gd name="T49" fmla="*/ 143 h 483"/>
                <a:gd name="T50" fmla="*/ 177 w 656"/>
                <a:gd name="T51" fmla="*/ 153 h 483"/>
                <a:gd name="T52" fmla="*/ 157 w 656"/>
                <a:gd name="T53" fmla="*/ 182 h 483"/>
                <a:gd name="T54" fmla="*/ 81 w 656"/>
                <a:gd name="T55" fmla="*/ 184 h 483"/>
                <a:gd name="T56" fmla="*/ 78 w 656"/>
                <a:gd name="T57" fmla="*/ 213 h 483"/>
                <a:gd name="T58" fmla="*/ 123 w 656"/>
                <a:gd name="T59" fmla="*/ 251 h 483"/>
                <a:gd name="T60" fmla="*/ 176 w 656"/>
                <a:gd name="T61" fmla="*/ 253 h 483"/>
                <a:gd name="T62" fmla="*/ 251 w 656"/>
                <a:gd name="T63" fmla="*/ 226 h 483"/>
                <a:gd name="T64" fmla="*/ 286 w 656"/>
                <a:gd name="T65" fmla="*/ 232 h 483"/>
                <a:gd name="T66" fmla="*/ 268 w 656"/>
                <a:gd name="T67" fmla="*/ 261 h 483"/>
                <a:gd name="T68" fmla="*/ 202 w 656"/>
                <a:gd name="T69" fmla="*/ 318 h 483"/>
                <a:gd name="T70" fmla="*/ 137 w 656"/>
                <a:gd name="T71" fmla="*/ 319 h 483"/>
                <a:gd name="T72" fmla="*/ 133 w 656"/>
                <a:gd name="T73" fmla="*/ 334 h 483"/>
                <a:gd name="T74" fmla="*/ 195 w 656"/>
                <a:gd name="T75" fmla="*/ 398 h 483"/>
                <a:gd name="T76" fmla="*/ 252 w 656"/>
                <a:gd name="T77" fmla="*/ 413 h 483"/>
                <a:gd name="T78" fmla="*/ 296 w 656"/>
                <a:gd name="T79" fmla="*/ 388 h 483"/>
                <a:gd name="T80" fmla="*/ 348 w 656"/>
                <a:gd name="T81" fmla="*/ 311 h 483"/>
                <a:gd name="T82" fmla="*/ 385 w 656"/>
                <a:gd name="T83" fmla="*/ 295 h 483"/>
                <a:gd name="T84" fmla="*/ 384 w 656"/>
                <a:gd name="T85" fmla="*/ 327 h 483"/>
                <a:gd name="T86" fmla="*/ 351 w 656"/>
                <a:gd name="T87" fmla="*/ 393 h 483"/>
                <a:gd name="T88" fmla="*/ 285 w 656"/>
                <a:gd name="T89" fmla="*/ 446 h 483"/>
                <a:gd name="T90" fmla="*/ 344 w 656"/>
                <a:gd name="T91" fmla="*/ 473 h 483"/>
                <a:gd name="T92" fmla="*/ 447 w 656"/>
                <a:gd name="T93" fmla="*/ 481 h 483"/>
                <a:gd name="T94" fmla="*/ 512 w 656"/>
                <a:gd name="T95" fmla="*/ 443 h 483"/>
                <a:gd name="T96" fmla="*/ 538 w 656"/>
                <a:gd name="T97" fmla="*/ 388 h 483"/>
                <a:gd name="T98" fmla="*/ 516 w 656"/>
                <a:gd name="T99" fmla="*/ 344 h 483"/>
                <a:gd name="T100" fmla="*/ 509 w 656"/>
                <a:gd name="T101" fmla="*/ 309 h 483"/>
                <a:gd name="T102" fmla="*/ 570 w 656"/>
                <a:gd name="T103" fmla="*/ 304 h 483"/>
                <a:gd name="T104" fmla="*/ 621 w 656"/>
                <a:gd name="T105" fmla="*/ 282 h 483"/>
                <a:gd name="T106" fmla="*/ 653 w 656"/>
                <a:gd name="T107" fmla="*/ 242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56" h="483">
                  <a:moveTo>
                    <a:pt x="651" y="202"/>
                  </a:moveTo>
                  <a:lnTo>
                    <a:pt x="651" y="202"/>
                  </a:lnTo>
                  <a:lnTo>
                    <a:pt x="644" y="189"/>
                  </a:lnTo>
                  <a:lnTo>
                    <a:pt x="636" y="174"/>
                  </a:lnTo>
                  <a:lnTo>
                    <a:pt x="636" y="174"/>
                  </a:lnTo>
                  <a:lnTo>
                    <a:pt x="627" y="161"/>
                  </a:lnTo>
                  <a:lnTo>
                    <a:pt x="618" y="148"/>
                  </a:lnTo>
                  <a:lnTo>
                    <a:pt x="596" y="122"/>
                  </a:lnTo>
                  <a:lnTo>
                    <a:pt x="596" y="122"/>
                  </a:lnTo>
                  <a:lnTo>
                    <a:pt x="575" y="102"/>
                  </a:lnTo>
                  <a:lnTo>
                    <a:pt x="575" y="102"/>
                  </a:lnTo>
                  <a:lnTo>
                    <a:pt x="566" y="138"/>
                  </a:lnTo>
                  <a:lnTo>
                    <a:pt x="556" y="169"/>
                  </a:lnTo>
                  <a:lnTo>
                    <a:pt x="556" y="169"/>
                  </a:lnTo>
                  <a:lnTo>
                    <a:pt x="547" y="191"/>
                  </a:lnTo>
                  <a:lnTo>
                    <a:pt x="541" y="203"/>
                  </a:lnTo>
                  <a:lnTo>
                    <a:pt x="535" y="214"/>
                  </a:lnTo>
                  <a:lnTo>
                    <a:pt x="528" y="224"/>
                  </a:lnTo>
                  <a:lnTo>
                    <a:pt x="521" y="232"/>
                  </a:lnTo>
                  <a:lnTo>
                    <a:pt x="514" y="238"/>
                  </a:lnTo>
                  <a:lnTo>
                    <a:pt x="509" y="241"/>
                  </a:lnTo>
                  <a:lnTo>
                    <a:pt x="505" y="242"/>
                  </a:lnTo>
                  <a:lnTo>
                    <a:pt x="505" y="242"/>
                  </a:lnTo>
                  <a:lnTo>
                    <a:pt x="497" y="242"/>
                  </a:lnTo>
                  <a:lnTo>
                    <a:pt x="491" y="241"/>
                  </a:lnTo>
                  <a:lnTo>
                    <a:pt x="487" y="238"/>
                  </a:lnTo>
                  <a:lnTo>
                    <a:pt x="485" y="234"/>
                  </a:lnTo>
                  <a:lnTo>
                    <a:pt x="483" y="229"/>
                  </a:lnTo>
                  <a:lnTo>
                    <a:pt x="483" y="223"/>
                  </a:lnTo>
                  <a:lnTo>
                    <a:pt x="486" y="215"/>
                  </a:lnTo>
                  <a:lnTo>
                    <a:pt x="489" y="208"/>
                  </a:lnTo>
                  <a:lnTo>
                    <a:pt x="489" y="208"/>
                  </a:lnTo>
                  <a:lnTo>
                    <a:pt x="498" y="191"/>
                  </a:lnTo>
                  <a:lnTo>
                    <a:pt x="506" y="173"/>
                  </a:lnTo>
                  <a:lnTo>
                    <a:pt x="530" y="114"/>
                  </a:lnTo>
                  <a:lnTo>
                    <a:pt x="530" y="114"/>
                  </a:lnTo>
                  <a:lnTo>
                    <a:pt x="534" y="103"/>
                  </a:lnTo>
                  <a:lnTo>
                    <a:pt x="538" y="92"/>
                  </a:lnTo>
                  <a:lnTo>
                    <a:pt x="541" y="72"/>
                  </a:lnTo>
                  <a:lnTo>
                    <a:pt x="541" y="72"/>
                  </a:lnTo>
                  <a:lnTo>
                    <a:pt x="518" y="55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86" y="32"/>
                  </a:lnTo>
                  <a:lnTo>
                    <a:pt x="486" y="32"/>
                  </a:lnTo>
                  <a:lnTo>
                    <a:pt x="453" y="17"/>
                  </a:lnTo>
                  <a:lnTo>
                    <a:pt x="453" y="17"/>
                  </a:lnTo>
                  <a:lnTo>
                    <a:pt x="429" y="6"/>
                  </a:lnTo>
                  <a:lnTo>
                    <a:pt x="429" y="6"/>
                  </a:lnTo>
                  <a:lnTo>
                    <a:pt x="422" y="3"/>
                  </a:lnTo>
                  <a:lnTo>
                    <a:pt x="422" y="3"/>
                  </a:lnTo>
                  <a:lnTo>
                    <a:pt x="402" y="0"/>
                  </a:lnTo>
                  <a:lnTo>
                    <a:pt x="402" y="0"/>
                  </a:lnTo>
                  <a:lnTo>
                    <a:pt x="406" y="14"/>
                  </a:lnTo>
                  <a:lnTo>
                    <a:pt x="414" y="32"/>
                  </a:lnTo>
                  <a:lnTo>
                    <a:pt x="414" y="32"/>
                  </a:lnTo>
                  <a:lnTo>
                    <a:pt x="422" y="47"/>
                  </a:lnTo>
                  <a:lnTo>
                    <a:pt x="426" y="59"/>
                  </a:lnTo>
                  <a:lnTo>
                    <a:pt x="430" y="69"/>
                  </a:lnTo>
                  <a:lnTo>
                    <a:pt x="431" y="78"/>
                  </a:lnTo>
                  <a:lnTo>
                    <a:pt x="430" y="84"/>
                  </a:lnTo>
                  <a:lnTo>
                    <a:pt x="428" y="87"/>
                  </a:lnTo>
                  <a:lnTo>
                    <a:pt x="423" y="90"/>
                  </a:lnTo>
                  <a:lnTo>
                    <a:pt x="418" y="90"/>
                  </a:lnTo>
                  <a:lnTo>
                    <a:pt x="418" y="90"/>
                  </a:lnTo>
                  <a:lnTo>
                    <a:pt x="406" y="90"/>
                  </a:lnTo>
                  <a:lnTo>
                    <a:pt x="401" y="88"/>
                  </a:lnTo>
                  <a:lnTo>
                    <a:pt x="397" y="86"/>
                  </a:lnTo>
                  <a:lnTo>
                    <a:pt x="393" y="82"/>
                  </a:lnTo>
                  <a:lnTo>
                    <a:pt x="389" y="75"/>
                  </a:lnTo>
                  <a:lnTo>
                    <a:pt x="385" y="66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73" y="12"/>
                  </a:lnTo>
                  <a:lnTo>
                    <a:pt x="371" y="3"/>
                  </a:lnTo>
                  <a:lnTo>
                    <a:pt x="371" y="3"/>
                  </a:lnTo>
                  <a:lnTo>
                    <a:pt x="351" y="5"/>
                  </a:lnTo>
                  <a:lnTo>
                    <a:pt x="310" y="9"/>
                  </a:lnTo>
                  <a:lnTo>
                    <a:pt x="310" y="9"/>
                  </a:lnTo>
                  <a:lnTo>
                    <a:pt x="258" y="9"/>
                  </a:lnTo>
                  <a:lnTo>
                    <a:pt x="228" y="9"/>
                  </a:lnTo>
                  <a:lnTo>
                    <a:pt x="228" y="9"/>
                  </a:lnTo>
                  <a:lnTo>
                    <a:pt x="233" y="12"/>
                  </a:lnTo>
                  <a:lnTo>
                    <a:pt x="244" y="20"/>
                  </a:lnTo>
                  <a:lnTo>
                    <a:pt x="261" y="34"/>
                  </a:lnTo>
                  <a:lnTo>
                    <a:pt x="280" y="53"/>
                  </a:lnTo>
                  <a:lnTo>
                    <a:pt x="280" y="53"/>
                  </a:lnTo>
                  <a:lnTo>
                    <a:pt x="297" y="70"/>
                  </a:lnTo>
                  <a:lnTo>
                    <a:pt x="302" y="76"/>
                  </a:lnTo>
                  <a:lnTo>
                    <a:pt x="303" y="81"/>
                  </a:lnTo>
                  <a:lnTo>
                    <a:pt x="303" y="82"/>
                  </a:lnTo>
                  <a:lnTo>
                    <a:pt x="303" y="84"/>
                  </a:lnTo>
                  <a:lnTo>
                    <a:pt x="298" y="87"/>
                  </a:lnTo>
                  <a:lnTo>
                    <a:pt x="292" y="91"/>
                  </a:lnTo>
                  <a:lnTo>
                    <a:pt x="281" y="95"/>
                  </a:lnTo>
                  <a:lnTo>
                    <a:pt x="281" y="95"/>
                  </a:lnTo>
                  <a:lnTo>
                    <a:pt x="275" y="96"/>
                  </a:lnTo>
                  <a:lnTo>
                    <a:pt x="270" y="97"/>
                  </a:lnTo>
                  <a:lnTo>
                    <a:pt x="266" y="97"/>
                  </a:lnTo>
                  <a:lnTo>
                    <a:pt x="261" y="97"/>
                  </a:lnTo>
                  <a:lnTo>
                    <a:pt x="254" y="93"/>
                  </a:lnTo>
                  <a:lnTo>
                    <a:pt x="247" y="88"/>
                  </a:lnTo>
                  <a:lnTo>
                    <a:pt x="241" y="81"/>
                  </a:lnTo>
                  <a:lnTo>
                    <a:pt x="237" y="74"/>
                  </a:lnTo>
                  <a:lnTo>
                    <a:pt x="228" y="59"/>
                  </a:lnTo>
                  <a:lnTo>
                    <a:pt x="228" y="59"/>
                  </a:lnTo>
                  <a:lnTo>
                    <a:pt x="222" y="52"/>
                  </a:lnTo>
                  <a:lnTo>
                    <a:pt x="215" y="45"/>
                  </a:lnTo>
                  <a:lnTo>
                    <a:pt x="198" y="29"/>
                  </a:lnTo>
                  <a:lnTo>
                    <a:pt x="177" y="14"/>
                  </a:lnTo>
                  <a:lnTo>
                    <a:pt x="177" y="14"/>
                  </a:lnTo>
                  <a:lnTo>
                    <a:pt x="169" y="15"/>
                  </a:lnTo>
                  <a:lnTo>
                    <a:pt x="148" y="17"/>
                  </a:lnTo>
                  <a:lnTo>
                    <a:pt x="123" y="23"/>
                  </a:lnTo>
                  <a:lnTo>
                    <a:pt x="111" y="27"/>
                  </a:lnTo>
                  <a:lnTo>
                    <a:pt x="100" y="32"/>
                  </a:lnTo>
                  <a:lnTo>
                    <a:pt x="100" y="32"/>
                  </a:lnTo>
                  <a:lnTo>
                    <a:pt x="95" y="33"/>
                  </a:lnTo>
                  <a:lnTo>
                    <a:pt x="90" y="34"/>
                  </a:lnTo>
                  <a:lnTo>
                    <a:pt x="79" y="34"/>
                  </a:lnTo>
                  <a:lnTo>
                    <a:pt x="67" y="33"/>
                  </a:lnTo>
                  <a:lnTo>
                    <a:pt x="55" y="28"/>
                  </a:lnTo>
                  <a:lnTo>
                    <a:pt x="43" y="23"/>
                  </a:lnTo>
                  <a:lnTo>
                    <a:pt x="32" y="17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7" y="3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4"/>
                  </a:lnTo>
                  <a:lnTo>
                    <a:pt x="0" y="7"/>
                  </a:lnTo>
                  <a:lnTo>
                    <a:pt x="1" y="14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12" y="50"/>
                  </a:lnTo>
                  <a:lnTo>
                    <a:pt x="19" y="78"/>
                  </a:lnTo>
                  <a:lnTo>
                    <a:pt x="24" y="91"/>
                  </a:lnTo>
                  <a:lnTo>
                    <a:pt x="29" y="102"/>
                  </a:lnTo>
                  <a:lnTo>
                    <a:pt x="33" y="111"/>
                  </a:lnTo>
                  <a:lnTo>
                    <a:pt x="38" y="118"/>
                  </a:lnTo>
                  <a:lnTo>
                    <a:pt x="38" y="118"/>
                  </a:lnTo>
                  <a:lnTo>
                    <a:pt x="44" y="121"/>
                  </a:lnTo>
                  <a:lnTo>
                    <a:pt x="55" y="126"/>
                  </a:lnTo>
                  <a:lnTo>
                    <a:pt x="67" y="130"/>
                  </a:lnTo>
                  <a:lnTo>
                    <a:pt x="82" y="134"/>
                  </a:lnTo>
                  <a:lnTo>
                    <a:pt x="99" y="138"/>
                  </a:lnTo>
                  <a:lnTo>
                    <a:pt x="116" y="140"/>
                  </a:lnTo>
                  <a:lnTo>
                    <a:pt x="133" y="143"/>
                  </a:lnTo>
                  <a:lnTo>
                    <a:pt x="150" y="143"/>
                  </a:lnTo>
                  <a:lnTo>
                    <a:pt x="150" y="143"/>
                  </a:lnTo>
                  <a:lnTo>
                    <a:pt x="164" y="143"/>
                  </a:lnTo>
                  <a:lnTo>
                    <a:pt x="169" y="144"/>
                  </a:lnTo>
                  <a:lnTo>
                    <a:pt x="173" y="145"/>
                  </a:lnTo>
                  <a:lnTo>
                    <a:pt x="175" y="147"/>
                  </a:lnTo>
                  <a:lnTo>
                    <a:pt x="177" y="149"/>
                  </a:lnTo>
                  <a:lnTo>
                    <a:pt x="177" y="153"/>
                  </a:lnTo>
                  <a:lnTo>
                    <a:pt x="177" y="155"/>
                  </a:lnTo>
                  <a:lnTo>
                    <a:pt x="175" y="162"/>
                  </a:lnTo>
                  <a:lnTo>
                    <a:pt x="171" y="168"/>
                  </a:lnTo>
                  <a:lnTo>
                    <a:pt x="164" y="176"/>
                  </a:lnTo>
                  <a:lnTo>
                    <a:pt x="157" y="182"/>
                  </a:lnTo>
                  <a:lnTo>
                    <a:pt x="157" y="182"/>
                  </a:lnTo>
                  <a:lnTo>
                    <a:pt x="153" y="184"/>
                  </a:lnTo>
                  <a:lnTo>
                    <a:pt x="147" y="186"/>
                  </a:lnTo>
                  <a:lnTo>
                    <a:pt x="135" y="188"/>
                  </a:lnTo>
                  <a:lnTo>
                    <a:pt x="121" y="188"/>
                  </a:lnTo>
                  <a:lnTo>
                    <a:pt x="106" y="186"/>
                  </a:lnTo>
                  <a:lnTo>
                    <a:pt x="81" y="184"/>
                  </a:lnTo>
                  <a:lnTo>
                    <a:pt x="72" y="184"/>
                  </a:lnTo>
                  <a:lnTo>
                    <a:pt x="71" y="185"/>
                  </a:lnTo>
                  <a:lnTo>
                    <a:pt x="70" y="186"/>
                  </a:lnTo>
                  <a:lnTo>
                    <a:pt x="70" y="186"/>
                  </a:lnTo>
                  <a:lnTo>
                    <a:pt x="72" y="197"/>
                  </a:lnTo>
                  <a:lnTo>
                    <a:pt x="78" y="213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90" y="236"/>
                  </a:lnTo>
                  <a:lnTo>
                    <a:pt x="104" y="243"/>
                  </a:lnTo>
                  <a:lnTo>
                    <a:pt x="112" y="247"/>
                  </a:lnTo>
                  <a:lnTo>
                    <a:pt x="123" y="251"/>
                  </a:lnTo>
                  <a:lnTo>
                    <a:pt x="135" y="254"/>
                  </a:lnTo>
                  <a:lnTo>
                    <a:pt x="148" y="257"/>
                  </a:lnTo>
                  <a:lnTo>
                    <a:pt x="148" y="257"/>
                  </a:lnTo>
                  <a:lnTo>
                    <a:pt x="154" y="257"/>
                  </a:lnTo>
                  <a:lnTo>
                    <a:pt x="162" y="257"/>
                  </a:lnTo>
                  <a:lnTo>
                    <a:pt x="176" y="253"/>
                  </a:lnTo>
                  <a:lnTo>
                    <a:pt x="189" y="247"/>
                  </a:lnTo>
                  <a:lnTo>
                    <a:pt x="204" y="241"/>
                  </a:lnTo>
                  <a:lnTo>
                    <a:pt x="220" y="235"/>
                  </a:lnTo>
                  <a:lnTo>
                    <a:pt x="235" y="230"/>
                  </a:lnTo>
                  <a:lnTo>
                    <a:pt x="243" y="228"/>
                  </a:lnTo>
                  <a:lnTo>
                    <a:pt x="251" y="226"/>
                  </a:lnTo>
                  <a:lnTo>
                    <a:pt x="260" y="226"/>
                  </a:lnTo>
                  <a:lnTo>
                    <a:pt x="269" y="226"/>
                  </a:lnTo>
                  <a:lnTo>
                    <a:pt x="269" y="226"/>
                  </a:lnTo>
                  <a:lnTo>
                    <a:pt x="277" y="228"/>
                  </a:lnTo>
                  <a:lnTo>
                    <a:pt x="283" y="230"/>
                  </a:lnTo>
                  <a:lnTo>
                    <a:pt x="286" y="232"/>
                  </a:lnTo>
                  <a:lnTo>
                    <a:pt x="289" y="235"/>
                  </a:lnTo>
                  <a:lnTo>
                    <a:pt x="289" y="238"/>
                  </a:lnTo>
                  <a:lnTo>
                    <a:pt x="286" y="242"/>
                  </a:lnTo>
                  <a:lnTo>
                    <a:pt x="284" y="246"/>
                  </a:lnTo>
                  <a:lnTo>
                    <a:pt x="279" y="251"/>
                  </a:lnTo>
                  <a:lnTo>
                    <a:pt x="268" y="261"/>
                  </a:lnTo>
                  <a:lnTo>
                    <a:pt x="254" y="275"/>
                  </a:lnTo>
                  <a:lnTo>
                    <a:pt x="237" y="289"/>
                  </a:lnTo>
                  <a:lnTo>
                    <a:pt x="220" y="305"/>
                  </a:lnTo>
                  <a:lnTo>
                    <a:pt x="220" y="305"/>
                  </a:lnTo>
                  <a:lnTo>
                    <a:pt x="211" y="312"/>
                  </a:lnTo>
                  <a:lnTo>
                    <a:pt x="202" y="318"/>
                  </a:lnTo>
                  <a:lnTo>
                    <a:pt x="193" y="322"/>
                  </a:lnTo>
                  <a:lnTo>
                    <a:pt x="183" y="323"/>
                  </a:lnTo>
                  <a:lnTo>
                    <a:pt x="175" y="324"/>
                  </a:lnTo>
                  <a:lnTo>
                    <a:pt x="166" y="324"/>
                  </a:lnTo>
                  <a:lnTo>
                    <a:pt x="151" y="322"/>
                  </a:lnTo>
                  <a:lnTo>
                    <a:pt x="137" y="319"/>
                  </a:lnTo>
                  <a:lnTo>
                    <a:pt x="133" y="319"/>
                  </a:lnTo>
                  <a:lnTo>
                    <a:pt x="130" y="319"/>
                  </a:lnTo>
                  <a:lnTo>
                    <a:pt x="128" y="321"/>
                  </a:lnTo>
                  <a:lnTo>
                    <a:pt x="128" y="323"/>
                  </a:lnTo>
                  <a:lnTo>
                    <a:pt x="129" y="328"/>
                  </a:lnTo>
                  <a:lnTo>
                    <a:pt x="133" y="334"/>
                  </a:lnTo>
                  <a:lnTo>
                    <a:pt x="133" y="334"/>
                  </a:lnTo>
                  <a:lnTo>
                    <a:pt x="142" y="348"/>
                  </a:lnTo>
                  <a:lnTo>
                    <a:pt x="153" y="363"/>
                  </a:lnTo>
                  <a:lnTo>
                    <a:pt x="165" y="375"/>
                  </a:lnTo>
                  <a:lnTo>
                    <a:pt x="180" y="387"/>
                  </a:lnTo>
                  <a:lnTo>
                    <a:pt x="195" y="398"/>
                  </a:lnTo>
                  <a:lnTo>
                    <a:pt x="204" y="402"/>
                  </a:lnTo>
                  <a:lnTo>
                    <a:pt x="212" y="405"/>
                  </a:lnTo>
                  <a:lnTo>
                    <a:pt x="222" y="409"/>
                  </a:lnTo>
                  <a:lnTo>
                    <a:pt x="232" y="410"/>
                  </a:lnTo>
                  <a:lnTo>
                    <a:pt x="241" y="413"/>
                  </a:lnTo>
                  <a:lnTo>
                    <a:pt x="252" y="413"/>
                  </a:lnTo>
                  <a:lnTo>
                    <a:pt x="252" y="413"/>
                  </a:lnTo>
                  <a:lnTo>
                    <a:pt x="262" y="413"/>
                  </a:lnTo>
                  <a:lnTo>
                    <a:pt x="272" y="409"/>
                  </a:lnTo>
                  <a:lnTo>
                    <a:pt x="280" y="404"/>
                  </a:lnTo>
                  <a:lnTo>
                    <a:pt x="289" y="397"/>
                  </a:lnTo>
                  <a:lnTo>
                    <a:pt x="296" y="388"/>
                  </a:lnTo>
                  <a:lnTo>
                    <a:pt x="303" y="379"/>
                  </a:lnTo>
                  <a:lnTo>
                    <a:pt x="315" y="358"/>
                  </a:lnTo>
                  <a:lnTo>
                    <a:pt x="329" y="338"/>
                  </a:lnTo>
                  <a:lnTo>
                    <a:pt x="335" y="328"/>
                  </a:lnTo>
                  <a:lnTo>
                    <a:pt x="341" y="318"/>
                  </a:lnTo>
                  <a:lnTo>
                    <a:pt x="348" y="311"/>
                  </a:lnTo>
                  <a:lnTo>
                    <a:pt x="355" y="304"/>
                  </a:lnTo>
                  <a:lnTo>
                    <a:pt x="362" y="299"/>
                  </a:lnTo>
                  <a:lnTo>
                    <a:pt x="371" y="296"/>
                  </a:lnTo>
                  <a:lnTo>
                    <a:pt x="371" y="296"/>
                  </a:lnTo>
                  <a:lnTo>
                    <a:pt x="379" y="295"/>
                  </a:lnTo>
                  <a:lnTo>
                    <a:pt x="385" y="295"/>
                  </a:lnTo>
                  <a:lnTo>
                    <a:pt x="389" y="296"/>
                  </a:lnTo>
                  <a:lnTo>
                    <a:pt x="393" y="299"/>
                  </a:lnTo>
                  <a:lnTo>
                    <a:pt x="394" y="301"/>
                  </a:lnTo>
                  <a:lnTo>
                    <a:pt x="393" y="305"/>
                  </a:lnTo>
                  <a:lnTo>
                    <a:pt x="390" y="315"/>
                  </a:lnTo>
                  <a:lnTo>
                    <a:pt x="384" y="327"/>
                  </a:lnTo>
                  <a:lnTo>
                    <a:pt x="376" y="341"/>
                  </a:lnTo>
                  <a:lnTo>
                    <a:pt x="367" y="358"/>
                  </a:lnTo>
                  <a:lnTo>
                    <a:pt x="360" y="376"/>
                  </a:lnTo>
                  <a:lnTo>
                    <a:pt x="360" y="376"/>
                  </a:lnTo>
                  <a:lnTo>
                    <a:pt x="356" y="385"/>
                  </a:lnTo>
                  <a:lnTo>
                    <a:pt x="351" y="393"/>
                  </a:lnTo>
                  <a:lnTo>
                    <a:pt x="345" y="402"/>
                  </a:lnTo>
                  <a:lnTo>
                    <a:pt x="339" y="409"/>
                  </a:lnTo>
                  <a:lnTo>
                    <a:pt x="325" y="422"/>
                  </a:lnTo>
                  <a:lnTo>
                    <a:pt x="310" y="432"/>
                  </a:lnTo>
                  <a:lnTo>
                    <a:pt x="296" y="440"/>
                  </a:lnTo>
                  <a:lnTo>
                    <a:pt x="285" y="446"/>
                  </a:lnTo>
                  <a:lnTo>
                    <a:pt x="274" y="451"/>
                  </a:lnTo>
                  <a:lnTo>
                    <a:pt x="274" y="451"/>
                  </a:lnTo>
                  <a:lnTo>
                    <a:pt x="286" y="456"/>
                  </a:lnTo>
                  <a:lnTo>
                    <a:pt x="302" y="461"/>
                  </a:lnTo>
                  <a:lnTo>
                    <a:pt x="321" y="467"/>
                  </a:lnTo>
                  <a:lnTo>
                    <a:pt x="344" y="473"/>
                  </a:lnTo>
                  <a:lnTo>
                    <a:pt x="371" y="478"/>
                  </a:lnTo>
                  <a:lnTo>
                    <a:pt x="401" y="481"/>
                  </a:lnTo>
                  <a:lnTo>
                    <a:pt x="416" y="483"/>
                  </a:lnTo>
                  <a:lnTo>
                    <a:pt x="431" y="483"/>
                  </a:lnTo>
                  <a:lnTo>
                    <a:pt x="431" y="483"/>
                  </a:lnTo>
                  <a:lnTo>
                    <a:pt x="447" y="481"/>
                  </a:lnTo>
                  <a:lnTo>
                    <a:pt x="460" y="478"/>
                  </a:lnTo>
                  <a:lnTo>
                    <a:pt x="474" y="473"/>
                  </a:lnTo>
                  <a:lnTo>
                    <a:pt x="486" y="467"/>
                  </a:lnTo>
                  <a:lnTo>
                    <a:pt x="495" y="460"/>
                  </a:lnTo>
                  <a:lnTo>
                    <a:pt x="505" y="451"/>
                  </a:lnTo>
                  <a:lnTo>
                    <a:pt x="512" y="443"/>
                  </a:lnTo>
                  <a:lnTo>
                    <a:pt x="520" y="433"/>
                  </a:lnTo>
                  <a:lnTo>
                    <a:pt x="526" y="423"/>
                  </a:lnTo>
                  <a:lnTo>
                    <a:pt x="530" y="414"/>
                  </a:lnTo>
                  <a:lnTo>
                    <a:pt x="534" y="405"/>
                  </a:lnTo>
                  <a:lnTo>
                    <a:pt x="537" y="397"/>
                  </a:lnTo>
                  <a:lnTo>
                    <a:pt x="538" y="388"/>
                  </a:lnTo>
                  <a:lnTo>
                    <a:pt x="538" y="382"/>
                  </a:lnTo>
                  <a:lnTo>
                    <a:pt x="538" y="376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26" y="358"/>
                  </a:lnTo>
                  <a:lnTo>
                    <a:pt x="516" y="344"/>
                  </a:lnTo>
                  <a:lnTo>
                    <a:pt x="505" y="325"/>
                  </a:lnTo>
                  <a:lnTo>
                    <a:pt x="505" y="325"/>
                  </a:lnTo>
                  <a:lnTo>
                    <a:pt x="505" y="318"/>
                  </a:lnTo>
                  <a:lnTo>
                    <a:pt x="505" y="315"/>
                  </a:lnTo>
                  <a:lnTo>
                    <a:pt x="505" y="311"/>
                  </a:lnTo>
                  <a:lnTo>
                    <a:pt x="509" y="309"/>
                  </a:lnTo>
                  <a:lnTo>
                    <a:pt x="514" y="306"/>
                  </a:lnTo>
                  <a:lnTo>
                    <a:pt x="521" y="305"/>
                  </a:lnTo>
                  <a:lnTo>
                    <a:pt x="532" y="305"/>
                  </a:lnTo>
                  <a:lnTo>
                    <a:pt x="532" y="305"/>
                  </a:lnTo>
                  <a:lnTo>
                    <a:pt x="551" y="306"/>
                  </a:lnTo>
                  <a:lnTo>
                    <a:pt x="570" y="304"/>
                  </a:lnTo>
                  <a:lnTo>
                    <a:pt x="580" y="301"/>
                  </a:lnTo>
                  <a:lnTo>
                    <a:pt x="590" y="299"/>
                  </a:lnTo>
                  <a:lnTo>
                    <a:pt x="598" y="295"/>
                  </a:lnTo>
                  <a:lnTo>
                    <a:pt x="608" y="292"/>
                  </a:lnTo>
                  <a:lnTo>
                    <a:pt x="608" y="292"/>
                  </a:lnTo>
                  <a:lnTo>
                    <a:pt x="621" y="282"/>
                  </a:lnTo>
                  <a:lnTo>
                    <a:pt x="634" y="271"/>
                  </a:lnTo>
                  <a:lnTo>
                    <a:pt x="639" y="264"/>
                  </a:lnTo>
                  <a:lnTo>
                    <a:pt x="644" y="258"/>
                  </a:lnTo>
                  <a:lnTo>
                    <a:pt x="649" y="251"/>
                  </a:lnTo>
                  <a:lnTo>
                    <a:pt x="653" y="242"/>
                  </a:lnTo>
                  <a:lnTo>
                    <a:pt x="653" y="242"/>
                  </a:lnTo>
                  <a:lnTo>
                    <a:pt x="655" y="232"/>
                  </a:lnTo>
                  <a:lnTo>
                    <a:pt x="656" y="221"/>
                  </a:lnTo>
                  <a:lnTo>
                    <a:pt x="655" y="212"/>
                  </a:lnTo>
                  <a:lnTo>
                    <a:pt x="651" y="202"/>
                  </a:lnTo>
                  <a:lnTo>
                    <a:pt x="651" y="202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582">
              <a:extLst>
                <a:ext uri="{FF2B5EF4-FFF2-40B4-BE49-F238E27FC236}">
                  <a16:creationId xmlns:a16="http://schemas.microsoft.com/office/drawing/2014/main" id="{D7B9EF86-F57F-E94F-8D84-3153C7CEA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776" y="4721225"/>
              <a:ext cx="361950" cy="274638"/>
            </a:xfrm>
            <a:custGeom>
              <a:avLst/>
              <a:gdLst>
                <a:gd name="T0" fmla="*/ 23 w 456"/>
                <a:gd name="T1" fmla="*/ 176 h 346"/>
                <a:gd name="T2" fmla="*/ 1 w 456"/>
                <a:gd name="T3" fmla="*/ 139 h 346"/>
                <a:gd name="T4" fmla="*/ 5 w 456"/>
                <a:gd name="T5" fmla="*/ 98 h 346"/>
                <a:gd name="T6" fmla="*/ 36 w 456"/>
                <a:gd name="T7" fmla="*/ 59 h 346"/>
                <a:gd name="T8" fmla="*/ 112 w 456"/>
                <a:gd name="T9" fmla="*/ 15 h 346"/>
                <a:gd name="T10" fmla="*/ 100 w 456"/>
                <a:gd name="T11" fmla="*/ 53 h 346"/>
                <a:gd name="T12" fmla="*/ 105 w 456"/>
                <a:gd name="T13" fmla="*/ 92 h 346"/>
                <a:gd name="T14" fmla="*/ 124 w 456"/>
                <a:gd name="T15" fmla="*/ 143 h 346"/>
                <a:gd name="T16" fmla="*/ 138 w 456"/>
                <a:gd name="T17" fmla="*/ 136 h 346"/>
                <a:gd name="T18" fmla="*/ 139 w 456"/>
                <a:gd name="T19" fmla="*/ 96 h 346"/>
                <a:gd name="T20" fmla="*/ 130 w 456"/>
                <a:gd name="T21" fmla="*/ 41 h 346"/>
                <a:gd name="T22" fmla="*/ 151 w 456"/>
                <a:gd name="T23" fmla="*/ 15 h 346"/>
                <a:gd name="T24" fmla="*/ 211 w 456"/>
                <a:gd name="T25" fmla="*/ 1 h 346"/>
                <a:gd name="T26" fmla="*/ 244 w 456"/>
                <a:gd name="T27" fmla="*/ 9 h 346"/>
                <a:gd name="T28" fmla="*/ 215 w 456"/>
                <a:gd name="T29" fmla="*/ 34 h 346"/>
                <a:gd name="T30" fmla="*/ 207 w 456"/>
                <a:gd name="T31" fmla="*/ 59 h 346"/>
                <a:gd name="T32" fmla="*/ 205 w 456"/>
                <a:gd name="T33" fmla="*/ 125 h 346"/>
                <a:gd name="T34" fmla="*/ 220 w 456"/>
                <a:gd name="T35" fmla="*/ 121 h 346"/>
                <a:gd name="T36" fmla="*/ 248 w 456"/>
                <a:gd name="T37" fmla="*/ 74 h 346"/>
                <a:gd name="T38" fmla="*/ 272 w 456"/>
                <a:gd name="T39" fmla="*/ 45 h 346"/>
                <a:gd name="T40" fmla="*/ 304 w 456"/>
                <a:gd name="T41" fmla="*/ 32 h 346"/>
                <a:gd name="T42" fmla="*/ 336 w 456"/>
                <a:gd name="T43" fmla="*/ 47 h 346"/>
                <a:gd name="T44" fmla="*/ 303 w 456"/>
                <a:gd name="T45" fmla="*/ 76 h 346"/>
                <a:gd name="T46" fmla="*/ 295 w 456"/>
                <a:gd name="T47" fmla="*/ 97 h 346"/>
                <a:gd name="T48" fmla="*/ 304 w 456"/>
                <a:gd name="T49" fmla="*/ 115 h 346"/>
                <a:gd name="T50" fmla="*/ 335 w 456"/>
                <a:gd name="T51" fmla="*/ 90 h 346"/>
                <a:gd name="T52" fmla="*/ 383 w 456"/>
                <a:gd name="T53" fmla="*/ 66 h 346"/>
                <a:gd name="T54" fmla="*/ 441 w 456"/>
                <a:gd name="T55" fmla="*/ 93 h 346"/>
                <a:gd name="T56" fmla="*/ 447 w 456"/>
                <a:gd name="T57" fmla="*/ 107 h 346"/>
                <a:gd name="T58" fmla="*/ 422 w 456"/>
                <a:gd name="T59" fmla="*/ 120 h 346"/>
                <a:gd name="T60" fmla="*/ 404 w 456"/>
                <a:gd name="T61" fmla="*/ 145 h 346"/>
                <a:gd name="T62" fmla="*/ 354 w 456"/>
                <a:gd name="T63" fmla="*/ 189 h 346"/>
                <a:gd name="T64" fmla="*/ 292 w 456"/>
                <a:gd name="T65" fmla="*/ 174 h 346"/>
                <a:gd name="T66" fmla="*/ 251 w 456"/>
                <a:gd name="T67" fmla="*/ 174 h 346"/>
                <a:gd name="T68" fmla="*/ 244 w 456"/>
                <a:gd name="T69" fmla="*/ 188 h 346"/>
                <a:gd name="T70" fmla="*/ 266 w 456"/>
                <a:gd name="T71" fmla="*/ 206 h 346"/>
                <a:gd name="T72" fmla="*/ 317 w 456"/>
                <a:gd name="T73" fmla="*/ 213 h 346"/>
                <a:gd name="T74" fmla="*/ 334 w 456"/>
                <a:gd name="T75" fmla="*/ 243 h 346"/>
                <a:gd name="T76" fmla="*/ 294 w 456"/>
                <a:gd name="T77" fmla="*/ 288 h 346"/>
                <a:gd name="T78" fmla="*/ 215 w 456"/>
                <a:gd name="T79" fmla="*/ 242 h 346"/>
                <a:gd name="T80" fmla="*/ 192 w 456"/>
                <a:gd name="T81" fmla="*/ 242 h 346"/>
                <a:gd name="T82" fmla="*/ 196 w 456"/>
                <a:gd name="T83" fmla="*/ 261 h 346"/>
                <a:gd name="T84" fmla="*/ 232 w 456"/>
                <a:gd name="T85" fmla="*/ 278 h 346"/>
                <a:gd name="T86" fmla="*/ 271 w 456"/>
                <a:gd name="T87" fmla="*/ 305 h 346"/>
                <a:gd name="T88" fmla="*/ 220 w 456"/>
                <a:gd name="T89" fmla="*/ 336 h 346"/>
                <a:gd name="T90" fmla="*/ 164 w 456"/>
                <a:gd name="T91" fmla="*/ 329 h 346"/>
                <a:gd name="T92" fmla="*/ 130 w 456"/>
                <a:gd name="T93" fmla="*/ 259 h 346"/>
                <a:gd name="T94" fmla="*/ 118 w 456"/>
                <a:gd name="T95" fmla="*/ 224 h 346"/>
                <a:gd name="T96" fmla="*/ 103 w 456"/>
                <a:gd name="T97" fmla="*/ 220 h 346"/>
                <a:gd name="T98" fmla="*/ 95 w 456"/>
                <a:gd name="T99" fmla="*/ 245 h 346"/>
                <a:gd name="T100" fmla="*/ 128 w 456"/>
                <a:gd name="T101" fmla="*/ 321 h 346"/>
                <a:gd name="T102" fmla="*/ 93 w 456"/>
                <a:gd name="T103" fmla="*/ 345 h 346"/>
                <a:gd name="T104" fmla="*/ 47 w 456"/>
                <a:gd name="T105" fmla="*/ 327 h 346"/>
                <a:gd name="T106" fmla="*/ 25 w 456"/>
                <a:gd name="T107" fmla="*/ 292 h 346"/>
                <a:gd name="T108" fmla="*/ 24 w 456"/>
                <a:gd name="T109" fmla="*/ 252 h 346"/>
                <a:gd name="T110" fmla="*/ 55 w 456"/>
                <a:gd name="T111" fmla="*/ 207 h 346"/>
                <a:gd name="T112" fmla="*/ 65 w 456"/>
                <a:gd name="T113" fmla="*/ 191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56" h="346">
                  <a:moveTo>
                    <a:pt x="59" y="184"/>
                  </a:moveTo>
                  <a:lnTo>
                    <a:pt x="59" y="184"/>
                  </a:lnTo>
                  <a:lnTo>
                    <a:pt x="46" y="180"/>
                  </a:lnTo>
                  <a:lnTo>
                    <a:pt x="23" y="176"/>
                  </a:lnTo>
                  <a:lnTo>
                    <a:pt x="23" y="176"/>
                  </a:lnTo>
                  <a:lnTo>
                    <a:pt x="19" y="174"/>
                  </a:lnTo>
                  <a:lnTo>
                    <a:pt x="17" y="173"/>
                  </a:lnTo>
                  <a:lnTo>
                    <a:pt x="11" y="165"/>
                  </a:lnTo>
                  <a:lnTo>
                    <a:pt x="5" y="154"/>
                  </a:lnTo>
                  <a:lnTo>
                    <a:pt x="1" y="139"/>
                  </a:lnTo>
                  <a:lnTo>
                    <a:pt x="0" y="132"/>
                  </a:lnTo>
                  <a:lnTo>
                    <a:pt x="0" y="124"/>
                  </a:lnTo>
                  <a:lnTo>
                    <a:pt x="1" y="115"/>
                  </a:lnTo>
                  <a:lnTo>
                    <a:pt x="2" y="107"/>
                  </a:lnTo>
                  <a:lnTo>
                    <a:pt x="5" y="98"/>
                  </a:lnTo>
                  <a:lnTo>
                    <a:pt x="8" y="90"/>
                  </a:lnTo>
                  <a:lnTo>
                    <a:pt x="14" y="82"/>
                  </a:lnTo>
                  <a:lnTo>
                    <a:pt x="20" y="74"/>
                  </a:lnTo>
                  <a:lnTo>
                    <a:pt x="20" y="74"/>
                  </a:lnTo>
                  <a:lnTo>
                    <a:pt x="36" y="59"/>
                  </a:lnTo>
                  <a:lnTo>
                    <a:pt x="52" y="47"/>
                  </a:lnTo>
                  <a:lnTo>
                    <a:pt x="67" y="38"/>
                  </a:lnTo>
                  <a:lnTo>
                    <a:pt x="81" y="29"/>
                  </a:lnTo>
                  <a:lnTo>
                    <a:pt x="104" y="18"/>
                  </a:lnTo>
                  <a:lnTo>
                    <a:pt x="112" y="15"/>
                  </a:lnTo>
                  <a:lnTo>
                    <a:pt x="112" y="15"/>
                  </a:lnTo>
                  <a:lnTo>
                    <a:pt x="109" y="22"/>
                  </a:lnTo>
                  <a:lnTo>
                    <a:pt x="106" y="30"/>
                  </a:lnTo>
                  <a:lnTo>
                    <a:pt x="103" y="41"/>
                  </a:lnTo>
                  <a:lnTo>
                    <a:pt x="100" y="53"/>
                  </a:lnTo>
                  <a:lnTo>
                    <a:pt x="100" y="66"/>
                  </a:lnTo>
                  <a:lnTo>
                    <a:pt x="101" y="79"/>
                  </a:lnTo>
                  <a:lnTo>
                    <a:pt x="103" y="85"/>
                  </a:lnTo>
                  <a:lnTo>
                    <a:pt x="105" y="92"/>
                  </a:lnTo>
                  <a:lnTo>
                    <a:pt x="105" y="92"/>
                  </a:lnTo>
                  <a:lnTo>
                    <a:pt x="110" y="104"/>
                  </a:lnTo>
                  <a:lnTo>
                    <a:pt x="115" y="116"/>
                  </a:lnTo>
                  <a:lnTo>
                    <a:pt x="119" y="136"/>
                  </a:lnTo>
                  <a:lnTo>
                    <a:pt x="123" y="142"/>
                  </a:lnTo>
                  <a:lnTo>
                    <a:pt x="124" y="143"/>
                  </a:lnTo>
                  <a:lnTo>
                    <a:pt x="127" y="144"/>
                  </a:lnTo>
                  <a:lnTo>
                    <a:pt x="129" y="144"/>
                  </a:lnTo>
                  <a:lnTo>
                    <a:pt x="132" y="143"/>
                  </a:lnTo>
                  <a:lnTo>
                    <a:pt x="138" y="136"/>
                  </a:lnTo>
                  <a:lnTo>
                    <a:pt x="138" y="136"/>
                  </a:lnTo>
                  <a:lnTo>
                    <a:pt x="140" y="130"/>
                  </a:lnTo>
                  <a:lnTo>
                    <a:pt x="141" y="125"/>
                  </a:lnTo>
                  <a:lnTo>
                    <a:pt x="142" y="118"/>
                  </a:lnTo>
                  <a:lnTo>
                    <a:pt x="142" y="110"/>
                  </a:lnTo>
                  <a:lnTo>
                    <a:pt x="139" y="96"/>
                  </a:lnTo>
                  <a:lnTo>
                    <a:pt x="135" y="79"/>
                  </a:lnTo>
                  <a:lnTo>
                    <a:pt x="132" y="63"/>
                  </a:lnTo>
                  <a:lnTo>
                    <a:pt x="130" y="56"/>
                  </a:lnTo>
                  <a:lnTo>
                    <a:pt x="130" y="49"/>
                  </a:lnTo>
                  <a:lnTo>
                    <a:pt x="130" y="41"/>
                  </a:lnTo>
                  <a:lnTo>
                    <a:pt x="133" y="34"/>
                  </a:lnTo>
                  <a:lnTo>
                    <a:pt x="135" y="28"/>
                  </a:lnTo>
                  <a:lnTo>
                    <a:pt x="140" y="23"/>
                  </a:lnTo>
                  <a:lnTo>
                    <a:pt x="140" y="23"/>
                  </a:lnTo>
                  <a:lnTo>
                    <a:pt x="151" y="15"/>
                  </a:lnTo>
                  <a:lnTo>
                    <a:pt x="163" y="7"/>
                  </a:lnTo>
                  <a:lnTo>
                    <a:pt x="175" y="4"/>
                  </a:lnTo>
                  <a:lnTo>
                    <a:pt x="187" y="1"/>
                  </a:lnTo>
                  <a:lnTo>
                    <a:pt x="199" y="0"/>
                  </a:lnTo>
                  <a:lnTo>
                    <a:pt x="211" y="1"/>
                  </a:lnTo>
                  <a:lnTo>
                    <a:pt x="223" y="3"/>
                  </a:lnTo>
                  <a:lnTo>
                    <a:pt x="236" y="5"/>
                  </a:lnTo>
                  <a:lnTo>
                    <a:pt x="236" y="5"/>
                  </a:lnTo>
                  <a:lnTo>
                    <a:pt x="243" y="7"/>
                  </a:lnTo>
                  <a:lnTo>
                    <a:pt x="244" y="9"/>
                  </a:lnTo>
                  <a:lnTo>
                    <a:pt x="243" y="11"/>
                  </a:lnTo>
                  <a:lnTo>
                    <a:pt x="239" y="15"/>
                  </a:lnTo>
                  <a:lnTo>
                    <a:pt x="232" y="18"/>
                  </a:lnTo>
                  <a:lnTo>
                    <a:pt x="223" y="26"/>
                  </a:lnTo>
                  <a:lnTo>
                    <a:pt x="215" y="34"/>
                  </a:lnTo>
                  <a:lnTo>
                    <a:pt x="211" y="39"/>
                  </a:lnTo>
                  <a:lnTo>
                    <a:pt x="209" y="45"/>
                  </a:lnTo>
                  <a:lnTo>
                    <a:pt x="208" y="52"/>
                  </a:lnTo>
                  <a:lnTo>
                    <a:pt x="207" y="59"/>
                  </a:lnTo>
                  <a:lnTo>
                    <a:pt x="207" y="59"/>
                  </a:lnTo>
                  <a:lnTo>
                    <a:pt x="207" y="76"/>
                  </a:lnTo>
                  <a:lnTo>
                    <a:pt x="205" y="91"/>
                  </a:lnTo>
                  <a:lnTo>
                    <a:pt x="203" y="114"/>
                  </a:lnTo>
                  <a:lnTo>
                    <a:pt x="204" y="122"/>
                  </a:lnTo>
                  <a:lnTo>
                    <a:pt x="205" y="125"/>
                  </a:lnTo>
                  <a:lnTo>
                    <a:pt x="207" y="126"/>
                  </a:lnTo>
                  <a:lnTo>
                    <a:pt x="209" y="126"/>
                  </a:lnTo>
                  <a:lnTo>
                    <a:pt x="211" y="126"/>
                  </a:lnTo>
                  <a:lnTo>
                    <a:pt x="220" y="121"/>
                  </a:lnTo>
                  <a:lnTo>
                    <a:pt x="220" y="121"/>
                  </a:lnTo>
                  <a:lnTo>
                    <a:pt x="228" y="113"/>
                  </a:lnTo>
                  <a:lnTo>
                    <a:pt x="234" y="104"/>
                  </a:lnTo>
                  <a:lnTo>
                    <a:pt x="240" y="93"/>
                  </a:lnTo>
                  <a:lnTo>
                    <a:pt x="244" y="84"/>
                  </a:lnTo>
                  <a:lnTo>
                    <a:pt x="248" y="74"/>
                  </a:lnTo>
                  <a:lnTo>
                    <a:pt x="252" y="64"/>
                  </a:lnTo>
                  <a:lnTo>
                    <a:pt x="257" y="56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72" y="45"/>
                  </a:lnTo>
                  <a:lnTo>
                    <a:pt x="279" y="40"/>
                  </a:lnTo>
                  <a:lnTo>
                    <a:pt x="292" y="35"/>
                  </a:lnTo>
                  <a:lnTo>
                    <a:pt x="301" y="32"/>
                  </a:lnTo>
                  <a:lnTo>
                    <a:pt x="304" y="32"/>
                  </a:lnTo>
                  <a:lnTo>
                    <a:pt x="304" y="32"/>
                  </a:lnTo>
                  <a:lnTo>
                    <a:pt x="318" y="38"/>
                  </a:lnTo>
                  <a:lnTo>
                    <a:pt x="329" y="43"/>
                  </a:lnTo>
                  <a:lnTo>
                    <a:pt x="335" y="46"/>
                  </a:lnTo>
                  <a:lnTo>
                    <a:pt x="335" y="46"/>
                  </a:lnTo>
                  <a:lnTo>
                    <a:pt x="336" y="47"/>
                  </a:lnTo>
                  <a:lnTo>
                    <a:pt x="335" y="49"/>
                  </a:lnTo>
                  <a:lnTo>
                    <a:pt x="331" y="53"/>
                  </a:lnTo>
                  <a:lnTo>
                    <a:pt x="318" y="63"/>
                  </a:lnTo>
                  <a:lnTo>
                    <a:pt x="311" y="70"/>
                  </a:lnTo>
                  <a:lnTo>
                    <a:pt x="303" y="76"/>
                  </a:lnTo>
                  <a:lnTo>
                    <a:pt x="297" y="84"/>
                  </a:lnTo>
                  <a:lnTo>
                    <a:pt x="296" y="87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7"/>
                  </a:lnTo>
                  <a:lnTo>
                    <a:pt x="295" y="103"/>
                  </a:lnTo>
                  <a:lnTo>
                    <a:pt x="296" y="108"/>
                  </a:lnTo>
                  <a:lnTo>
                    <a:pt x="297" y="113"/>
                  </a:lnTo>
                  <a:lnTo>
                    <a:pt x="301" y="115"/>
                  </a:lnTo>
                  <a:lnTo>
                    <a:pt x="304" y="115"/>
                  </a:lnTo>
                  <a:lnTo>
                    <a:pt x="311" y="111"/>
                  </a:lnTo>
                  <a:lnTo>
                    <a:pt x="317" y="105"/>
                  </a:lnTo>
                  <a:lnTo>
                    <a:pt x="317" y="105"/>
                  </a:lnTo>
                  <a:lnTo>
                    <a:pt x="325" y="97"/>
                  </a:lnTo>
                  <a:lnTo>
                    <a:pt x="335" y="90"/>
                  </a:lnTo>
                  <a:lnTo>
                    <a:pt x="344" y="84"/>
                  </a:lnTo>
                  <a:lnTo>
                    <a:pt x="354" y="78"/>
                  </a:lnTo>
                  <a:lnTo>
                    <a:pt x="371" y="69"/>
                  </a:lnTo>
                  <a:lnTo>
                    <a:pt x="383" y="66"/>
                  </a:lnTo>
                  <a:lnTo>
                    <a:pt x="383" y="66"/>
                  </a:lnTo>
                  <a:lnTo>
                    <a:pt x="388" y="66"/>
                  </a:lnTo>
                  <a:lnTo>
                    <a:pt x="394" y="68"/>
                  </a:lnTo>
                  <a:lnTo>
                    <a:pt x="411" y="75"/>
                  </a:lnTo>
                  <a:lnTo>
                    <a:pt x="441" y="93"/>
                  </a:lnTo>
                  <a:lnTo>
                    <a:pt x="441" y="93"/>
                  </a:lnTo>
                  <a:lnTo>
                    <a:pt x="451" y="98"/>
                  </a:lnTo>
                  <a:lnTo>
                    <a:pt x="456" y="102"/>
                  </a:lnTo>
                  <a:lnTo>
                    <a:pt x="456" y="103"/>
                  </a:lnTo>
                  <a:lnTo>
                    <a:pt x="454" y="104"/>
                  </a:lnTo>
                  <a:lnTo>
                    <a:pt x="447" y="107"/>
                  </a:lnTo>
                  <a:lnTo>
                    <a:pt x="447" y="107"/>
                  </a:lnTo>
                  <a:lnTo>
                    <a:pt x="441" y="109"/>
                  </a:lnTo>
                  <a:lnTo>
                    <a:pt x="435" y="111"/>
                  </a:lnTo>
                  <a:lnTo>
                    <a:pt x="428" y="116"/>
                  </a:lnTo>
                  <a:lnTo>
                    <a:pt x="422" y="120"/>
                  </a:lnTo>
                  <a:lnTo>
                    <a:pt x="416" y="126"/>
                  </a:lnTo>
                  <a:lnTo>
                    <a:pt x="411" y="132"/>
                  </a:lnTo>
                  <a:lnTo>
                    <a:pt x="406" y="138"/>
                  </a:lnTo>
                  <a:lnTo>
                    <a:pt x="404" y="145"/>
                  </a:lnTo>
                  <a:lnTo>
                    <a:pt x="404" y="145"/>
                  </a:lnTo>
                  <a:lnTo>
                    <a:pt x="396" y="160"/>
                  </a:lnTo>
                  <a:lnTo>
                    <a:pt x="388" y="176"/>
                  </a:lnTo>
                  <a:lnTo>
                    <a:pt x="378" y="191"/>
                  </a:lnTo>
                  <a:lnTo>
                    <a:pt x="378" y="191"/>
                  </a:lnTo>
                  <a:lnTo>
                    <a:pt x="354" y="189"/>
                  </a:lnTo>
                  <a:lnTo>
                    <a:pt x="334" y="185"/>
                  </a:lnTo>
                  <a:lnTo>
                    <a:pt x="319" y="183"/>
                  </a:lnTo>
                  <a:lnTo>
                    <a:pt x="319" y="183"/>
                  </a:lnTo>
                  <a:lnTo>
                    <a:pt x="302" y="178"/>
                  </a:lnTo>
                  <a:lnTo>
                    <a:pt x="292" y="174"/>
                  </a:lnTo>
                  <a:lnTo>
                    <a:pt x="280" y="172"/>
                  </a:lnTo>
                  <a:lnTo>
                    <a:pt x="269" y="171"/>
                  </a:lnTo>
                  <a:lnTo>
                    <a:pt x="260" y="172"/>
                  </a:lnTo>
                  <a:lnTo>
                    <a:pt x="255" y="172"/>
                  </a:lnTo>
                  <a:lnTo>
                    <a:pt x="251" y="174"/>
                  </a:lnTo>
                  <a:lnTo>
                    <a:pt x="249" y="177"/>
                  </a:lnTo>
                  <a:lnTo>
                    <a:pt x="246" y="180"/>
                  </a:lnTo>
                  <a:lnTo>
                    <a:pt x="246" y="180"/>
                  </a:lnTo>
                  <a:lnTo>
                    <a:pt x="245" y="184"/>
                  </a:lnTo>
                  <a:lnTo>
                    <a:pt x="244" y="188"/>
                  </a:lnTo>
                  <a:lnTo>
                    <a:pt x="245" y="191"/>
                  </a:lnTo>
                  <a:lnTo>
                    <a:pt x="246" y="194"/>
                  </a:lnTo>
                  <a:lnTo>
                    <a:pt x="250" y="199"/>
                  </a:lnTo>
                  <a:lnTo>
                    <a:pt x="257" y="202"/>
                  </a:lnTo>
                  <a:lnTo>
                    <a:pt x="266" y="206"/>
                  </a:lnTo>
                  <a:lnTo>
                    <a:pt x="275" y="208"/>
                  </a:lnTo>
                  <a:lnTo>
                    <a:pt x="296" y="211"/>
                  </a:lnTo>
                  <a:lnTo>
                    <a:pt x="296" y="211"/>
                  </a:lnTo>
                  <a:lnTo>
                    <a:pt x="307" y="211"/>
                  </a:lnTo>
                  <a:lnTo>
                    <a:pt x="317" y="213"/>
                  </a:lnTo>
                  <a:lnTo>
                    <a:pt x="337" y="218"/>
                  </a:lnTo>
                  <a:lnTo>
                    <a:pt x="356" y="224"/>
                  </a:lnTo>
                  <a:lnTo>
                    <a:pt x="356" y="224"/>
                  </a:lnTo>
                  <a:lnTo>
                    <a:pt x="344" y="234"/>
                  </a:lnTo>
                  <a:lnTo>
                    <a:pt x="334" y="243"/>
                  </a:lnTo>
                  <a:lnTo>
                    <a:pt x="323" y="253"/>
                  </a:lnTo>
                  <a:lnTo>
                    <a:pt x="323" y="253"/>
                  </a:lnTo>
                  <a:lnTo>
                    <a:pt x="303" y="276"/>
                  </a:lnTo>
                  <a:lnTo>
                    <a:pt x="294" y="288"/>
                  </a:lnTo>
                  <a:lnTo>
                    <a:pt x="294" y="288"/>
                  </a:lnTo>
                  <a:lnTo>
                    <a:pt x="279" y="278"/>
                  </a:lnTo>
                  <a:lnTo>
                    <a:pt x="246" y="259"/>
                  </a:lnTo>
                  <a:lnTo>
                    <a:pt x="246" y="259"/>
                  </a:lnTo>
                  <a:lnTo>
                    <a:pt x="230" y="248"/>
                  </a:lnTo>
                  <a:lnTo>
                    <a:pt x="215" y="242"/>
                  </a:lnTo>
                  <a:lnTo>
                    <a:pt x="208" y="240"/>
                  </a:lnTo>
                  <a:lnTo>
                    <a:pt x="202" y="238"/>
                  </a:lnTo>
                  <a:lnTo>
                    <a:pt x="197" y="240"/>
                  </a:lnTo>
                  <a:lnTo>
                    <a:pt x="192" y="242"/>
                  </a:lnTo>
                  <a:lnTo>
                    <a:pt x="192" y="242"/>
                  </a:lnTo>
                  <a:lnTo>
                    <a:pt x="190" y="245"/>
                  </a:lnTo>
                  <a:lnTo>
                    <a:pt x="188" y="248"/>
                  </a:lnTo>
                  <a:lnTo>
                    <a:pt x="190" y="253"/>
                  </a:lnTo>
                  <a:lnTo>
                    <a:pt x="192" y="257"/>
                  </a:lnTo>
                  <a:lnTo>
                    <a:pt x="196" y="261"/>
                  </a:lnTo>
                  <a:lnTo>
                    <a:pt x="202" y="266"/>
                  </a:lnTo>
                  <a:lnTo>
                    <a:pt x="210" y="270"/>
                  </a:lnTo>
                  <a:lnTo>
                    <a:pt x="220" y="275"/>
                  </a:lnTo>
                  <a:lnTo>
                    <a:pt x="220" y="275"/>
                  </a:lnTo>
                  <a:lnTo>
                    <a:pt x="232" y="278"/>
                  </a:lnTo>
                  <a:lnTo>
                    <a:pt x="242" y="283"/>
                  </a:lnTo>
                  <a:lnTo>
                    <a:pt x="257" y="294"/>
                  </a:lnTo>
                  <a:lnTo>
                    <a:pt x="267" y="301"/>
                  </a:lnTo>
                  <a:lnTo>
                    <a:pt x="271" y="305"/>
                  </a:lnTo>
                  <a:lnTo>
                    <a:pt x="271" y="305"/>
                  </a:lnTo>
                  <a:lnTo>
                    <a:pt x="251" y="319"/>
                  </a:lnTo>
                  <a:lnTo>
                    <a:pt x="234" y="330"/>
                  </a:lnTo>
                  <a:lnTo>
                    <a:pt x="227" y="334"/>
                  </a:lnTo>
                  <a:lnTo>
                    <a:pt x="220" y="336"/>
                  </a:lnTo>
                  <a:lnTo>
                    <a:pt x="220" y="336"/>
                  </a:lnTo>
                  <a:lnTo>
                    <a:pt x="182" y="345"/>
                  </a:lnTo>
                  <a:lnTo>
                    <a:pt x="182" y="345"/>
                  </a:lnTo>
                  <a:lnTo>
                    <a:pt x="179" y="342"/>
                  </a:lnTo>
                  <a:lnTo>
                    <a:pt x="170" y="335"/>
                  </a:lnTo>
                  <a:lnTo>
                    <a:pt x="164" y="329"/>
                  </a:lnTo>
                  <a:lnTo>
                    <a:pt x="158" y="321"/>
                  </a:lnTo>
                  <a:lnTo>
                    <a:pt x="152" y="311"/>
                  </a:lnTo>
                  <a:lnTo>
                    <a:pt x="147" y="299"/>
                  </a:lnTo>
                  <a:lnTo>
                    <a:pt x="147" y="299"/>
                  </a:lnTo>
                  <a:lnTo>
                    <a:pt x="130" y="259"/>
                  </a:lnTo>
                  <a:lnTo>
                    <a:pt x="126" y="246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1" y="229"/>
                  </a:lnTo>
                  <a:lnTo>
                    <a:pt x="118" y="224"/>
                  </a:lnTo>
                  <a:lnTo>
                    <a:pt x="116" y="220"/>
                  </a:lnTo>
                  <a:lnTo>
                    <a:pt x="112" y="219"/>
                  </a:lnTo>
                  <a:lnTo>
                    <a:pt x="109" y="218"/>
                  </a:lnTo>
                  <a:lnTo>
                    <a:pt x="106" y="219"/>
                  </a:lnTo>
                  <a:lnTo>
                    <a:pt x="103" y="220"/>
                  </a:lnTo>
                  <a:lnTo>
                    <a:pt x="99" y="225"/>
                  </a:lnTo>
                  <a:lnTo>
                    <a:pt x="99" y="225"/>
                  </a:lnTo>
                  <a:lnTo>
                    <a:pt x="96" y="230"/>
                  </a:lnTo>
                  <a:lnTo>
                    <a:pt x="95" y="237"/>
                  </a:lnTo>
                  <a:lnTo>
                    <a:pt x="95" y="245"/>
                  </a:lnTo>
                  <a:lnTo>
                    <a:pt x="96" y="253"/>
                  </a:lnTo>
                  <a:lnTo>
                    <a:pt x="103" y="269"/>
                  </a:lnTo>
                  <a:lnTo>
                    <a:pt x="109" y="284"/>
                  </a:lnTo>
                  <a:lnTo>
                    <a:pt x="109" y="284"/>
                  </a:lnTo>
                  <a:lnTo>
                    <a:pt x="128" y="321"/>
                  </a:lnTo>
                  <a:lnTo>
                    <a:pt x="141" y="345"/>
                  </a:lnTo>
                  <a:lnTo>
                    <a:pt x="141" y="345"/>
                  </a:lnTo>
                  <a:lnTo>
                    <a:pt x="127" y="346"/>
                  </a:lnTo>
                  <a:lnTo>
                    <a:pt x="111" y="346"/>
                  </a:lnTo>
                  <a:lnTo>
                    <a:pt x="93" y="345"/>
                  </a:lnTo>
                  <a:lnTo>
                    <a:pt x="83" y="342"/>
                  </a:lnTo>
                  <a:lnTo>
                    <a:pt x="72" y="340"/>
                  </a:lnTo>
                  <a:lnTo>
                    <a:pt x="64" y="338"/>
                  </a:lnTo>
                  <a:lnTo>
                    <a:pt x="54" y="333"/>
                  </a:lnTo>
                  <a:lnTo>
                    <a:pt x="47" y="327"/>
                  </a:lnTo>
                  <a:lnTo>
                    <a:pt x="40" y="321"/>
                  </a:lnTo>
                  <a:lnTo>
                    <a:pt x="34" y="312"/>
                  </a:lnTo>
                  <a:lnTo>
                    <a:pt x="29" y="303"/>
                  </a:lnTo>
                  <a:lnTo>
                    <a:pt x="29" y="303"/>
                  </a:lnTo>
                  <a:lnTo>
                    <a:pt x="25" y="292"/>
                  </a:lnTo>
                  <a:lnTo>
                    <a:pt x="24" y="282"/>
                  </a:lnTo>
                  <a:lnTo>
                    <a:pt x="23" y="274"/>
                  </a:lnTo>
                  <a:lnTo>
                    <a:pt x="22" y="265"/>
                  </a:lnTo>
                  <a:lnTo>
                    <a:pt x="23" y="258"/>
                  </a:lnTo>
                  <a:lnTo>
                    <a:pt x="24" y="252"/>
                  </a:lnTo>
                  <a:lnTo>
                    <a:pt x="28" y="240"/>
                  </a:lnTo>
                  <a:lnTo>
                    <a:pt x="34" y="229"/>
                  </a:lnTo>
                  <a:lnTo>
                    <a:pt x="41" y="220"/>
                  </a:lnTo>
                  <a:lnTo>
                    <a:pt x="48" y="213"/>
                  </a:lnTo>
                  <a:lnTo>
                    <a:pt x="55" y="207"/>
                  </a:lnTo>
                  <a:lnTo>
                    <a:pt x="55" y="207"/>
                  </a:lnTo>
                  <a:lnTo>
                    <a:pt x="61" y="202"/>
                  </a:lnTo>
                  <a:lnTo>
                    <a:pt x="64" y="197"/>
                  </a:lnTo>
                  <a:lnTo>
                    <a:pt x="66" y="194"/>
                  </a:lnTo>
                  <a:lnTo>
                    <a:pt x="65" y="191"/>
                  </a:lnTo>
                  <a:lnTo>
                    <a:pt x="64" y="190"/>
                  </a:lnTo>
                  <a:lnTo>
                    <a:pt x="63" y="188"/>
                  </a:lnTo>
                  <a:lnTo>
                    <a:pt x="59" y="184"/>
                  </a:lnTo>
                  <a:lnTo>
                    <a:pt x="59" y="184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583">
              <a:extLst>
                <a:ext uri="{FF2B5EF4-FFF2-40B4-BE49-F238E27FC236}">
                  <a16:creationId xmlns:a16="http://schemas.microsoft.com/office/drawing/2014/main" id="{5326B70C-2897-5E49-BEC0-04DF12F0B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813" y="4713288"/>
              <a:ext cx="185738" cy="361950"/>
            </a:xfrm>
            <a:custGeom>
              <a:avLst/>
              <a:gdLst>
                <a:gd name="T0" fmla="*/ 233 w 233"/>
                <a:gd name="T1" fmla="*/ 456 h 456"/>
                <a:gd name="T2" fmla="*/ 214 w 233"/>
                <a:gd name="T3" fmla="*/ 456 h 456"/>
                <a:gd name="T4" fmla="*/ 214 w 233"/>
                <a:gd name="T5" fmla="*/ 305 h 456"/>
                <a:gd name="T6" fmla="*/ 214 w 233"/>
                <a:gd name="T7" fmla="*/ 305 h 456"/>
                <a:gd name="T8" fmla="*/ 212 w 233"/>
                <a:gd name="T9" fmla="*/ 277 h 456"/>
                <a:gd name="T10" fmla="*/ 209 w 233"/>
                <a:gd name="T11" fmla="*/ 253 h 456"/>
                <a:gd name="T12" fmla="*/ 209 w 233"/>
                <a:gd name="T13" fmla="*/ 253 h 456"/>
                <a:gd name="T14" fmla="*/ 206 w 233"/>
                <a:gd name="T15" fmla="*/ 237 h 456"/>
                <a:gd name="T16" fmla="*/ 201 w 233"/>
                <a:gd name="T17" fmla="*/ 223 h 456"/>
                <a:gd name="T18" fmla="*/ 197 w 233"/>
                <a:gd name="T19" fmla="*/ 210 h 456"/>
                <a:gd name="T20" fmla="*/ 191 w 233"/>
                <a:gd name="T21" fmla="*/ 195 h 456"/>
                <a:gd name="T22" fmla="*/ 185 w 233"/>
                <a:gd name="T23" fmla="*/ 183 h 456"/>
                <a:gd name="T24" fmla="*/ 179 w 233"/>
                <a:gd name="T25" fmla="*/ 170 h 456"/>
                <a:gd name="T26" fmla="*/ 163 w 233"/>
                <a:gd name="T27" fmla="*/ 147 h 456"/>
                <a:gd name="T28" fmla="*/ 147 w 233"/>
                <a:gd name="T29" fmla="*/ 126 h 456"/>
                <a:gd name="T30" fmla="*/ 129 w 233"/>
                <a:gd name="T31" fmla="*/ 107 h 456"/>
                <a:gd name="T32" fmla="*/ 111 w 233"/>
                <a:gd name="T33" fmla="*/ 89 h 456"/>
                <a:gd name="T34" fmla="*/ 93 w 233"/>
                <a:gd name="T35" fmla="*/ 74 h 456"/>
                <a:gd name="T36" fmla="*/ 76 w 233"/>
                <a:gd name="T37" fmla="*/ 61 h 456"/>
                <a:gd name="T38" fmla="*/ 59 w 233"/>
                <a:gd name="T39" fmla="*/ 49 h 456"/>
                <a:gd name="T40" fmla="*/ 43 w 233"/>
                <a:gd name="T41" fmla="*/ 39 h 456"/>
                <a:gd name="T42" fmla="*/ 29 w 233"/>
                <a:gd name="T43" fmla="*/ 32 h 456"/>
                <a:gd name="T44" fmla="*/ 8 w 233"/>
                <a:gd name="T45" fmla="*/ 21 h 456"/>
                <a:gd name="T46" fmla="*/ 0 w 233"/>
                <a:gd name="T47" fmla="*/ 17 h 456"/>
                <a:gd name="T48" fmla="*/ 7 w 233"/>
                <a:gd name="T49" fmla="*/ 0 h 456"/>
                <a:gd name="T50" fmla="*/ 7 w 233"/>
                <a:gd name="T51" fmla="*/ 0 h 456"/>
                <a:gd name="T52" fmla="*/ 18 w 233"/>
                <a:gd name="T53" fmla="*/ 4 h 456"/>
                <a:gd name="T54" fmla="*/ 39 w 233"/>
                <a:gd name="T55" fmla="*/ 16 h 456"/>
                <a:gd name="T56" fmla="*/ 55 w 233"/>
                <a:gd name="T57" fmla="*/ 25 h 456"/>
                <a:gd name="T58" fmla="*/ 71 w 233"/>
                <a:gd name="T59" fmla="*/ 34 h 456"/>
                <a:gd name="T60" fmla="*/ 89 w 233"/>
                <a:gd name="T61" fmla="*/ 46 h 456"/>
                <a:gd name="T62" fmla="*/ 107 w 233"/>
                <a:gd name="T63" fmla="*/ 61 h 456"/>
                <a:gd name="T64" fmla="*/ 126 w 233"/>
                <a:gd name="T65" fmla="*/ 77 h 456"/>
                <a:gd name="T66" fmla="*/ 145 w 233"/>
                <a:gd name="T67" fmla="*/ 95 h 456"/>
                <a:gd name="T68" fmla="*/ 163 w 233"/>
                <a:gd name="T69" fmla="*/ 115 h 456"/>
                <a:gd name="T70" fmla="*/ 180 w 233"/>
                <a:gd name="T71" fmla="*/ 137 h 456"/>
                <a:gd name="T72" fmla="*/ 195 w 233"/>
                <a:gd name="T73" fmla="*/ 161 h 456"/>
                <a:gd name="T74" fmla="*/ 203 w 233"/>
                <a:gd name="T75" fmla="*/ 174 h 456"/>
                <a:gd name="T76" fmla="*/ 209 w 233"/>
                <a:gd name="T77" fmla="*/ 189 h 456"/>
                <a:gd name="T78" fmla="*/ 215 w 233"/>
                <a:gd name="T79" fmla="*/ 202 h 456"/>
                <a:gd name="T80" fmla="*/ 220 w 233"/>
                <a:gd name="T81" fmla="*/ 218 h 456"/>
                <a:gd name="T82" fmla="*/ 224 w 233"/>
                <a:gd name="T83" fmla="*/ 234 h 456"/>
                <a:gd name="T84" fmla="*/ 228 w 233"/>
                <a:gd name="T85" fmla="*/ 249 h 456"/>
                <a:gd name="T86" fmla="*/ 228 w 233"/>
                <a:gd name="T87" fmla="*/ 249 h 456"/>
                <a:gd name="T88" fmla="*/ 232 w 233"/>
                <a:gd name="T89" fmla="*/ 276 h 456"/>
                <a:gd name="T90" fmla="*/ 233 w 233"/>
                <a:gd name="T91" fmla="*/ 305 h 456"/>
                <a:gd name="T92" fmla="*/ 233 w 233"/>
                <a:gd name="T9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3" h="456">
                  <a:moveTo>
                    <a:pt x="233" y="456"/>
                  </a:moveTo>
                  <a:lnTo>
                    <a:pt x="214" y="456"/>
                  </a:lnTo>
                  <a:lnTo>
                    <a:pt x="214" y="305"/>
                  </a:lnTo>
                  <a:lnTo>
                    <a:pt x="214" y="305"/>
                  </a:lnTo>
                  <a:lnTo>
                    <a:pt x="212" y="277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06" y="237"/>
                  </a:lnTo>
                  <a:lnTo>
                    <a:pt x="201" y="223"/>
                  </a:lnTo>
                  <a:lnTo>
                    <a:pt x="197" y="210"/>
                  </a:lnTo>
                  <a:lnTo>
                    <a:pt x="191" y="195"/>
                  </a:lnTo>
                  <a:lnTo>
                    <a:pt x="185" y="183"/>
                  </a:lnTo>
                  <a:lnTo>
                    <a:pt x="179" y="170"/>
                  </a:lnTo>
                  <a:lnTo>
                    <a:pt x="163" y="147"/>
                  </a:lnTo>
                  <a:lnTo>
                    <a:pt x="147" y="126"/>
                  </a:lnTo>
                  <a:lnTo>
                    <a:pt x="129" y="107"/>
                  </a:lnTo>
                  <a:lnTo>
                    <a:pt x="111" y="89"/>
                  </a:lnTo>
                  <a:lnTo>
                    <a:pt x="93" y="74"/>
                  </a:lnTo>
                  <a:lnTo>
                    <a:pt x="76" y="61"/>
                  </a:lnTo>
                  <a:lnTo>
                    <a:pt x="59" y="49"/>
                  </a:lnTo>
                  <a:lnTo>
                    <a:pt x="43" y="39"/>
                  </a:lnTo>
                  <a:lnTo>
                    <a:pt x="29" y="32"/>
                  </a:lnTo>
                  <a:lnTo>
                    <a:pt x="8" y="21"/>
                  </a:lnTo>
                  <a:lnTo>
                    <a:pt x="0" y="17"/>
                  </a:lnTo>
                  <a:lnTo>
                    <a:pt x="7" y="0"/>
                  </a:lnTo>
                  <a:lnTo>
                    <a:pt x="7" y="0"/>
                  </a:lnTo>
                  <a:lnTo>
                    <a:pt x="18" y="4"/>
                  </a:lnTo>
                  <a:lnTo>
                    <a:pt x="39" y="16"/>
                  </a:lnTo>
                  <a:lnTo>
                    <a:pt x="55" y="25"/>
                  </a:lnTo>
                  <a:lnTo>
                    <a:pt x="71" y="34"/>
                  </a:lnTo>
                  <a:lnTo>
                    <a:pt x="89" y="46"/>
                  </a:lnTo>
                  <a:lnTo>
                    <a:pt x="107" y="61"/>
                  </a:lnTo>
                  <a:lnTo>
                    <a:pt x="126" y="77"/>
                  </a:lnTo>
                  <a:lnTo>
                    <a:pt x="145" y="95"/>
                  </a:lnTo>
                  <a:lnTo>
                    <a:pt x="163" y="115"/>
                  </a:lnTo>
                  <a:lnTo>
                    <a:pt x="180" y="137"/>
                  </a:lnTo>
                  <a:lnTo>
                    <a:pt x="195" y="161"/>
                  </a:lnTo>
                  <a:lnTo>
                    <a:pt x="203" y="174"/>
                  </a:lnTo>
                  <a:lnTo>
                    <a:pt x="209" y="189"/>
                  </a:lnTo>
                  <a:lnTo>
                    <a:pt x="215" y="202"/>
                  </a:lnTo>
                  <a:lnTo>
                    <a:pt x="220" y="218"/>
                  </a:lnTo>
                  <a:lnTo>
                    <a:pt x="224" y="234"/>
                  </a:lnTo>
                  <a:lnTo>
                    <a:pt x="228" y="249"/>
                  </a:lnTo>
                  <a:lnTo>
                    <a:pt x="228" y="249"/>
                  </a:lnTo>
                  <a:lnTo>
                    <a:pt x="232" y="276"/>
                  </a:lnTo>
                  <a:lnTo>
                    <a:pt x="233" y="305"/>
                  </a:lnTo>
                  <a:lnTo>
                    <a:pt x="233" y="456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584">
              <a:extLst>
                <a:ext uri="{FF2B5EF4-FFF2-40B4-BE49-F238E27FC236}">
                  <a16:creationId xmlns:a16="http://schemas.microsoft.com/office/drawing/2014/main" id="{14D9B330-2563-C84E-A750-A21F0D682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438" y="4856163"/>
              <a:ext cx="106363" cy="215900"/>
            </a:xfrm>
            <a:custGeom>
              <a:avLst/>
              <a:gdLst>
                <a:gd name="T0" fmla="*/ 0 w 135"/>
                <a:gd name="T1" fmla="*/ 272 h 272"/>
                <a:gd name="T2" fmla="*/ 0 w 135"/>
                <a:gd name="T3" fmla="*/ 272 h 272"/>
                <a:gd name="T4" fmla="*/ 0 w 135"/>
                <a:gd name="T5" fmla="*/ 262 h 272"/>
                <a:gd name="T6" fmla="*/ 2 w 135"/>
                <a:gd name="T7" fmla="*/ 238 h 272"/>
                <a:gd name="T8" fmla="*/ 3 w 135"/>
                <a:gd name="T9" fmla="*/ 221 h 272"/>
                <a:gd name="T10" fmla="*/ 5 w 135"/>
                <a:gd name="T11" fmla="*/ 201 h 272"/>
                <a:gd name="T12" fmla="*/ 9 w 135"/>
                <a:gd name="T13" fmla="*/ 181 h 272"/>
                <a:gd name="T14" fmla="*/ 14 w 135"/>
                <a:gd name="T15" fmla="*/ 159 h 272"/>
                <a:gd name="T16" fmla="*/ 20 w 135"/>
                <a:gd name="T17" fmla="*/ 136 h 272"/>
                <a:gd name="T18" fmla="*/ 28 w 135"/>
                <a:gd name="T19" fmla="*/ 113 h 272"/>
                <a:gd name="T20" fmla="*/ 39 w 135"/>
                <a:gd name="T21" fmla="*/ 90 h 272"/>
                <a:gd name="T22" fmla="*/ 51 w 135"/>
                <a:gd name="T23" fmla="*/ 68 h 272"/>
                <a:gd name="T24" fmla="*/ 58 w 135"/>
                <a:gd name="T25" fmla="*/ 59 h 272"/>
                <a:gd name="T26" fmla="*/ 67 w 135"/>
                <a:gd name="T27" fmla="*/ 48 h 272"/>
                <a:gd name="T28" fmla="*/ 75 w 135"/>
                <a:gd name="T29" fmla="*/ 38 h 272"/>
                <a:gd name="T30" fmla="*/ 85 w 135"/>
                <a:gd name="T31" fmla="*/ 30 h 272"/>
                <a:gd name="T32" fmla="*/ 95 w 135"/>
                <a:gd name="T33" fmla="*/ 21 h 272"/>
                <a:gd name="T34" fmla="*/ 106 w 135"/>
                <a:gd name="T35" fmla="*/ 13 h 272"/>
                <a:gd name="T36" fmla="*/ 118 w 135"/>
                <a:gd name="T37" fmla="*/ 6 h 272"/>
                <a:gd name="T38" fmla="*/ 131 w 135"/>
                <a:gd name="T39" fmla="*/ 0 h 272"/>
                <a:gd name="T40" fmla="*/ 135 w 135"/>
                <a:gd name="T41" fmla="*/ 8 h 272"/>
                <a:gd name="T42" fmla="*/ 135 w 135"/>
                <a:gd name="T43" fmla="*/ 8 h 272"/>
                <a:gd name="T44" fmla="*/ 123 w 135"/>
                <a:gd name="T45" fmla="*/ 14 h 272"/>
                <a:gd name="T46" fmla="*/ 112 w 135"/>
                <a:gd name="T47" fmla="*/ 21 h 272"/>
                <a:gd name="T48" fmla="*/ 101 w 135"/>
                <a:gd name="T49" fmla="*/ 29 h 272"/>
                <a:gd name="T50" fmla="*/ 91 w 135"/>
                <a:gd name="T51" fmla="*/ 37 h 272"/>
                <a:gd name="T52" fmla="*/ 81 w 135"/>
                <a:gd name="T53" fmla="*/ 45 h 272"/>
                <a:gd name="T54" fmla="*/ 73 w 135"/>
                <a:gd name="T55" fmla="*/ 55 h 272"/>
                <a:gd name="T56" fmla="*/ 66 w 135"/>
                <a:gd name="T57" fmla="*/ 65 h 272"/>
                <a:gd name="T58" fmla="*/ 58 w 135"/>
                <a:gd name="T59" fmla="*/ 75 h 272"/>
                <a:gd name="T60" fmla="*/ 46 w 135"/>
                <a:gd name="T61" fmla="*/ 96 h 272"/>
                <a:gd name="T62" fmla="*/ 37 w 135"/>
                <a:gd name="T63" fmla="*/ 118 h 272"/>
                <a:gd name="T64" fmla="*/ 28 w 135"/>
                <a:gd name="T65" fmla="*/ 140 h 272"/>
                <a:gd name="T66" fmla="*/ 22 w 135"/>
                <a:gd name="T67" fmla="*/ 162 h 272"/>
                <a:gd name="T68" fmla="*/ 17 w 135"/>
                <a:gd name="T69" fmla="*/ 183 h 272"/>
                <a:gd name="T70" fmla="*/ 14 w 135"/>
                <a:gd name="T71" fmla="*/ 204 h 272"/>
                <a:gd name="T72" fmla="*/ 13 w 135"/>
                <a:gd name="T73" fmla="*/ 222 h 272"/>
                <a:gd name="T74" fmla="*/ 10 w 135"/>
                <a:gd name="T75" fmla="*/ 238 h 272"/>
                <a:gd name="T76" fmla="*/ 10 w 135"/>
                <a:gd name="T77" fmla="*/ 262 h 272"/>
                <a:gd name="T78" fmla="*/ 10 w 135"/>
                <a:gd name="T79" fmla="*/ 272 h 272"/>
                <a:gd name="T80" fmla="*/ 0 w 135"/>
                <a:gd name="T81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5" h="272">
                  <a:moveTo>
                    <a:pt x="0" y="272"/>
                  </a:moveTo>
                  <a:lnTo>
                    <a:pt x="0" y="272"/>
                  </a:lnTo>
                  <a:lnTo>
                    <a:pt x="0" y="262"/>
                  </a:lnTo>
                  <a:lnTo>
                    <a:pt x="2" y="238"/>
                  </a:lnTo>
                  <a:lnTo>
                    <a:pt x="3" y="221"/>
                  </a:lnTo>
                  <a:lnTo>
                    <a:pt x="5" y="201"/>
                  </a:lnTo>
                  <a:lnTo>
                    <a:pt x="9" y="181"/>
                  </a:lnTo>
                  <a:lnTo>
                    <a:pt x="14" y="159"/>
                  </a:lnTo>
                  <a:lnTo>
                    <a:pt x="20" y="136"/>
                  </a:lnTo>
                  <a:lnTo>
                    <a:pt x="28" y="113"/>
                  </a:lnTo>
                  <a:lnTo>
                    <a:pt x="39" y="90"/>
                  </a:lnTo>
                  <a:lnTo>
                    <a:pt x="51" y="68"/>
                  </a:lnTo>
                  <a:lnTo>
                    <a:pt x="58" y="59"/>
                  </a:lnTo>
                  <a:lnTo>
                    <a:pt x="67" y="48"/>
                  </a:lnTo>
                  <a:lnTo>
                    <a:pt x="75" y="38"/>
                  </a:lnTo>
                  <a:lnTo>
                    <a:pt x="85" y="30"/>
                  </a:lnTo>
                  <a:lnTo>
                    <a:pt x="95" y="21"/>
                  </a:lnTo>
                  <a:lnTo>
                    <a:pt x="106" y="13"/>
                  </a:lnTo>
                  <a:lnTo>
                    <a:pt x="118" y="6"/>
                  </a:lnTo>
                  <a:lnTo>
                    <a:pt x="131" y="0"/>
                  </a:lnTo>
                  <a:lnTo>
                    <a:pt x="135" y="8"/>
                  </a:lnTo>
                  <a:lnTo>
                    <a:pt x="135" y="8"/>
                  </a:lnTo>
                  <a:lnTo>
                    <a:pt x="123" y="14"/>
                  </a:lnTo>
                  <a:lnTo>
                    <a:pt x="112" y="21"/>
                  </a:lnTo>
                  <a:lnTo>
                    <a:pt x="101" y="29"/>
                  </a:lnTo>
                  <a:lnTo>
                    <a:pt x="91" y="37"/>
                  </a:lnTo>
                  <a:lnTo>
                    <a:pt x="81" y="45"/>
                  </a:lnTo>
                  <a:lnTo>
                    <a:pt x="73" y="55"/>
                  </a:lnTo>
                  <a:lnTo>
                    <a:pt x="66" y="65"/>
                  </a:lnTo>
                  <a:lnTo>
                    <a:pt x="58" y="75"/>
                  </a:lnTo>
                  <a:lnTo>
                    <a:pt x="46" y="96"/>
                  </a:lnTo>
                  <a:lnTo>
                    <a:pt x="37" y="118"/>
                  </a:lnTo>
                  <a:lnTo>
                    <a:pt x="28" y="140"/>
                  </a:lnTo>
                  <a:lnTo>
                    <a:pt x="22" y="162"/>
                  </a:lnTo>
                  <a:lnTo>
                    <a:pt x="17" y="183"/>
                  </a:lnTo>
                  <a:lnTo>
                    <a:pt x="14" y="204"/>
                  </a:lnTo>
                  <a:lnTo>
                    <a:pt x="13" y="222"/>
                  </a:lnTo>
                  <a:lnTo>
                    <a:pt x="10" y="238"/>
                  </a:lnTo>
                  <a:lnTo>
                    <a:pt x="10" y="262"/>
                  </a:lnTo>
                  <a:lnTo>
                    <a:pt x="10" y="272"/>
                  </a:lnTo>
                  <a:lnTo>
                    <a:pt x="0" y="272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4E96440E-0B1F-9A44-B582-ADF6A4BBD1DF}"/>
              </a:ext>
            </a:extLst>
          </p:cNvPr>
          <p:cNvGrpSpPr/>
          <p:nvPr/>
        </p:nvGrpSpPr>
        <p:grpSpPr>
          <a:xfrm>
            <a:off x="1312563" y="3742196"/>
            <a:ext cx="4155202" cy="2285548"/>
            <a:chOff x="5921376" y="2249488"/>
            <a:chExt cx="1760538" cy="968375"/>
          </a:xfrm>
          <a:effectLst>
            <a:outerShdw blurRad="317500" sx="102000" sy="102000" algn="ctr" rotWithShape="0">
              <a:schemeClr val="accent1">
                <a:lumMod val="75000"/>
                <a:alpha val="25000"/>
              </a:schemeClr>
            </a:outerShdw>
          </a:effectLst>
        </p:grpSpPr>
        <p:sp>
          <p:nvSpPr>
            <p:cNvPr id="20" name="Freeform 490">
              <a:extLst>
                <a:ext uri="{FF2B5EF4-FFF2-40B4-BE49-F238E27FC236}">
                  <a16:creationId xmlns:a16="http://schemas.microsoft.com/office/drawing/2014/main" id="{7C8FF2A7-0B24-5C40-B419-B5BFEA3A7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1376" y="2314575"/>
              <a:ext cx="879475" cy="903288"/>
            </a:xfrm>
            <a:custGeom>
              <a:avLst/>
              <a:gdLst>
                <a:gd name="T0" fmla="*/ 1093 w 1107"/>
                <a:gd name="T1" fmla="*/ 1136 h 1136"/>
                <a:gd name="T2" fmla="*/ 15 w 1107"/>
                <a:gd name="T3" fmla="*/ 1136 h 1136"/>
                <a:gd name="T4" fmla="*/ 15 w 1107"/>
                <a:gd name="T5" fmla="*/ 1136 h 1136"/>
                <a:gd name="T6" fmla="*/ 9 w 1107"/>
                <a:gd name="T7" fmla="*/ 1135 h 1136"/>
                <a:gd name="T8" fmla="*/ 4 w 1107"/>
                <a:gd name="T9" fmla="*/ 1132 h 1136"/>
                <a:gd name="T10" fmla="*/ 1 w 1107"/>
                <a:gd name="T11" fmla="*/ 1127 h 1136"/>
                <a:gd name="T12" fmla="*/ 0 w 1107"/>
                <a:gd name="T13" fmla="*/ 1121 h 1136"/>
                <a:gd name="T14" fmla="*/ 0 w 1107"/>
                <a:gd name="T15" fmla="*/ 15 h 1136"/>
                <a:gd name="T16" fmla="*/ 0 w 1107"/>
                <a:gd name="T17" fmla="*/ 15 h 1136"/>
                <a:gd name="T18" fmla="*/ 1 w 1107"/>
                <a:gd name="T19" fmla="*/ 9 h 1136"/>
                <a:gd name="T20" fmla="*/ 4 w 1107"/>
                <a:gd name="T21" fmla="*/ 5 h 1136"/>
                <a:gd name="T22" fmla="*/ 9 w 1107"/>
                <a:gd name="T23" fmla="*/ 1 h 1136"/>
                <a:gd name="T24" fmla="*/ 15 w 1107"/>
                <a:gd name="T25" fmla="*/ 0 h 1136"/>
                <a:gd name="T26" fmla="*/ 1093 w 1107"/>
                <a:gd name="T27" fmla="*/ 0 h 1136"/>
                <a:gd name="T28" fmla="*/ 1093 w 1107"/>
                <a:gd name="T29" fmla="*/ 0 h 1136"/>
                <a:gd name="T30" fmla="*/ 1099 w 1107"/>
                <a:gd name="T31" fmla="*/ 1 h 1136"/>
                <a:gd name="T32" fmla="*/ 1104 w 1107"/>
                <a:gd name="T33" fmla="*/ 5 h 1136"/>
                <a:gd name="T34" fmla="*/ 1106 w 1107"/>
                <a:gd name="T35" fmla="*/ 9 h 1136"/>
                <a:gd name="T36" fmla="*/ 1107 w 1107"/>
                <a:gd name="T37" fmla="*/ 15 h 1136"/>
                <a:gd name="T38" fmla="*/ 1107 w 1107"/>
                <a:gd name="T39" fmla="*/ 1121 h 1136"/>
                <a:gd name="T40" fmla="*/ 1107 w 1107"/>
                <a:gd name="T41" fmla="*/ 1121 h 1136"/>
                <a:gd name="T42" fmla="*/ 1106 w 1107"/>
                <a:gd name="T43" fmla="*/ 1127 h 1136"/>
                <a:gd name="T44" fmla="*/ 1104 w 1107"/>
                <a:gd name="T45" fmla="*/ 1132 h 1136"/>
                <a:gd name="T46" fmla="*/ 1099 w 1107"/>
                <a:gd name="T47" fmla="*/ 1135 h 1136"/>
                <a:gd name="T48" fmla="*/ 1093 w 1107"/>
                <a:gd name="T49" fmla="*/ 1136 h 1136"/>
                <a:gd name="T50" fmla="*/ 1093 w 1107"/>
                <a:gd name="T51" fmla="*/ 1136 h 1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07" h="1136">
                  <a:moveTo>
                    <a:pt x="1093" y="1136"/>
                  </a:moveTo>
                  <a:lnTo>
                    <a:pt x="15" y="1136"/>
                  </a:lnTo>
                  <a:lnTo>
                    <a:pt x="15" y="1136"/>
                  </a:lnTo>
                  <a:lnTo>
                    <a:pt x="9" y="1135"/>
                  </a:lnTo>
                  <a:lnTo>
                    <a:pt x="4" y="1132"/>
                  </a:lnTo>
                  <a:lnTo>
                    <a:pt x="1" y="1127"/>
                  </a:lnTo>
                  <a:lnTo>
                    <a:pt x="0" y="1121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1" y="9"/>
                  </a:lnTo>
                  <a:lnTo>
                    <a:pt x="4" y="5"/>
                  </a:lnTo>
                  <a:lnTo>
                    <a:pt x="9" y="1"/>
                  </a:lnTo>
                  <a:lnTo>
                    <a:pt x="15" y="0"/>
                  </a:lnTo>
                  <a:lnTo>
                    <a:pt x="1093" y="0"/>
                  </a:lnTo>
                  <a:lnTo>
                    <a:pt x="1093" y="0"/>
                  </a:lnTo>
                  <a:lnTo>
                    <a:pt x="1099" y="1"/>
                  </a:lnTo>
                  <a:lnTo>
                    <a:pt x="1104" y="5"/>
                  </a:lnTo>
                  <a:lnTo>
                    <a:pt x="1106" y="9"/>
                  </a:lnTo>
                  <a:lnTo>
                    <a:pt x="1107" y="15"/>
                  </a:lnTo>
                  <a:lnTo>
                    <a:pt x="1107" y="1121"/>
                  </a:lnTo>
                  <a:lnTo>
                    <a:pt x="1107" y="1121"/>
                  </a:lnTo>
                  <a:lnTo>
                    <a:pt x="1106" y="1127"/>
                  </a:lnTo>
                  <a:lnTo>
                    <a:pt x="1104" y="1132"/>
                  </a:lnTo>
                  <a:lnTo>
                    <a:pt x="1099" y="1135"/>
                  </a:lnTo>
                  <a:lnTo>
                    <a:pt x="1093" y="1136"/>
                  </a:lnTo>
                  <a:lnTo>
                    <a:pt x="1093" y="113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Rectangle 491">
              <a:extLst>
                <a:ext uri="{FF2B5EF4-FFF2-40B4-BE49-F238E27FC236}">
                  <a16:creationId xmlns:a16="http://schemas.microsoft.com/office/drawing/2014/main" id="{D3CE2A9B-8EB2-AF46-9CD3-565D110D9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8688" y="2339975"/>
              <a:ext cx="792163" cy="814388"/>
            </a:xfrm>
            <a:prstGeom prst="rect">
              <a:avLst/>
            </a:prstGeom>
            <a:solidFill>
              <a:schemeClr val="accent5">
                <a:lumMod val="9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492">
              <a:extLst>
                <a:ext uri="{FF2B5EF4-FFF2-40B4-BE49-F238E27FC236}">
                  <a16:creationId xmlns:a16="http://schemas.microsoft.com/office/drawing/2014/main" id="{402B3318-C075-5F41-9EF8-77688C7CD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701" y="2249488"/>
              <a:ext cx="819150" cy="904875"/>
            </a:xfrm>
            <a:custGeom>
              <a:avLst/>
              <a:gdLst>
                <a:gd name="T0" fmla="*/ 0 w 1033"/>
                <a:gd name="T1" fmla="*/ 1141 h 1141"/>
                <a:gd name="T2" fmla="*/ 0 w 1033"/>
                <a:gd name="T3" fmla="*/ 1141 h 1141"/>
                <a:gd name="T4" fmla="*/ 0 w 1033"/>
                <a:gd name="T5" fmla="*/ 1141 h 1141"/>
                <a:gd name="T6" fmla="*/ 63 w 1033"/>
                <a:gd name="T7" fmla="*/ 1122 h 1141"/>
                <a:gd name="T8" fmla="*/ 127 w 1033"/>
                <a:gd name="T9" fmla="*/ 1105 h 1141"/>
                <a:gd name="T10" fmla="*/ 192 w 1033"/>
                <a:gd name="T11" fmla="*/ 1092 h 1141"/>
                <a:gd name="T12" fmla="*/ 257 w 1033"/>
                <a:gd name="T13" fmla="*/ 1080 h 1141"/>
                <a:gd name="T14" fmla="*/ 321 w 1033"/>
                <a:gd name="T15" fmla="*/ 1072 h 1141"/>
                <a:gd name="T16" fmla="*/ 386 w 1033"/>
                <a:gd name="T17" fmla="*/ 1066 h 1141"/>
                <a:gd name="T18" fmla="*/ 452 w 1033"/>
                <a:gd name="T19" fmla="*/ 1061 h 1141"/>
                <a:gd name="T20" fmla="*/ 517 w 1033"/>
                <a:gd name="T21" fmla="*/ 1060 h 1141"/>
                <a:gd name="T22" fmla="*/ 582 w 1033"/>
                <a:gd name="T23" fmla="*/ 1061 h 1141"/>
                <a:gd name="T24" fmla="*/ 647 w 1033"/>
                <a:gd name="T25" fmla="*/ 1066 h 1141"/>
                <a:gd name="T26" fmla="*/ 713 w 1033"/>
                <a:gd name="T27" fmla="*/ 1072 h 1141"/>
                <a:gd name="T28" fmla="*/ 778 w 1033"/>
                <a:gd name="T29" fmla="*/ 1080 h 1141"/>
                <a:gd name="T30" fmla="*/ 842 w 1033"/>
                <a:gd name="T31" fmla="*/ 1092 h 1141"/>
                <a:gd name="T32" fmla="*/ 906 w 1033"/>
                <a:gd name="T33" fmla="*/ 1105 h 1141"/>
                <a:gd name="T34" fmla="*/ 970 w 1033"/>
                <a:gd name="T35" fmla="*/ 1122 h 1141"/>
                <a:gd name="T36" fmla="*/ 1033 w 1033"/>
                <a:gd name="T37" fmla="*/ 1141 h 1141"/>
                <a:gd name="T38" fmla="*/ 1033 w 1033"/>
                <a:gd name="T39" fmla="*/ 1141 h 1141"/>
                <a:gd name="T40" fmla="*/ 1033 w 1033"/>
                <a:gd name="T41" fmla="*/ 81 h 1141"/>
                <a:gd name="T42" fmla="*/ 1033 w 1033"/>
                <a:gd name="T43" fmla="*/ 81 h 1141"/>
                <a:gd name="T44" fmla="*/ 1033 w 1033"/>
                <a:gd name="T45" fmla="*/ 81 h 1141"/>
                <a:gd name="T46" fmla="*/ 970 w 1033"/>
                <a:gd name="T47" fmla="*/ 62 h 1141"/>
                <a:gd name="T48" fmla="*/ 906 w 1033"/>
                <a:gd name="T49" fmla="*/ 45 h 1141"/>
                <a:gd name="T50" fmla="*/ 842 w 1033"/>
                <a:gd name="T51" fmla="*/ 32 h 1141"/>
                <a:gd name="T52" fmla="*/ 778 w 1033"/>
                <a:gd name="T53" fmla="*/ 20 h 1141"/>
                <a:gd name="T54" fmla="*/ 713 w 1033"/>
                <a:gd name="T55" fmla="*/ 11 h 1141"/>
                <a:gd name="T56" fmla="*/ 647 w 1033"/>
                <a:gd name="T57" fmla="*/ 5 h 1141"/>
                <a:gd name="T58" fmla="*/ 582 w 1033"/>
                <a:gd name="T59" fmla="*/ 1 h 1141"/>
                <a:gd name="T60" fmla="*/ 517 w 1033"/>
                <a:gd name="T61" fmla="*/ 0 h 1141"/>
                <a:gd name="T62" fmla="*/ 452 w 1033"/>
                <a:gd name="T63" fmla="*/ 1 h 1141"/>
                <a:gd name="T64" fmla="*/ 386 w 1033"/>
                <a:gd name="T65" fmla="*/ 5 h 1141"/>
                <a:gd name="T66" fmla="*/ 321 w 1033"/>
                <a:gd name="T67" fmla="*/ 11 h 1141"/>
                <a:gd name="T68" fmla="*/ 257 w 1033"/>
                <a:gd name="T69" fmla="*/ 20 h 1141"/>
                <a:gd name="T70" fmla="*/ 192 w 1033"/>
                <a:gd name="T71" fmla="*/ 32 h 1141"/>
                <a:gd name="T72" fmla="*/ 127 w 1033"/>
                <a:gd name="T73" fmla="*/ 45 h 1141"/>
                <a:gd name="T74" fmla="*/ 63 w 1033"/>
                <a:gd name="T75" fmla="*/ 62 h 1141"/>
                <a:gd name="T76" fmla="*/ 0 w 1033"/>
                <a:gd name="T77" fmla="*/ 81 h 1141"/>
                <a:gd name="T78" fmla="*/ 0 w 1033"/>
                <a:gd name="T79" fmla="*/ 81 h 1141"/>
                <a:gd name="T80" fmla="*/ 0 w 1033"/>
                <a:gd name="T81" fmla="*/ 1141 h 1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33" h="1141">
                  <a:moveTo>
                    <a:pt x="0" y="1141"/>
                  </a:moveTo>
                  <a:lnTo>
                    <a:pt x="0" y="1141"/>
                  </a:lnTo>
                  <a:lnTo>
                    <a:pt x="0" y="1141"/>
                  </a:lnTo>
                  <a:lnTo>
                    <a:pt x="63" y="1122"/>
                  </a:lnTo>
                  <a:lnTo>
                    <a:pt x="127" y="1105"/>
                  </a:lnTo>
                  <a:lnTo>
                    <a:pt x="192" y="1092"/>
                  </a:lnTo>
                  <a:lnTo>
                    <a:pt x="257" y="1080"/>
                  </a:lnTo>
                  <a:lnTo>
                    <a:pt x="321" y="1072"/>
                  </a:lnTo>
                  <a:lnTo>
                    <a:pt x="386" y="1066"/>
                  </a:lnTo>
                  <a:lnTo>
                    <a:pt x="452" y="1061"/>
                  </a:lnTo>
                  <a:lnTo>
                    <a:pt x="517" y="1060"/>
                  </a:lnTo>
                  <a:lnTo>
                    <a:pt x="582" y="1061"/>
                  </a:lnTo>
                  <a:lnTo>
                    <a:pt x="647" y="1066"/>
                  </a:lnTo>
                  <a:lnTo>
                    <a:pt x="713" y="1072"/>
                  </a:lnTo>
                  <a:lnTo>
                    <a:pt x="778" y="1080"/>
                  </a:lnTo>
                  <a:lnTo>
                    <a:pt x="842" y="1092"/>
                  </a:lnTo>
                  <a:lnTo>
                    <a:pt x="906" y="1105"/>
                  </a:lnTo>
                  <a:lnTo>
                    <a:pt x="970" y="1122"/>
                  </a:lnTo>
                  <a:lnTo>
                    <a:pt x="1033" y="1141"/>
                  </a:lnTo>
                  <a:lnTo>
                    <a:pt x="1033" y="1141"/>
                  </a:lnTo>
                  <a:lnTo>
                    <a:pt x="1033" y="81"/>
                  </a:lnTo>
                  <a:lnTo>
                    <a:pt x="1033" y="81"/>
                  </a:lnTo>
                  <a:lnTo>
                    <a:pt x="1033" y="81"/>
                  </a:lnTo>
                  <a:lnTo>
                    <a:pt x="970" y="62"/>
                  </a:lnTo>
                  <a:lnTo>
                    <a:pt x="906" y="45"/>
                  </a:lnTo>
                  <a:lnTo>
                    <a:pt x="842" y="32"/>
                  </a:lnTo>
                  <a:lnTo>
                    <a:pt x="778" y="20"/>
                  </a:lnTo>
                  <a:lnTo>
                    <a:pt x="713" y="11"/>
                  </a:lnTo>
                  <a:lnTo>
                    <a:pt x="647" y="5"/>
                  </a:lnTo>
                  <a:lnTo>
                    <a:pt x="582" y="1"/>
                  </a:lnTo>
                  <a:lnTo>
                    <a:pt x="517" y="0"/>
                  </a:lnTo>
                  <a:lnTo>
                    <a:pt x="452" y="1"/>
                  </a:lnTo>
                  <a:lnTo>
                    <a:pt x="386" y="5"/>
                  </a:lnTo>
                  <a:lnTo>
                    <a:pt x="321" y="11"/>
                  </a:lnTo>
                  <a:lnTo>
                    <a:pt x="257" y="20"/>
                  </a:lnTo>
                  <a:lnTo>
                    <a:pt x="192" y="32"/>
                  </a:lnTo>
                  <a:lnTo>
                    <a:pt x="127" y="45"/>
                  </a:lnTo>
                  <a:lnTo>
                    <a:pt x="63" y="62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114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493">
              <a:extLst>
                <a:ext uri="{FF2B5EF4-FFF2-40B4-BE49-F238E27FC236}">
                  <a16:creationId xmlns:a16="http://schemas.microsoft.com/office/drawing/2014/main" id="{0603F0F1-B950-B942-A656-2C89B7E44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8063" y="2366963"/>
              <a:ext cx="633413" cy="49213"/>
            </a:xfrm>
            <a:custGeom>
              <a:avLst/>
              <a:gdLst>
                <a:gd name="T0" fmla="*/ 798 w 798"/>
                <a:gd name="T1" fmla="*/ 63 h 63"/>
                <a:gd name="T2" fmla="*/ 798 w 798"/>
                <a:gd name="T3" fmla="*/ 63 h 63"/>
                <a:gd name="T4" fmla="*/ 798 w 798"/>
                <a:gd name="T5" fmla="*/ 63 h 63"/>
                <a:gd name="T6" fmla="*/ 748 w 798"/>
                <a:gd name="T7" fmla="*/ 48 h 63"/>
                <a:gd name="T8" fmla="*/ 700 w 798"/>
                <a:gd name="T9" fmla="*/ 36 h 63"/>
                <a:gd name="T10" fmla="*/ 650 w 798"/>
                <a:gd name="T11" fmla="*/ 25 h 63"/>
                <a:gd name="T12" fmla="*/ 600 w 798"/>
                <a:gd name="T13" fmla="*/ 16 h 63"/>
                <a:gd name="T14" fmla="*/ 550 w 798"/>
                <a:gd name="T15" fmla="*/ 10 h 63"/>
                <a:gd name="T16" fmla="*/ 499 w 798"/>
                <a:gd name="T17" fmla="*/ 5 h 63"/>
                <a:gd name="T18" fmla="*/ 450 w 798"/>
                <a:gd name="T19" fmla="*/ 1 h 63"/>
                <a:gd name="T20" fmla="*/ 399 w 798"/>
                <a:gd name="T21" fmla="*/ 0 h 63"/>
                <a:gd name="T22" fmla="*/ 348 w 798"/>
                <a:gd name="T23" fmla="*/ 1 h 63"/>
                <a:gd name="T24" fmla="*/ 298 w 798"/>
                <a:gd name="T25" fmla="*/ 5 h 63"/>
                <a:gd name="T26" fmla="*/ 248 w 798"/>
                <a:gd name="T27" fmla="*/ 10 h 63"/>
                <a:gd name="T28" fmla="*/ 198 w 798"/>
                <a:gd name="T29" fmla="*/ 16 h 63"/>
                <a:gd name="T30" fmla="*/ 148 w 798"/>
                <a:gd name="T31" fmla="*/ 25 h 63"/>
                <a:gd name="T32" fmla="*/ 99 w 798"/>
                <a:gd name="T33" fmla="*/ 36 h 63"/>
                <a:gd name="T34" fmla="*/ 49 w 798"/>
                <a:gd name="T35" fmla="*/ 48 h 63"/>
                <a:gd name="T36" fmla="*/ 0 w 798"/>
                <a:gd name="T37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98" h="63">
                  <a:moveTo>
                    <a:pt x="798" y="63"/>
                  </a:moveTo>
                  <a:lnTo>
                    <a:pt x="798" y="63"/>
                  </a:lnTo>
                  <a:lnTo>
                    <a:pt x="798" y="63"/>
                  </a:lnTo>
                  <a:lnTo>
                    <a:pt x="748" y="48"/>
                  </a:lnTo>
                  <a:lnTo>
                    <a:pt x="700" y="36"/>
                  </a:lnTo>
                  <a:lnTo>
                    <a:pt x="650" y="25"/>
                  </a:lnTo>
                  <a:lnTo>
                    <a:pt x="600" y="16"/>
                  </a:lnTo>
                  <a:lnTo>
                    <a:pt x="550" y="10"/>
                  </a:lnTo>
                  <a:lnTo>
                    <a:pt x="499" y="5"/>
                  </a:lnTo>
                  <a:lnTo>
                    <a:pt x="450" y="1"/>
                  </a:lnTo>
                  <a:lnTo>
                    <a:pt x="399" y="0"/>
                  </a:lnTo>
                  <a:lnTo>
                    <a:pt x="348" y="1"/>
                  </a:lnTo>
                  <a:lnTo>
                    <a:pt x="298" y="5"/>
                  </a:lnTo>
                  <a:lnTo>
                    <a:pt x="248" y="10"/>
                  </a:lnTo>
                  <a:lnTo>
                    <a:pt x="198" y="16"/>
                  </a:lnTo>
                  <a:lnTo>
                    <a:pt x="148" y="25"/>
                  </a:lnTo>
                  <a:lnTo>
                    <a:pt x="99" y="36"/>
                  </a:lnTo>
                  <a:lnTo>
                    <a:pt x="49" y="48"/>
                  </a:lnTo>
                  <a:lnTo>
                    <a:pt x="0" y="63"/>
                  </a:lnTo>
                </a:path>
              </a:pathLst>
            </a:custGeom>
            <a:noFill/>
            <a:ln w="3175">
              <a:solidFill>
                <a:srgbClr val="CECE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494">
              <a:extLst>
                <a:ext uri="{FF2B5EF4-FFF2-40B4-BE49-F238E27FC236}">
                  <a16:creationId xmlns:a16="http://schemas.microsoft.com/office/drawing/2014/main" id="{920F7C58-2AC0-D04B-94A2-CF5D8C3A8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8063" y="2446338"/>
              <a:ext cx="633413" cy="50800"/>
            </a:xfrm>
            <a:custGeom>
              <a:avLst/>
              <a:gdLst>
                <a:gd name="T0" fmla="*/ 798 w 798"/>
                <a:gd name="T1" fmla="*/ 63 h 63"/>
                <a:gd name="T2" fmla="*/ 798 w 798"/>
                <a:gd name="T3" fmla="*/ 63 h 63"/>
                <a:gd name="T4" fmla="*/ 798 w 798"/>
                <a:gd name="T5" fmla="*/ 63 h 63"/>
                <a:gd name="T6" fmla="*/ 748 w 798"/>
                <a:gd name="T7" fmla="*/ 49 h 63"/>
                <a:gd name="T8" fmla="*/ 700 w 798"/>
                <a:gd name="T9" fmla="*/ 35 h 63"/>
                <a:gd name="T10" fmla="*/ 650 w 798"/>
                <a:gd name="T11" fmla="*/ 25 h 63"/>
                <a:gd name="T12" fmla="*/ 600 w 798"/>
                <a:gd name="T13" fmla="*/ 16 h 63"/>
                <a:gd name="T14" fmla="*/ 550 w 798"/>
                <a:gd name="T15" fmla="*/ 9 h 63"/>
                <a:gd name="T16" fmla="*/ 499 w 798"/>
                <a:gd name="T17" fmla="*/ 4 h 63"/>
                <a:gd name="T18" fmla="*/ 450 w 798"/>
                <a:gd name="T19" fmla="*/ 2 h 63"/>
                <a:gd name="T20" fmla="*/ 399 w 798"/>
                <a:gd name="T21" fmla="*/ 0 h 63"/>
                <a:gd name="T22" fmla="*/ 348 w 798"/>
                <a:gd name="T23" fmla="*/ 2 h 63"/>
                <a:gd name="T24" fmla="*/ 298 w 798"/>
                <a:gd name="T25" fmla="*/ 4 h 63"/>
                <a:gd name="T26" fmla="*/ 248 w 798"/>
                <a:gd name="T27" fmla="*/ 9 h 63"/>
                <a:gd name="T28" fmla="*/ 198 w 798"/>
                <a:gd name="T29" fmla="*/ 16 h 63"/>
                <a:gd name="T30" fmla="*/ 148 w 798"/>
                <a:gd name="T31" fmla="*/ 25 h 63"/>
                <a:gd name="T32" fmla="*/ 99 w 798"/>
                <a:gd name="T33" fmla="*/ 35 h 63"/>
                <a:gd name="T34" fmla="*/ 49 w 798"/>
                <a:gd name="T35" fmla="*/ 49 h 63"/>
                <a:gd name="T36" fmla="*/ 0 w 798"/>
                <a:gd name="T37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98" h="63">
                  <a:moveTo>
                    <a:pt x="798" y="63"/>
                  </a:moveTo>
                  <a:lnTo>
                    <a:pt x="798" y="63"/>
                  </a:lnTo>
                  <a:lnTo>
                    <a:pt x="798" y="63"/>
                  </a:lnTo>
                  <a:lnTo>
                    <a:pt x="748" y="49"/>
                  </a:lnTo>
                  <a:lnTo>
                    <a:pt x="700" y="35"/>
                  </a:lnTo>
                  <a:lnTo>
                    <a:pt x="650" y="25"/>
                  </a:lnTo>
                  <a:lnTo>
                    <a:pt x="600" y="16"/>
                  </a:lnTo>
                  <a:lnTo>
                    <a:pt x="550" y="9"/>
                  </a:lnTo>
                  <a:lnTo>
                    <a:pt x="499" y="4"/>
                  </a:lnTo>
                  <a:lnTo>
                    <a:pt x="450" y="2"/>
                  </a:lnTo>
                  <a:lnTo>
                    <a:pt x="399" y="0"/>
                  </a:lnTo>
                  <a:lnTo>
                    <a:pt x="348" y="2"/>
                  </a:lnTo>
                  <a:lnTo>
                    <a:pt x="298" y="4"/>
                  </a:lnTo>
                  <a:lnTo>
                    <a:pt x="248" y="9"/>
                  </a:lnTo>
                  <a:lnTo>
                    <a:pt x="198" y="16"/>
                  </a:lnTo>
                  <a:lnTo>
                    <a:pt x="148" y="25"/>
                  </a:lnTo>
                  <a:lnTo>
                    <a:pt x="99" y="35"/>
                  </a:lnTo>
                  <a:lnTo>
                    <a:pt x="49" y="49"/>
                  </a:lnTo>
                  <a:lnTo>
                    <a:pt x="0" y="63"/>
                  </a:lnTo>
                </a:path>
              </a:pathLst>
            </a:custGeom>
            <a:noFill/>
            <a:ln w="3175">
              <a:solidFill>
                <a:srgbClr val="CECE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495">
              <a:extLst>
                <a:ext uri="{FF2B5EF4-FFF2-40B4-BE49-F238E27FC236}">
                  <a16:creationId xmlns:a16="http://schemas.microsoft.com/office/drawing/2014/main" id="{29CF53DA-1E33-E243-876A-627EEBC20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8063" y="2525713"/>
              <a:ext cx="633413" cy="49213"/>
            </a:xfrm>
            <a:custGeom>
              <a:avLst/>
              <a:gdLst>
                <a:gd name="T0" fmla="*/ 798 w 798"/>
                <a:gd name="T1" fmla="*/ 62 h 62"/>
                <a:gd name="T2" fmla="*/ 798 w 798"/>
                <a:gd name="T3" fmla="*/ 62 h 62"/>
                <a:gd name="T4" fmla="*/ 798 w 798"/>
                <a:gd name="T5" fmla="*/ 62 h 62"/>
                <a:gd name="T6" fmla="*/ 748 w 798"/>
                <a:gd name="T7" fmla="*/ 48 h 62"/>
                <a:gd name="T8" fmla="*/ 700 w 798"/>
                <a:gd name="T9" fmla="*/ 35 h 62"/>
                <a:gd name="T10" fmla="*/ 650 w 798"/>
                <a:gd name="T11" fmla="*/ 25 h 62"/>
                <a:gd name="T12" fmla="*/ 600 w 798"/>
                <a:gd name="T13" fmla="*/ 15 h 62"/>
                <a:gd name="T14" fmla="*/ 550 w 798"/>
                <a:gd name="T15" fmla="*/ 9 h 62"/>
                <a:gd name="T16" fmla="*/ 499 w 798"/>
                <a:gd name="T17" fmla="*/ 4 h 62"/>
                <a:gd name="T18" fmla="*/ 450 w 798"/>
                <a:gd name="T19" fmla="*/ 1 h 62"/>
                <a:gd name="T20" fmla="*/ 399 w 798"/>
                <a:gd name="T21" fmla="*/ 0 h 62"/>
                <a:gd name="T22" fmla="*/ 348 w 798"/>
                <a:gd name="T23" fmla="*/ 1 h 62"/>
                <a:gd name="T24" fmla="*/ 298 w 798"/>
                <a:gd name="T25" fmla="*/ 4 h 62"/>
                <a:gd name="T26" fmla="*/ 248 w 798"/>
                <a:gd name="T27" fmla="*/ 9 h 62"/>
                <a:gd name="T28" fmla="*/ 198 w 798"/>
                <a:gd name="T29" fmla="*/ 15 h 62"/>
                <a:gd name="T30" fmla="*/ 148 w 798"/>
                <a:gd name="T31" fmla="*/ 25 h 62"/>
                <a:gd name="T32" fmla="*/ 99 w 798"/>
                <a:gd name="T33" fmla="*/ 35 h 62"/>
                <a:gd name="T34" fmla="*/ 49 w 798"/>
                <a:gd name="T35" fmla="*/ 48 h 62"/>
                <a:gd name="T36" fmla="*/ 0 w 798"/>
                <a:gd name="T3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98" h="62">
                  <a:moveTo>
                    <a:pt x="798" y="62"/>
                  </a:moveTo>
                  <a:lnTo>
                    <a:pt x="798" y="62"/>
                  </a:lnTo>
                  <a:lnTo>
                    <a:pt x="798" y="62"/>
                  </a:lnTo>
                  <a:lnTo>
                    <a:pt x="748" y="48"/>
                  </a:lnTo>
                  <a:lnTo>
                    <a:pt x="700" y="35"/>
                  </a:lnTo>
                  <a:lnTo>
                    <a:pt x="650" y="25"/>
                  </a:lnTo>
                  <a:lnTo>
                    <a:pt x="600" y="15"/>
                  </a:lnTo>
                  <a:lnTo>
                    <a:pt x="550" y="9"/>
                  </a:lnTo>
                  <a:lnTo>
                    <a:pt x="499" y="4"/>
                  </a:lnTo>
                  <a:lnTo>
                    <a:pt x="450" y="1"/>
                  </a:lnTo>
                  <a:lnTo>
                    <a:pt x="399" y="0"/>
                  </a:lnTo>
                  <a:lnTo>
                    <a:pt x="348" y="1"/>
                  </a:lnTo>
                  <a:lnTo>
                    <a:pt x="298" y="4"/>
                  </a:lnTo>
                  <a:lnTo>
                    <a:pt x="248" y="9"/>
                  </a:lnTo>
                  <a:lnTo>
                    <a:pt x="198" y="15"/>
                  </a:lnTo>
                  <a:lnTo>
                    <a:pt x="148" y="25"/>
                  </a:lnTo>
                  <a:lnTo>
                    <a:pt x="99" y="35"/>
                  </a:lnTo>
                  <a:lnTo>
                    <a:pt x="49" y="48"/>
                  </a:lnTo>
                  <a:lnTo>
                    <a:pt x="0" y="62"/>
                  </a:lnTo>
                </a:path>
              </a:pathLst>
            </a:custGeom>
            <a:noFill/>
            <a:ln w="3175">
              <a:solidFill>
                <a:srgbClr val="CECE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496">
              <a:extLst>
                <a:ext uri="{FF2B5EF4-FFF2-40B4-BE49-F238E27FC236}">
                  <a16:creationId xmlns:a16="http://schemas.microsoft.com/office/drawing/2014/main" id="{1E0AF7E5-858C-B54B-8112-116DF9450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8063" y="2605088"/>
              <a:ext cx="633413" cy="49213"/>
            </a:xfrm>
            <a:custGeom>
              <a:avLst/>
              <a:gdLst>
                <a:gd name="T0" fmla="*/ 798 w 798"/>
                <a:gd name="T1" fmla="*/ 62 h 62"/>
                <a:gd name="T2" fmla="*/ 798 w 798"/>
                <a:gd name="T3" fmla="*/ 62 h 62"/>
                <a:gd name="T4" fmla="*/ 798 w 798"/>
                <a:gd name="T5" fmla="*/ 62 h 62"/>
                <a:gd name="T6" fmla="*/ 748 w 798"/>
                <a:gd name="T7" fmla="*/ 47 h 62"/>
                <a:gd name="T8" fmla="*/ 700 w 798"/>
                <a:gd name="T9" fmla="*/ 35 h 62"/>
                <a:gd name="T10" fmla="*/ 650 w 798"/>
                <a:gd name="T11" fmla="*/ 24 h 62"/>
                <a:gd name="T12" fmla="*/ 600 w 798"/>
                <a:gd name="T13" fmla="*/ 16 h 62"/>
                <a:gd name="T14" fmla="*/ 550 w 798"/>
                <a:gd name="T15" fmla="*/ 8 h 62"/>
                <a:gd name="T16" fmla="*/ 499 w 798"/>
                <a:gd name="T17" fmla="*/ 3 h 62"/>
                <a:gd name="T18" fmla="*/ 450 w 798"/>
                <a:gd name="T19" fmla="*/ 1 h 62"/>
                <a:gd name="T20" fmla="*/ 399 w 798"/>
                <a:gd name="T21" fmla="*/ 0 h 62"/>
                <a:gd name="T22" fmla="*/ 348 w 798"/>
                <a:gd name="T23" fmla="*/ 1 h 62"/>
                <a:gd name="T24" fmla="*/ 298 w 798"/>
                <a:gd name="T25" fmla="*/ 3 h 62"/>
                <a:gd name="T26" fmla="*/ 248 w 798"/>
                <a:gd name="T27" fmla="*/ 8 h 62"/>
                <a:gd name="T28" fmla="*/ 198 w 798"/>
                <a:gd name="T29" fmla="*/ 16 h 62"/>
                <a:gd name="T30" fmla="*/ 148 w 798"/>
                <a:gd name="T31" fmla="*/ 24 h 62"/>
                <a:gd name="T32" fmla="*/ 99 w 798"/>
                <a:gd name="T33" fmla="*/ 35 h 62"/>
                <a:gd name="T34" fmla="*/ 49 w 798"/>
                <a:gd name="T35" fmla="*/ 47 h 62"/>
                <a:gd name="T36" fmla="*/ 0 w 798"/>
                <a:gd name="T3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98" h="62">
                  <a:moveTo>
                    <a:pt x="798" y="62"/>
                  </a:moveTo>
                  <a:lnTo>
                    <a:pt x="798" y="62"/>
                  </a:lnTo>
                  <a:lnTo>
                    <a:pt x="798" y="62"/>
                  </a:lnTo>
                  <a:lnTo>
                    <a:pt x="748" y="47"/>
                  </a:lnTo>
                  <a:lnTo>
                    <a:pt x="700" y="35"/>
                  </a:lnTo>
                  <a:lnTo>
                    <a:pt x="650" y="24"/>
                  </a:lnTo>
                  <a:lnTo>
                    <a:pt x="600" y="16"/>
                  </a:lnTo>
                  <a:lnTo>
                    <a:pt x="550" y="8"/>
                  </a:lnTo>
                  <a:lnTo>
                    <a:pt x="499" y="3"/>
                  </a:lnTo>
                  <a:lnTo>
                    <a:pt x="450" y="1"/>
                  </a:lnTo>
                  <a:lnTo>
                    <a:pt x="399" y="0"/>
                  </a:lnTo>
                  <a:lnTo>
                    <a:pt x="348" y="1"/>
                  </a:lnTo>
                  <a:lnTo>
                    <a:pt x="298" y="3"/>
                  </a:lnTo>
                  <a:lnTo>
                    <a:pt x="248" y="8"/>
                  </a:lnTo>
                  <a:lnTo>
                    <a:pt x="198" y="16"/>
                  </a:lnTo>
                  <a:lnTo>
                    <a:pt x="148" y="24"/>
                  </a:lnTo>
                  <a:lnTo>
                    <a:pt x="99" y="35"/>
                  </a:lnTo>
                  <a:lnTo>
                    <a:pt x="49" y="47"/>
                  </a:lnTo>
                  <a:lnTo>
                    <a:pt x="0" y="62"/>
                  </a:lnTo>
                </a:path>
              </a:pathLst>
            </a:custGeom>
            <a:noFill/>
            <a:ln w="3175">
              <a:solidFill>
                <a:srgbClr val="CECE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497">
              <a:extLst>
                <a:ext uri="{FF2B5EF4-FFF2-40B4-BE49-F238E27FC236}">
                  <a16:creationId xmlns:a16="http://schemas.microsoft.com/office/drawing/2014/main" id="{A2E4B194-96C9-9247-9FE7-9DDEA5058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8063" y="2684463"/>
              <a:ext cx="633413" cy="49213"/>
            </a:xfrm>
            <a:custGeom>
              <a:avLst/>
              <a:gdLst>
                <a:gd name="T0" fmla="*/ 798 w 798"/>
                <a:gd name="T1" fmla="*/ 63 h 63"/>
                <a:gd name="T2" fmla="*/ 798 w 798"/>
                <a:gd name="T3" fmla="*/ 63 h 63"/>
                <a:gd name="T4" fmla="*/ 798 w 798"/>
                <a:gd name="T5" fmla="*/ 63 h 63"/>
                <a:gd name="T6" fmla="*/ 748 w 798"/>
                <a:gd name="T7" fmla="*/ 48 h 63"/>
                <a:gd name="T8" fmla="*/ 700 w 798"/>
                <a:gd name="T9" fmla="*/ 35 h 63"/>
                <a:gd name="T10" fmla="*/ 650 w 798"/>
                <a:gd name="T11" fmla="*/ 24 h 63"/>
                <a:gd name="T12" fmla="*/ 600 w 798"/>
                <a:gd name="T13" fmla="*/ 16 h 63"/>
                <a:gd name="T14" fmla="*/ 550 w 798"/>
                <a:gd name="T15" fmla="*/ 8 h 63"/>
                <a:gd name="T16" fmla="*/ 499 w 798"/>
                <a:gd name="T17" fmla="*/ 4 h 63"/>
                <a:gd name="T18" fmla="*/ 450 w 798"/>
                <a:gd name="T19" fmla="*/ 1 h 63"/>
                <a:gd name="T20" fmla="*/ 399 w 798"/>
                <a:gd name="T21" fmla="*/ 0 h 63"/>
                <a:gd name="T22" fmla="*/ 348 w 798"/>
                <a:gd name="T23" fmla="*/ 1 h 63"/>
                <a:gd name="T24" fmla="*/ 298 w 798"/>
                <a:gd name="T25" fmla="*/ 4 h 63"/>
                <a:gd name="T26" fmla="*/ 248 w 798"/>
                <a:gd name="T27" fmla="*/ 8 h 63"/>
                <a:gd name="T28" fmla="*/ 198 w 798"/>
                <a:gd name="T29" fmla="*/ 16 h 63"/>
                <a:gd name="T30" fmla="*/ 148 w 798"/>
                <a:gd name="T31" fmla="*/ 24 h 63"/>
                <a:gd name="T32" fmla="*/ 99 w 798"/>
                <a:gd name="T33" fmla="*/ 35 h 63"/>
                <a:gd name="T34" fmla="*/ 49 w 798"/>
                <a:gd name="T35" fmla="*/ 48 h 63"/>
                <a:gd name="T36" fmla="*/ 0 w 798"/>
                <a:gd name="T37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98" h="63">
                  <a:moveTo>
                    <a:pt x="798" y="63"/>
                  </a:moveTo>
                  <a:lnTo>
                    <a:pt x="798" y="63"/>
                  </a:lnTo>
                  <a:lnTo>
                    <a:pt x="798" y="63"/>
                  </a:lnTo>
                  <a:lnTo>
                    <a:pt x="748" y="48"/>
                  </a:lnTo>
                  <a:lnTo>
                    <a:pt x="700" y="35"/>
                  </a:lnTo>
                  <a:lnTo>
                    <a:pt x="650" y="24"/>
                  </a:lnTo>
                  <a:lnTo>
                    <a:pt x="600" y="16"/>
                  </a:lnTo>
                  <a:lnTo>
                    <a:pt x="550" y="8"/>
                  </a:lnTo>
                  <a:lnTo>
                    <a:pt x="499" y="4"/>
                  </a:lnTo>
                  <a:lnTo>
                    <a:pt x="450" y="1"/>
                  </a:lnTo>
                  <a:lnTo>
                    <a:pt x="399" y="0"/>
                  </a:lnTo>
                  <a:lnTo>
                    <a:pt x="348" y="1"/>
                  </a:lnTo>
                  <a:lnTo>
                    <a:pt x="298" y="4"/>
                  </a:lnTo>
                  <a:lnTo>
                    <a:pt x="248" y="8"/>
                  </a:lnTo>
                  <a:lnTo>
                    <a:pt x="198" y="16"/>
                  </a:lnTo>
                  <a:lnTo>
                    <a:pt x="148" y="24"/>
                  </a:lnTo>
                  <a:lnTo>
                    <a:pt x="99" y="35"/>
                  </a:lnTo>
                  <a:lnTo>
                    <a:pt x="49" y="48"/>
                  </a:lnTo>
                  <a:lnTo>
                    <a:pt x="0" y="63"/>
                  </a:lnTo>
                </a:path>
              </a:pathLst>
            </a:custGeom>
            <a:noFill/>
            <a:ln w="3175">
              <a:solidFill>
                <a:srgbClr val="CECE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498">
              <a:extLst>
                <a:ext uri="{FF2B5EF4-FFF2-40B4-BE49-F238E27FC236}">
                  <a16:creationId xmlns:a16="http://schemas.microsoft.com/office/drawing/2014/main" id="{941833A8-1E5A-DF4A-806C-4B609AE72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8063" y="2763838"/>
              <a:ext cx="633413" cy="49213"/>
            </a:xfrm>
            <a:custGeom>
              <a:avLst/>
              <a:gdLst>
                <a:gd name="T0" fmla="*/ 798 w 798"/>
                <a:gd name="T1" fmla="*/ 62 h 62"/>
                <a:gd name="T2" fmla="*/ 798 w 798"/>
                <a:gd name="T3" fmla="*/ 62 h 62"/>
                <a:gd name="T4" fmla="*/ 798 w 798"/>
                <a:gd name="T5" fmla="*/ 62 h 62"/>
                <a:gd name="T6" fmla="*/ 748 w 798"/>
                <a:gd name="T7" fmla="*/ 48 h 62"/>
                <a:gd name="T8" fmla="*/ 700 w 798"/>
                <a:gd name="T9" fmla="*/ 35 h 62"/>
                <a:gd name="T10" fmla="*/ 650 w 798"/>
                <a:gd name="T11" fmla="*/ 25 h 62"/>
                <a:gd name="T12" fmla="*/ 600 w 798"/>
                <a:gd name="T13" fmla="*/ 15 h 62"/>
                <a:gd name="T14" fmla="*/ 550 w 798"/>
                <a:gd name="T15" fmla="*/ 9 h 62"/>
                <a:gd name="T16" fmla="*/ 499 w 798"/>
                <a:gd name="T17" fmla="*/ 4 h 62"/>
                <a:gd name="T18" fmla="*/ 450 w 798"/>
                <a:gd name="T19" fmla="*/ 0 h 62"/>
                <a:gd name="T20" fmla="*/ 399 w 798"/>
                <a:gd name="T21" fmla="*/ 0 h 62"/>
                <a:gd name="T22" fmla="*/ 348 w 798"/>
                <a:gd name="T23" fmla="*/ 0 h 62"/>
                <a:gd name="T24" fmla="*/ 298 w 798"/>
                <a:gd name="T25" fmla="*/ 4 h 62"/>
                <a:gd name="T26" fmla="*/ 248 w 798"/>
                <a:gd name="T27" fmla="*/ 9 h 62"/>
                <a:gd name="T28" fmla="*/ 198 w 798"/>
                <a:gd name="T29" fmla="*/ 15 h 62"/>
                <a:gd name="T30" fmla="*/ 148 w 798"/>
                <a:gd name="T31" fmla="*/ 25 h 62"/>
                <a:gd name="T32" fmla="*/ 99 w 798"/>
                <a:gd name="T33" fmla="*/ 35 h 62"/>
                <a:gd name="T34" fmla="*/ 49 w 798"/>
                <a:gd name="T35" fmla="*/ 48 h 62"/>
                <a:gd name="T36" fmla="*/ 0 w 798"/>
                <a:gd name="T3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98" h="62">
                  <a:moveTo>
                    <a:pt x="798" y="62"/>
                  </a:moveTo>
                  <a:lnTo>
                    <a:pt x="798" y="62"/>
                  </a:lnTo>
                  <a:lnTo>
                    <a:pt x="798" y="62"/>
                  </a:lnTo>
                  <a:lnTo>
                    <a:pt x="748" y="48"/>
                  </a:lnTo>
                  <a:lnTo>
                    <a:pt x="700" y="35"/>
                  </a:lnTo>
                  <a:lnTo>
                    <a:pt x="650" y="25"/>
                  </a:lnTo>
                  <a:lnTo>
                    <a:pt x="600" y="15"/>
                  </a:lnTo>
                  <a:lnTo>
                    <a:pt x="550" y="9"/>
                  </a:lnTo>
                  <a:lnTo>
                    <a:pt x="499" y="4"/>
                  </a:lnTo>
                  <a:lnTo>
                    <a:pt x="450" y="0"/>
                  </a:lnTo>
                  <a:lnTo>
                    <a:pt x="399" y="0"/>
                  </a:lnTo>
                  <a:lnTo>
                    <a:pt x="348" y="0"/>
                  </a:lnTo>
                  <a:lnTo>
                    <a:pt x="298" y="4"/>
                  </a:lnTo>
                  <a:lnTo>
                    <a:pt x="248" y="9"/>
                  </a:lnTo>
                  <a:lnTo>
                    <a:pt x="198" y="15"/>
                  </a:lnTo>
                  <a:lnTo>
                    <a:pt x="148" y="25"/>
                  </a:lnTo>
                  <a:lnTo>
                    <a:pt x="99" y="35"/>
                  </a:lnTo>
                  <a:lnTo>
                    <a:pt x="49" y="48"/>
                  </a:lnTo>
                  <a:lnTo>
                    <a:pt x="0" y="62"/>
                  </a:lnTo>
                </a:path>
              </a:pathLst>
            </a:custGeom>
            <a:noFill/>
            <a:ln w="3175">
              <a:solidFill>
                <a:srgbClr val="CECE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499">
              <a:extLst>
                <a:ext uri="{FF2B5EF4-FFF2-40B4-BE49-F238E27FC236}">
                  <a16:creationId xmlns:a16="http://schemas.microsoft.com/office/drawing/2014/main" id="{DA41013A-ADDE-494B-8B29-5D5558D85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8063" y="2841625"/>
              <a:ext cx="633413" cy="50800"/>
            </a:xfrm>
            <a:custGeom>
              <a:avLst/>
              <a:gdLst>
                <a:gd name="T0" fmla="*/ 798 w 798"/>
                <a:gd name="T1" fmla="*/ 62 h 62"/>
                <a:gd name="T2" fmla="*/ 798 w 798"/>
                <a:gd name="T3" fmla="*/ 62 h 62"/>
                <a:gd name="T4" fmla="*/ 798 w 798"/>
                <a:gd name="T5" fmla="*/ 62 h 62"/>
                <a:gd name="T6" fmla="*/ 748 w 798"/>
                <a:gd name="T7" fmla="*/ 48 h 62"/>
                <a:gd name="T8" fmla="*/ 700 w 798"/>
                <a:gd name="T9" fmla="*/ 35 h 62"/>
                <a:gd name="T10" fmla="*/ 650 w 798"/>
                <a:gd name="T11" fmla="*/ 24 h 62"/>
                <a:gd name="T12" fmla="*/ 600 w 798"/>
                <a:gd name="T13" fmla="*/ 15 h 62"/>
                <a:gd name="T14" fmla="*/ 550 w 798"/>
                <a:gd name="T15" fmla="*/ 8 h 62"/>
                <a:gd name="T16" fmla="*/ 499 w 798"/>
                <a:gd name="T17" fmla="*/ 3 h 62"/>
                <a:gd name="T18" fmla="*/ 450 w 798"/>
                <a:gd name="T19" fmla="*/ 1 h 62"/>
                <a:gd name="T20" fmla="*/ 399 w 798"/>
                <a:gd name="T21" fmla="*/ 0 h 62"/>
                <a:gd name="T22" fmla="*/ 348 w 798"/>
                <a:gd name="T23" fmla="*/ 1 h 62"/>
                <a:gd name="T24" fmla="*/ 298 w 798"/>
                <a:gd name="T25" fmla="*/ 3 h 62"/>
                <a:gd name="T26" fmla="*/ 248 w 798"/>
                <a:gd name="T27" fmla="*/ 8 h 62"/>
                <a:gd name="T28" fmla="*/ 198 w 798"/>
                <a:gd name="T29" fmla="*/ 15 h 62"/>
                <a:gd name="T30" fmla="*/ 148 w 798"/>
                <a:gd name="T31" fmla="*/ 24 h 62"/>
                <a:gd name="T32" fmla="*/ 99 w 798"/>
                <a:gd name="T33" fmla="*/ 35 h 62"/>
                <a:gd name="T34" fmla="*/ 49 w 798"/>
                <a:gd name="T35" fmla="*/ 48 h 62"/>
                <a:gd name="T36" fmla="*/ 0 w 798"/>
                <a:gd name="T3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98" h="62">
                  <a:moveTo>
                    <a:pt x="798" y="62"/>
                  </a:moveTo>
                  <a:lnTo>
                    <a:pt x="798" y="62"/>
                  </a:lnTo>
                  <a:lnTo>
                    <a:pt x="798" y="62"/>
                  </a:lnTo>
                  <a:lnTo>
                    <a:pt x="748" y="48"/>
                  </a:lnTo>
                  <a:lnTo>
                    <a:pt x="700" y="35"/>
                  </a:lnTo>
                  <a:lnTo>
                    <a:pt x="650" y="24"/>
                  </a:lnTo>
                  <a:lnTo>
                    <a:pt x="600" y="15"/>
                  </a:lnTo>
                  <a:lnTo>
                    <a:pt x="550" y="8"/>
                  </a:lnTo>
                  <a:lnTo>
                    <a:pt x="499" y="3"/>
                  </a:lnTo>
                  <a:lnTo>
                    <a:pt x="450" y="1"/>
                  </a:lnTo>
                  <a:lnTo>
                    <a:pt x="399" y="0"/>
                  </a:lnTo>
                  <a:lnTo>
                    <a:pt x="348" y="1"/>
                  </a:lnTo>
                  <a:lnTo>
                    <a:pt x="298" y="3"/>
                  </a:lnTo>
                  <a:lnTo>
                    <a:pt x="248" y="8"/>
                  </a:lnTo>
                  <a:lnTo>
                    <a:pt x="198" y="15"/>
                  </a:lnTo>
                  <a:lnTo>
                    <a:pt x="148" y="24"/>
                  </a:lnTo>
                  <a:lnTo>
                    <a:pt x="99" y="35"/>
                  </a:lnTo>
                  <a:lnTo>
                    <a:pt x="49" y="48"/>
                  </a:lnTo>
                  <a:lnTo>
                    <a:pt x="0" y="62"/>
                  </a:lnTo>
                </a:path>
              </a:pathLst>
            </a:custGeom>
            <a:noFill/>
            <a:ln w="3175">
              <a:solidFill>
                <a:srgbClr val="CECE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500">
              <a:extLst>
                <a:ext uri="{FF2B5EF4-FFF2-40B4-BE49-F238E27FC236}">
                  <a16:creationId xmlns:a16="http://schemas.microsoft.com/office/drawing/2014/main" id="{FE3B061F-711F-F244-B301-FF01A6E85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8063" y="2921000"/>
              <a:ext cx="633413" cy="49213"/>
            </a:xfrm>
            <a:custGeom>
              <a:avLst/>
              <a:gdLst>
                <a:gd name="T0" fmla="*/ 798 w 798"/>
                <a:gd name="T1" fmla="*/ 63 h 63"/>
                <a:gd name="T2" fmla="*/ 798 w 798"/>
                <a:gd name="T3" fmla="*/ 63 h 63"/>
                <a:gd name="T4" fmla="*/ 798 w 798"/>
                <a:gd name="T5" fmla="*/ 63 h 63"/>
                <a:gd name="T6" fmla="*/ 748 w 798"/>
                <a:gd name="T7" fmla="*/ 48 h 63"/>
                <a:gd name="T8" fmla="*/ 700 w 798"/>
                <a:gd name="T9" fmla="*/ 35 h 63"/>
                <a:gd name="T10" fmla="*/ 650 w 798"/>
                <a:gd name="T11" fmla="*/ 25 h 63"/>
                <a:gd name="T12" fmla="*/ 600 w 798"/>
                <a:gd name="T13" fmla="*/ 15 h 63"/>
                <a:gd name="T14" fmla="*/ 550 w 798"/>
                <a:gd name="T15" fmla="*/ 9 h 63"/>
                <a:gd name="T16" fmla="*/ 499 w 798"/>
                <a:gd name="T17" fmla="*/ 5 h 63"/>
                <a:gd name="T18" fmla="*/ 450 w 798"/>
                <a:gd name="T19" fmla="*/ 1 h 63"/>
                <a:gd name="T20" fmla="*/ 399 w 798"/>
                <a:gd name="T21" fmla="*/ 0 h 63"/>
                <a:gd name="T22" fmla="*/ 348 w 798"/>
                <a:gd name="T23" fmla="*/ 1 h 63"/>
                <a:gd name="T24" fmla="*/ 298 w 798"/>
                <a:gd name="T25" fmla="*/ 5 h 63"/>
                <a:gd name="T26" fmla="*/ 248 w 798"/>
                <a:gd name="T27" fmla="*/ 9 h 63"/>
                <a:gd name="T28" fmla="*/ 198 w 798"/>
                <a:gd name="T29" fmla="*/ 15 h 63"/>
                <a:gd name="T30" fmla="*/ 148 w 798"/>
                <a:gd name="T31" fmla="*/ 25 h 63"/>
                <a:gd name="T32" fmla="*/ 99 w 798"/>
                <a:gd name="T33" fmla="*/ 35 h 63"/>
                <a:gd name="T34" fmla="*/ 49 w 798"/>
                <a:gd name="T35" fmla="*/ 48 h 63"/>
                <a:gd name="T36" fmla="*/ 0 w 798"/>
                <a:gd name="T37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98" h="63">
                  <a:moveTo>
                    <a:pt x="798" y="63"/>
                  </a:moveTo>
                  <a:lnTo>
                    <a:pt x="798" y="63"/>
                  </a:lnTo>
                  <a:lnTo>
                    <a:pt x="798" y="63"/>
                  </a:lnTo>
                  <a:lnTo>
                    <a:pt x="748" y="48"/>
                  </a:lnTo>
                  <a:lnTo>
                    <a:pt x="700" y="35"/>
                  </a:lnTo>
                  <a:lnTo>
                    <a:pt x="650" y="25"/>
                  </a:lnTo>
                  <a:lnTo>
                    <a:pt x="600" y="15"/>
                  </a:lnTo>
                  <a:lnTo>
                    <a:pt x="550" y="9"/>
                  </a:lnTo>
                  <a:lnTo>
                    <a:pt x="499" y="5"/>
                  </a:lnTo>
                  <a:lnTo>
                    <a:pt x="450" y="1"/>
                  </a:lnTo>
                  <a:lnTo>
                    <a:pt x="399" y="0"/>
                  </a:lnTo>
                  <a:lnTo>
                    <a:pt x="348" y="1"/>
                  </a:lnTo>
                  <a:lnTo>
                    <a:pt x="298" y="5"/>
                  </a:lnTo>
                  <a:lnTo>
                    <a:pt x="248" y="9"/>
                  </a:lnTo>
                  <a:lnTo>
                    <a:pt x="198" y="15"/>
                  </a:lnTo>
                  <a:lnTo>
                    <a:pt x="148" y="25"/>
                  </a:lnTo>
                  <a:lnTo>
                    <a:pt x="99" y="35"/>
                  </a:lnTo>
                  <a:lnTo>
                    <a:pt x="49" y="48"/>
                  </a:lnTo>
                  <a:lnTo>
                    <a:pt x="0" y="63"/>
                  </a:lnTo>
                </a:path>
              </a:pathLst>
            </a:custGeom>
            <a:noFill/>
            <a:ln w="3175">
              <a:solidFill>
                <a:srgbClr val="CECE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501">
              <a:extLst>
                <a:ext uri="{FF2B5EF4-FFF2-40B4-BE49-F238E27FC236}">
                  <a16:creationId xmlns:a16="http://schemas.microsoft.com/office/drawing/2014/main" id="{23235456-E13F-E140-ABA8-1750A18EB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0851" y="2314575"/>
              <a:ext cx="881063" cy="903288"/>
            </a:xfrm>
            <a:custGeom>
              <a:avLst/>
              <a:gdLst>
                <a:gd name="T0" fmla="*/ 16 w 1109"/>
                <a:gd name="T1" fmla="*/ 1136 h 1136"/>
                <a:gd name="T2" fmla="*/ 1094 w 1109"/>
                <a:gd name="T3" fmla="*/ 1136 h 1136"/>
                <a:gd name="T4" fmla="*/ 1094 w 1109"/>
                <a:gd name="T5" fmla="*/ 1136 h 1136"/>
                <a:gd name="T6" fmla="*/ 1100 w 1109"/>
                <a:gd name="T7" fmla="*/ 1135 h 1136"/>
                <a:gd name="T8" fmla="*/ 1104 w 1109"/>
                <a:gd name="T9" fmla="*/ 1132 h 1136"/>
                <a:gd name="T10" fmla="*/ 1108 w 1109"/>
                <a:gd name="T11" fmla="*/ 1127 h 1136"/>
                <a:gd name="T12" fmla="*/ 1109 w 1109"/>
                <a:gd name="T13" fmla="*/ 1121 h 1136"/>
                <a:gd name="T14" fmla="*/ 1109 w 1109"/>
                <a:gd name="T15" fmla="*/ 15 h 1136"/>
                <a:gd name="T16" fmla="*/ 1109 w 1109"/>
                <a:gd name="T17" fmla="*/ 15 h 1136"/>
                <a:gd name="T18" fmla="*/ 1108 w 1109"/>
                <a:gd name="T19" fmla="*/ 9 h 1136"/>
                <a:gd name="T20" fmla="*/ 1104 w 1109"/>
                <a:gd name="T21" fmla="*/ 5 h 1136"/>
                <a:gd name="T22" fmla="*/ 1100 w 1109"/>
                <a:gd name="T23" fmla="*/ 1 h 1136"/>
                <a:gd name="T24" fmla="*/ 1094 w 1109"/>
                <a:gd name="T25" fmla="*/ 0 h 1136"/>
                <a:gd name="T26" fmla="*/ 16 w 1109"/>
                <a:gd name="T27" fmla="*/ 0 h 1136"/>
                <a:gd name="T28" fmla="*/ 16 w 1109"/>
                <a:gd name="T29" fmla="*/ 0 h 1136"/>
                <a:gd name="T30" fmla="*/ 10 w 1109"/>
                <a:gd name="T31" fmla="*/ 1 h 1136"/>
                <a:gd name="T32" fmla="*/ 5 w 1109"/>
                <a:gd name="T33" fmla="*/ 5 h 1136"/>
                <a:gd name="T34" fmla="*/ 1 w 1109"/>
                <a:gd name="T35" fmla="*/ 9 h 1136"/>
                <a:gd name="T36" fmla="*/ 0 w 1109"/>
                <a:gd name="T37" fmla="*/ 15 h 1136"/>
                <a:gd name="T38" fmla="*/ 0 w 1109"/>
                <a:gd name="T39" fmla="*/ 1121 h 1136"/>
                <a:gd name="T40" fmla="*/ 0 w 1109"/>
                <a:gd name="T41" fmla="*/ 1121 h 1136"/>
                <a:gd name="T42" fmla="*/ 1 w 1109"/>
                <a:gd name="T43" fmla="*/ 1127 h 1136"/>
                <a:gd name="T44" fmla="*/ 5 w 1109"/>
                <a:gd name="T45" fmla="*/ 1132 h 1136"/>
                <a:gd name="T46" fmla="*/ 10 w 1109"/>
                <a:gd name="T47" fmla="*/ 1135 h 1136"/>
                <a:gd name="T48" fmla="*/ 16 w 1109"/>
                <a:gd name="T49" fmla="*/ 1136 h 1136"/>
                <a:gd name="T50" fmla="*/ 16 w 1109"/>
                <a:gd name="T51" fmla="*/ 1136 h 1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09" h="1136">
                  <a:moveTo>
                    <a:pt x="16" y="1136"/>
                  </a:moveTo>
                  <a:lnTo>
                    <a:pt x="1094" y="1136"/>
                  </a:lnTo>
                  <a:lnTo>
                    <a:pt x="1094" y="1136"/>
                  </a:lnTo>
                  <a:lnTo>
                    <a:pt x="1100" y="1135"/>
                  </a:lnTo>
                  <a:lnTo>
                    <a:pt x="1104" y="1132"/>
                  </a:lnTo>
                  <a:lnTo>
                    <a:pt x="1108" y="1127"/>
                  </a:lnTo>
                  <a:lnTo>
                    <a:pt x="1109" y="1121"/>
                  </a:lnTo>
                  <a:lnTo>
                    <a:pt x="1109" y="15"/>
                  </a:lnTo>
                  <a:lnTo>
                    <a:pt x="1109" y="15"/>
                  </a:lnTo>
                  <a:lnTo>
                    <a:pt x="1108" y="9"/>
                  </a:lnTo>
                  <a:lnTo>
                    <a:pt x="1104" y="5"/>
                  </a:lnTo>
                  <a:lnTo>
                    <a:pt x="1100" y="1"/>
                  </a:lnTo>
                  <a:lnTo>
                    <a:pt x="1094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5" y="5"/>
                  </a:lnTo>
                  <a:lnTo>
                    <a:pt x="1" y="9"/>
                  </a:lnTo>
                  <a:lnTo>
                    <a:pt x="0" y="15"/>
                  </a:lnTo>
                  <a:lnTo>
                    <a:pt x="0" y="1121"/>
                  </a:lnTo>
                  <a:lnTo>
                    <a:pt x="0" y="1121"/>
                  </a:lnTo>
                  <a:lnTo>
                    <a:pt x="1" y="1127"/>
                  </a:lnTo>
                  <a:lnTo>
                    <a:pt x="5" y="1132"/>
                  </a:lnTo>
                  <a:lnTo>
                    <a:pt x="10" y="1135"/>
                  </a:lnTo>
                  <a:lnTo>
                    <a:pt x="16" y="1136"/>
                  </a:lnTo>
                  <a:lnTo>
                    <a:pt x="16" y="1136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Rectangle 502">
              <a:extLst>
                <a:ext uri="{FF2B5EF4-FFF2-40B4-BE49-F238E27FC236}">
                  <a16:creationId xmlns:a16="http://schemas.microsoft.com/office/drawing/2014/main" id="{B324BA26-E8D8-4641-BC27-741111DA2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0851" y="2339975"/>
              <a:ext cx="793750" cy="814388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503">
              <a:extLst>
                <a:ext uri="{FF2B5EF4-FFF2-40B4-BE49-F238E27FC236}">
                  <a16:creationId xmlns:a16="http://schemas.microsoft.com/office/drawing/2014/main" id="{00182201-09CA-0045-8891-09B40AD03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0851" y="2249488"/>
              <a:ext cx="820738" cy="904875"/>
            </a:xfrm>
            <a:custGeom>
              <a:avLst/>
              <a:gdLst>
                <a:gd name="T0" fmla="*/ 1034 w 1034"/>
                <a:gd name="T1" fmla="*/ 1141 h 1141"/>
                <a:gd name="T2" fmla="*/ 1034 w 1034"/>
                <a:gd name="T3" fmla="*/ 1141 h 1141"/>
                <a:gd name="T4" fmla="*/ 1034 w 1034"/>
                <a:gd name="T5" fmla="*/ 1141 h 1141"/>
                <a:gd name="T6" fmla="*/ 971 w 1034"/>
                <a:gd name="T7" fmla="*/ 1122 h 1141"/>
                <a:gd name="T8" fmla="*/ 907 w 1034"/>
                <a:gd name="T9" fmla="*/ 1105 h 1141"/>
                <a:gd name="T10" fmla="*/ 843 w 1034"/>
                <a:gd name="T11" fmla="*/ 1092 h 1141"/>
                <a:gd name="T12" fmla="*/ 778 w 1034"/>
                <a:gd name="T13" fmla="*/ 1080 h 1141"/>
                <a:gd name="T14" fmla="*/ 714 w 1034"/>
                <a:gd name="T15" fmla="*/ 1072 h 1141"/>
                <a:gd name="T16" fmla="*/ 648 w 1034"/>
                <a:gd name="T17" fmla="*/ 1066 h 1141"/>
                <a:gd name="T18" fmla="*/ 583 w 1034"/>
                <a:gd name="T19" fmla="*/ 1061 h 1141"/>
                <a:gd name="T20" fmla="*/ 518 w 1034"/>
                <a:gd name="T21" fmla="*/ 1060 h 1141"/>
                <a:gd name="T22" fmla="*/ 453 w 1034"/>
                <a:gd name="T23" fmla="*/ 1061 h 1141"/>
                <a:gd name="T24" fmla="*/ 387 w 1034"/>
                <a:gd name="T25" fmla="*/ 1066 h 1141"/>
                <a:gd name="T26" fmla="*/ 322 w 1034"/>
                <a:gd name="T27" fmla="*/ 1072 h 1141"/>
                <a:gd name="T28" fmla="*/ 257 w 1034"/>
                <a:gd name="T29" fmla="*/ 1080 h 1141"/>
                <a:gd name="T30" fmla="*/ 193 w 1034"/>
                <a:gd name="T31" fmla="*/ 1092 h 1141"/>
                <a:gd name="T32" fmla="*/ 128 w 1034"/>
                <a:gd name="T33" fmla="*/ 1105 h 1141"/>
                <a:gd name="T34" fmla="*/ 64 w 1034"/>
                <a:gd name="T35" fmla="*/ 1122 h 1141"/>
                <a:gd name="T36" fmla="*/ 0 w 1034"/>
                <a:gd name="T37" fmla="*/ 1141 h 1141"/>
                <a:gd name="T38" fmla="*/ 0 w 1034"/>
                <a:gd name="T39" fmla="*/ 1141 h 1141"/>
                <a:gd name="T40" fmla="*/ 0 w 1034"/>
                <a:gd name="T41" fmla="*/ 81 h 1141"/>
                <a:gd name="T42" fmla="*/ 0 w 1034"/>
                <a:gd name="T43" fmla="*/ 81 h 1141"/>
                <a:gd name="T44" fmla="*/ 0 w 1034"/>
                <a:gd name="T45" fmla="*/ 81 h 1141"/>
                <a:gd name="T46" fmla="*/ 64 w 1034"/>
                <a:gd name="T47" fmla="*/ 62 h 1141"/>
                <a:gd name="T48" fmla="*/ 128 w 1034"/>
                <a:gd name="T49" fmla="*/ 45 h 1141"/>
                <a:gd name="T50" fmla="*/ 193 w 1034"/>
                <a:gd name="T51" fmla="*/ 32 h 1141"/>
                <a:gd name="T52" fmla="*/ 257 w 1034"/>
                <a:gd name="T53" fmla="*/ 20 h 1141"/>
                <a:gd name="T54" fmla="*/ 322 w 1034"/>
                <a:gd name="T55" fmla="*/ 11 h 1141"/>
                <a:gd name="T56" fmla="*/ 387 w 1034"/>
                <a:gd name="T57" fmla="*/ 5 h 1141"/>
                <a:gd name="T58" fmla="*/ 453 w 1034"/>
                <a:gd name="T59" fmla="*/ 1 h 1141"/>
                <a:gd name="T60" fmla="*/ 518 w 1034"/>
                <a:gd name="T61" fmla="*/ 0 h 1141"/>
                <a:gd name="T62" fmla="*/ 583 w 1034"/>
                <a:gd name="T63" fmla="*/ 1 h 1141"/>
                <a:gd name="T64" fmla="*/ 648 w 1034"/>
                <a:gd name="T65" fmla="*/ 5 h 1141"/>
                <a:gd name="T66" fmla="*/ 714 w 1034"/>
                <a:gd name="T67" fmla="*/ 11 h 1141"/>
                <a:gd name="T68" fmla="*/ 778 w 1034"/>
                <a:gd name="T69" fmla="*/ 20 h 1141"/>
                <a:gd name="T70" fmla="*/ 843 w 1034"/>
                <a:gd name="T71" fmla="*/ 32 h 1141"/>
                <a:gd name="T72" fmla="*/ 907 w 1034"/>
                <a:gd name="T73" fmla="*/ 45 h 1141"/>
                <a:gd name="T74" fmla="*/ 971 w 1034"/>
                <a:gd name="T75" fmla="*/ 62 h 1141"/>
                <a:gd name="T76" fmla="*/ 1034 w 1034"/>
                <a:gd name="T77" fmla="*/ 81 h 1141"/>
                <a:gd name="T78" fmla="*/ 1034 w 1034"/>
                <a:gd name="T79" fmla="*/ 81 h 1141"/>
                <a:gd name="T80" fmla="*/ 1034 w 1034"/>
                <a:gd name="T81" fmla="*/ 1141 h 1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34" h="1141">
                  <a:moveTo>
                    <a:pt x="1034" y="1141"/>
                  </a:moveTo>
                  <a:lnTo>
                    <a:pt x="1034" y="1141"/>
                  </a:lnTo>
                  <a:lnTo>
                    <a:pt x="1034" y="1141"/>
                  </a:lnTo>
                  <a:lnTo>
                    <a:pt x="971" y="1122"/>
                  </a:lnTo>
                  <a:lnTo>
                    <a:pt x="907" y="1105"/>
                  </a:lnTo>
                  <a:lnTo>
                    <a:pt x="843" y="1092"/>
                  </a:lnTo>
                  <a:lnTo>
                    <a:pt x="778" y="1080"/>
                  </a:lnTo>
                  <a:lnTo>
                    <a:pt x="714" y="1072"/>
                  </a:lnTo>
                  <a:lnTo>
                    <a:pt x="648" y="1066"/>
                  </a:lnTo>
                  <a:lnTo>
                    <a:pt x="583" y="1061"/>
                  </a:lnTo>
                  <a:lnTo>
                    <a:pt x="518" y="1060"/>
                  </a:lnTo>
                  <a:lnTo>
                    <a:pt x="453" y="1061"/>
                  </a:lnTo>
                  <a:lnTo>
                    <a:pt x="387" y="1066"/>
                  </a:lnTo>
                  <a:lnTo>
                    <a:pt x="322" y="1072"/>
                  </a:lnTo>
                  <a:lnTo>
                    <a:pt x="257" y="1080"/>
                  </a:lnTo>
                  <a:lnTo>
                    <a:pt x="193" y="1092"/>
                  </a:lnTo>
                  <a:lnTo>
                    <a:pt x="128" y="1105"/>
                  </a:lnTo>
                  <a:lnTo>
                    <a:pt x="64" y="1122"/>
                  </a:lnTo>
                  <a:lnTo>
                    <a:pt x="0" y="1141"/>
                  </a:lnTo>
                  <a:lnTo>
                    <a:pt x="0" y="1141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64" y="62"/>
                  </a:lnTo>
                  <a:lnTo>
                    <a:pt x="128" y="45"/>
                  </a:lnTo>
                  <a:lnTo>
                    <a:pt x="193" y="32"/>
                  </a:lnTo>
                  <a:lnTo>
                    <a:pt x="257" y="20"/>
                  </a:lnTo>
                  <a:lnTo>
                    <a:pt x="322" y="11"/>
                  </a:lnTo>
                  <a:lnTo>
                    <a:pt x="387" y="5"/>
                  </a:lnTo>
                  <a:lnTo>
                    <a:pt x="453" y="1"/>
                  </a:lnTo>
                  <a:lnTo>
                    <a:pt x="518" y="0"/>
                  </a:lnTo>
                  <a:lnTo>
                    <a:pt x="583" y="1"/>
                  </a:lnTo>
                  <a:lnTo>
                    <a:pt x="648" y="5"/>
                  </a:lnTo>
                  <a:lnTo>
                    <a:pt x="714" y="11"/>
                  </a:lnTo>
                  <a:lnTo>
                    <a:pt x="778" y="20"/>
                  </a:lnTo>
                  <a:lnTo>
                    <a:pt x="843" y="32"/>
                  </a:lnTo>
                  <a:lnTo>
                    <a:pt x="907" y="45"/>
                  </a:lnTo>
                  <a:lnTo>
                    <a:pt x="971" y="62"/>
                  </a:lnTo>
                  <a:lnTo>
                    <a:pt x="1034" y="81"/>
                  </a:lnTo>
                  <a:lnTo>
                    <a:pt x="1034" y="81"/>
                  </a:lnTo>
                  <a:lnTo>
                    <a:pt x="1034" y="114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504">
              <a:extLst>
                <a:ext uri="{FF2B5EF4-FFF2-40B4-BE49-F238E27FC236}">
                  <a16:creationId xmlns:a16="http://schemas.microsoft.com/office/drawing/2014/main" id="{2EE3DE69-3625-AF45-BF09-3256B2E9B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1813" y="2366963"/>
              <a:ext cx="631825" cy="49213"/>
            </a:xfrm>
            <a:custGeom>
              <a:avLst/>
              <a:gdLst>
                <a:gd name="T0" fmla="*/ 0 w 797"/>
                <a:gd name="T1" fmla="*/ 63 h 63"/>
                <a:gd name="T2" fmla="*/ 0 w 797"/>
                <a:gd name="T3" fmla="*/ 63 h 63"/>
                <a:gd name="T4" fmla="*/ 0 w 797"/>
                <a:gd name="T5" fmla="*/ 63 h 63"/>
                <a:gd name="T6" fmla="*/ 48 w 797"/>
                <a:gd name="T7" fmla="*/ 48 h 63"/>
                <a:gd name="T8" fmla="*/ 98 w 797"/>
                <a:gd name="T9" fmla="*/ 36 h 63"/>
                <a:gd name="T10" fmla="*/ 147 w 797"/>
                <a:gd name="T11" fmla="*/ 25 h 63"/>
                <a:gd name="T12" fmla="*/ 197 w 797"/>
                <a:gd name="T13" fmla="*/ 16 h 63"/>
                <a:gd name="T14" fmla="*/ 248 w 797"/>
                <a:gd name="T15" fmla="*/ 10 h 63"/>
                <a:gd name="T16" fmla="*/ 297 w 797"/>
                <a:gd name="T17" fmla="*/ 5 h 63"/>
                <a:gd name="T18" fmla="*/ 348 w 797"/>
                <a:gd name="T19" fmla="*/ 1 h 63"/>
                <a:gd name="T20" fmla="*/ 399 w 797"/>
                <a:gd name="T21" fmla="*/ 0 h 63"/>
                <a:gd name="T22" fmla="*/ 449 w 797"/>
                <a:gd name="T23" fmla="*/ 1 h 63"/>
                <a:gd name="T24" fmla="*/ 499 w 797"/>
                <a:gd name="T25" fmla="*/ 5 h 63"/>
                <a:gd name="T26" fmla="*/ 550 w 797"/>
                <a:gd name="T27" fmla="*/ 10 h 63"/>
                <a:gd name="T28" fmla="*/ 600 w 797"/>
                <a:gd name="T29" fmla="*/ 16 h 63"/>
                <a:gd name="T30" fmla="*/ 649 w 797"/>
                <a:gd name="T31" fmla="*/ 25 h 63"/>
                <a:gd name="T32" fmla="*/ 699 w 797"/>
                <a:gd name="T33" fmla="*/ 36 h 63"/>
                <a:gd name="T34" fmla="*/ 748 w 797"/>
                <a:gd name="T35" fmla="*/ 48 h 63"/>
                <a:gd name="T36" fmla="*/ 797 w 797"/>
                <a:gd name="T37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97" h="63">
                  <a:moveTo>
                    <a:pt x="0" y="63"/>
                  </a:moveTo>
                  <a:lnTo>
                    <a:pt x="0" y="63"/>
                  </a:lnTo>
                  <a:lnTo>
                    <a:pt x="0" y="63"/>
                  </a:lnTo>
                  <a:lnTo>
                    <a:pt x="48" y="48"/>
                  </a:lnTo>
                  <a:lnTo>
                    <a:pt x="98" y="36"/>
                  </a:lnTo>
                  <a:lnTo>
                    <a:pt x="147" y="25"/>
                  </a:lnTo>
                  <a:lnTo>
                    <a:pt x="197" y="16"/>
                  </a:lnTo>
                  <a:lnTo>
                    <a:pt x="248" y="10"/>
                  </a:lnTo>
                  <a:lnTo>
                    <a:pt x="297" y="5"/>
                  </a:lnTo>
                  <a:lnTo>
                    <a:pt x="348" y="1"/>
                  </a:lnTo>
                  <a:lnTo>
                    <a:pt x="399" y="0"/>
                  </a:lnTo>
                  <a:lnTo>
                    <a:pt x="449" y="1"/>
                  </a:lnTo>
                  <a:lnTo>
                    <a:pt x="499" y="5"/>
                  </a:lnTo>
                  <a:lnTo>
                    <a:pt x="550" y="10"/>
                  </a:lnTo>
                  <a:lnTo>
                    <a:pt x="600" y="16"/>
                  </a:lnTo>
                  <a:lnTo>
                    <a:pt x="649" y="25"/>
                  </a:lnTo>
                  <a:lnTo>
                    <a:pt x="699" y="36"/>
                  </a:lnTo>
                  <a:lnTo>
                    <a:pt x="748" y="48"/>
                  </a:lnTo>
                  <a:lnTo>
                    <a:pt x="797" y="63"/>
                  </a:lnTo>
                </a:path>
              </a:pathLst>
            </a:custGeom>
            <a:noFill/>
            <a:ln w="3175">
              <a:solidFill>
                <a:srgbClr val="CECE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505">
              <a:extLst>
                <a:ext uri="{FF2B5EF4-FFF2-40B4-BE49-F238E27FC236}">
                  <a16:creationId xmlns:a16="http://schemas.microsoft.com/office/drawing/2014/main" id="{E9DEEFF0-37FC-214D-8451-A5B24BDD7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1813" y="2446338"/>
              <a:ext cx="631825" cy="50800"/>
            </a:xfrm>
            <a:custGeom>
              <a:avLst/>
              <a:gdLst>
                <a:gd name="T0" fmla="*/ 0 w 797"/>
                <a:gd name="T1" fmla="*/ 63 h 63"/>
                <a:gd name="T2" fmla="*/ 0 w 797"/>
                <a:gd name="T3" fmla="*/ 63 h 63"/>
                <a:gd name="T4" fmla="*/ 0 w 797"/>
                <a:gd name="T5" fmla="*/ 63 h 63"/>
                <a:gd name="T6" fmla="*/ 48 w 797"/>
                <a:gd name="T7" fmla="*/ 49 h 63"/>
                <a:gd name="T8" fmla="*/ 98 w 797"/>
                <a:gd name="T9" fmla="*/ 35 h 63"/>
                <a:gd name="T10" fmla="*/ 147 w 797"/>
                <a:gd name="T11" fmla="*/ 25 h 63"/>
                <a:gd name="T12" fmla="*/ 197 w 797"/>
                <a:gd name="T13" fmla="*/ 16 h 63"/>
                <a:gd name="T14" fmla="*/ 248 w 797"/>
                <a:gd name="T15" fmla="*/ 9 h 63"/>
                <a:gd name="T16" fmla="*/ 297 w 797"/>
                <a:gd name="T17" fmla="*/ 4 h 63"/>
                <a:gd name="T18" fmla="*/ 348 w 797"/>
                <a:gd name="T19" fmla="*/ 2 h 63"/>
                <a:gd name="T20" fmla="*/ 399 w 797"/>
                <a:gd name="T21" fmla="*/ 0 h 63"/>
                <a:gd name="T22" fmla="*/ 449 w 797"/>
                <a:gd name="T23" fmla="*/ 2 h 63"/>
                <a:gd name="T24" fmla="*/ 499 w 797"/>
                <a:gd name="T25" fmla="*/ 4 h 63"/>
                <a:gd name="T26" fmla="*/ 550 w 797"/>
                <a:gd name="T27" fmla="*/ 9 h 63"/>
                <a:gd name="T28" fmla="*/ 600 w 797"/>
                <a:gd name="T29" fmla="*/ 16 h 63"/>
                <a:gd name="T30" fmla="*/ 649 w 797"/>
                <a:gd name="T31" fmla="*/ 25 h 63"/>
                <a:gd name="T32" fmla="*/ 699 w 797"/>
                <a:gd name="T33" fmla="*/ 35 h 63"/>
                <a:gd name="T34" fmla="*/ 748 w 797"/>
                <a:gd name="T35" fmla="*/ 49 h 63"/>
                <a:gd name="T36" fmla="*/ 797 w 797"/>
                <a:gd name="T37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97" h="63">
                  <a:moveTo>
                    <a:pt x="0" y="63"/>
                  </a:moveTo>
                  <a:lnTo>
                    <a:pt x="0" y="63"/>
                  </a:lnTo>
                  <a:lnTo>
                    <a:pt x="0" y="63"/>
                  </a:lnTo>
                  <a:lnTo>
                    <a:pt x="48" y="49"/>
                  </a:lnTo>
                  <a:lnTo>
                    <a:pt x="98" y="35"/>
                  </a:lnTo>
                  <a:lnTo>
                    <a:pt x="147" y="25"/>
                  </a:lnTo>
                  <a:lnTo>
                    <a:pt x="197" y="16"/>
                  </a:lnTo>
                  <a:lnTo>
                    <a:pt x="248" y="9"/>
                  </a:lnTo>
                  <a:lnTo>
                    <a:pt x="297" y="4"/>
                  </a:lnTo>
                  <a:lnTo>
                    <a:pt x="348" y="2"/>
                  </a:lnTo>
                  <a:lnTo>
                    <a:pt x="399" y="0"/>
                  </a:lnTo>
                  <a:lnTo>
                    <a:pt x="449" y="2"/>
                  </a:lnTo>
                  <a:lnTo>
                    <a:pt x="499" y="4"/>
                  </a:lnTo>
                  <a:lnTo>
                    <a:pt x="550" y="9"/>
                  </a:lnTo>
                  <a:lnTo>
                    <a:pt x="600" y="16"/>
                  </a:lnTo>
                  <a:lnTo>
                    <a:pt x="649" y="25"/>
                  </a:lnTo>
                  <a:lnTo>
                    <a:pt x="699" y="35"/>
                  </a:lnTo>
                  <a:lnTo>
                    <a:pt x="748" y="49"/>
                  </a:lnTo>
                  <a:lnTo>
                    <a:pt x="797" y="63"/>
                  </a:lnTo>
                </a:path>
              </a:pathLst>
            </a:custGeom>
            <a:noFill/>
            <a:ln w="3175">
              <a:solidFill>
                <a:srgbClr val="CECE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506">
              <a:extLst>
                <a:ext uri="{FF2B5EF4-FFF2-40B4-BE49-F238E27FC236}">
                  <a16:creationId xmlns:a16="http://schemas.microsoft.com/office/drawing/2014/main" id="{5FE55400-C7AF-9945-87B4-0EC4780A0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1813" y="2525713"/>
              <a:ext cx="631825" cy="49213"/>
            </a:xfrm>
            <a:custGeom>
              <a:avLst/>
              <a:gdLst>
                <a:gd name="T0" fmla="*/ 0 w 797"/>
                <a:gd name="T1" fmla="*/ 62 h 62"/>
                <a:gd name="T2" fmla="*/ 0 w 797"/>
                <a:gd name="T3" fmla="*/ 62 h 62"/>
                <a:gd name="T4" fmla="*/ 0 w 797"/>
                <a:gd name="T5" fmla="*/ 62 h 62"/>
                <a:gd name="T6" fmla="*/ 48 w 797"/>
                <a:gd name="T7" fmla="*/ 48 h 62"/>
                <a:gd name="T8" fmla="*/ 98 w 797"/>
                <a:gd name="T9" fmla="*/ 35 h 62"/>
                <a:gd name="T10" fmla="*/ 147 w 797"/>
                <a:gd name="T11" fmla="*/ 25 h 62"/>
                <a:gd name="T12" fmla="*/ 197 w 797"/>
                <a:gd name="T13" fmla="*/ 15 h 62"/>
                <a:gd name="T14" fmla="*/ 248 w 797"/>
                <a:gd name="T15" fmla="*/ 9 h 62"/>
                <a:gd name="T16" fmla="*/ 297 w 797"/>
                <a:gd name="T17" fmla="*/ 4 h 62"/>
                <a:gd name="T18" fmla="*/ 348 w 797"/>
                <a:gd name="T19" fmla="*/ 1 h 62"/>
                <a:gd name="T20" fmla="*/ 399 w 797"/>
                <a:gd name="T21" fmla="*/ 0 h 62"/>
                <a:gd name="T22" fmla="*/ 449 w 797"/>
                <a:gd name="T23" fmla="*/ 1 h 62"/>
                <a:gd name="T24" fmla="*/ 499 w 797"/>
                <a:gd name="T25" fmla="*/ 4 h 62"/>
                <a:gd name="T26" fmla="*/ 550 w 797"/>
                <a:gd name="T27" fmla="*/ 9 h 62"/>
                <a:gd name="T28" fmla="*/ 600 w 797"/>
                <a:gd name="T29" fmla="*/ 15 h 62"/>
                <a:gd name="T30" fmla="*/ 649 w 797"/>
                <a:gd name="T31" fmla="*/ 25 h 62"/>
                <a:gd name="T32" fmla="*/ 699 w 797"/>
                <a:gd name="T33" fmla="*/ 35 h 62"/>
                <a:gd name="T34" fmla="*/ 748 w 797"/>
                <a:gd name="T35" fmla="*/ 48 h 62"/>
                <a:gd name="T36" fmla="*/ 797 w 797"/>
                <a:gd name="T3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97" h="62">
                  <a:moveTo>
                    <a:pt x="0" y="62"/>
                  </a:moveTo>
                  <a:lnTo>
                    <a:pt x="0" y="62"/>
                  </a:lnTo>
                  <a:lnTo>
                    <a:pt x="0" y="62"/>
                  </a:lnTo>
                  <a:lnTo>
                    <a:pt x="48" y="48"/>
                  </a:lnTo>
                  <a:lnTo>
                    <a:pt x="98" y="35"/>
                  </a:lnTo>
                  <a:lnTo>
                    <a:pt x="147" y="25"/>
                  </a:lnTo>
                  <a:lnTo>
                    <a:pt x="197" y="15"/>
                  </a:lnTo>
                  <a:lnTo>
                    <a:pt x="248" y="9"/>
                  </a:lnTo>
                  <a:lnTo>
                    <a:pt x="297" y="4"/>
                  </a:lnTo>
                  <a:lnTo>
                    <a:pt x="348" y="1"/>
                  </a:lnTo>
                  <a:lnTo>
                    <a:pt x="399" y="0"/>
                  </a:lnTo>
                  <a:lnTo>
                    <a:pt x="449" y="1"/>
                  </a:lnTo>
                  <a:lnTo>
                    <a:pt x="499" y="4"/>
                  </a:lnTo>
                  <a:lnTo>
                    <a:pt x="550" y="9"/>
                  </a:lnTo>
                  <a:lnTo>
                    <a:pt x="600" y="15"/>
                  </a:lnTo>
                  <a:lnTo>
                    <a:pt x="649" y="25"/>
                  </a:lnTo>
                  <a:lnTo>
                    <a:pt x="699" y="35"/>
                  </a:lnTo>
                  <a:lnTo>
                    <a:pt x="748" y="48"/>
                  </a:lnTo>
                  <a:lnTo>
                    <a:pt x="797" y="62"/>
                  </a:lnTo>
                </a:path>
              </a:pathLst>
            </a:custGeom>
            <a:noFill/>
            <a:ln w="3175">
              <a:solidFill>
                <a:srgbClr val="CECE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507">
              <a:extLst>
                <a:ext uri="{FF2B5EF4-FFF2-40B4-BE49-F238E27FC236}">
                  <a16:creationId xmlns:a16="http://schemas.microsoft.com/office/drawing/2014/main" id="{8A46D600-600F-7C49-AAB6-60BC2A355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1813" y="2605088"/>
              <a:ext cx="631825" cy="49213"/>
            </a:xfrm>
            <a:custGeom>
              <a:avLst/>
              <a:gdLst>
                <a:gd name="T0" fmla="*/ 0 w 797"/>
                <a:gd name="T1" fmla="*/ 62 h 62"/>
                <a:gd name="T2" fmla="*/ 0 w 797"/>
                <a:gd name="T3" fmla="*/ 62 h 62"/>
                <a:gd name="T4" fmla="*/ 0 w 797"/>
                <a:gd name="T5" fmla="*/ 62 h 62"/>
                <a:gd name="T6" fmla="*/ 48 w 797"/>
                <a:gd name="T7" fmla="*/ 47 h 62"/>
                <a:gd name="T8" fmla="*/ 98 w 797"/>
                <a:gd name="T9" fmla="*/ 35 h 62"/>
                <a:gd name="T10" fmla="*/ 147 w 797"/>
                <a:gd name="T11" fmla="*/ 24 h 62"/>
                <a:gd name="T12" fmla="*/ 197 w 797"/>
                <a:gd name="T13" fmla="*/ 16 h 62"/>
                <a:gd name="T14" fmla="*/ 248 w 797"/>
                <a:gd name="T15" fmla="*/ 8 h 62"/>
                <a:gd name="T16" fmla="*/ 297 w 797"/>
                <a:gd name="T17" fmla="*/ 3 h 62"/>
                <a:gd name="T18" fmla="*/ 348 w 797"/>
                <a:gd name="T19" fmla="*/ 1 h 62"/>
                <a:gd name="T20" fmla="*/ 399 w 797"/>
                <a:gd name="T21" fmla="*/ 0 h 62"/>
                <a:gd name="T22" fmla="*/ 449 w 797"/>
                <a:gd name="T23" fmla="*/ 1 h 62"/>
                <a:gd name="T24" fmla="*/ 499 w 797"/>
                <a:gd name="T25" fmla="*/ 3 h 62"/>
                <a:gd name="T26" fmla="*/ 550 w 797"/>
                <a:gd name="T27" fmla="*/ 8 h 62"/>
                <a:gd name="T28" fmla="*/ 600 w 797"/>
                <a:gd name="T29" fmla="*/ 16 h 62"/>
                <a:gd name="T30" fmla="*/ 649 w 797"/>
                <a:gd name="T31" fmla="*/ 24 h 62"/>
                <a:gd name="T32" fmla="*/ 699 w 797"/>
                <a:gd name="T33" fmla="*/ 35 h 62"/>
                <a:gd name="T34" fmla="*/ 748 w 797"/>
                <a:gd name="T35" fmla="*/ 47 h 62"/>
                <a:gd name="T36" fmla="*/ 797 w 797"/>
                <a:gd name="T3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97" h="62">
                  <a:moveTo>
                    <a:pt x="0" y="62"/>
                  </a:moveTo>
                  <a:lnTo>
                    <a:pt x="0" y="62"/>
                  </a:lnTo>
                  <a:lnTo>
                    <a:pt x="0" y="62"/>
                  </a:lnTo>
                  <a:lnTo>
                    <a:pt x="48" y="47"/>
                  </a:lnTo>
                  <a:lnTo>
                    <a:pt x="98" y="35"/>
                  </a:lnTo>
                  <a:lnTo>
                    <a:pt x="147" y="24"/>
                  </a:lnTo>
                  <a:lnTo>
                    <a:pt x="197" y="16"/>
                  </a:lnTo>
                  <a:lnTo>
                    <a:pt x="248" y="8"/>
                  </a:lnTo>
                  <a:lnTo>
                    <a:pt x="297" y="3"/>
                  </a:lnTo>
                  <a:lnTo>
                    <a:pt x="348" y="1"/>
                  </a:lnTo>
                  <a:lnTo>
                    <a:pt x="399" y="0"/>
                  </a:lnTo>
                  <a:lnTo>
                    <a:pt x="449" y="1"/>
                  </a:lnTo>
                  <a:lnTo>
                    <a:pt x="499" y="3"/>
                  </a:lnTo>
                  <a:lnTo>
                    <a:pt x="550" y="8"/>
                  </a:lnTo>
                  <a:lnTo>
                    <a:pt x="600" y="16"/>
                  </a:lnTo>
                  <a:lnTo>
                    <a:pt x="649" y="24"/>
                  </a:lnTo>
                  <a:lnTo>
                    <a:pt x="699" y="35"/>
                  </a:lnTo>
                  <a:lnTo>
                    <a:pt x="748" y="47"/>
                  </a:lnTo>
                  <a:lnTo>
                    <a:pt x="797" y="62"/>
                  </a:lnTo>
                </a:path>
              </a:pathLst>
            </a:custGeom>
            <a:noFill/>
            <a:ln w="3175">
              <a:solidFill>
                <a:srgbClr val="CECE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508">
              <a:extLst>
                <a:ext uri="{FF2B5EF4-FFF2-40B4-BE49-F238E27FC236}">
                  <a16:creationId xmlns:a16="http://schemas.microsoft.com/office/drawing/2014/main" id="{9D2424D0-6AC8-204A-BF96-6F0E9300C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1813" y="2684463"/>
              <a:ext cx="631825" cy="49213"/>
            </a:xfrm>
            <a:custGeom>
              <a:avLst/>
              <a:gdLst>
                <a:gd name="T0" fmla="*/ 0 w 797"/>
                <a:gd name="T1" fmla="*/ 63 h 63"/>
                <a:gd name="T2" fmla="*/ 0 w 797"/>
                <a:gd name="T3" fmla="*/ 63 h 63"/>
                <a:gd name="T4" fmla="*/ 0 w 797"/>
                <a:gd name="T5" fmla="*/ 63 h 63"/>
                <a:gd name="T6" fmla="*/ 48 w 797"/>
                <a:gd name="T7" fmla="*/ 48 h 63"/>
                <a:gd name="T8" fmla="*/ 98 w 797"/>
                <a:gd name="T9" fmla="*/ 35 h 63"/>
                <a:gd name="T10" fmla="*/ 147 w 797"/>
                <a:gd name="T11" fmla="*/ 24 h 63"/>
                <a:gd name="T12" fmla="*/ 197 w 797"/>
                <a:gd name="T13" fmla="*/ 16 h 63"/>
                <a:gd name="T14" fmla="*/ 248 w 797"/>
                <a:gd name="T15" fmla="*/ 8 h 63"/>
                <a:gd name="T16" fmla="*/ 297 w 797"/>
                <a:gd name="T17" fmla="*/ 4 h 63"/>
                <a:gd name="T18" fmla="*/ 348 w 797"/>
                <a:gd name="T19" fmla="*/ 1 h 63"/>
                <a:gd name="T20" fmla="*/ 399 w 797"/>
                <a:gd name="T21" fmla="*/ 0 h 63"/>
                <a:gd name="T22" fmla="*/ 449 w 797"/>
                <a:gd name="T23" fmla="*/ 1 h 63"/>
                <a:gd name="T24" fmla="*/ 499 w 797"/>
                <a:gd name="T25" fmla="*/ 4 h 63"/>
                <a:gd name="T26" fmla="*/ 550 w 797"/>
                <a:gd name="T27" fmla="*/ 8 h 63"/>
                <a:gd name="T28" fmla="*/ 600 w 797"/>
                <a:gd name="T29" fmla="*/ 16 h 63"/>
                <a:gd name="T30" fmla="*/ 649 w 797"/>
                <a:gd name="T31" fmla="*/ 24 h 63"/>
                <a:gd name="T32" fmla="*/ 699 w 797"/>
                <a:gd name="T33" fmla="*/ 35 h 63"/>
                <a:gd name="T34" fmla="*/ 748 w 797"/>
                <a:gd name="T35" fmla="*/ 48 h 63"/>
                <a:gd name="T36" fmla="*/ 797 w 797"/>
                <a:gd name="T37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97" h="63">
                  <a:moveTo>
                    <a:pt x="0" y="63"/>
                  </a:moveTo>
                  <a:lnTo>
                    <a:pt x="0" y="63"/>
                  </a:lnTo>
                  <a:lnTo>
                    <a:pt x="0" y="63"/>
                  </a:lnTo>
                  <a:lnTo>
                    <a:pt x="48" y="48"/>
                  </a:lnTo>
                  <a:lnTo>
                    <a:pt x="98" y="35"/>
                  </a:lnTo>
                  <a:lnTo>
                    <a:pt x="147" y="24"/>
                  </a:lnTo>
                  <a:lnTo>
                    <a:pt x="197" y="16"/>
                  </a:lnTo>
                  <a:lnTo>
                    <a:pt x="248" y="8"/>
                  </a:lnTo>
                  <a:lnTo>
                    <a:pt x="297" y="4"/>
                  </a:lnTo>
                  <a:lnTo>
                    <a:pt x="348" y="1"/>
                  </a:lnTo>
                  <a:lnTo>
                    <a:pt x="399" y="0"/>
                  </a:lnTo>
                  <a:lnTo>
                    <a:pt x="449" y="1"/>
                  </a:lnTo>
                  <a:lnTo>
                    <a:pt x="499" y="4"/>
                  </a:lnTo>
                  <a:lnTo>
                    <a:pt x="550" y="8"/>
                  </a:lnTo>
                  <a:lnTo>
                    <a:pt x="600" y="16"/>
                  </a:lnTo>
                  <a:lnTo>
                    <a:pt x="649" y="24"/>
                  </a:lnTo>
                  <a:lnTo>
                    <a:pt x="699" y="35"/>
                  </a:lnTo>
                  <a:lnTo>
                    <a:pt x="748" y="48"/>
                  </a:lnTo>
                  <a:lnTo>
                    <a:pt x="797" y="63"/>
                  </a:lnTo>
                </a:path>
              </a:pathLst>
            </a:custGeom>
            <a:noFill/>
            <a:ln w="3175">
              <a:solidFill>
                <a:srgbClr val="CECE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509">
              <a:extLst>
                <a:ext uri="{FF2B5EF4-FFF2-40B4-BE49-F238E27FC236}">
                  <a16:creationId xmlns:a16="http://schemas.microsoft.com/office/drawing/2014/main" id="{FAEE4F5A-D620-3B48-9161-15B6254EF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1813" y="2763838"/>
              <a:ext cx="631825" cy="49213"/>
            </a:xfrm>
            <a:custGeom>
              <a:avLst/>
              <a:gdLst>
                <a:gd name="T0" fmla="*/ 0 w 797"/>
                <a:gd name="T1" fmla="*/ 62 h 62"/>
                <a:gd name="T2" fmla="*/ 0 w 797"/>
                <a:gd name="T3" fmla="*/ 62 h 62"/>
                <a:gd name="T4" fmla="*/ 0 w 797"/>
                <a:gd name="T5" fmla="*/ 62 h 62"/>
                <a:gd name="T6" fmla="*/ 48 w 797"/>
                <a:gd name="T7" fmla="*/ 48 h 62"/>
                <a:gd name="T8" fmla="*/ 98 w 797"/>
                <a:gd name="T9" fmla="*/ 35 h 62"/>
                <a:gd name="T10" fmla="*/ 147 w 797"/>
                <a:gd name="T11" fmla="*/ 25 h 62"/>
                <a:gd name="T12" fmla="*/ 197 w 797"/>
                <a:gd name="T13" fmla="*/ 15 h 62"/>
                <a:gd name="T14" fmla="*/ 248 w 797"/>
                <a:gd name="T15" fmla="*/ 9 h 62"/>
                <a:gd name="T16" fmla="*/ 297 w 797"/>
                <a:gd name="T17" fmla="*/ 4 h 62"/>
                <a:gd name="T18" fmla="*/ 348 w 797"/>
                <a:gd name="T19" fmla="*/ 0 h 62"/>
                <a:gd name="T20" fmla="*/ 399 w 797"/>
                <a:gd name="T21" fmla="*/ 0 h 62"/>
                <a:gd name="T22" fmla="*/ 449 w 797"/>
                <a:gd name="T23" fmla="*/ 0 h 62"/>
                <a:gd name="T24" fmla="*/ 499 w 797"/>
                <a:gd name="T25" fmla="*/ 4 h 62"/>
                <a:gd name="T26" fmla="*/ 550 w 797"/>
                <a:gd name="T27" fmla="*/ 9 h 62"/>
                <a:gd name="T28" fmla="*/ 600 w 797"/>
                <a:gd name="T29" fmla="*/ 15 h 62"/>
                <a:gd name="T30" fmla="*/ 649 w 797"/>
                <a:gd name="T31" fmla="*/ 25 h 62"/>
                <a:gd name="T32" fmla="*/ 699 w 797"/>
                <a:gd name="T33" fmla="*/ 35 h 62"/>
                <a:gd name="T34" fmla="*/ 748 w 797"/>
                <a:gd name="T35" fmla="*/ 48 h 62"/>
                <a:gd name="T36" fmla="*/ 797 w 797"/>
                <a:gd name="T3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97" h="62">
                  <a:moveTo>
                    <a:pt x="0" y="62"/>
                  </a:moveTo>
                  <a:lnTo>
                    <a:pt x="0" y="62"/>
                  </a:lnTo>
                  <a:lnTo>
                    <a:pt x="0" y="62"/>
                  </a:lnTo>
                  <a:lnTo>
                    <a:pt x="48" y="48"/>
                  </a:lnTo>
                  <a:lnTo>
                    <a:pt x="98" y="35"/>
                  </a:lnTo>
                  <a:lnTo>
                    <a:pt x="147" y="25"/>
                  </a:lnTo>
                  <a:lnTo>
                    <a:pt x="197" y="15"/>
                  </a:lnTo>
                  <a:lnTo>
                    <a:pt x="248" y="9"/>
                  </a:lnTo>
                  <a:lnTo>
                    <a:pt x="297" y="4"/>
                  </a:lnTo>
                  <a:lnTo>
                    <a:pt x="348" y="0"/>
                  </a:lnTo>
                  <a:lnTo>
                    <a:pt x="399" y="0"/>
                  </a:lnTo>
                  <a:lnTo>
                    <a:pt x="449" y="0"/>
                  </a:lnTo>
                  <a:lnTo>
                    <a:pt x="499" y="4"/>
                  </a:lnTo>
                  <a:lnTo>
                    <a:pt x="550" y="9"/>
                  </a:lnTo>
                  <a:lnTo>
                    <a:pt x="600" y="15"/>
                  </a:lnTo>
                  <a:lnTo>
                    <a:pt x="649" y="25"/>
                  </a:lnTo>
                  <a:lnTo>
                    <a:pt x="699" y="35"/>
                  </a:lnTo>
                  <a:lnTo>
                    <a:pt x="748" y="48"/>
                  </a:lnTo>
                  <a:lnTo>
                    <a:pt x="797" y="62"/>
                  </a:lnTo>
                </a:path>
              </a:pathLst>
            </a:custGeom>
            <a:noFill/>
            <a:ln w="3175">
              <a:solidFill>
                <a:srgbClr val="CECE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510">
              <a:extLst>
                <a:ext uri="{FF2B5EF4-FFF2-40B4-BE49-F238E27FC236}">
                  <a16:creationId xmlns:a16="http://schemas.microsoft.com/office/drawing/2014/main" id="{6CDD02E3-07C7-D546-9C90-218CCF6AF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1813" y="2841625"/>
              <a:ext cx="631825" cy="50800"/>
            </a:xfrm>
            <a:custGeom>
              <a:avLst/>
              <a:gdLst>
                <a:gd name="T0" fmla="*/ 0 w 797"/>
                <a:gd name="T1" fmla="*/ 62 h 62"/>
                <a:gd name="T2" fmla="*/ 0 w 797"/>
                <a:gd name="T3" fmla="*/ 62 h 62"/>
                <a:gd name="T4" fmla="*/ 0 w 797"/>
                <a:gd name="T5" fmla="*/ 62 h 62"/>
                <a:gd name="T6" fmla="*/ 48 w 797"/>
                <a:gd name="T7" fmla="*/ 48 h 62"/>
                <a:gd name="T8" fmla="*/ 98 w 797"/>
                <a:gd name="T9" fmla="*/ 35 h 62"/>
                <a:gd name="T10" fmla="*/ 147 w 797"/>
                <a:gd name="T11" fmla="*/ 24 h 62"/>
                <a:gd name="T12" fmla="*/ 197 w 797"/>
                <a:gd name="T13" fmla="*/ 15 h 62"/>
                <a:gd name="T14" fmla="*/ 248 w 797"/>
                <a:gd name="T15" fmla="*/ 8 h 62"/>
                <a:gd name="T16" fmla="*/ 297 w 797"/>
                <a:gd name="T17" fmla="*/ 3 h 62"/>
                <a:gd name="T18" fmla="*/ 348 w 797"/>
                <a:gd name="T19" fmla="*/ 1 h 62"/>
                <a:gd name="T20" fmla="*/ 399 w 797"/>
                <a:gd name="T21" fmla="*/ 0 h 62"/>
                <a:gd name="T22" fmla="*/ 449 w 797"/>
                <a:gd name="T23" fmla="*/ 1 h 62"/>
                <a:gd name="T24" fmla="*/ 499 w 797"/>
                <a:gd name="T25" fmla="*/ 3 h 62"/>
                <a:gd name="T26" fmla="*/ 550 w 797"/>
                <a:gd name="T27" fmla="*/ 8 h 62"/>
                <a:gd name="T28" fmla="*/ 600 w 797"/>
                <a:gd name="T29" fmla="*/ 15 h 62"/>
                <a:gd name="T30" fmla="*/ 649 w 797"/>
                <a:gd name="T31" fmla="*/ 24 h 62"/>
                <a:gd name="T32" fmla="*/ 699 w 797"/>
                <a:gd name="T33" fmla="*/ 35 h 62"/>
                <a:gd name="T34" fmla="*/ 748 w 797"/>
                <a:gd name="T35" fmla="*/ 48 h 62"/>
                <a:gd name="T36" fmla="*/ 797 w 797"/>
                <a:gd name="T3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97" h="62">
                  <a:moveTo>
                    <a:pt x="0" y="62"/>
                  </a:moveTo>
                  <a:lnTo>
                    <a:pt x="0" y="62"/>
                  </a:lnTo>
                  <a:lnTo>
                    <a:pt x="0" y="62"/>
                  </a:lnTo>
                  <a:lnTo>
                    <a:pt x="48" y="48"/>
                  </a:lnTo>
                  <a:lnTo>
                    <a:pt x="98" y="35"/>
                  </a:lnTo>
                  <a:lnTo>
                    <a:pt x="147" y="24"/>
                  </a:lnTo>
                  <a:lnTo>
                    <a:pt x="197" y="15"/>
                  </a:lnTo>
                  <a:lnTo>
                    <a:pt x="248" y="8"/>
                  </a:lnTo>
                  <a:lnTo>
                    <a:pt x="297" y="3"/>
                  </a:lnTo>
                  <a:lnTo>
                    <a:pt x="348" y="1"/>
                  </a:lnTo>
                  <a:lnTo>
                    <a:pt x="399" y="0"/>
                  </a:lnTo>
                  <a:lnTo>
                    <a:pt x="449" y="1"/>
                  </a:lnTo>
                  <a:lnTo>
                    <a:pt x="499" y="3"/>
                  </a:lnTo>
                  <a:lnTo>
                    <a:pt x="550" y="8"/>
                  </a:lnTo>
                  <a:lnTo>
                    <a:pt x="600" y="15"/>
                  </a:lnTo>
                  <a:lnTo>
                    <a:pt x="649" y="24"/>
                  </a:lnTo>
                  <a:lnTo>
                    <a:pt x="699" y="35"/>
                  </a:lnTo>
                  <a:lnTo>
                    <a:pt x="748" y="48"/>
                  </a:lnTo>
                  <a:lnTo>
                    <a:pt x="797" y="62"/>
                  </a:lnTo>
                </a:path>
              </a:pathLst>
            </a:custGeom>
            <a:noFill/>
            <a:ln w="3175">
              <a:solidFill>
                <a:srgbClr val="CECE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511">
              <a:extLst>
                <a:ext uri="{FF2B5EF4-FFF2-40B4-BE49-F238E27FC236}">
                  <a16:creationId xmlns:a16="http://schemas.microsoft.com/office/drawing/2014/main" id="{BFA320F0-83FA-CB47-B657-C77EA2384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1813" y="2921000"/>
              <a:ext cx="631825" cy="49213"/>
            </a:xfrm>
            <a:custGeom>
              <a:avLst/>
              <a:gdLst>
                <a:gd name="T0" fmla="*/ 0 w 797"/>
                <a:gd name="T1" fmla="*/ 63 h 63"/>
                <a:gd name="T2" fmla="*/ 0 w 797"/>
                <a:gd name="T3" fmla="*/ 63 h 63"/>
                <a:gd name="T4" fmla="*/ 0 w 797"/>
                <a:gd name="T5" fmla="*/ 63 h 63"/>
                <a:gd name="T6" fmla="*/ 48 w 797"/>
                <a:gd name="T7" fmla="*/ 48 h 63"/>
                <a:gd name="T8" fmla="*/ 98 w 797"/>
                <a:gd name="T9" fmla="*/ 35 h 63"/>
                <a:gd name="T10" fmla="*/ 147 w 797"/>
                <a:gd name="T11" fmla="*/ 25 h 63"/>
                <a:gd name="T12" fmla="*/ 197 w 797"/>
                <a:gd name="T13" fmla="*/ 15 h 63"/>
                <a:gd name="T14" fmla="*/ 248 w 797"/>
                <a:gd name="T15" fmla="*/ 9 h 63"/>
                <a:gd name="T16" fmla="*/ 297 w 797"/>
                <a:gd name="T17" fmla="*/ 5 h 63"/>
                <a:gd name="T18" fmla="*/ 348 w 797"/>
                <a:gd name="T19" fmla="*/ 1 h 63"/>
                <a:gd name="T20" fmla="*/ 399 w 797"/>
                <a:gd name="T21" fmla="*/ 0 h 63"/>
                <a:gd name="T22" fmla="*/ 449 w 797"/>
                <a:gd name="T23" fmla="*/ 1 h 63"/>
                <a:gd name="T24" fmla="*/ 499 w 797"/>
                <a:gd name="T25" fmla="*/ 5 h 63"/>
                <a:gd name="T26" fmla="*/ 550 w 797"/>
                <a:gd name="T27" fmla="*/ 9 h 63"/>
                <a:gd name="T28" fmla="*/ 600 w 797"/>
                <a:gd name="T29" fmla="*/ 15 h 63"/>
                <a:gd name="T30" fmla="*/ 649 w 797"/>
                <a:gd name="T31" fmla="*/ 25 h 63"/>
                <a:gd name="T32" fmla="*/ 699 w 797"/>
                <a:gd name="T33" fmla="*/ 35 h 63"/>
                <a:gd name="T34" fmla="*/ 748 w 797"/>
                <a:gd name="T35" fmla="*/ 48 h 63"/>
                <a:gd name="T36" fmla="*/ 797 w 797"/>
                <a:gd name="T37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97" h="63">
                  <a:moveTo>
                    <a:pt x="0" y="63"/>
                  </a:moveTo>
                  <a:lnTo>
                    <a:pt x="0" y="63"/>
                  </a:lnTo>
                  <a:lnTo>
                    <a:pt x="0" y="63"/>
                  </a:lnTo>
                  <a:lnTo>
                    <a:pt x="48" y="48"/>
                  </a:lnTo>
                  <a:lnTo>
                    <a:pt x="98" y="35"/>
                  </a:lnTo>
                  <a:lnTo>
                    <a:pt x="147" y="25"/>
                  </a:lnTo>
                  <a:lnTo>
                    <a:pt x="197" y="15"/>
                  </a:lnTo>
                  <a:lnTo>
                    <a:pt x="248" y="9"/>
                  </a:lnTo>
                  <a:lnTo>
                    <a:pt x="297" y="5"/>
                  </a:lnTo>
                  <a:lnTo>
                    <a:pt x="348" y="1"/>
                  </a:lnTo>
                  <a:lnTo>
                    <a:pt x="399" y="0"/>
                  </a:lnTo>
                  <a:lnTo>
                    <a:pt x="449" y="1"/>
                  </a:lnTo>
                  <a:lnTo>
                    <a:pt x="499" y="5"/>
                  </a:lnTo>
                  <a:lnTo>
                    <a:pt x="550" y="9"/>
                  </a:lnTo>
                  <a:lnTo>
                    <a:pt x="600" y="15"/>
                  </a:lnTo>
                  <a:lnTo>
                    <a:pt x="649" y="25"/>
                  </a:lnTo>
                  <a:lnTo>
                    <a:pt x="699" y="35"/>
                  </a:lnTo>
                  <a:lnTo>
                    <a:pt x="748" y="48"/>
                  </a:lnTo>
                  <a:lnTo>
                    <a:pt x="797" y="63"/>
                  </a:lnTo>
                </a:path>
              </a:pathLst>
            </a:custGeom>
            <a:noFill/>
            <a:ln w="3175">
              <a:solidFill>
                <a:srgbClr val="CECE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512">
              <a:extLst>
                <a:ext uri="{FF2B5EF4-FFF2-40B4-BE49-F238E27FC236}">
                  <a16:creationId xmlns:a16="http://schemas.microsoft.com/office/drawing/2014/main" id="{39CE6B2A-26E8-B64B-AEDC-907F65555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9013" y="2255838"/>
              <a:ext cx="103188" cy="163513"/>
            </a:xfrm>
            <a:custGeom>
              <a:avLst/>
              <a:gdLst>
                <a:gd name="T0" fmla="*/ 10 w 130"/>
                <a:gd name="T1" fmla="*/ 0 h 206"/>
                <a:gd name="T2" fmla="*/ 0 w 130"/>
                <a:gd name="T3" fmla="*/ 199 h 206"/>
                <a:gd name="T4" fmla="*/ 62 w 130"/>
                <a:gd name="T5" fmla="*/ 157 h 206"/>
                <a:gd name="T6" fmla="*/ 119 w 130"/>
                <a:gd name="T7" fmla="*/ 206 h 206"/>
                <a:gd name="T8" fmla="*/ 130 w 130"/>
                <a:gd name="T9" fmla="*/ 17 h 206"/>
                <a:gd name="T10" fmla="*/ 130 w 130"/>
                <a:gd name="T11" fmla="*/ 17 h 206"/>
                <a:gd name="T12" fmla="*/ 71 w 130"/>
                <a:gd name="T13" fmla="*/ 7 h 206"/>
                <a:gd name="T14" fmla="*/ 10 w 130"/>
                <a:gd name="T15" fmla="*/ 0 h 206"/>
                <a:gd name="T16" fmla="*/ 10 w 130"/>
                <a:gd name="T17" fmla="*/ 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0" h="206">
                  <a:moveTo>
                    <a:pt x="10" y="0"/>
                  </a:moveTo>
                  <a:lnTo>
                    <a:pt x="0" y="199"/>
                  </a:lnTo>
                  <a:lnTo>
                    <a:pt x="62" y="157"/>
                  </a:lnTo>
                  <a:lnTo>
                    <a:pt x="119" y="206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71" y="7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CDC4DEEA-2086-EE4D-8FED-4AD811D970BE}"/>
              </a:ext>
            </a:extLst>
          </p:cNvPr>
          <p:cNvGrpSpPr/>
          <p:nvPr/>
        </p:nvGrpSpPr>
        <p:grpSpPr>
          <a:xfrm>
            <a:off x="757580" y="3412375"/>
            <a:ext cx="1131368" cy="2682869"/>
            <a:chOff x="757580" y="3412375"/>
            <a:chExt cx="1131368" cy="2682869"/>
          </a:xfrm>
        </p:grpSpPr>
        <p:sp>
          <p:nvSpPr>
            <p:cNvPr id="53" name="Freeform 435">
              <a:extLst>
                <a:ext uri="{FF2B5EF4-FFF2-40B4-BE49-F238E27FC236}">
                  <a16:creationId xmlns:a16="http://schemas.microsoft.com/office/drawing/2014/main" id="{A2B191B9-06F2-2647-A44F-85F01C403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749" y="3520410"/>
              <a:ext cx="306099" cy="174056"/>
            </a:xfrm>
            <a:custGeom>
              <a:avLst/>
              <a:gdLst>
                <a:gd name="T0" fmla="*/ 171 w 205"/>
                <a:gd name="T1" fmla="*/ 116 h 116"/>
                <a:gd name="T2" fmla="*/ 171 w 205"/>
                <a:gd name="T3" fmla="*/ 116 h 116"/>
                <a:gd name="T4" fmla="*/ 177 w 205"/>
                <a:gd name="T5" fmla="*/ 116 h 116"/>
                <a:gd name="T6" fmla="*/ 184 w 205"/>
                <a:gd name="T7" fmla="*/ 113 h 116"/>
                <a:gd name="T8" fmla="*/ 190 w 205"/>
                <a:gd name="T9" fmla="*/ 110 h 116"/>
                <a:gd name="T10" fmla="*/ 195 w 205"/>
                <a:gd name="T11" fmla="*/ 105 h 116"/>
                <a:gd name="T12" fmla="*/ 198 w 205"/>
                <a:gd name="T13" fmla="*/ 100 h 116"/>
                <a:gd name="T14" fmla="*/ 202 w 205"/>
                <a:gd name="T15" fmla="*/ 94 h 116"/>
                <a:gd name="T16" fmla="*/ 205 w 205"/>
                <a:gd name="T17" fmla="*/ 87 h 116"/>
                <a:gd name="T18" fmla="*/ 205 w 205"/>
                <a:gd name="T19" fmla="*/ 79 h 116"/>
                <a:gd name="T20" fmla="*/ 205 w 205"/>
                <a:gd name="T21" fmla="*/ 79 h 116"/>
                <a:gd name="T22" fmla="*/ 205 w 205"/>
                <a:gd name="T23" fmla="*/ 72 h 116"/>
                <a:gd name="T24" fmla="*/ 202 w 205"/>
                <a:gd name="T25" fmla="*/ 65 h 116"/>
                <a:gd name="T26" fmla="*/ 198 w 205"/>
                <a:gd name="T27" fmla="*/ 59 h 116"/>
                <a:gd name="T28" fmla="*/ 194 w 205"/>
                <a:gd name="T29" fmla="*/ 54 h 116"/>
                <a:gd name="T30" fmla="*/ 189 w 205"/>
                <a:gd name="T31" fmla="*/ 49 h 116"/>
                <a:gd name="T32" fmla="*/ 183 w 205"/>
                <a:gd name="T33" fmla="*/ 46 h 116"/>
                <a:gd name="T34" fmla="*/ 176 w 205"/>
                <a:gd name="T35" fmla="*/ 44 h 116"/>
                <a:gd name="T36" fmla="*/ 168 w 205"/>
                <a:gd name="T37" fmla="*/ 43 h 116"/>
                <a:gd name="T38" fmla="*/ 168 w 205"/>
                <a:gd name="T39" fmla="*/ 43 h 116"/>
                <a:gd name="T40" fmla="*/ 163 w 205"/>
                <a:gd name="T41" fmla="*/ 43 h 116"/>
                <a:gd name="T42" fmla="*/ 157 w 205"/>
                <a:gd name="T43" fmla="*/ 44 h 116"/>
                <a:gd name="T44" fmla="*/ 157 w 205"/>
                <a:gd name="T45" fmla="*/ 44 h 116"/>
                <a:gd name="T46" fmla="*/ 155 w 205"/>
                <a:gd name="T47" fmla="*/ 36 h 116"/>
                <a:gd name="T48" fmla="*/ 150 w 205"/>
                <a:gd name="T49" fmla="*/ 27 h 116"/>
                <a:gd name="T50" fmla="*/ 144 w 205"/>
                <a:gd name="T51" fmla="*/ 19 h 116"/>
                <a:gd name="T52" fmla="*/ 137 w 205"/>
                <a:gd name="T53" fmla="*/ 13 h 116"/>
                <a:gd name="T54" fmla="*/ 130 w 205"/>
                <a:gd name="T55" fmla="*/ 7 h 116"/>
                <a:gd name="T56" fmla="*/ 121 w 205"/>
                <a:gd name="T57" fmla="*/ 3 h 116"/>
                <a:gd name="T58" fmla="*/ 111 w 205"/>
                <a:gd name="T59" fmla="*/ 1 h 116"/>
                <a:gd name="T60" fmla="*/ 101 w 205"/>
                <a:gd name="T61" fmla="*/ 0 h 116"/>
                <a:gd name="T62" fmla="*/ 101 w 205"/>
                <a:gd name="T63" fmla="*/ 0 h 116"/>
                <a:gd name="T64" fmla="*/ 91 w 205"/>
                <a:gd name="T65" fmla="*/ 1 h 116"/>
                <a:gd name="T66" fmla="*/ 81 w 205"/>
                <a:gd name="T67" fmla="*/ 3 h 116"/>
                <a:gd name="T68" fmla="*/ 73 w 205"/>
                <a:gd name="T69" fmla="*/ 7 h 116"/>
                <a:gd name="T70" fmla="*/ 64 w 205"/>
                <a:gd name="T71" fmla="*/ 13 h 116"/>
                <a:gd name="T72" fmla="*/ 58 w 205"/>
                <a:gd name="T73" fmla="*/ 19 h 116"/>
                <a:gd name="T74" fmla="*/ 52 w 205"/>
                <a:gd name="T75" fmla="*/ 26 h 116"/>
                <a:gd name="T76" fmla="*/ 47 w 205"/>
                <a:gd name="T77" fmla="*/ 35 h 116"/>
                <a:gd name="T78" fmla="*/ 45 w 205"/>
                <a:gd name="T79" fmla="*/ 44 h 116"/>
                <a:gd name="T80" fmla="*/ 45 w 205"/>
                <a:gd name="T81" fmla="*/ 44 h 116"/>
                <a:gd name="T82" fmla="*/ 36 w 205"/>
                <a:gd name="T83" fmla="*/ 43 h 116"/>
                <a:gd name="T84" fmla="*/ 36 w 205"/>
                <a:gd name="T85" fmla="*/ 43 h 116"/>
                <a:gd name="T86" fmla="*/ 29 w 205"/>
                <a:gd name="T87" fmla="*/ 44 h 116"/>
                <a:gd name="T88" fmla="*/ 22 w 205"/>
                <a:gd name="T89" fmla="*/ 46 h 116"/>
                <a:gd name="T90" fmla="*/ 16 w 205"/>
                <a:gd name="T91" fmla="*/ 49 h 116"/>
                <a:gd name="T92" fmla="*/ 10 w 205"/>
                <a:gd name="T93" fmla="*/ 54 h 116"/>
                <a:gd name="T94" fmla="*/ 6 w 205"/>
                <a:gd name="T95" fmla="*/ 59 h 116"/>
                <a:gd name="T96" fmla="*/ 3 w 205"/>
                <a:gd name="T97" fmla="*/ 65 h 116"/>
                <a:gd name="T98" fmla="*/ 0 w 205"/>
                <a:gd name="T99" fmla="*/ 72 h 116"/>
                <a:gd name="T100" fmla="*/ 0 w 205"/>
                <a:gd name="T101" fmla="*/ 79 h 116"/>
                <a:gd name="T102" fmla="*/ 0 w 205"/>
                <a:gd name="T103" fmla="*/ 79 h 116"/>
                <a:gd name="T104" fmla="*/ 0 w 205"/>
                <a:gd name="T105" fmla="*/ 87 h 116"/>
                <a:gd name="T106" fmla="*/ 3 w 205"/>
                <a:gd name="T107" fmla="*/ 93 h 116"/>
                <a:gd name="T108" fmla="*/ 5 w 205"/>
                <a:gd name="T109" fmla="*/ 99 h 116"/>
                <a:gd name="T110" fmla="*/ 10 w 205"/>
                <a:gd name="T111" fmla="*/ 105 h 116"/>
                <a:gd name="T112" fmla="*/ 15 w 205"/>
                <a:gd name="T113" fmla="*/ 110 h 116"/>
                <a:gd name="T114" fmla="*/ 21 w 205"/>
                <a:gd name="T115" fmla="*/ 112 h 116"/>
                <a:gd name="T116" fmla="*/ 27 w 205"/>
                <a:gd name="T117" fmla="*/ 115 h 116"/>
                <a:gd name="T118" fmla="*/ 33 w 205"/>
                <a:gd name="T119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5" h="116">
                  <a:moveTo>
                    <a:pt x="171" y="116"/>
                  </a:moveTo>
                  <a:lnTo>
                    <a:pt x="171" y="116"/>
                  </a:lnTo>
                  <a:lnTo>
                    <a:pt x="177" y="116"/>
                  </a:lnTo>
                  <a:lnTo>
                    <a:pt x="184" y="113"/>
                  </a:lnTo>
                  <a:lnTo>
                    <a:pt x="190" y="110"/>
                  </a:lnTo>
                  <a:lnTo>
                    <a:pt x="195" y="105"/>
                  </a:lnTo>
                  <a:lnTo>
                    <a:pt x="198" y="100"/>
                  </a:lnTo>
                  <a:lnTo>
                    <a:pt x="202" y="94"/>
                  </a:lnTo>
                  <a:lnTo>
                    <a:pt x="205" y="87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205" y="72"/>
                  </a:lnTo>
                  <a:lnTo>
                    <a:pt x="202" y="65"/>
                  </a:lnTo>
                  <a:lnTo>
                    <a:pt x="198" y="59"/>
                  </a:lnTo>
                  <a:lnTo>
                    <a:pt x="194" y="54"/>
                  </a:lnTo>
                  <a:lnTo>
                    <a:pt x="189" y="49"/>
                  </a:lnTo>
                  <a:lnTo>
                    <a:pt x="183" y="46"/>
                  </a:lnTo>
                  <a:lnTo>
                    <a:pt x="176" y="44"/>
                  </a:lnTo>
                  <a:lnTo>
                    <a:pt x="168" y="43"/>
                  </a:lnTo>
                  <a:lnTo>
                    <a:pt x="168" y="43"/>
                  </a:lnTo>
                  <a:lnTo>
                    <a:pt x="163" y="43"/>
                  </a:lnTo>
                  <a:lnTo>
                    <a:pt x="157" y="44"/>
                  </a:lnTo>
                  <a:lnTo>
                    <a:pt x="157" y="44"/>
                  </a:lnTo>
                  <a:lnTo>
                    <a:pt x="155" y="36"/>
                  </a:lnTo>
                  <a:lnTo>
                    <a:pt x="150" y="27"/>
                  </a:lnTo>
                  <a:lnTo>
                    <a:pt x="144" y="19"/>
                  </a:lnTo>
                  <a:lnTo>
                    <a:pt x="137" y="13"/>
                  </a:lnTo>
                  <a:lnTo>
                    <a:pt x="130" y="7"/>
                  </a:lnTo>
                  <a:lnTo>
                    <a:pt x="121" y="3"/>
                  </a:lnTo>
                  <a:lnTo>
                    <a:pt x="111" y="1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91" y="1"/>
                  </a:lnTo>
                  <a:lnTo>
                    <a:pt x="81" y="3"/>
                  </a:lnTo>
                  <a:lnTo>
                    <a:pt x="73" y="7"/>
                  </a:lnTo>
                  <a:lnTo>
                    <a:pt x="64" y="13"/>
                  </a:lnTo>
                  <a:lnTo>
                    <a:pt x="58" y="19"/>
                  </a:lnTo>
                  <a:lnTo>
                    <a:pt x="52" y="26"/>
                  </a:lnTo>
                  <a:lnTo>
                    <a:pt x="47" y="35"/>
                  </a:lnTo>
                  <a:lnTo>
                    <a:pt x="45" y="44"/>
                  </a:lnTo>
                  <a:lnTo>
                    <a:pt x="45" y="44"/>
                  </a:lnTo>
                  <a:lnTo>
                    <a:pt x="36" y="43"/>
                  </a:lnTo>
                  <a:lnTo>
                    <a:pt x="36" y="43"/>
                  </a:lnTo>
                  <a:lnTo>
                    <a:pt x="29" y="44"/>
                  </a:lnTo>
                  <a:lnTo>
                    <a:pt x="22" y="46"/>
                  </a:lnTo>
                  <a:lnTo>
                    <a:pt x="16" y="49"/>
                  </a:lnTo>
                  <a:lnTo>
                    <a:pt x="10" y="54"/>
                  </a:lnTo>
                  <a:lnTo>
                    <a:pt x="6" y="59"/>
                  </a:lnTo>
                  <a:lnTo>
                    <a:pt x="3" y="65"/>
                  </a:lnTo>
                  <a:lnTo>
                    <a:pt x="0" y="72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7"/>
                  </a:lnTo>
                  <a:lnTo>
                    <a:pt x="3" y="93"/>
                  </a:lnTo>
                  <a:lnTo>
                    <a:pt x="5" y="99"/>
                  </a:lnTo>
                  <a:lnTo>
                    <a:pt x="10" y="105"/>
                  </a:lnTo>
                  <a:lnTo>
                    <a:pt x="15" y="110"/>
                  </a:lnTo>
                  <a:lnTo>
                    <a:pt x="21" y="112"/>
                  </a:lnTo>
                  <a:lnTo>
                    <a:pt x="27" y="115"/>
                  </a:lnTo>
                  <a:lnTo>
                    <a:pt x="33" y="11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37">
              <a:extLst>
                <a:ext uri="{FF2B5EF4-FFF2-40B4-BE49-F238E27FC236}">
                  <a16:creationId xmlns:a16="http://schemas.microsoft.com/office/drawing/2014/main" id="{F3AC463C-77F5-EA46-974C-E379571E7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658" y="3412375"/>
              <a:ext cx="576187" cy="2616848"/>
            </a:xfrm>
            <a:custGeom>
              <a:avLst/>
              <a:gdLst>
                <a:gd name="T0" fmla="*/ 232 w 385"/>
                <a:gd name="T1" fmla="*/ 1744 h 1744"/>
                <a:gd name="T2" fmla="*/ 0 w 385"/>
                <a:gd name="T3" fmla="*/ 1723 h 1744"/>
                <a:gd name="T4" fmla="*/ 153 w 385"/>
                <a:gd name="T5" fmla="*/ 0 h 1744"/>
                <a:gd name="T6" fmla="*/ 385 w 385"/>
                <a:gd name="T7" fmla="*/ 21 h 1744"/>
                <a:gd name="T8" fmla="*/ 232 w 385"/>
                <a:gd name="T9" fmla="*/ 1744 h 1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5" h="1744">
                  <a:moveTo>
                    <a:pt x="232" y="1744"/>
                  </a:moveTo>
                  <a:lnTo>
                    <a:pt x="0" y="1723"/>
                  </a:lnTo>
                  <a:lnTo>
                    <a:pt x="153" y="0"/>
                  </a:lnTo>
                  <a:lnTo>
                    <a:pt x="385" y="21"/>
                  </a:lnTo>
                  <a:lnTo>
                    <a:pt x="232" y="1744"/>
                  </a:lnTo>
                  <a:close/>
                </a:path>
              </a:pathLst>
            </a:custGeom>
            <a:solidFill>
              <a:srgbClr val="F276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Line 438">
              <a:extLst>
                <a:ext uri="{FF2B5EF4-FFF2-40B4-BE49-F238E27FC236}">
                  <a16:creationId xmlns:a16="http://schemas.microsoft.com/office/drawing/2014/main" id="{5DBAB80F-3F97-D644-A9D6-BB2BE1FAAF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375781" y="3514408"/>
              <a:ext cx="156051" cy="12004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Line 439">
              <a:extLst>
                <a:ext uri="{FF2B5EF4-FFF2-40B4-BE49-F238E27FC236}">
                  <a16:creationId xmlns:a16="http://schemas.microsoft.com/office/drawing/2014/main" id="{FB1D08DE-FA32-7243-8D6C-9F7E136A70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438800" y="3589431"/>
              <a:ext cx="84027" cy="9004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Line 440">
              <a:extLst>
                <a:ext uri="{FF2B5EF4-FFF2-40B4-BE49-F238E27FC236}">
                  <a16:creationId xmlns:a16="http://schemas.microsoft.com/office/drawing/2014/main" id="{4BDABB00-7C8D-A842-A994-B4B184EF9B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432798" y="3661455"/>
              <a:ext cx="84027" cy="6002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Line 441">
              <a:extLst>
                <a:ext uri="{FF2B5EF4-FFF2-40B4-BE49-F238E27FC236}">
                  <a16:creationId xmlns:a16="http://schemas.microsoft.com/office/drawing/2014/main" id="{C33A983F-F5FA-8E4F-88EC-AC18550411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426796" y="3730478"/>
              <a:ext cx="84027" cy="9004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Line 442">
              <a:extLst>
                <a:ext uri="{FF2B5EF4-FFF2-40B4-BE49-F238E27FC236}">
                  <a16:creationId xmlns:a16="http://schemas.microsoft.com/office/drawing/2014/main" id="{21EF90C3-D7CB-E94F-A2E5-B8C84E403E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420794" y="3799500"/>
              <a:ext cx="84027" cy="9004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Line 443">
              <a:extLst>
                <a:ext uri="{FF2B5EF4-FFF2-40B4-BE49-F238E27FC236}">
                  <a16:creationId xmlns:a16="http://schemas.microsoft.com/office/drawing/2014/main" id="{1249D280-52B8-2445-8A0D-754C8346F6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342769" y="3868523"/>
              <a:ext cx="156051" cy="12004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Line 444">
              <a:extLst>
                <a:ext uri="{FF2B5EF4-FFF2-40B4-BE49-F238E27FC236}">
                  <a16:creationId xmlns:a16="http://schemas.microsoft.com/office/drawing/2014/main" id="{F574C56D-23E4-2947-A655-B103FBB5CC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408790" y="3943546"/>
              <a:ext cx="84027" cy="9004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Line 445">
              <a:extLst>
                <a:ext uri="{FF2B5EF4-FFF2-40B4-BE49-F238E27FC236}">
                  <a16:creationId xmlns:a16="http://schemas.microsoft.com/office/drawing/2014/main" id="{156994FF-8354-DE48-A343-8B425FA74D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402788" y="4015570"/>
              <a:ext cx="84027" cy="6002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Line 446">
              <a:extLst>
                <a:ext uri="{FF2B5EF4-FFF2-40B4-BE49-F238E27FC236}">
                  <a16:creationId xmlns:a16="http://schemas.microsoft.com/office/drawing/2014/main" id="{5F9F7EAE-AA82-1E4A-9702-8E4506EFA8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396786" y="4084593"/>
              <a:ext cx="84027" cy="9004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Line 447">
              <a:extLst>
                <a:ext uri="{FF2B5EF4-FFF2-40B4-BE49-F238E27FC236}">
                  <a16:creationId xmlns:a16="http://schemas.microsoft.com/office/drawing/2014/main" id="{EB2A3CFA-98B5-CB47-AD5E-1385FEEFF9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387784" y="4153614"/>
              <a:ext cx="87029" cy="9004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Line 448">
              <a:extLst>
                <a:ext uri="{FF2B5EF4-FFF2-40B4-BE49-F238E27FC236}">
                  <a16:creationId xmlns:a16="http://schemas.microsoft.com/office/drawing/2014/main" id="{823EDD09-DDCE-2247-932F-E902582690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312759" y="4222638"/>
              <a:ext cx="153051" cy="12004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Line 449">
              <a:extLst>
                <a:ext uri="{FF2B5EF4-FFF2-40B4-BE49-F238E27FC236}">
                  <a16:creationId xmlns:a16="http://schemas.microsoft.com/office/drawing/2014/main" id="{96283F05-99A3-424D-AC16-38FBBFD1C7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375781" y="4297661"/>
              <a:ext cx="87029" cy="9004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Line 450">
              <a:extLst>
                <a:ext uri="{FF2B5EF4-FFF2-40B4-BE49-F238E27FC236}">
                  <a16:creationId xmlns:a16="http://schemas.microsoft.com/office/drawing/2014/main" id="{C1723543-9B0A-D848-A1B8-24F47C06D0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369779" y="4369684"/>
              <a:ext cx="84027" cy="6002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Line 451">
              <a:extLst>
                <a:ext uri="{FF2B5EF4-FFF2-40B4-BE49-F238E27FC236}">
                  <a16:creationId xmlns:a16="http://schemas.microsoft.com/office/drawing/2014/main" id="{26E83B48-8924-9647-80CA-B791446C76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366777" y="4438708"/>
              <a:ext cx="81027" cy="9004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Line 452">
              <a:extLst>
                <a:ext uri="{FF2B5EF4-FFF2-40B4-BE49-F238E27FC236}">
                  <a16:creationId xmlns:a16="http://schemas.microsoft.com/office/drawing/2014/main" id="{37F5903A-E142-EA43-B40E-28BF2FB355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357775" y="4507729"/>
              <a:ext cx="84027" cy="9004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Line 453">
              <a:extLst>
                <a:ext uri="{FF2B5EF4-FFF2-40B4-BE49-F238E27FC236}">
                  <a16:creationId xmlns:a16="http://schemas.microsoft.com/office/drawing/2014/main" id="{E4CF8D89-D569-9D4E-84A6-DB5F4DC8CE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82749" y="4576752"/>
              <a:ext cx="153051" cy="12004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Line 454">
              <a:extLst>
                <a:ext uri="{FF2B5EF4-FFF2-40B4-BE49-F238E27FC236}">
                  <a16:creationId xmlns:a16="http://schemas.microsoft.com/office/drawing/2014/main" id="{37E0A0BB-F982-8448-9B34-FAE6511EA7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345771" y="4651776"/>
              <a:ext cx="84027" cy="6002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Line 455">
              <a:extLst>
                <a:ext uri="{FF2B5EF4-FFF2-40B4-BE49-F238E27FC236}">
                  <a16:creationId xmlns:a16="http://schemas.microsoft.com/office/drawing/2014/main" id="{08B8F194-829D-F34D-9181-8533D8511A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339769" y="4723799"/>
              <a:ext cx="84027" cy="6002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Line 456">
              <a:extLst>
                <a:ext uri="{FF2B5EF4-FFF2-40B4-BE49-F238E27FC236}">
                  <a16:creationId xmlns:a16="http://schemas.microsoft.com/office/drawing/2014/main" id="{3C4EC36E-DAF9-3446-9E88-BEBFA43210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333767" y="4792822"/>
              <a:ext cx="84027" cy="9004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Line 457">
              <a:extLst>
                <a:ext uri="{FF2B5EF4-FFF2-40B4-BE49-F238E27FC236}">
                  <a16:creationId xmlns:a16="http://schemas.microsoft.com/office/drawing/2014/main" id="{3DCC2AA4-26A3-CD46-A143-A265F6A266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327765" y="4861844"/>
              <a:ext cx="84027" cy="9004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Line 458">
              <a:extLst>
                <a:ext uri="{FF2B5EF4-FFF2-40B4-BE49-F238E27FC236}">
                  <a16:creationId xmlns:a16="http://schemas.microsoft.com/office/drawing/2014/main" id="{73BC78D5-B12F-5241-95C1-0451BB12C1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52740" y="4927865"/>
              <a:ext cx="153051" cy="15006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Line 459">
              <a:extLst>
                <a:ext uri="{FF2B5EF4-FFF2-40B4-BE49-F238E27FC236}">
                  <a16:creationId xmlns:a16="http://schemas.microsoft.com/office/drawing/2014/main" id="{291BEDD8-3ED8-3045-B415-F8FF7E0378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315761" y="5005891"/>
              <a:ext cx="81027" cy="6002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Line 460">
              <a:extLst>
                <a:ext uri="{FF2B5EF4-FFF2-40B4-BE49-F238E27FC236}">
                  <a16:creationId xmlns:a16="http://schemas.microsoft.com/office/drawing/2014/main" id="{1E9C3362-2B9F-1248-96BA-5FE881CC97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309759" y="5074914"/>
              <a:ext cx="84027" cy="9004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Line 461">
              <a:extLst>
                <a:ext uri="{FF2B5EF4-FFF2-40B4-BE49-F238E27FC236}">
                  <a16:creationId xmlns:a16="http://schemas.microsoft.com/office/drawing/2014/main" id="{5614A4BF-4FF2-E846-BFE6-230D301F5F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300755" y="5146937"/>
              <a:ext cx="84027" cy="6002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Line 462">
              <a:extLst>
                <a:ext uri="{FF2B5EF4-FFF2-40B4-BE49-F238E27FC236}">
                  <a16:creationId xmlns:a16="http://schemas.microsoft.com/office/drawing/2014/main" id="{A041CA10-475C-FF41-98DC-B41F9CC2C1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97755" y="5218961"/>
              <a:ext cx="81027" cy="6002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464">
              <a:extLst>
                <a:ext uri="{FF2B5EF4-FFF2-40B4-BE49-F238E27FC236}">
                  <a16:creationId xmlns:a16="http://schemas.microsoft.com/office/drawing/2014/main" id="{834F356F-A648-5C46-BCE4-3541E9D55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631" y="4888854"/>
              <a:ext cx="318103" cy="708230"/>
            </a:xfrm>
            <a:custGeom>
              <a:avLst/>
              <a:gdLst>
                <a:gd name="T0" fmla="*/ 73 w 213"/>
                <a:gd name="T1" fmla="*/ 42 h 472"/>
                <a:gd name="T2" fmla="*/ 73 w 213"/>
                <a:gd name="T3" fmla="*/ 42 h 472"/>
                <a:gd name="T4" fmla="*/ 66 w 213"/>
                <a:gd name="T5" fmla="*/ 43 h 472"/>
                <a:gd name="T6" fmla="*/ 66 w 213"/>
                <a:gd name="T7" fmla="*/ 43 h 472"/>
                <a:gd name="T8" fmla="*/ 57 w 213"/>
                <a:gd name="T9" fmla="*/ 45 h 472"/>
                <a:gd name="T10" fmla="*/ 57 w 213"/>
                <a:gd name="T11" fmla="*/ 45 h 472"/>
                <a:gd name="T12" fmla="*/ 44 w 213"/>
                <a:gd name="T13" fmla="*/ 46 h 472"/>
                <a:gd name="T14" fmla="*/ 35 w 213"/>
                <a:gd name="T15" fmla="*/ 45 h 472"/>
                <a:gd name="T16" fmla="*/ 28 w 213"/>
                <a:gd name="T17" fmla="*/ 44 h 472"/>
                <a:gd name="T18" fmla="*/ 20 w 213"/>
                <a:gd name="T19" fmla="*/ 42 h 472"/>
                <a:gd name="T20" fmla="*/ 12 w 213"/>
                <a:gd name="T21" fmla="*/ 38 h 472"/>
                <a:gd name="T22" fmla="*/ 6 w 213"/>
                <a:gd name="T23" fmla="*/ 33 h 472"/>
                <a:gd name="T24" fmla="*/ 0 w 213"/>
                <a:gd name="T25" fmla="*/ 27 h 472"/>
                <a:gd name="T26" fmla="*/ 96 w 213"/>
                <a:gd name="T27" fmla="*/ 453 h 472"/>
                <a:gd name="T28" fmla="*/ 96 w 213"/>
                <a:gd name="T29" fmla="*/ 453 h 472"/>
                <a:gd name="T30" fmla="*/ 102 w 213"/>
                <a:gd name="T31" fmla="*/ 460 h 472"/>
                <a:gd name="T32" fmla="*/ 109 w 213"/>
                <a:gd name="T33" fmla="*/ 465 h 472"/>
                <a:gd name="T34" fmla="*/ 116 w 213"/>
                <a:gd name="T35" fmla="*/ 468 h 472"/>
                <a:gd name="T36" fmla="*/ 124 w 213"/>
                <a:gd name="T37" fmla="*/ 470 h 472"/>
                <a:gd name="T38" fmla="*/ 132 w 213"/>
                <a:gd name="T39" fmla="*/ 471 h 472"/>
                <a:gd name="T40" fmla="*/ 139 w 213"/>
                <a:gd name="T41" fmla="*/ 472 h 472"/>
                <a:gd name="T42" fmla="*/ 154 w 213"/>
                <a:gd name="T43" fmla="*/ 471 h 472"/>
                <a:gd name="T44" fmla="*/ 154 w 213"/>
                <a:gd name="T45" fmla="*/ 471 h 472"/>
                <a:gd name="T46" fmla="*/ 161 w 213"/>
                <a:gd name="T47" fmla="*/ 470 h 472"/>
                <a:gd name="T48" fmla="*/ 161 w 213"/>
                <a:gd name="T49" fmla="*/ 470 h 472"/>
                <a:gd name="T50" fmla="*/ 170 w 213"/>
                <a:gd name="T51" fmla="*/ 467 h 472"/>
                <a:gd name="T52" fmla="*/ 170 w 213"/>
                <a:gd name="T53" fmla="*/ 467 h 472"/>
                <a:gd name="T54" fmla="*/ 183 w 213"/>
                <a:gd name="T55" fmla="*/ 462 h 472"/>
                <a:gd name="T56" fmla="*/ 190 w 213"/>
                <a:gd name="T57" fmla="*/ 459 h 472"/>
                <a:gd name="T58" fmla="*/ 196 w 213"/>
                <a:gd name="T59" fmla="*/ 454 h 472"/>
                <a:gd name="T60" fmla="*/ 202 w 213"/>
                <a:gd name="T61" fmla="*/ 449 h 472"/>
                <a:gd name="T62" fmla="*/ 207 w 213"/>
                <a:gd name="T63" fmla="*/ 442 h 472"/>
                <a:gd name="T64" fmla="*/ 211 w 213"/>
                <a:gd name="T65" fmla="*/ 435 h 472"/>
                <a:gd name="T66" fmla="*/ 213 w 213"/>
                <a:gd name="T67" fmla="*/ 426 h 472"/>
                <a:gd name="T68" fmla="*/ 118 w 213"/>
                <a:gd name="T69" fmla="*/ 0 h 472"/>
                <a:gd name="T70" fmla="*/ 118 w 213"/>
                <a:gd name="T71" fmla="*/ 0 h 472"/>
                <a:gd name="T72" fmla="*/ 115 w 213"/>
                <a:gd name="T73" fmla="*/ 9 h 472"/>
                <a:gd name="T74" fmla="*/ 112 w 213"/>
                <a:gd name="T75" fmla="*/ 16 h 472"/>
                <a:gd name="T76" fmla="*/ 105 w 213"/>
                <a:gd name="T77" fmla="*/ 22 h 472"/>
                <a:gd name="T78" fmla="*/ 99 w 213"/>
                <a:gd name="T79" fmla="*/ 28 h 472"/>
                <a:gd name="T80" fmla="*/ 93 w 213"/>
                <a:gd name="T81" fmla="*/ 32 h 472"/>
                <a:gd name="T82" fmla="*/ 86 w 213"/>
                <a:gd name="T83" fmla="*/ 35 h 472"/>
                <a:gd name="T84" fmla="*/ 73 w 213"/>
                <a:gd name="T85" fmla="*/ 42 h 472"/>
                <a:gd name="T86" fmla="*/ 73 w 213"/>
                <a:gd name="T87" fmla="*/ 42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3" h="472">
                  <a:moveTo>
                    <a:pt x="73" y="42"/>
                  </a:moveTo>
                  <a:lnTo>
                    <a:pt x="73" y="42"/>
                  </a:lnTo>
                  <a:lnTo>
                    <a:pt x="66" y="43"/>
                  </a:lnTo>
                  <a:lnTo>
                    <a:pt x="66" y="43"/>
                  </a:lnTo>
                  <a:lnTo>
                    <a:pt x="57" y="45"/>
                  </a:lnTo>
                  <a:lnTo>
                    <a:pt x="57" y="45"/>
                  </a:lnTo>
                  <a:lnTo>
                    <a:pt x="44" y="46"/>
                  </a:lnTo>
                  <a:lnTo>
                    <a:pt x="35" y="45"/>
                  </a:lnTo>
                  <a:lnTo>
                    <a:pt x="28" y="44"/>
                  </a:lnTo>
                  <a:lnTo>
                    <a:pt x="20" y="42"/>
                  </a:lnTo>
                  <a:lnTo>
                    <a:pt x="12" y="38"/>
                  </a:lnTo>
                  <a:lnTo>
                    <a:pt x="6" y="33"/>
                  </a:lnTo>
                  <a:lnTo>
                    <a:pt x="0" y="27"/>
                  </a:lnTo>
                  <a:lnTo>
                    <a:pt x="96" y="453"/>
                  </a:lnTo>
                  <a:lnTo>
                    <a:pt x="96" y="453"/>
                  </a:lnTo>
                  <a:lnTo>
                    <a:pt x="102" y="460"/>
                  </a:lnTo>
                  <a:lnTo>
                    <a:pt x="109" y="465"/>
                  </a:lnTo>
                  <a:lnTo>
                    <a:pt x="116" y="468"/>
                  </a:lnTo>
                  <a:lnTo>
                    <a:pt x="124" y="470"/>
                  </a:lnTo>
                  <a:lnTo>
                    <a:pt x="132" y="471"/>
                  </a:lnTo>
                  <a:lnTo>
                    <a:pt x="139" y="472"/>
                  </a:lnTo>
                  <a:lnTo>
                    <a:pt x="154" y="471"/>
                  </a:lnTo>
                  <a:lnTo>
                    <a:pt x="154" y="471"/>
                  </a:lnTo>
                  <a:lnTo>
                    <a:pt x="161" y="470"/>
                  </a:lnTo>
                  <a:lnTo>
                    <a:pt x="161" y="470"/>
                  </a:lnTo>
                  <a:lnTo>
                    <a:pt x="170" y="467"/>
                  </a:lnTo>
                  <a:lnTo>
                    <a:pt x="170" y="467"/>
                  </a:lnTo>
                  <a:lnTo>
                    <a:pt x="183" y="462"/>
                  </a:lnTo>
                  <a:lnTo>
                    <a:pt x="190" y="459"/>
                  </a:lnTo>
                  <a:lnTo>
                    <a:pt x="196" y="454"/>
                  </a:lnTo>
                  <a:lnTo>
                    <a:pt x="202" y="449"/>
                  </a:lnTo>
                  <a:lnTo>
                    <a:pt x="207" y="442"/>
                  </a:lnTo>
                  <a:lnTo>
                    <a:pt x="211" y="435"/>
                  </a:lnTo>
                  <a:lnTo>
                    <a:pt x="213" y="426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5" y="9"/>
                  </a:lnTo>
                  <a:lnTo>
                    <a:pt x="112" y="16"/>
                  </a:lnTo>
                  <a:lnTo>
                    <a:pt x="105" y="22"/>
                  </a:lnTo>
                  <a:lnTo>
                    <a:pt x="99" y="28"/>
                  </a:lnTo>
                  <a:lnTo>
                    <a:pt x="93" y="32"/>
                  </a:lnTo>
                  <a:lnTo>
                    <a:pt x="86" y="35"/>
                  </a:lnTo>
                  <a:lnTo>
                    <a:pt x="73" y="42"/>
                  </a:lnTo>
                  <a:lnTo>
                    <a:pt x="73" y="42"/>
                  </a:lnTo>
                  <a:close/>
                </a:path>
              </a:pathLst>
            </a:custGeom>
            <a:solidFill>
              <a:srgbClr val="F276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466">
              <a:extLst>
                <a:ext uri="{FF2B5EF4-FFF2-40B4-BE49-F238E27FC236}">
                  <a16:creationId xmlns:a16="http://schemas.microsoft.com/office/drawing/2014/main" id="{8A6CC748-18E3-D34D-94CD-52E00AFA2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590" y="4342677"/>
              <a:ext cx="327107" cy="1203391"/>
            </a:xfrm>
            <a:custGeom>
              <a:avLst/>
              <a:gdLst>
                <a:gd name="T0" fmla="*/ 179 w 218"/>
                <a:gd name="T1" fmla="*/ 803 h 803"/>
                <a:gd name="T2" fmla="*/ 0 w 218"/>
                <a:gd name="T3" fmla="*/ 10 h 803"/>
                <a:gd name="T4" fmla="*/ 39 w 218"/>
                <a:gd name="T5" fmla="*/ 0 h 803"/>
                <a:gd name="T6" fmla="*/ 218 w 218"/>
                <a:gd name="T7" fmla="*/ 793 h 803"/>
                <a:gd name="T8" fmla="*/ 179 w 218"/>
                <a:gd name="T9" fmla="*/ 803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803">
                  <a:moveTo>
                    <a:pt x="179" y="803"/>
                  </a:moveTo>
                  <a:lnTo>
                    <a:pt x="0" y="10"/>
                  </a:lnTo>
                  <a:lnTo>
                    <a:pt x="39" y="0"/>
                  </a:lnTo>
                  <a:lnTo>
                    <a:pt x="218" y="793"/>
                  </a:lnTo>
                  <a:lnTo>
                    <a:pt x="179" y="80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467">
              <a:extLst>
                <a:ext uri="{FF2B5EF4-FFF2-40B4-BE49-F238E27FC236}">
                  <a16:creationId xmlns:a16="http://schemas.microsoft.com/office/drawing/2014/main" id="{333AF5F6-4BBE-3145-BE07-028428F10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07" y="4327671"/>
              <a:ext cx="327107" cy="1203391"/>
            </a:xfrm>
            <a:custGeom>
              <a:avLst/>
              <a:gdLst>
                <a:gd name="T0" fmla="*/ 179 w 218"/>
                <a:gd name="T1" fmla="*/ 801 h 801"/>
                <a:gd name="T2" fmla="*/ 0 w 218"/>
                <a:gd name="T3" fmla="*/ 8 h 801"/>
                <a:gd name="T4" fmla="*/ 39 w 218"/>
                <a:gd name="T5" fmla="*/ 0 h 801"/>
                <a:gd name="T6" fmla="*/ 218 w 218"/>
                <a:gd name="T7" fmla="*/ 793 h 801"/>
                <a:gd name="T8" fmla="*/ 179 w 218"/>
                <a:gd name="T9" fmla="*/ 801 h 8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801">
                  <a:moveTo>
                    <a:pt x="179" y="801"/>
                  </a:moveTo>
                  <a:lnTo>
                    <a:pt x="0" y="8"/>
                  </a:lnTo>
                  <a:lnTo>
                    <a:pt x="39" y="0"/>
                  </a:lnTo>
                  <a:lnTo>
                    <a:pt x="218" y="793"/>
                  </a:lnTo>
                  <a:lnTo>
                    <a:pt x="179" y="801"/>
                  </a:ln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468">
              <a:extLst>
                <a:ext uri="{FF2B5EF4-FFF2-40B4-BE49-F238E27FC236}">
                  <a16:creationId xmlns:a16="http://schemas.microsoft.com/office/drawing/2014/main" id="{7C7BB87F-05AC-0345-969E-8B6AF836B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627" y="4315667"/>
              <a:ext cx="330107" cy="1203391"/>
            </a:xfrm>
            <a:custGeom>
              <a:avLst/>
              <a:gdLst>
                <a:gd name="T0" fmla="*/ 179 w 219"/>
                <a:gd name="T1" fmla="*/ 802 h 802"/>
                <a:gd name="T2" fmla="*/ 0 w 219"/>
                <a:gd name="T3" fmla="*/ 9 h 802"/>
                <a:gd name="T4" fmla="*/ 40 w 219"/>
                <a:gd name="T5" fmla="*/ 0 h 802"/>
                <a:gd name="T6" fmla="*/ 219 w 219"/>
                <a:gd name="T7" fmla="*/ 794 h 802"/>
                <a:gd name="T8" fmla="*/ 179 w 219"/>
                <a:gd name="T9" fmla="*/ 802 h 8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9" h="802">
                  <a:moveTo>
                    <a:pt x="179" y="802"/>
                  </a:moveTo>
                  <a:lnTo>
                    <a:pt x="0" y="9"/>
                  </a:lnTo>
                  <a:lnTo>
                    <a:pt x="40" y="0"/>
                  </a:lnTo>
                  <a:lnTo>
                    <a:pt x="219" y="794"/>
                  </a:lnTo>
                  <a:lnTo>
                    <a:pt x="179" y="80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469">
              <a:extLst>
                <a:ext uri="{FF2B5EF4-FFF2-40B4-BE49-F238E27FC236}">
                  <a16:creationId xmlns:a16="http://schemas.microsoft.com/office/drawing/2014/main" id="{729C2774-4A11-2B47-B6AE-08EFDCD30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675" y="5507054"/>
              <a:ext cx="180058" cy="60019"/>
            </a:xfrm>
            <a:custGeom>
              <a:avLst/>
              <a:gdLst>
                <a:gd name="T0" fmla="*/ 118 w 120"/>
                <a:gd name="T1" fmla="*/ 0 h 41"/>
                <a:gd name="T2" fmla="*/ 120 w 120"/>
                <a:gd name="T3" fmla="*/ 14 h 41"/>
                <a:gd name="T4" fmla="*/ 3 w 120"/>
                <a:gd name="T5" fmla="*/ 41 h 41"/>
                <a:gd name="T6" fmla="*/ 0 w 120"/>
                <a:gd name="T7" fmla="*/ 26 h 41"/>
                <a:gd name="T8" fmla="*/ 118 w 120"/>
                <a:gd name="T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41">
                  <a:moveTo>
                    <a:pt x="118" y="0"/>
                  </a:moveTo>
                  <a:lnTo>
                    <a:pt x="120" y="14"/>
                  </a:lnTo>
                  <a:lnTo>
                    <a:pt x="3" y="41"/>
                  </a:lnTo>
                  <a:lnTo>
                    <a:pt x="0" y="26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7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470">
              <a:extLst>
                <a:ext uri="{FF2B5EF4-FFF2-40B4-BE49-F238E27FC236}">
                  <a16:creationId xmlns:a16="http://schemas.microsoft.com/office/drawing/2014/main" id="{D96CC86C-F313-2E4F-A793-057F9C1CE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708" y="5513056"/>
              <a:ext cx="54018" cy="30010"/>
            </a:xfrm>
            <a:custGeom>
              <a:avLst/>
              <a:gdLst>
                <a:gd name="T0" fmla="*/ 34 w 36"/>
                <a:gd name="T1" fmla="*/ 0 h 22"/>
                <a:gd name="T2" fmla="*/ 36 w 36"/>
                <a:gd name="T3" fmla="*/ 15 h 22"/>
                <a:gd name="T4" fmla="*/ 4 w 36"/>
                <a:gd name="T5" fmla="*/ 22 h 22"/>
                <a:gd name="T6" fmla="*/ 0 w 36"/>
                <a:gd name="T7" fmla="*/ 7 h 22"/>
                <a:gd name="T8" fmla="*/ 34 w 36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2">
                  <a:moveTo>
                    <a:pt x="34" y="0"/>
                  </a:moveTo>
                  <a:lnTo>
                    <a:pt x="36" y="15"/>
                  </a:lnTo>
                  <a:lnTo>
                    <a:pt x="4" y="22"/>
                  </a:lnTo>
                  <a:lnTo>
                    <a:pt x="0" y="7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B5B5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471">
              <a:extLst>
                <a:ext uri="{FF2B5EF4-FFF2-40B4-BE49-F238E27FC236}">
                  <a16:creationId xmlns:a16="http://schemas.microsoft.com/office/drawing/2014/main" id="{D90156F8-74F2-2247-BC4A-C83BB72DC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720" y="5513056"/>
              <a:ext cx="12004" cy="24008"/>
            </a:xfrm>
            <a:custGeom>
              <a:avLst/>
              <a:gdLst>
                <a:gd name="T0" fmla="*/ 5 w 9"/>
                <a:gd name="T1" fmla="*/ 0 h 16"/>
                <a:gd name="T2" fmla="*/ 9 w 9"/>
                <a:gd name="T3" fmla="*/ 15 h 16"/>
                <a:gd name="T4" fmla="*/ 4 w 9"/>
                <a:gd name="T5" fmla="*/ 16 h 16"/>
                <a:gd name="T6" fmla="*/ 0 w 9"/>
                <a:gd name="T7" fmla="*/ 2 h 16"/>
                <a:gd name="T8" fmla="*/ 5 w 9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6">
                  <a:moveTo>
                    <a:pt x="5" y="0"/>
                  </a:moveTo>
                  <a:lnTo>
                    <a:pt x="9" y="15"/>
                  </a:lnTo>
                  <a:lnTo>
                    <a:pt x="4" y="16"/>
                  </a:lnTo>
                  <a:lnTo>
                    <a:pt x="0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9B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472">
              <a:extLst>
                <a:ext uri="{FF2B5EF4-FFF2-40B4-BE49-F238E27FC236}">
                  <a16:creationId xmlns:a16="http://schemas.microsoft.com/office/drawing/2014/main" id="{6F87664D-1379-8048-9735-86CB8BF3E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728" y="5507054"/>
              <a:ext cx="12004" cy="24008"/>
            </a:xfrm>
            <a:custGeom>
              <a:avLst/>
              <a:gdLst>
                <a:gd name="T0" fmla="*/ 6 w 8"/>
                <a:gd name="T1" fmla="*/ 0 h 15"/>
                <a:gd name="T2" fmla="*/ 8 w 8"/>
                <a:gd name="T3" fmla="*/ 14 h 15"/>
                <a:gd name="T4" fmla="*/ 2 w 8"/>
                <a:gd name="T5" fmla="*/ 15 h 15"/>
                <a:gd name="T6" fmla="*/ 0 w 8"/>
                <a:gd name="T7" fmla="*/ 1 h 15"/>
                <a:gd name="T8" fmla="*/ 6 w 8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5">
                  <a:moveTo>
                    <a:pt x="6" y="0"/>
                  </a:moveTo>
                  <a:lnTo>
                    <a:pt x="8" y="14"/>
                  </a:lnTo>
                  <a:lnTo>
                    <a:pt x="2" y="15"/>
                  </a:lnTo>
                  <a:lnTo>
                    <a:pt x="0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9B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474">
              <a:extLst>
                <a:ext uri="{FF2B5EF4-FFF2-40B4-BE49-F238E27FC236}">
                  <a16:creationId xmlns:a16="http://schemas.microsoft.com/office/drawing/2014/main" id="{C4A265A3-5DF0-5C45-A237-50A623CE8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580" y="5035900"/>
              <a:ext cx="1131368" cy="1059344"/>
            </a:xfrm>
            <a:custGeom>
              <a:avLst/>
              <a:gdLst>
                <a:gd name="T0" fmla="*/ 648 w 754"/>
                <a:gd name="T1" fmla="*/ 705 h 705"/>
                <a:gd name="T2" fmla="*/ 106 w 754"/>
                <a:gd name="T3" fmla="*/ 705 h 705"/>
                <a:gd name="T4" fmla="*/ 0 w 754"/>
                <a:gd name="T5" fmla="*/ 0 h 705"/>
                <a:gd name="T6" fmla="*/ 754 w 754"/>
                <a:gd name="T7" fmla="*/ 0 h 705"/>
                <a:gd name="T8" fmla="*/ 648 w 754"/>
                <a:gd name="T9" fmla="*/ 705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4" h="705">
                  <a:moveTo>
                    <a:pt x="648" y="705"/>
                  </a:moveTo>
                  <a:lnTo>
                    <a:pt x="106" y="705"/>
                  </a:lnTo>
                  <a:lnTo>
                    <a:pt x="0" y="0"/>
                  </a:lnTo>
                  <a:lnTo>
                    <a:pt x="754" y="0"/>
                  </a:lnTo>
                  <a:lnTo>
                    <a:pt x="648" y="7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DE236F73-79B3-384D-8304-098ED5EB09FB}"/>
                </a:ext>
              </a:extLst>
            </p:cNvPr>
            <p:cNvSpPr/>
            <p:nvPr/>
          </p:nvSpPr>
          <p:spPr>
            <a:xfrm>
              <a:off x="788280" y="4232109"/>
              <a:ext cx="174625" cy="127000"/>
            </a:xfrm>
            <a:custGeom>
              <a:avLst/>
              <a:gdLst>
                <a:gd name="connsiteX0" fmla="*/ 0 w 171450"/>
                <a:gd name="connsiteY0" fmla="*/ 123825 h 123825"/>
                <a:gd name="connsiteX1" fmla="*/ 57150 w 171450"/>
                <a:gd name="connsiteY1" fmla="*/ 0 h 123825"/>
                <a:gd name="connsiteX2" fmla="*/ 171450 w 171450"/>
                <a:gd name="connsiteY2" fmla="*/ 95250 h 123825"/>
                <a:gd name="connsiteX3" fmla="*/ 0 w 171450"/>
                <a:gd name="connsiteY3" fmla="*/ 123825 h 123825"/>
                <a:gd name="connsiteX0" fmla="*/ 0 w 174625"/>
                <a:gd name="connsiteY0" fmla="*/ 136525 h 136525"/>
                <a:gd name="connsiteX1" fmla="*/ 60325 w 174625"/>
                <a:gd name="connsiteY1" fmla="*/ 0 h 136525"/>
                <a:gd name="connsiteX2" fmla="*/ 174625 w 174625"/>
                <a:gd name="connsiteY2" fmla="*/ 95250 h 136525"/>
                <a:gd name="connsiteX3" fmla="*/ 0 w 174625"/>
                <a:gd name="connsiteY3" fmla="*/ 136525 h 136525"/>
                <a:gd name="connsiteX0" fmla="*/ 0 w 174625"/>
                <a:gd name="connsiteY0" fmla="*/ 136525 h 136525"/>
                <a:gd name="connsiteX1" fmla="*/ 60325 w 174625"/>
                <a:gd name="connsiteY1" fmla="*/ 0 h 136525"/>
                <a:gd name="connsiteX2" fmla="*/ 174625 w 174625"/>
                <a:gd name="connsiteY2" fmla="*/ 95250 h 136525"/>
                <a:gd name="connsiteX3" fmla="*/ 0 w 174625"/>
                <a:gd name="connsiteY3" fmla="*/ 136525 h 136525"/>
                <a:gd name="connsiteX0" fmla="*/ 0 w 174625"/>
                <a:gd name="connsiteY0" fmla="*/ 127000 h 127000"/>
                <a:gd name="connsiteX1" fmla="*/ 63500 w 174625"/>
                <a:gd name="connsiteY1" fmla="*/ 0 h 127000"/>
                <a:gd name="connsiteX2" fmla="*/ 174625 w 174625"/>
                <a:gd name="connsiteY2" fmla="*/ 85725 h 127000"/>
                <a:gd name="connsiteX3" fmla="*/ 0 w 174625"/>
                <a:gd name="connsiteY3" fmla="*/ 127000 h 12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4625" h="127000">
                  <a:moveTo>
                    <a:pt x="0" y="127000"/>
                  </a:moveTo>
                  <a:lnTo>
                    <a:pt x="63500" y="0"/>
                  </a:lnTo>
                  <a:lnTo>
                    <a:pt x="174625" y="85725"/>
                  </a:lnTo>
                  <a:lnTo>
                    <a:pt x="0" y="127000"/>
                  </a:lnTo>
                  <a:close/>
                </a:path>
              </a:pathLst>
            </a:custGeom>
            <a:solidFill>
              <a:srgbClr val="FFD6B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Freeform 465">
              <a:extLst>
                <a:ext uri="{FF2B5EF4-FFF2-40B4-BE49-F238E27FC236}">
                  <a16:creationId xmlns:a16="http://schemas.microsoft.com/office/drawing/2014/main" id="{D3116243-B7C0-AC45-A937-859BCBEB5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603" y="4222638"/>
              <a:ext cx="51017" cy="36012"/>
            </a:xfrm>
            <a:custGeom>
              <a:avLst/>
              <a:gdLst>
                <a:gd name="T0" fmla="*/ 9 w 33"/>
                <a:gd name="T1" fmla="*/ 23 h 25"/>
                <a:gd name="T2" fmla="*/ 9 w 33"/>
                <a:gd name="T3" fmla="*/ 23 h 25"/>
                <a:gd name="T4" fmla="*/ 17 w 33"/>
                <a:gd name="T5" fmla="*/ 22 h 25"/>
                <a:gd name="T6" fmla="*/ 17 w 33"/>
                <a:gd name="T7" fmla="*/ 22 h 25"/>
                <a:gd name="T8" fmla="*/ 26 w 33"/>
                <a:gd name="T9" fmla="*/ 20 h 25"/>
                <a:gd name="T10" fmla="*/ 26 w 33"/>
                <a:gd name="T11" fmla="*/ 20 h 25"/>
                <a:gd name="T12" fmla="*/ 33 w 33"/>
                <a:gd name="T13" fmla="*/ 17 h 25"/>
                <a:gd name="T14" fmla="*/ 13 w 33"/>
                <a:gd name="T15" fmla="*/ 0 h 25"/>
                <a:gd name="T16" fmla="*/ 0 w 33"/>
                <a:gd name="T17" fmla="*/ 25 h 25"/>
                <a:gd name="T18" fmla="*/ 0 w 33"/>
                <a:gd name="T19" fmla="*/ 25 h 25"/>
                <a:gd name="T20" fmla="*/ 9 w 33"/>
                <a:gd name="T21" fmla="*/ 23 h 25"/>
                <a:gd name="T22" fmla="*/ 9 w 33"/>
                <a:gd name="T23" fmla="*/ 2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25">
                  <a:moveTo>
                    <a:pt x="9" y="23"/>
                  </a:moveTo>
                  <a:lnTo>
                    <a:pt x="9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33" y="17"/>
                  </a:lnTo>
                  <a:lnTo>
                    <a:pt x="13" y="0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9" y="23"/>
                  </a:lnTo>
                  <a:lnTo>
                    <a:pt x="9" y="23"/>
                  </a:lnTo>
                  <a:close/>
                </a:path>
              </a:pathLst>
            </a:custGeom>
            <a:solidFill>
              <a:srgbClr val="2A2A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07" name="Freeform 206">
            <a:extLst>
              <a:ext uri="{FF2B5EF4-FFF2-40B4-BE49-F238E27FC236}">
                <a16:creationId xmlns:a16="http://schemas.microsoft.com/office/drawing/2014/main" id="{09784AD6-9F1C-374D-9C24-60B68B61959F}"/>
              </a:ext>
            </a:extLst>
          </p:cNvPr>
          <p:cNvSpPr>
            <a:spLocks/>
          </p:cNvSpPr>
          <p:nvPr/>
        </p:nvSpPr>
        <p:spPr bwMode="auto">
          <a:xfrm>
            <a:off x="3513661" y="3144381"/>
            <a:ext cx="506812" cy="122441"/>
          </a:xfrm>
          <a:custGeom>
            <a:avLst/>
            <a:gdLst>
              <a:gd name="T0" fmla="*/ 305 w 347"/>
              <a:gd name="T1" fmla="*/ 84 h 84"/>
              <a:gd name="T2" fmla="*/ 42 w 347"/>
              <a:gd name="T3" fmla="*/ 84 h 84"/>
              <a:gd name="T4" fmla="*/ 0 w 347"/>
              <a:gd name="T5" fmla="*/ 42 h 84"/>
              <a:gd name="T6" fmla="*/ 42 w 347"/>
              <a:gd name="T7" fmla="*/ 0 h 84"/>
              <a:gd name="T8" fmla="*/ 305 w 347"/>
              <a:gd name="T9" fmla="*/ 0 h 84"/>
              <a:gd name="T10" fmla="*/ 347 w 347"/>
              <a:gd name="T11" fmla="*/ 42 h 84"/>
              <a:gd name="T12" fmla="*/ 305 w 347"/>
              <a:gd name="T1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7" h="84">
                <a:moveTo>
                  <a:pt x="305" y="84"/>
                </a:moveTo>
                <a:cubicBezTo>
                  <a:pt x="42" y="84"/>
                  <a:pt x="42" y="84"/>
                  <a:pt x="42" y="84"/>
                </a:cubicBezTo>
                <a:cubicBezTo>
                  <a:pt x="18" y="84"/>
                  <a:pt x="0" y="65"/>
                  <a:pt x="0" y="42"/>
                </a:cubicBezTo>
                <a:cubicBezTo>
                  <a:pt x="0" y="19"/>
                  <a:pt x="18" y="0"/>
                  <a:pt x="42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7" y="19"/>
                  <a:pt x="347" y="42"/>
                </a:cubicBezTo>
                <a:cubicBezTo>
                  <a:pt x="347" y="65"/>
                  <a:pt x="328" y="84"/>
                  <a:pt x="305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208" name="Freeform 319">
            <a:extLst>
              <a:ext uri="{FF2B5EF4-FFF2-40B4-BE49-F238E27FC236}">
                <a16:creationId xmlns:a16="http://schemas.microsoft.com/office/drawing/2014/main" id="{4EE11993-D400-6143-A0FB-21989AC0DBA3}"/>
              </a:ext>
            </a:extLst>
          </p:cNvPr>
          <p:cNvSpPr>
            <a:spLocks/>
          </p:cNvSpPr>
          <p:nvPr/>
        </p:nvSpPr>
        <p:spPr bwMode="auto">
          <a:xfrm>
            <a:off x="4243551" y="3106551"/>
            <a:ext cx="195263" cy="195263"/>
          </a:xfrm>
          <a:custGeom>
            <a:avLst/>
            <a:gdLst>
              <a:gd name="T0" fmla="*/ 245 w 245"/>
              <a:gd name="T1" fmla="*/ 123 h 245"/>
              <a:gd name="T2" fmla="*/ 243 w 245"/>
              <a:gd name="T3" fmla="*/ 147 h 245"/>
              <a:gd name="T4" fmla="*/ 235 w 245"/>
              <a:gd name="T5" fmla="*/ 170 h 245"/>
              <a:gd name="T6" fmla="*/ 225 w 245"/>
              <a:gd name="T7" fmla="*/ 191 h 245"/>
              <a:gd name="T8" fmla="*/ 209 w 245"/>
              <a:gd name="T9" fmla="*/ 209 h 245"/>
              <a:gd name="T10" fmla="*/ 191 w 245"/>
              <a:gd name="T11" fmla="*/ 225 h 245"/>
              <a:gd name="T12" fmla="*/ 170 w 245"/>
              <a:gd name="T13" fmla="*/ 236 h 245"/>
              <a:gd name="T14" fmla="*/ 147 w 245"/>
              <a:gd name="T15" fmla="*/ 243 h 245"/>
              <a:gd name="T16" fmla="*/ 123 w 245"/>
              <a:gd name="T17" fmla="*/ 245 h 245"/>
              <a:gd name="T18" fmla="*/ 110 w 245"/>
              <a:gd name="T19" fmla="*/ 245 h 245"/>
              <a:gd name="T20" fmla="*/ 86 w 245"/>
              <a:gd name="T21" fmla="*/ 240 h 245"/>
              <a:gd name="T22" fmla="*/ 64 w 245"/>
              <a:gd name="T23" fmla="*/ 231 h 245"/>
              <a:gd name="T24" fmla="*/ 44 w 245"/>
              <a:gd name="T25" fmla="*/ 217 h 245"/>
              <a:gd name="T26" fmla="*/ 27 w 245"/>
              <a:gd name="T27" fmla="*/ 200 h 245"/>
              <a:gd name="T28" fmla="*/ 14 w 245"/>
              <a:gd name="T29" fmla="*/ 181 h 245"/>
              <a:gd name="T30" fmla="*/ 6 w 245"/>
              <a:gd name="T31" fmla="*/ 159 h 245"/>
              <a:gd name="T32" fmla="*/ 1 w 245"/>
              <a:gd name="T33" fmla="*/ 135 h 245"/>
              <a:gd name="T34" fmla="*/ 0 w 245"/>
              <a:gd name="T35" fmla="*/ 123 h 245"/>
              <a:gd name="T36" fmla="*/ 2 w 245"/>
              <a:gd name="T37" fmla="*/ 98 h 245"/>
              <a:gd name="T38" fmla="*/ 9 w 245"/>
              <a:gd name="T39" fmla="*/ 75 h 245"/>
              <a:gd name="T40" fmla="*/ 21 w 245"/>
              <a:gd name="T41" fmla="*/ 54 h 245"/>
              <a:gd name="T42" fmla="*/ 36 w 245"/>
              <a:gd name="T43" fmla="*/ 36 h 245"/>
              <a:gd name="T44" fmla="*/ 54 w 245"/>
              <a:gd name="T45" fmla="*/ 22 h 245"/>
              <a:gd name="T46" fmla="*/ 75 w 245"/>
              <a:gd name="T47" fmla="*/ 9 h 245"/>
              <a:gd name="T48" fmla="*/ 98 w 245"/>
              <a:gd name="T49" fmla="*/ 2 h 245"/>
              <a:gd name="T50" fmla="*/ 123 w 245"/>
              <a:gd name="T51" fmla="*/ 0 h 245"/>
              <a:gd name="T52" fmla="*/ 135 w 245"/>
              <a:gd name="T53" fmla="*/ 1 h 245"/>
              <a:gd name="T54" fmla="*/ 159 w 245"/>
              <a:gd name="T55" fmla="*/ 6 h 245"/>
              <a:gd name="T56" fmla="*/ 181 w 245"/>
              <a:gd name="T57" fmla="*/ 14 h 245"/>
              <a:gd name="T58" fmla="*/ 200 w 245"/>
              <a:gd name="T59" fmla="*/ 28 h 245"/>
              <a:gd name="T60" fmla="*/ 217 w 245"/>
              <a:gd name="T61" fmla="*/ 44 h 245"/>
              <a:gd name="T62" fmla="*/ 231 w 245"/>
              <a:gd name="T63" fmla="*/ 64 h 245"/>
              <a:gd name="T64" fmla="*/ 240 w 245"/>
              <a:gd name="T65" fmla="*/ 87 h 245"/>
              <a:gd name="T66" fmla="*/ 245 w 245"/>
              <a:gd name="T67" fmla="*/ 110 h 245"/>
              <a:gd name="T68" fmla="*/ 245 w 245"/>
              <a:gd name="T69" fmla="*/ 12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45" h="245">
                <a:moveTo>
                  <a:pt x="245" y="123"/>
                </a:moveTo>
                <a:lnTo>
                  <a:pt x="245" y="123"/>
                </a:lnTo>
                <a:lnTo>
                  <a:pt x="245" y="135"/>
                </a:lnTo>
                <a:lnTo>
                  <a:pt x="243" y="147"/>
                </a:lnTo>
                <a:lnTo>
                  <a:pt x="240" y="159"/>
                </a:lnTo>
                <a:lnTo>
                  <a:pt x="235" y="170"/>
                </a:lnTo>
                <a:lnTo>
                  <a:pt x="231" y="181"/>
                </a:lnTo>
                <a:lnTo>
                  <a:pt x="225" y="191"/>
                </a:lnTo>
                <a:lnTo>
                  <a:pt x="217" y="200"/>
                </a:lnTo>
                <a:lnTo>
                  <a:pt x="209" y="209"/>
                </a:lnTo>
                <a:lnTo>
                  <a:pt x="200" y="217"/>
                </a:lnTo>
                <a:lnTo>
                  <a:pt x="191" y="225"/>
                </a:lnTo>
                <a:lnTo>
                  <a:pt x="181" y="231"/>
                </a:lnTo>
                <a:lnTo>
                  <a:pt x="170" y="236"/>
                </a:lnTo>
                <a:lnTo>
                  <a:pt x="159" y="240"/>
                </a:lnTo>
                <a:lnTo>
                  <a:pt x="147" y="243"/>
                </a:lnTo>
                <a:lnTo>
                  <a:pt x="135" y="245"/>
                </a:lnTo>
                <a:lnTo>
                  <a:pt x="123" y="245"/>
                </a:lnTo>
                <a:lnTo>
                  <a:pt x="123" y="245"/>
                </a:lnTo>
                <a:lnTo>
                  <a:pt x="110" y="245"/>
                </a:lnTo>
                <a:lnTo>
                  <a:pt x="98" y="243"/>
                </a:lnTo>
                <a:lnTo>
                  <a:pt x="86" y="240"/>
                </a:lnTo>
                <a:lnTo>
                  <a:pt x="75" y="236"/>
                </a:lnTo>
                <a:lnTo>
                  <a:pt x="64" y="231"/>
                </a:lnTo>
                <a:lnTo>
                  <a:pt x="54" y="225"/>
                </a:lnTo>
                <a:lnTo>
                  <a:pt x="44" y="217"/>
                </a:lnTo>
                <a:lnTo>
                  <a:pt x="36" y="209"/>
                </a:lnTo>
                <a:lnTo>
                  <a:pt x="27" y="200"/>
                </a:lnTo>
                <a:lnTo>
                  <a:pt x="21" y="191"/>
                </a:lnTo>
                <a:lnTo>
                  <a:pt x="14" y="181"/>
                </a:lnTo>
                <a:lnTo>
                  <a:pt x="9" y="170"/>
                </a:lnTo>
                <a:lnTo>
                  <a:pt x="6" y="159"/>
                </a:lnTo>
                <a:lnTo>
                  <a:pt x="2" y="147"/>
                </a:lnTo>
                <a:lnTo>
                  <a:pt x="1" y="135"/>
                </a:lnTo>
                <a:lnTo>
                  <a:pt x="0" y="123"/>
                </a:lnTo>
                <a:lnTo>
                  <a:pt x="0" y="123"/>
                </a:lnTo>
                <a:lnTo>
                  <a:pt x="1" y="110"/>
                </a:lnTo>
                <a:lnTo>
                  <a:pt x="2" y="98"/>
                </a:lnTo>
                <a:lnTo>
                  <a:pt x="6" y="87"/>
                </a:lnTo>
                <a:lnTo>
                  <a:pt x="9" y="75"/>
                </a:lnTo>
                <a:lnTo>
                  <a:pt x="14" y="64"/>
                </a:lnTo>
                <a:lnTo>
                  <a:pt x="21" y="54"/>
                </a:lnTo>
                <a:lnTo>
                  <a:pt x="27" y="44"/>
                </a:lnTo>
                <a:lnTo>
                  <a:pt x="36" y="36"/>
                </a:lnTo>
                <a:lnTo>
                  <a:pt x="44" y="28"/>
                </a:lnTo>
                <a:lnTo>
                  <a:pt x="54" y="22"/>
                </a:lnTo>
                <a:lnTo>
                  <a:pt x="64" y="14"/>
                </a:lnTo>
                <a:lnTo>
                  <a:pt x="75" y="9"/>
                </a:lnTo>
                <a:lnTo>
                  <a:pt x="86" y="6"/>
                </a:lnTo>
                <a:lnTo>
                  <a:pt x="98" y="2"/>
                </a:lnTo>
                <a:lnTo>
                  <a:pt x="110" y="1"/>
                </a:lnTo>
                <a:lnTo>
                  <a:pt x="123" y="0"/>
                </a:lnTo>
                <a:lnTo>
                  <a:pt x="123" y="0"/>
                </a:lnTo>
                <a:lnTo>
                  <a:pt x="135" y="1"/>
                </a:lnTo>
                <a:lnTo>
                  <a:pt x="147" y="2"/>
                </a:lnTo>
                <a:lnTo>
                  <a:pt x="159" y="6"/>
                </a:lnTo>
                <a:lnTo>
                  <a:pt x="170" y="9"/>
                </a:lnTo>
                <a:lnTo>
                  <a:pt x="181" y="14"/>
                </a:lnTo>
                <a:lnTo>
                  <a:pt x="191" y="22"/>
                </a:lnTo>
                <a:lnTo>
                  <a:pt x="200" y="28"/>
                </a:lnTo>
                <a:lnTo>
                  <a:pt x="209" y="36"/>
                </a:lnTo>
                <a:lnTo>
                  <a:pt x="217" y="44"/>
                </a:lnTo>
                <a:lnTo>
                  <a:pt x="225" y="54"/>
                </a:lnTo>
                <a:lnTo>
                  <a:pt x="231" y="64"/>
                </a:lnTo>
                <a:lnTo>
                  <a:pt x="235" y="75"/>
                </a:lnTo>
                <a:lnTo>
                  <a:pt x="240" y="87"/>
                </a:lnTo>
                <a:lnTo>
                  <a:pt x="243" y="98"/>
                </a:lnTo>
                <a:lnTo>
                  <a:pt x="245" y="110"/>
                </a:lnTo>
                <a:lnTo>
                  <a:pt x="245" y="123"/>
                </a:lnTo>
                <a:lnTo>
                  <a:pt x="245" y="123"/>
                </a:lnTo>
                <a:close/>
              </a:path>
            </a:pathLst>
          </a:custGeom>
          <a:solidFill>
            <a:schemeClr val="bg1"/>
          </a:solidFill>
          <a:ln w="3810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4" name="Rounded Rectangle 313">
            <a:extLst>
              <a:ext uri="{FF2B5EF4-FFF2-40B4-BE49-F238E27FC236}">
                <a16:creationId xmlns:a16="http://schemas.microsoft.com/office/drawing/2014/main" id="{3E574F98-9BDA-664B-94EC-F18862571385}"/>
              </a:ext>
            </a:extLst>
          </p:cNvPr>
          <p:cNvSpPr/>
          <p:nvPr/>
        </p:nvSpPr>
        <p:spPr>
          <a:xfrm>
            <a:off x="3842162" y="3449619"/>
            <a:ext cx="1184479" cy="138045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15" name="Group 314">
            <a:extLst>
              <a:ext uri="{FF2B5EF4-FFF2-40B4-BE49-F238E27FC236}">
                <a16:creationId xmlns:a16="http://schemas.microsoft.com/office/drawing/2014/main" id="{7B4EF851-20D6-5D46-A28B-801BF030AD30}"/>
              </a:ext>
            </a:extLst>
          </p:cNvPr>
          <p:cNvGrpSpPr/>
          <p:nvPr/>
        </p:nvGrpSpPr>
        <p:grpSpPr>
          <a:xfrm>
            <a:off x="1507836" y="5431521"/>
            <a:ext cx="2505814" cy="699226"/>
            <a:chOff x="1507836" y="5431521"/>
            <a:chExt cx="2505814" cy="699226"/>
          </a:xfrm>
        </p:grpSpPr>
        <p:sp>
          <p:nvSpPr>
            <p:cNvPr id="94" name="Freeform 478">
              <a:extLst>
                <a:ext uri="{FF2B5EF4-FFF2-40B4-BE49-F238E27FC236}">
                  <a16:creationId xmlns:a16="http://schemas.microsoft.com/office/drawing/2014/main" id="{EFB5A32D-1D6D-ED48-9FD8-E65382DC5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512" y="5479537"/>
              <a:ext cx="426138" cy="570185"/>
            </a:xfrm>
            <a:custGeom>
              <a:avLst/>
              <a:gdLst>
                <a:gd name="T0" fmla="*/ 284 w 284"/>
                <a:gd name="T1" fmla="*/ 0 h 380"/>
                <a:gd name="T2" fmla="*/ 0 w 284"/>
                <a:gd name="T3" fmla="*/ 0 h 380"/>
                <a:gd name="T4" fmla="*/ 0 w 284"/>
                <a:gd name="T5" fmla="*/ 380 h 380"/>
                <a:gd name="T6" fmla="*/ 284 w 284"/>
                <a:gd name="T7" fmla="*/ 380 h 380"/>
                <a:gd name="T8" fmla="*/ 284 w 284"/>
                <a:gd name="T9" fmla="*/ 338 h 380"/>
                <a:gd name="T10" fmla="*/ 284 w 284"/>
                <a:gd name="T11" fmla="*/ 338 h 380"/>
                <a:gd name="T12" fmla="*/ 282 w 284"/>
                <a:gd name="T13" fmla="*/ 333 h 380"/>
                <a:gd name="T14" fmla="*/ 274 w 284"/>
                <a:gd name="T15" fmla="*/ 318 h 380"/>
                <a:gd name="T16" fmla="*/ 271 w 284"/>
                <a:gd name="T17" fmla="*/ 307 h 380"/>
                <a:gd name="T18" fmla="*/ 266 w 284"/>
                <a:gd name="T19" fmla="*/ 293 h 380"/>
                <a:gd name="T20" fmla="*/ 262 w 284"/>
                <a:gd name="T21" fmla="*/ 278 h 380"/>
                <a:gd name="T22" fmla="*/ 259 w 284"/>
                <a:gd name="T23" fmla="*/ 258 h 380"/>
                <a:gd name="T24" fmla="*/ 256 w 284"/>
                <a:gd name="T25" fmla="*/ 237 h 380"/>
                <a:gd name="T26" fmla="*/ 254 w 284"/>
                <a:gd name="T27" fmla="*/ 214 h 380"/>
                <a:gd name="T28" fmla="*/ 254 w 284"/>
                <a:gd name="T29" fmla="*/ 186 h 380"/>
                <a:gd name="T30" fmla="*/ 255 w 284"/>
                <a:gd name="T31" fmla="*/ 157 h 380"/>
                <a:gd name="T32" fmla="*/ 259 w 284"/>
                <a:gd name="T33" fmla="*/ 124 h 380"/>
                <a:gd name="T34" fmla="*/ 265 w 284"/>
                <a:gd name="T35" fmla="*/ 90 h 380"/>
                <a:gd name="T36" fmla="*/ 273 w 284"/>
                <a:gd name="T37" fmla="*/ 52 h 380"/>
                <a:gd name="T38" fmla="*/ 284 w 284"/>
                <a:gd name="T39" fmla="*/ 12 h 380"/>
                <a:gd name="T40" fmla="*/ 284 w 284"/>
                <a:gd name="T41" fmla="*/ 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4" h="380">
                  <a:moveTo>
                    <a:pt x="284" y="0"/>
                  </a:moveTo>
                  <a:lnTo>
                    <a:pt x="0" y="0"/>
                  </a:lnTo>
                  <a:lnTo>
                    <a:pt x="0" y="380"/>
                  </a:lnTo>
                  <a:lnTo>
                    <a:pt x="284" y="380"/>
                  </a:lnTo>
                  <a:lnTo>
                    <a:pt x="284" y="338"/>
                  </a:lnTo>
                  <a:lnTo>
                    <a:pt x="284" y="338"/>
                  </a:lnTo>
                  <a:lnTo>
                    <a:pt x="282" y="333"/>
                  </a:lnTo>
                  <a:lnTo>
                    <a:pt x="274" y="318"/>
                  </a:lnTo>
                  <a:lnTo>
                    <a:pt x="271" y="307"/>
                  </a:lnTo>
                  <a:lnTo>
                    <a:pt x="266" y="293"/>
                  </a:lnTo>
                  <a:lnTo>
                    <a:pt x="262" y="278"/>
                  </a:lnTo>
                  <a:lnTo>
                    <a:pt x="259" y="258"/>
                  </a:lnTo>
                  <a:lnTo>
                    <a:pt x="256" y="237"/>
                  </a:lnTo>
                  <a:lnTo>
                    <a:pt x="254" y="214"/>
                  </a:lnTo>
                  <a:lnTo>
                    <a:pt x="254" y="186"/>
                  </a:lnTo>
                  <a:lnTo>
                    <a:pt x="255" y="157"/>
                  </a:lnTo>
                  <a:lnTo>
                    <a:pt x="259" y="124"/>
                  </a:lnTo>
                  <a:lnTo>
                    <a:pt x="265" y="90"/>
                  </a:lnTo>
                  <a:lnTo>
                    <a:pt x="273" y="52"/>
                  </a:lnTo>
                  <a:lnTo>
                    <a:pt x="284" y="1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E7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479">
              <a:extLst>
                <a:ext uri="{FF2B5EF4-FFF2-40B4-BE49-F238E27FC236}">
                  <a16:creationId xmlns:a16="http://schemas.microsoft.com/office/drawing/2014/main" id="{505FA5AC-A3BE-5340-8435-E5AA19AA2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836" y="5488539"/>
              <a:ext cx="2229724" cy="642208"/>
            </a:xfrm>
            <a:custGeom>
              <a:avLst/>
              <a:gdLst>
                <a:gd name="T0" fmla="*/ 1486 w 1486"/>
                <a:gd name="T1" fmla="*/ 0 h 428"/>
                <a:gd name="T2" fmla="*/ 214 w 1486"/>
                <a:gd name="T3" fmla="*/ 0 h 428"/>
                <a:gd name="T4" fmla="*/ 214 w 1486"/>
                <a:gd name="T5" fmla="*/ 0 h 428"/>
                <a:gd name="T6" fmla="*/ 192 w 1486"/>
                <a:gd name="T7" fmla="*/ 1 h 428"/>
                <a:gd name="T8" fmla="*/ 172 w 1486"/>
                <a:gd name="T9" fmla="*/ 3 h 428"/>
                <a:gd name="T10" fmla="*/ 151 w 1486"/>
                <a:gd name="T11" fmla="*/ 9 h 428"/>
                <a:gd name="T12" fmla="*/ 131 w 1486"/>
                <a:gd name="T13" fmla="*/ 17 h 428"/>
                <a:gd name="T14" fmla="*/ 113 w 1486"/>
                <a:gd name="T15" fmla="*/ 25 h 428"/>
                <a:gd name="T16" fmla="*/ 94 w 1486"/>
                <a:gd name="T17" fmla="*/ 36 h 428"/>
                <a:gd name="T18" fmla="*/ 79 w 1486"/>
                <a:gd name="T19" fmla="*/ 48 h 428"/>
                <a:gd name="T20" fmla="*/ 63 w 1486"/>
                <a:gd name="T21" fmla="*/ 62 h 428"/>
                <a:gd name="T22" fmla="*/ 50 w 1486"/>
                <a:gd name="T23" fmla="*/ 77 h 428"/>
                <a:gd name="T24" fmla="*/ 36 w 1486"/>
                <a:gd name="T25" fmla="*/ 94 h 428"/>
                <a:gd name="T26" fmla="*/ 27 w 1486"/>
                <a:gd name="T27" fmla="*/ 112 h 428"/>
                <a:gd name="T28" fmla="*/ 17 w 1486"/>
                <a:gd name="T29" fmla="*/ 130 h 428"/>
                <a:gd name="T30" fmla="*/ 10 w 1486"/>
                <a:gd name="T31" fmla="*/ 150 h 428"/>
                <a:gd name="T32" fmla="*/ 5 w 1486"/>
                <a:gd name="T33" fmla="*/ 170 h 428"/>
                <a:gd name="T34" fmla="*/ 1 w 1486"/>
                <a:gd name="T35" fmla="*/ 192 h 428"/>
                <a:gd name="T36" fmla="*/ 0 w 1486"/>
                <a:gd name="T37" fmla="*/ 214 h 428"/>
                <a:gd name="T38" fmla="*/ 0 w 1486"/>
                <a:gd name="T39" fmla="*/ 214 h 428"/>
                <a:gd name="T40" fmla="*/ 1 w 1486"/>
                <a:gd name="T41" fmla="*/ 235 h 428"/>
                <a:gd name="T42" fmla="*/ 5 w 1486"/>
                <a:gd name="T43" fmla="*/ 257 h 428"/>
                <a:gd name="T44" fmla="*/ 10 w 1486"/>
                <a:gd name="T45" fmla="*/ 278 h 428"/>
                <a:gd name="T46" fmla="*/ 17 w 1486"/>
                <a:gd name="T47" fmla="*/ 297 h 428"/>
                <a:gd name="T48" fmla="*/ 27 w 1486"/>
                <a:gd name="T49" fmla="*/ 315 h 428"/>
                <a:gd name="T50" fmla="*/ 36 w 1486"/>
                <a:gd name="T51" fmla="*/ 333 h 428"/>
                <a:gd name="T52" fmla="*/ 50 w 1486"/>
                <a:gd name="T53" fmla="*/ 350 h 428"/>
                <a:gd name="T54" fmla="*/ 63 w 1486"/>
                <a:gd name="T55" fmla="*/ 365 h 428"/>
                <a:gd name="T56" fmla="*/ 79 w 1486"/>
                <a:gd name="T57" fmla="*/ 379 h 428"/>
                <a:gd name="T58" fmla="*/ 94 w 1486"/>
                <a:gd name="T59" fmla="*/ 391 h 428"/>
                <a:gd name="T60" fmla="*/ 113 w 1486"/>
                <a:gd name="T61" fmla="*/ 402 h 428"/>
                <a:gd name="T62" fmla="*/ 131 w 1486"/>
                <a:gd name="T63" fmla="*/ 411 h 428"/>
                <a:gd name="T64" fmla="*/ 151 w 1486"/>
                <a:gd name="T65" fmla="*/ 418 h 428"/>
                <a:gd name="T66" fmla="*/ 172 w 1486"/>
                <a:gd name="T67" fmla="*/ 423 h 428"/>
                <a:gd name="T68" fmla="*/ 192 w 1486"/>
                <a:gd name="T69" fmla="*/ 426 h 428"/>
                <a:gd name="T70" fmla="*/ 214 w 1486"/>
                <a:gd name="T71" fmla="*/ 428 h 428"/>
                <a:gd name="T72" fmla="*/ 1486 w 1486"/>
                <a:gd name="T73" fmla="*/ 428 h 428"/>
                <a:gd name="T74" fmla="*/ 1486 w 1486"/>
                <a:gd name="T75" fmla="*/ 371 h 428"/>
                <a:gd name="T76" fmla="*/ 1486 w 1486"/>
                <a:gd name="T77" fmla="*/ 371 h 428"/>
                <a:gd name="T78" fmla="*/ 1482 w 1486"/>
                <a:gd name="T79" fmla="*/ 365 h 428"/>
                <a:gd name="T80" fmla="*/ 1471 w 1486"/>
                <a:gd name="T81" fmla="*/ 349 h 428"/>
                <a:gd name="T82" fmla="*/ 1465 w 1486"/>
                <a:gd name="T83" fmla="*/ 337 h 428"/>
                <a:gd name="T84" fmla="*/ 1457 w 1486"/>
                <a:gd name="T85" fmla="*/ 322 h 428"/>
                <a:gd name="T86" fmla="*/ 1451 w 1486"/>
                <a:gd name="T87" fmla="*/ 306 h 428"/>
                <a:gd name="T88" fmla="*/ 1446 w 1486"/>
                <a:gd name="T89" fmla="*/ 286 h 428"/>
                <a:gd name="T90" fmla="*/ 1442 w 1486"/>
                <a:gd name="T91" fmla="*/ 264 h 428"/>
                <a:gd name="T92" fmla="*/ 1439 w 1486"/>
                <a:gd name="T93" fmla="*/ 241 h 428"/>
                <a:gd name="T94" fmla="*/ 1438 w 1486"/>
                <a:gd name="T95" fmla="*/ 215 h 428"/>
                <a:gd name="T96" fmla="*/ 1440 w 1486"/>
                <a:gd name="T97" fmla="*/ 187 h 428"/>
                <a:gd name="T98" fmla="*/ 1443 w 1486"/>
                <a:gd name="T99" fmla="*/ 173 h 428"/>
                <a:gd name="T100" fmla="*/ 1446 w 1486"/>
                <a:gd name="T101" fmla="*/ 158 h 428"/>
                <a:gd name="T102" fmla="*/ 1450 w 1486"/>
                <a:gd name="T103" fmla="*/ 142 h 428"/>
                <a:gd name="T104" fmla="*/ 1455 w 1486"/>
                <a:gd name="T105" fmla="*/ 127 h 428"/>
                <a:gd name="T106" fmla="*/ 1461 w 1486"/>
                <a:gd name="T107" fmla="*/ 111 h 428"/>
                <a:gd name="T108" fmla="*/ 1468 w 1486"/>
                <a:gd name="T109" fmla="*/ 94 h 428"/>
                <a:gd name="T110" fmla="*/ 1477 w 1486"/>
                <a:gd name="T111" fmla="*/ 76 h 428"/>
                <a:gd name="T112" fmla="*/ 1486 w 1486"/>
                <a:gd name="T113" fmla="*/ 59 h 428"/>
                <a:gd name="T114" fmla="*/ 1486 w 1486"/>
                <a:gd name="T115" fmla="*/ 0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86" h="428">
                  <a:moveTo>
                    <a:pt x="1486" y="0"/>
                  </a:moveTo>
                  <a:lnTo>
                    <a:pt x="214" y="0"/>
                  </a:lnTo>
                  <a:lnTo>
                    <a:pt x="214" y="0"/>
                  </a:lnTo>
                  <a:lnTo>
                    <a:pt x="192" y="1"/>
                  </a:lnTo>
                  <a:lnTo>
                    <a:pt x="172" y="3"/>
                  </a:lnTo>
                  <a:lnTo>
                    <a:pt x="151" y="9"/>
                  </a:lnTo>
                  <a:lnTo>
                    <a:pt x="131" y="17"/>
                  </a:lnTo>
                  <a:lnTo>
                    <a:pt x="113" y="25"/>
                  </a:lnTo>
                  <a:lnTo>
                    <a:pt x="94" y="36"/>
                  </a:lnTo>
                  <a:lnTo>
                    <a:pt x="79" y="48"/>
                  </a:lnTo>
                  <a:lnTo>
                    <a:pt x="63" y="62"/>
                  </a:lnTo>
                  <a:lnTo>
                    <a:pt x="50" y="77"/>
                  </a:lnTo>
                  <a:lnTo>
                    <a:pt x="36" y="94"/>
                  </a:lnTo>
                  <a:lnTo>
                    <a:pt x="27" y="112"/>
                  </a:lnTo>
                  <a:lnTo>
                    <a:pt x="17" y="130"/>
                  </a:lnTo>
                  <a:lnTo>
                    <a:pt x="10" y="150"/>
                  </a:lnTo>
                  <a:lnTo>
                    <a:pt x="5" y="170"/>
                  </a:lnTo>
                  <a:lnTo>
                    <a:pt x="1" y="192"/>
                  </a:lnTo>
                  <a:lnTo>
                    <a:pt x="0" y="214"/>
                  </a:lnTo>
                  <a:lnTo>
                    <a:pt x="0" y="214"/>
                  </a:lnTo>
                  <a:lnTo>
                    <a:pt x="1" y="235"/>
                  </a:lnTo>
                  <a:lnTo>
                    <a:pt x="5" y="257"/>
                  </a:lnTo>
                  <a:lnTo>
                    <a:pt x="10" y="278"/>
                  </a:lnTo>
                  <a:lnTo>
                    <a:pt x="17" y="297"/>
                  </a:lnTo>
                  <a:lnTo>
                    <a:pt x="27" y="315"/>
                  </a:lnTo>
                  <a:lnTo>
                    <a:pt x="36" y="333"/>
                  </a:lnTo>
                  <a:lnTo>
                    <a:pt x="50" y="350"/>
                  </a:lnTo>
                  <a:lnTo>
                    <a:pt x="63" y="365"/>
                  </a:lnTo>
                  <a:lnTo>
                    <a:pt x="79" y="379"/>
                  </a:lnTo>
                  <a:lnTo>
                    <a:pt x="94" y="391"/>
                  </a:lnTo>
                  <a:lnTo>
                    <a:pt x="113" y="402"/>
                  </a:lnTo>
                  <a:lnTo>
                    <a:pt x="131" y="411"/>
                  </a:lnTo>
                  <a:lnTo>
                    <a:pt x="151" y="418"/>
                  </a:lnTo>
                  <a:lnTo>
                    <a:pt x="172" y="423"/>
                  </a:lnTo>
                  <a:lnTo>
                    <a:pt x="192" y="426"/>
                  </a:lnTo>
                  <a:lnTo>
                    <a:pt x="214" y="428"/>
                  </a:lnTo>
                  <a:lnTo>
                    <a:pt x="1486" y="428"/>
                  </a:lnTo>
                  <a:lnTo>
                    <a:pt x="1486" y="371"/>
                  </a:lnTo>
                  <a:lnTo>
                    <a:pt x="1486" y="371"/>
                  </a:lnTo>
                  <a:lnTo>
                    <a:pt x="1482" y="365"/>
                  </a:lnTo>
                  <a:lnTo>
                    <a:pt x="1471" y="349"/>
                  </a:lnTo>
                  <a:lnTo>
                    <a:pt x="1465" y="337"/>
                  </a:lnTo>
                  <a:lnTo>
                    <a:pt x="1457" y="322"/>
                  </a:lnTo>
                  <a:lnTo>
                    <a:pt x="1451" y="306"/>
                  </a:lnTo>
                  <a:lnTo>
                    <a:pt x="1446" y="286"/>
                  </a:lnTo>
                  <a:lnTo>
                    <a:pt x="1442" y="264"/>
                  </a:lnTo>
                  <a:lnTo>
                    <a:pt x="1439" y="241"/>
                  </a:lnTo>
                  <a:lnTo>
                    <a:pt x="1438" y="215"/>
                  </a:lnTo>
                  <a:lnTo>
                    <a:pt x="1440" y="187"/>
                  </a:lnTo>
                  <a:lnTo>
                    <a:pt x="1443" y="173"/>
                  </a:lnTo>
                  <a:lnTo>
                    <a:pt x="1446" y="158"/>
                  </a:lnTo>
                  <a:lnTo>
                    <a:pt x="1450" y="142"/>
                  </a:lnTo>
                  <a:lnTo>
                    <a:pt x="1455" y="127"/>
                  </a:lnTo>
                  <a:lnTo>
                    <a:pt x="1461" y="111"/>
                  </a:lnTo>
                  <a:lnTo>
                    <a:pt x="1468" y="94"/>
                  </a:lnTo>
                  <a:lnTo>
                    <a:pt x="1477" y="76"/>
                  </a:lnTo>
                  <a:lnTo>
                    <a:pt x="1486" y="59"/>
                  </a:lnTo>
                  <a:lnTo>
                    <a:pt x="1486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480">
              <a:extLst>
                <a:ext uri="{FF2B5EF4-FFF2-40B4-BE49-F238E27FC236}">
                  <a16:creationId xmlns:a16="http://schemas.microsoft.com/office/drawing/2014/main" id="{432D7E60-C484-824F-8397-3703C9422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871" y="5575568"/>
              <a:ext cx="2124689" cy="468152"/>
            </a:xfrm>
            <a:custGeom>
              <a:avLst/>
              <a:gdLst>
                <a:gd name="T0" fmla="*/ 1416 w 1416"/>
                <a:gd name="T1" fmla="*/ 0 h 312"/>
                <a:gd name="T2" fmla="*/ 156 w 1416"/>
                <a:gd name="T3" fmla="*/ 0 h 312"/>
                <a:gd name="T4" fmla="*/ 156 w 1416"/>
                <a:gd name="T5" fmla="*/ 0 h 312"/>
                <a:gd name="T6" fmla="*/ 140 w 1416"/>
                <a:gd name="T7" fmla="*/ 0 h 312"/>
                <a:gd name="T8" fmla="*/ 125 w 1416"/>
                <a:gd name="T9" fmla="*/ 2 h 312"/>
                <a:gd name="T10" fmla="*/ 110 w 1416"/>
                <a:gd name="T11" fmla="*/ 7 h 312"/>
                <a:gd name="T12" fmla="*/ 96 w 1416"/>
                <a:gd name="T13" fmla="*/ 12 h 312"/>
                <a:gd name="T14" fmla="*/ 82 w 1416"/>
                <a:gd name="T15" fmla="*/ 18 h 312"/>
                <a:gd name="T16" fmla="*/ 69 w 1416"/>
                <a:gd name="T17" fmla="*/ 26 h 312"/>
                <a:gd name="T18" fmla="*/ 57 w 1416"/>
                <a:gd name="T19" fmla="*/ 35 h 312"/>
                <a:gd name="T20" fmla="*/ 46 w 1416"/>
                <a:gd name="T21" fmla="*/ 46 h 312"/>
                <a:gd name="T22" fmla="*/ 36 w 1416"/>
                <a:gd name="T23" fmla="*/ 57 h 312"/>
                <a:gd name="T24" fmla="*/ 27 w 1416"/>
                <a:gd name="T25" fmla="*/ 69 h 312"/>
                <a:gd name="T26" fmla="*/ 20 w 1416"/>
                <a:gd name="T27" fmla="*/ 81 h 312"/>
                <a:gd name="T28" fmla="*/ 12 w 1416"/>
                <a:gd name="T29" fmla="*/ 95 h 312"/>
                <a:gd name="T30" fmla="*/ 7 w 1416"/>
                <a:gd name="T31" fmla="*/ 110 h 312"/>
                <a:gd name="T32" fmla="*/ 4 w 1416"/>
                <a:gd name="T33" fmla="*/ 124 h 312"/>
                <a:gd name="T34" fmla="*/ 1 w 1416"/>
                <a:gd name="T35" fmla="*/ 140 h 312"/>
                <a:gd name="T36" fmla="*/ 0 w 1416"/>
                <a:gd name="T37" fmla="*/ 156 h 312"/>
                <a:gd name="T38" fmla="*/ 0 w 1416"/>
                <a:gd name="T39" fmla="*/ 156 h 312"/>
                <a:gd name="T40" fmla="*/ 1 w 1416"/>
                <a:gd name="T41" fmla="*/ 172 h 312"/>
                <a:gd name="T42" fmla="*/ 4 w 1416"/>
                <a:gd name="T43" fmla="*/ 187 h 312"/>
                <a:gd name="T44" fmla="*/ 7 w 1416"/>
                <a:gd name="T45" fmla="*/ 202 h 312"/>
                <a:gd name="T46" fmla="*/ 12 w 1416"/>
                <a:gd name="T47" fmla="*/ 216 h 312"/>
                <a:gd name="T48" fmla="*/ 20 w 1416"/>
                <a:gd name="T49" fmla="*/ 230 h 312"/>
                <a:gd name="T50" fmla="*/ 27 w 1416"/>
                <a:gd name="T51" fmla="*/ 243 h 312"/>
                <a:gd name="T52" fmla="*/ 36 w 1416"/>
                <a:gd name="T53" fmla="*/ 255 h 312"/>
                <a:gd name="T54" fmla="*/ 46 w 1416"/>
                <a:gd name="T55" fmla="*/ 266 h 312"/>
                <a:gd name="T56" fmla="*/ 57 w 1416"/>
                <a:gd name="T57" fmla="*/ 277 h 312"/>
                <a:gd name="T58" fmla="*/ 69 w 1416"/>
                <a:gd name="T59" fmla="*/ 285 h 312"/>
                <a:gd name="T60" fmla="*/ 82 w 1416"/>
                <a:gd name="T61" fmla="*/ 292 h 312"/>
                <a:gd name="T62" fmla="*/ 96 w 1416"/>
                <a:gd name="T63" fmla="*/ 300 h 312"/>
                <a:gd name="T64" fmla="*/ 110 w 1416"/>
                <a:gd name="T65" fmla="*/ 305 h 312"/>
                <a:gd name="T66" fmla="*/ 125 w 1416"/>
                <a:gd name="T67" fmla="*/ 308 h 312"/>
                <a:gd name="T68" fmla="*/ 140 w 1416"/>
                <a:gd name="T69" fmla="*/ 311 h 312"/>
                <a:gd name="T70" fmla="*/ 156 w 1416"/>
                <a:gd name="T71" fmla="*/ 312 h 312"/>
                <a:gd name="T72" fmla="*/ 1416 w 1416"/>
                <a:gd name="T73" fmla="*/ 312 h 312"/>
                <a:gd name="T74" fmla="*/ 1416 w 1416"/>
                <a:gd name="T75" fmla="*/ 312 h 312"/>
                <a:gd name="T76" fmla="*/ 1412 w 1416"/>
                <a:gd name="T77" fmla="*/ 306 h 312"/>
                <a:gd name="T78" fmla="*/ 1401 w 1416"/>
                <a:gd name="T79" fmla="*/ 290 h 312"/>
                <a:gd name="T80" fmla="*/ 1395 w 1416"/>
                <a:gd name="T81" fmla="*/ 278 h 312"/>
                <a:gd name="T82" fmla="*/ 1387 w 1416"/>
                <a:gd name="T83" fmla="*/ 263 h 312"/>
                <a:gd name="T84" fmla="*/ 1381 w 1416"/>
                <a:gd name="T85" fmla="*/ 247 h 312"/>
                <a:gd name="T86" fmla="*/ 1376 w 1416"/>
                <a:gd name="T87" fmla="*/ 227 h 312"/>
                <a:gd name="T88" fmla="*/ 1372 w 1416"/>
                <a:gd name="T89" fmla="*/ 205 h 312"/>
                <a:gd name="T90" fmla="*/ 1369 w 1416"/>
                <a:gd name="T91" fmla="*/ 182 h 312"/>
                <a:gd name="T92" fmla="*/ 1368 w 1416"/>
                <a:gd name="T93" fmla="*/ 156 h 312"/>
                <a:gd name="T94" fmla="*/ 1370 w 1416"/>
                <a:gd name="T95" fmla="*/ 128 h 312"/>
                <a:gd name="T96" fmla="*/ 1373 w 1416"/>
                <a:gd name="T97" fmla="*/ 114 h 312"/>
                <a:gd name="T98" fmla="*/ 1376 w 1416"/>
                <a:gd name="T99" fmla="*/ 99 h 312"/>
                <a:gd name="T100" fmla="*/ 1380 w 1416"/>
                <a:gd name="T101" fmla="*/ 83 h 312"/>
                <a:gd name="T102" fmla="*/ 1385 w 1416"/>
                <a:gd name="T103" fmla="*/ 68 h 312"/>
                <a:gd name="T104" fmla="*/ 1391 w 1416"/>
                <a:gd name="T105" fmla="*/ 52 h 312"/>
                <a:gd name="T106" fmla="*/ 1398 w 1416"/>
                <a:gd name="T107" fmla="*/ 35 h 312"/>
                <a:gd name="T108" fmla="*/ 1407 w 1416"/>
                <a:gd name="T109" fmla="*/ 17 h 312"/>
                <a:gd name="T110" fmla="*/ 1416 w 1416"/>
                <a:gd name="T111" fmla="*/ 0 h 312"/>
                <a:gd name="T112" fmla="*/ 1416 w 1416"/>
                <a:gd name="T113" fmla="*/ 0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16" h="312">
                  <a:moveTo>
                    <a:pt x="1416" y="0"/>
                  </a:moveTo>
                  <a:lnTo>
                    <a:pt x="156" y="0"/>
                  </a:lnTo>
                  <a:lnTo>
                    <a:pt x="156" y="0"/>
                  </a:lnTo>
                  <a:lnTo>
                    <a:pt x="140" y="0"/>
                  </a:lnTo>
                  <a:lnTo>
                    <a:pt x="125" y="2"/>
                  </a:lnTo>
                  <a:lnTo>
                    <a:pt x="110" y="7"/>
                  </a:lnTo>
                  <a:lnTo>
                    <a:pt x="96" y="12"/>
                  </a:lnTo>
                  <a:lnTo>
                    <a:pt x="82" y="18"/>
                  </a:lnTo>
                  <a:lnTo>
                    <a:pt x="69" y="26"/>
                  </a:lnTo>
                  <a:lnTo>
                    <a:pt x="57" y="35"/>
                  </a:lnTo>
                  <a:lnTo>
                    <a:pt x="46" y="46"/>
                  </a:lnTo>
                  <a:lnTo>
                    <a:pt x="36" y="57"/>
                  </a:lnTo>
                  <a:lnTo>
                    <a:pt x="27" y="69"/>
                  </a:lnTo>
                  <a:lnTo>
                    <a:pt x="20" y="81"/>
                  </a:lnTo>
                  <a:lnTo>
                    <a:pt x="12" y="95"/>
                  </a:lnTo>
                  <a:lnTo>
                    <a:pt x="7" y="110"/>
                  </a:lnTo>
                  <a:lnTo>
                    <a:pt x="4" y="124"/>
                  </a:lnTo>
                  <a:lnTo>
                    <a:pt x="1" y="140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1" y="172"/>
                  </a:lnTo>
                  <a:lnTo>
                    <a:pt x="4" y="187"/>
                  </a:lnTo>
                  <a:lnTo>
                    <a:pt x="7" y="202"/>
                  </a:lnTo>
                  <a:lnTo>
                    <a:pt x="12" y="216"/>
                  </a:lnTo>
                  <a:lnTo>
                    <a:pt x="20" y="230"/>
                  </a:lnTo>
                  <a:lnTo>
                    <a:pt x="27" y="243"/>
                  </a:lnTo>
                  <a:lnTo>
                    <a:pt x="36" y="255"/>
                  </a:lnTo>
                  <a:lnTo>
                    <a:pt x="46" y="266"/>
                  </a:lnTo>
                  <a:lnTo>
                    <a:pt x="57" y="277"/>
                  </a:lnTo>
                  <a:lnTo>
                    <a:pt x="69" y="285"/>
                  </a:lnTo>
                  <a:lnTo>
                    <a:pt x="82" y="292"/>
                  </a:lnTo>
                  <a:lnTo>
                    <a:pt x="96" y="300"/>
                  </a:lnTo>
                  <a:lnTo>
                    <a:pt x="110" y="305"/>
                  </a:lnTo>
                  <a:lnTo>
                    <a:pt x="125" y="308"/>
                  </a:lnTo>
                  <a:lnTo>
                    <a:pt x="140" y="311"/>
                  </a:lnTo>
                  <a:lnTo>
                    <a:pt x="156" y="312"/>
                  </a:lnTo>
                  <a:lnTo>
                    <a:pt x="1416" y="312"/>
                  </a:lnTo>
                  <a:lnTo>
                    <a:pt x="1416" y="312"/>
                  </a:lnTo>
                  <a:lnTo>
                    <a:pt x="1412" y="306"/>
                  </a:lnTo>
                  <a:lnTo>
                    <a:pt x="1401" y="290"/>
                  </a:lnTo>
                  <a:lnTo>
                    <a:pt x="1395" y="278"/>
                  </a:lnTo>
                  <a:lnTo>
                    <a:pt x="1387" y="263"/>
                  </a:lnTo>
                  <a:lnTo>
                    <a:pt x="1381" y="247"/>
                  </a:lnTo>
                  <a:lnTo>
                    <a:pt x="1376" y="227"/>
                  </a:lnTo>
                  <a:lnTo>
                    <a:pt x="1372" y="205"/>
                  </a:lnTo>
                  <a:lnTo>
                    <a:pt x="1369" y="182"/>
                  </a:lnTo>
                  <a:lnTo>
                    <a:pt x="1368" y="156"/>
                  </a:lnTo>
                  <a:lnTo>
                    <a:pt x="1370" y="128"/>
                  </a:lnTo>
                  <a:lnTo>
                    <a:pt x="1373" y="114"/>
                  </a:lnTo>
                  <a:lnTo>
                    <a:pt x="1376" y="99"/>
                  </a:lnTo>
                  <a:lnTo>
                    <a:pt x="1380" y="83"/>
                  </a:lnTo>
                  <a:lnTo>
                    <a:pt x="1385" y="68"/>
                  </a:lnTo>
                  <a:lnTo>
                    <a:pt x="1391" y="52"/>
                  </a:lnTo>
                  <a:lnTo>
                    <a:pt x="1398" y="35"/>
                  </a:lnTo>
                  <a:lnTo>
                    <a:pt x="1407" y="17"/>
                  </a:lnTo>
                  <a:lnTo>
                    <a:pt x="1416" y="0"/>
                  </a:lnTo>
                  <a:lnTo>
                    <a:pt x="14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Line 481">
              <a:extLst>
                <a:ext uri="{FF2B5EF4-FFF2-40B4-BE49-F238E27FC236}">
                  <a16:creationId xmlns:a16="http://schemas.microsoft.com/office/drawing/2014/main" id="{876102CC-BE33-424A-A088-B29B339A64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53916" y="5710611"/>
              <a:ext cx="1983645" cy="0"/>
            </a:xfrm>
            <a:prstGeom prst="line">
              <a:avLst/>
            </a:prstGeom>
            <a:noFill/>
            <a:ln w="1588">
              <a:solidFill>
                <a:srgbClr val="E7E7E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Line 482">
              <a:extLst>
                <a:ext uri="{FF2B5EF4-FFF2-40B4-BE49-F238E27FC236}">
                  <a16:creationId xmlns:a16="http://schemas.microsoft.com/office/drawing/2014/main" id="{3099388B-2C05-CF44-A11E-0F50FE82DD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53916" y="5809644"/>
              <a:ext cx="1983645" cy="0"/>
            </a:xfrm>
            <a:prstGeom prst="line">
              <a:avLst/>
            </a:prstGeom>
            <a:noFill/>
            <a:ln w="1588">
              <a:solidFill>
                <a:srgbClr val="E7E7E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Line 483">
              <a:extLst>
                <a:ext uri="{FF2B5EF4-FFF2-40B4-BE49-F238E27FC236}">
                  <a16:creationId xmlns:a16="http://schemas.microsoft.com/office/drawing/2014/main" id="{F2B21685-65CD-834A-8133-6CD9980313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53916" y="5905675"/>
              <a:ext cx="1983645" cy="0"/>
            </a:xfrm>
            <a:prstGeom prst="line">
              <a:avLst/>
            </a:prstGeom>
            <a:noFill/>
            <a:ln w="1588">
              <a:solidFill>
                <a:srgbClr val="E7E7E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484">
              <a:extLst>
                <a:ext uri="{FF2B5EF4-FFF2-40B4-BE49-F238E27FC236}">
                  <a16:creationId xmlns:a16="http://schemas.microsoft.com/office/drawing/2014/main" id="{81E8B073-13BC-CF42-837C-6D999DDFA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924" y="5431521"/>
              <a:ext cx="2238726" cy="63021"/>
            </a:xfrm>
            <a:custGeom>
              <a:avLst/>
              <a:gdLst>
                <a:gd name="T0" fmla="*/ 1492 w 1492"/>
                <a:gd name="T1" fmla="*/ 0 h 41"/>
                <a:gd name="T2" fmla="*/ 184 w 1492"/>
                <a:gd name="T3" fmla="*/ 0 h 41"/>
                <a:gd name="T4" fmla="*/ 0 w 1492"/>
                <a:gd name="T5" fmla="*/ 41 h 41"/>
                <a:gd name="T6" fmla="*/ 1308 w 1492"/>
                <a:gd name="T7" fmla="*/ 41 h 41"/>
                <a:gd name="T8" fmla="*/ 1492 w 1492"/>
                <a:gd name="T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2" h="41">
                  <a:moveTo>
                    <a:pt x="1492" y="0"/>
                  </a:moveTo>
                  <a:lnTo>
                    <a:pt x="184" y="0"/>
                  </a:lnTo>
                  <a:lnTo>
                    <a:pt x="0" y="41"/>
                  </a:lnTo>
                  <a:lnTo>
                    <a:pt x="1308" y="41"/>
                  </a:lnTo>
                  <a:lnTo>
                    <a:pt x="14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486">
              <a:extLst>
                <a:ext uri="{FF2B5EF4-FFF2-40B4-BE49-F238E27FC236}">
                  <a16:creationId xmlns:a16="http://schemas.microsoft.com/office/drawing/2014/main" id="{CA67F2F9-FA89-F848-AD57-D1059ED4E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560" y="5986700"/>
              <a:ext cx="276090" cy="144047"/>
            </a:xfrm>
            <a:custGeom>
              <a:avLst/>
              <a:gdLst>
                <a:gd name="T0" fmla="*/ 0 w 184"/>
                <a:gd name="T1" fmla="*/ 96 h 96"/>
                <a:gd name="T2" fmla="*/ 0 w 184"/>
                <a:gd name="T3" fmla="*/ 40 h 96"/>
                <a:gd name="T4" fmla="*/ 184 w 184"/>
                <a:gd name="T5" fmla="*/ 0 h 96"/>
                <a:gd name="T6" fmla="*/ 184 w 184"/>
                <a:gd name="T7" fmla="*/ 42 h 96"/>
                <a:gd name="T8" fmla="*/ 0 w 184"/>
                <a:gd name="T9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4" h="96">
                  <a:moveTo>
                    <a:pt x="0" y="96"/>
                  </a:moveTo>
                  <a:lnTo>
                    <a:pt x="0" y="40"/>
                  </a:lnTo>
                  <a:lnTo>
                    <a:pt x="184" y="0"/>
                  </a:lnTo>
                  <a:lnTo>
                    <a:pt x="184" y="42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14" name="Freeform 319">
            <a:extLst>
              <a:ext uri="{FF2B5EF4-FFF2-40B4-BE49-F238E27FC236}">
                <a16:creationId xmlns:a16="http://schemas.microsoft.com/office/drawing/2014/main" id="{C53D922D-E199-C049-8F43-CF770E51C5D9}"/>
              </a:ext>
            </a:extLst>
          </p:cNvPr>
          <p:cNvSpPr>
            <a:spLocks/>
          </p:cNvSpPr>
          <p:nvPr/>
        </p:nvSpPr>
        <p:spPr bwMode="auto">
          <a:xfrm>
            <a:off x="6058343" y="1758639"/>
            <a:ext cx="195263" cy="195263"/>
          </a:xfrm>
          <a:custGeom>
            <a:avLst/>
            <a:gdLst>
              <a:gd name="T0" fmla="*/ 245 w 245"/>
              <a:gd name="T1" fmla="*/ 123 h 245"/>
              <a:gd name="T2" fmla="*/ 243 w 245"/>
              <a:gd name="T3" fmla="*/ 147 h 245"/>
              <a:gd name="T4" fmla="*/ 235 w 245"/>
              <a:gd name="T5" fmla="*/ 170 h 245"/>
              <a:gd name="T6" fmla="*/ 225 w 245"/>
              <a:gd name="T7" fmla="*/ 191 h 245"/>
              <a:gd name="T8" fmla="*/ 209 w 245"/>
              <a:gd name="T9" fmla="*/ 209 h 245"/>
              <a:gd name="T10" fmla="*/ 191 w 245"/>
              <a:gd name="T11" fmla="*/ 225 h 245"/>
              <a:gd name="T12" fmla="*/ 170 w 245"/>
              <a:gd name="T13" fmla="*/ 236 h 245"/>
              <a:gd name="T14" fmla="*/ 147 w 245"/>
              <a:gd name="T15" fmla="*/ 243 h 245"/>
              <a:gd name="T16" fmla="*/ 123 w 245"/>
              <a:gd name="T17" fmla="*/ 245 h 245"/>
              <a:gd name="T18" fmla="*/ 110 w 245"/>
              <a:gd name="T19" fmla="*/ 245 h 245"/>
              <a:gd name="T20" fmla="*/ 86 w 245"/>
              <a:gd name="T21" fmla="*/ 240 h 245"/>
              <a:gd name="T22" fmla="*/ 64 w 245"/>
              <a:gd name="T23" fmla="*/ 231 h 245"/>
              <a:gd name="T24" fmla="*/ 44 w 245"/>
              <a:gd name="T25" fmla="*/ 217 h 245"/>
              <a:gd name="T26" fmla="*/ 27 w 245"/>
              <a:gd name="T27" fmla="*/ 200 h 245"/>
              <a:gd name="T28" fmla="*/ 14 w 245"/>
              <a:gd name="T29" fmla="*/ 181 h 245"/>
              <a:gd name="T30" fmla="*/ 6 w 245"/>
              <a:gd name="T31" fmla="*/ 159 h 245"/>
              <a:gd name="T32" fmla="*/ 1 w 245"/>
              <a:gd name="T33" fmla="*/ 135 h 245"/>
              <a:gd name="T34" fmla="*/ 0 w 245"/>
              <a:gd name="T35" fmla="*/ 123 h 245"/>
              <a:gd name="T36" fmla="*/ 2 w 245"/>
              <a:gd name="T37" fmla="*/ 98 h 245"/>
              <a:gd name="T38" fmla="*/ 9 w 245"/>
              <a:gd name="T39" fmla="*/ 75 h 245"/>
              <a:gd name="T40" fmla="*/ 21 w 245"/>
              <a:gd name="T41" fmla="*/ 54 h 245"/>
              <a:gd name="T42" fmla="*/ 36 w 245"/>
              <a:gd name="T43" fmla="*/ 36 h 245"/>
              <a:gd name="T44" fmla="*/ 54 w 245"/>
              <a:gd name="T45" fmla="*/ 22 h 245"/>
              <a:gd name="T46" fmla="*/ 75 w 245"/>
              <a:gd name="T47" fmla="*/ 9 h 245"/>
              <a:gd name="T48" fmla="*/ 98 w 245"/>
              <a:gd name="T49" fmla="*/ 2 h 245"/>
              <a:gd name="T50" fmla="*/ 123 w 245"/>
              <a:gd name="T51" fmla="*/ 0 h 245"/>
              <a:gd name="T52" fmla="*/ 135 w 245"/>
              <a:gd name="T53" fmla="*/ 1 h 245"/>
              <a:gd name="T54" fmla="*/ 159 w 245"/>
              <a:gd name="T55" fmla="*/ 6 h 245"/>
              <a:gd name="T56" fmla="*/ 181 w 245"/>
              <a:gd name="T57" fmla="*/ 14 h 245"/>
              <a:gd name="T58" fmla="*/ 200 w 245"/>
              <a:gd name="T59" fmla="*/ 28 h 245"/>
              <a:gd name="T60" fmla="*/ 217 w 245"/>
              <a:gd name="T61" fmla="*/ 44 h 245"/>
              <a:gd name="T62" fmla="*/ 231 w 245"/>
              <a:gd name="T63" fmla="*/ 64 h 245"/>
              <a:gd name="T64" fmla="*/ 240 w 245"/>
              <a:gd name="T65" fmla="*/ 87 h 245"/>
              <a:gd name="T66" fmla="*/ 245 w 245"/>
              <a:gd name="T67" fmla="*/ 110 h 245"/>
              <a:gd name="T68" fmla="*/ 245 w 245"/>
              <a:gd name="T69" fmla="*/ 12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45" h="245">
                <a:moveTo>
                  <a:pt x="245" y="123"/>
                </a:moveTo>
                <a:lnTo>
                  <a:pt x="245" y="123"/>
                </a:lnTo>
                <a:lnTo>
                  <a:pt x="245" y="135"/>
                </a:lnTo>
                <a:lnTo>
                  <a:pt x="243" y="147"/>
                </a:lnTo>
                <a:lnTo>
                  <a:pt x="240" y="159"/>
                </a:lnTo>
                <a:lnTo>
                  <a:pt x="235" y="170"/>
                </a:lnTo>
                <a:lnTo>
                  <a:pt x="231" y="181"/>
                </a:lnTo>
                <a:lnTo>
                  <a:pt x="225" y="191"/>
                </a:lnTo>
                <a:lnTo>
                  <a:pt x="217" y="200"/>
                </a:lnTo>
                <a:lnTo>
                  <a:pt x="209" y="209"/>
                </a:lnTo>
                <a:lnTo>
                  <a:pt x="200" y="217"/>
                </a:lnTo>
                <a:lnTo>
                  <a:pt x="191" y="225"/>
                </a:lnTo>
                <a:lnTo>
                  <a:pt x="181" y="231"/>
                </a:lnTo>
                <a:lnTo>
                  <a:pt x="170" y="236"/>
                </a:lnTo>
                <a:lnTo>
                  <a:pt x="159" y="240"/>
                </a:lnTo>
                <a:lnTo>
                  <a:pt x="147" y="243"/>
                </a:lnTo>
                <a:lnTo>
                  <a:pt x="135" y="245"/>
                </a:lnTo>
                <a:lnTo>
                  <a:pt x="123" y="245"/>
                </a:lnTo>
                <a:lnTo>
                  <a:pt x="123" y="245"/>
                </a:lnTo>
                <a:lnTo>
                  <a:pt x="110" y="245"/>
                </a:lnTo>
                <a:lnTo>
                  <a:pt x="98" y="243"/>
                </a:lnTo>
                <a:lnTo>
                  <a:pt x="86" y="240"/>
                </a:lnTo>
                <a:lnTo>
                  <a:pt x="75" y="236"/>
                </a:lnTo>
                <a:lnTo>
                  <a:pt x="64" y="231"/>
                </a:lnTo>
                <a:lnTo>
                  <a:pt x="54" y="225"/>
                </a:lnTo>
                <a:lnTo>
                  <a:pt x="44" y="217"/>
                </a:lnTo>
                <a:lnTo>
                  <a:pt x="36" y="209"/>
                </a:lnTo>
                <a:lnTo>
                  <a:pt x="27" y="200"/>
                </a:lnTo>
                <a:lnTo>
                  <a:pt x="21" y="191"/>
                </a:lnTo>
                <a:lnTo>
                  <a:pt x="14" y="181"/>
                </a:lnTo>
                <a:lnTo>
                  <a:pt x="9" y="170"/>
                </a:lnTo>
                <a:lnTo>
                  <a:pt x="6" y="159"/>
                </a:lnTo>
                <a:lnTo>
                  <a:pt x="2" y="147"/>
                </a:lnTo>
                <a:lnTo>
                  <a:pt x="1" y="135"/>
                </a:lnTo>
                <a:lnTo>
                  <a:pt x="0" y="123"/>
                </a:lnTo>
                <a:lnTo>
                  <a:pt x="0" y="123"/>
                </a:lnTo>
                <a:lnTo>
                  <a:pt x="1" y="110"/>
                </a:lnTo>
                <a:lnTo>
                  <a:pt x="2" y="98"/>
                </a:lnTo>
                <a:lnTo>
                  <a:pt x="6" y="87"/>
                </a:lnTo>
                <a:lnTo>
                  <a:pt x="9" y="75"/>
                </a:lnTo>
                <a:lnTo>
                  <a:pt x="14" y="64"/>
                </a:lnTo>
                <a:lnTo>
                  <a:pt x="21" y="54"/>
                </a:lnTo>
                <a:lnTo>
                  <a:pt x="27" y="44"/>
                </a:lnTo>
                <a:lnTo>
                  <a:pt x="36" y="36"/>
                </a:lnTo>
                <a:lnTo>
                  <a:pt x="44" y="28"/>
                </a:lnTo>
                <a:lnTo>
                  <a:pt x="54" y="22"/>
                </a:lnTo>
                <a:lnTo>
                  <a:pt x="64" y="14"/>
                </a:lnTo>
                <a:lnTo>
                  <a:pt x="75" y="9"/>
                </a:lnTo>
                <a:lnTo>
                  <a:pt x="86" y="6"/>
                </a:lnTo>
                <a:lnTo>
                  <a:pt x="98" y="2"/>
                </a:lnTo>
                <a:lnTo>
                  <a:pt x="110" y="1"/>
                </a:lnTo>
                <a:lnTo>
                  <a:pt x="123" y="0"/>
                </a:lnTo>
                <a:lnTo>
                  <a:pt x="123" y="0"/>
                </a:lnTo>
                <a:lnTo>
                  <a:pt x="135" y="1"/>
                </a:lnTo>
                <a:lnTo>
                  <a:pt x="147" y="2"/>
                </a:lnTo>
                <a:lnTo>
                  <a:pt x="159" y="6"/>
                </a:lnTo>
                <a:lnTo>
                  <a:pt x="170" y="9"/>
                </a:lnTo>
                <a:lnTo>
                  <a:pt x="181" y="14"/>
                </a:lnTo>
                <a:lnTo>
                  <a:pt x="191" y="22"/>
                </a:lnTo>
                <a:lnTo>
                  <a:pt x="200" y="28"/>
                </a:lnTo>
                <a:lnTo>
                  <a:pt x="209" y="36"/>
                </a:lnTo>
                <a:lnTo>
                  <a:pt x="217" y="44"/>
                </a:lnTo>
                <a:lnTo>
                  <a:pt x="225" y="54"/>
                </a:lnTo>
                <a:lnTo>
                  <a:pt x="231" y="64"/>
                </a:lnTo>
                <a:lnTo>
                  <a:pt x="235" y="75"/>
                </a:lnTo>
                <a:lnTo>
                  <a:pt x="240" y="87"/>
                </a:lnTo>
                <a:lnTo>
                  <a:pt x="243" y="98"/>
                </a:lnTo>
                <a:lnTo>
                  <a:pt x="245" y="110"/>
                </a:lnTo>
                <a:lnTo>
                  <a:pt x="245" y="123"/>
                </a:lnTo>
                <a:lnTo>
                  <a:pt x="245" y="123"/>
                </a:lnTo>
                <a:close/>
              </a:path>
            </a:pathLst>
          </a:custGeom>
          <a:solidFill>
            <a:schemeClr val="tx2"/>
          </a:solidFill>
          <a:ln w="3810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5" name="Content Placeholder 2">
            <a:extLst>
              <a:ext uri="{FF2B5EF4-FFF2-40B4-BE49-F238E27FC236}">
                <a16:creationId xmlns:a16="http://schemas.microsoft.com/office/drawing/2014/main" id="{B5C962A7-6CA8-7F45-9941-1896BB427018}"/>
              </a:ext>
            </a:extLst>
          </p:cNvPr>
          <p:cNvSpPr txBox="1">
            <a:spLocks/>
          </p:cNvSpPr>
          <p:nvPr/>
        </p:nvSpPr>
        <p:spPr>
          <a:xfrm>
            <a:off x="6896626" y="2440717"/>
            <a:ext cx="4364414" cy="4431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600" dirty="0">
                <a:latin typeface="+mn-lt"/>
                <a:cs typeface="Arial" panose="020B0604020202020204" pitchFamily="34" charset="0"/>
              </a:rPr>
              <a:t>Lorem ipsum dolor sit amet, consectetuer adipiscing elit. Maecenas porttitor </a:t>
            </a:r>
            <a:r>
              <a:rPr lang="en-US" sz="1600" dirty="0" err="1">
                <a:latin typeface="+mn-lt"/>
                <a:cs typeface="Arial" panose="020B0604020202020204" pitchFamily="34" charset="0"/>
              </a:rPr>
              <a:t>congue</a:t>
            </a:r>
            <a:r>
              <a:rPr lang="en-US" sz="1600" dirty="0">
                <a:latin typeface="+mn-lt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+mn-lt"/>
                <a:cs typeface="Arial" panose="020B0604020202020204" pitchFamily="34" charset="0"/>
              </a:rPr>
              <a:t>massa</a:t>
            </a:r>
            <a:endParaRPr lang="en-US" sz="1600" dirty="0">
              <a:latin typeface="+mn-lt"/>
              <a:cs typeface="Arial" panose="020B0604020202020204" pitchFamily="34" charset="0"/>
            </a:endParaRPr>
          </a:p>
        </p:txBody>
      </p: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A085648C-E6D9-C549-9830-B07907433392}"/>
              </a:ext>
            </a:extLst>
          </p:cNvPr>
          <p:cNvGrpSpPr/>
          <p:nvPr/>
        </p:nvGrpSpPr>
        <p:grpSpPr>
          <a:xfrm>
            <a:off x="5833847" y="2344417"/>
            <a:ext cx="691198" cy="691198"/>
            <a:chOff x="4287980" y="2570528"/>
            <a:chExt cx="1185862" cy="1185862"/>
          </a:xfrm>
        </p:grpSpPr>
        <p:sp>
          <p:nvSpPr>
            <p:cNvPr id="420" name="Oval 419">
              <a:extLst>
                <a:ext uri="{FF2B5EF4-FFF2-40B4-BE49-F238E27FC236}">
                  <a16:creationId xmlns:a16="http://schemas.microsoft.com/office/drawing/2014/main" id="{83AE23B6-C74C-1044-B01F-00F1037680D2}"/>
                </a:ext>
              </a:extLst>
            </p:cNvPr>
            <p:cNvSpPr/>
            <p:nvPr/>
          </p:nvSpPr>
          <p:spPr>
            <a:xfrm>
              <a:off x="4287980" y="2570528"/>
              <a:ext cx="1185862" cy="118586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0" rIns="0" bIns="0" rtlCol="0" anchor="ctr"/>
            <a:lstStyle/>
            <a:p>
              <a:endParaRPr lang="en-US" sz="2400" b="1">
                <a:solidFill>
                  <a:prstClr val="white"/>
                </a:solidFill>
                <a:latin typeface="Segoe UI"/>
              </a:endParaRPr>
            </a:p>
          </p:txBody>
        </p:sp>
        <p:sp>
          <p:nvSpPr>
            <p:cNvPr id="421" name="Chord 420">
              <a:extLst>
                <a:ext uri="{FF2B5EF4-FFF2-40B4-BE49-F238E27FC236}">
                  <a16:creationId xmlns:a16="http://schemas.microsoft.com/office/drawing/2014/main" id="{7F67EC57-E9BC-8F42-B596-DE8A12C112DB}"/>
                </a:ext>
              </a:extLst>
            </p:cNvPr>
            <p:cNvSpPr/>
            <p:nvPr/>
          </p:nvSpPr>
          <p:spPr>
            <a:xfrm>
              <a:off x="4287980" y="2570528"/>
              <a:ext cx="1185862" cy="1185862"/>
            </a:xfrm>
            <a:prstGeom prst="chord">
              <a:avLst>
                <a:gd name="adj1" fmla="val 2700000"/>
                <a:gd name="adj2" fmla="val 13372730"/>
              </a:avLst>
            </a:prstGeom>
            <a:solidFill>
              <a:schemeClr val="tx1">
                <a:alpha val="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46D7F708-D38C-FF47-9F8F-CDCDD1478023}"/>
              </a:ext>
            </a:extLst>
          </p:cNvPr>
          <p:cNvGrpSpPr/>
          <p:nvPr/>
        </p:nvGrpSpPr>
        <p:grpSpPr>
          <a:xfrm>
            <a:off x="5833847" y="3307594"/>
            <a:ext cx="691198" cy="691198"/>
            <a:chOff x="1421608" y="2321133"/>
            <a:chExt cx="1185862" cy="1185862"/>
          </a:xfrm>
        </p:grpSpPr>
        <p:sp>
          <p:nvSpPr>
            <p:cNvPr id="423" name="Oval 422">
              <a:extLst>
                <a:ext uri="{FF2B5EF4-FFF2-40B4-BE49-F238E27FC236}">
                  <a16:creationId xmlns:a16="http://schemas.microsoft.com/office/drawing/2014/main" id="{5C6791AD-26F7-8F4B-9C51-DA1EC456D133}"/>
                </a:ext>
              </a:extLst>
            </p:cNvPr>
            <p:cNvSpPr/>
            <p:nvPr/>
          </p:nvSpPr>
          <p:spPr>
            <a:xfrm>
              <a:off x="1421608" y="2321133"/>
              <a:ext cx="1185862" cy="118586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0" rIns="0" bIns="0" rtlCol="0" anchor="ctr"/>
            <a:lstStyle/>
            <a:p>
              <a:endParaRPr lang="en-US" sz="2400" b="1">
                <a:solidFill>
                  <a:prstClr val="white"/>
                </a:solidFill>
                <a:latin typeface="Segoe UI"/>
              </a:endParaRPr>
            </a:p>
          </p:txBody>
        </p:sp>
        <p:sp>
          <p:nvSpPr>
            <p:cNvPr id="424" name="Chord 423">
              <a:extLst>
                <a:ext uri="{FF2B5EF4-FFF2-40B4-BE49-F238E27FC236}">
                  <a16:creationId xmlns:a16="http://schemas.microsoft.com/office/drawing/2014/main" id="{1EF1E999-55D9-D04C-B706-15A376A8A6D0}"/>
                </a:ext>
              </a:extLst>
            </p:cNvPr>
            <p:cNvSpPr/>
            <p:nvPr/>
          </p:nvSpPr>
          <p:spPr>
            <a:xfrm>
              <a:off x="1421608" y="2321133"/>
              <a:ext cx="1185862" cy="1185862"/>
            </a:xfrm>
            <a:prstGeom prst="chord">
              <a:avLst>
                <a:gd name="adj1" fmla="val 2700000"/>
                <a:gd name="adj2" fmla="val 13372730"/>
              </a:avLst>
            </a:prstGeom>
            <a:solidFill>
              <a:schemeClr val="tx1">
                <a:alpha val="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AF5A87FB-4D68-954E-A603-F1B8A3072069}"/>
              </a:ext>
            </a:extLst>
          </p:cNvPr>
          <p:cNvGrpSpPr/>
          <p:nvPr/>
        </p:nvGrpSpPr>
        <p:grpSpPr>
          <a:xfrm>
            <a:off x="5833847" y="5166543"/>
            <a:ext cx="691198" cy="691198"/>
            <a:chOff x="10020723" y="2688629"/>
            <a:chExt cx="1185862" cy="1185862"/>
          </a:xfrm>
        </p:grpSpPr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A9C229C4-B338-3443-B02C-AB75CE8107F6}"/>
                </a:ext>
              </a:extLst>
            </p:cNvPr>
            <p:cNvSpPr/>
            <p:nvPr/>
          </p:nvSpPr>
          <p:spPr>
            <a:xfrm>
              <a:off x="10020723" y="2688629"/>
              <a:ext cx="1185862" cy="1185862"/>
            </a:xfrm>
            <a:prstGeom prst="ellipse">
              <a:avLst/>
            </a:prstGeom>
            <a:solidFill>
              <a:schemeClr val="accent5">
                <a:lumMod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0" rIns="0" bIns="0" rtlCol="0" anchor="ctr"/>
            <a:lstStyle/>
            <a:p>
              <a:endParaRPr lang="en-US" sz="2400" b="1">
                <a:solidFill>
                  <a:prstClr val="white"/>
                </a:solidFill>
                <a:latin typeface="Segoe UI"/>
              </a:endParaRPr>
            </a:p>
          </p:txBody>
        </p:sp>
        <p:sp>
          <p:nvSpPr>
            <p:cNvPr id="427" name="Chord 426">
              <a:extLst>
                <a:ext uri="{FF2B5EF4-FFF2-40B4-BE49-F238E27FC236}">
                  <a16:creationId xmlns:a16="http://schemas.microsoft.com/office/drawing/2014/main" id="{B9E58592-E19C-FF45-A285-3C00D9B41E24}"/>
                </a:ext>
              </a:extLst>
            </p:cNvPr>
            <p:cNvSpPr/>
            <p:nvPr/>
          </p:nvSpPr>
          <p:spPr>
            <a:xfrm>
              <a:off x="10020723" y="2688629"/>
              <a:ext cx="1185862" cy="1185862"/>
            </a:xfrm>
            <a:prstGeom prst="chord">
              <a:avLst>
                <a:gd name="adj1" fmla="val 2700000"/>
                <a:gd name="adj2" fmla="val 13372730"/>
              </a:avLst>
            </a:prstGeom>
            <a:solidFill>
              <a:schemeClr val="tx1">
                <a:alpha val="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54E3CC5D-6C64-8D48-B579-1CB0E80F8BE8}"/>
              </a:ext>
            </a:extLst>
          </p:cNvPr>
          <p:cNvGrpSpPr/>
          <p:nvPr/>
        </p:nvGrpSpPr>
        <p:grpSpPr>
          <a:xfrm>
            <a:off x="5833847" y="4225232"/>
            <a:ext cx="691198" cy="691198"/>
            <a:chOff x="7154352" y="3044035"/>
            <a:chExt cx="1185862" cy="1185862"/>
          </a:xfrm>
        </p:grpSpPr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5B29DDEF-6933-F747-BCDB-23914B37A24E}"/>
                </a:ext>
              </a:extLst>
            </p:cNvPr>
            <p:cNvSpPr/>
            <p:nvPr/>
          </p:nvSpPr>
          <p:spPr>
            <a:xfrm>
              <a:off x="7154352" y="3044035"/>
              <a:ext cx="1185862" cy="118586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0" rIns="0" bIns="0" rtlCol="0" anchor="ctr"/>
            <a:lstStyle/>
            <a:p>
              <a:endParaRPr lang="en-US" sz="2400" b="1">
                <a:solidFill>
                  <a:prstClr val="white"/>
                </a:solidFill>
                <a:latin typeface="Segoe UI"/>
              </a:endParaRPr>
            </a:p>
          </p:txBody>
        </p:sp>
        <p:sp>
          <p:nvSpPr>
            <p:cNvPr id="430" name="Chord 429">
              <a:extLst>
                <a:ext uri="{FF2B5EF4-FFF2-40B4-BE49-F238E27FC236}">
                  <a16:creationId xmlns:a16="http://schemas.microsoft.com/office/drawing/2014/main" id="{18CB4088-623B-3843-BCEF-873BC8E486BF}"/>
                </a:ext>
              </a:extLst>
            </p:cNvPr>
            <p:cNvSpPr/>
            <p:nvPr/>
          </p:nvSpPr>
          <p:spPr>
            <a:xfrm>
              <a:off x="7154352" y="3044035"/>
              <a:ext cx="1185862" cy="1185862"/>
            </a:xfrm>
            <a:prstGeom prst="chord">
              <a:avLst>
                <a:gd name="adj1" fmla="val 2700000"/>
                <a:gd name="adj2" fmla="val 13372730"/>
              </a:avLst>
            </a:prstGeom>
            <a:solidFill>
              <a:schemeClr val="tx1">
                <a:alpha val="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31" name="Content Placeholder 2">
            <a:extLst>
              <a:ext uri="{FF2B5EF4-FFF2-40B4-BE49-F238E27FC236}">
                <a16:creationId xmlns:a16="http://schemas.microsoft.com/office/drawing/2014/main" id="{1108EC04-5432-4445-B445-780BA13CFD6A}"/>
              </a:ext>
            </a:extLst>
          </p:cNvPr>
          <p:cNvSpPr txBox="1">
            <a:spLocks/>
          </p:cNvSpPr>
          <p:nvPr/>
        </p:nvSpPr>
        <p:spPr>
          <a:xfrm>
            <a:off x="6896626" y="3381425"/>
            <a:ext cx="4364414" cy="4431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600" dirty="0">
                <a:latin typeface="+mn-lt"/>
                <a:cs typeface="Arial" panose="020B0604020202020204" pitchFamily="34" charset="0"/>
              </a:rPr>
              <a:t>Lorem ipsum dolor sit amet, consectetuer adipiscing elit. Maecenas porttitor </a:t>
            </a:r>
            <a:r>
              <a:rPr lang="en-US" sz="1600" dirty="0" err="1">
                <a:latin typeface="+mn-lt"/>
                <a:cs typeface="Arial" panose="020B0604020202020204" pitchFamily="34" charset="0"/>
              </a:rPr>
              <a:t>congue</a:t>
            </a:r>
            <a:r>
              <a:rPr lang="en-US" sz="1600" dirty="0">
                <a:latin typeface="+mn-lt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+mn-lt"/>
                <a:cs typeface="Arial" panose="020B0604020202020204" pitchFamily="34" charset="0"/>
              </a:rPr>
              <a:t>massa</a:t>
            </a:r>
            <a:endParaRPr lang="en-US" sz="1600" dirty="0">
              <a:latin typeface="+mn-lt"/>
              <a:cs typeface="Arial" panose="020B0604020202020204" pitchFamily="34" charset="0"/>
            </a:endParaRPr>
          </a:p>
        </p:txBody>
      </p:sp>
      <p:sp>
        <p:nvSpPr>
          <p:cNvPr id="432" name="Content Placeholder 2">
            <a:extLst>
              <a:ext uri="{FF2B5EF4-FFF2-40B4-BE49-F238E27FC236}">
                <a16:creationId xmlns:a16="http://schemas.microsoft.com/office/drawing/2014/main" id="{FE5CD155-CB5B-7F40-81B1-8FCE17686751}"/>
              </a:ext>
            </a:extLst>
          </p:cNvPr>
          <p:cNvSpPr txBox="1">
            <a:spLocks/>
          </p:cNvSpPr>
          <p:nvPr/>
        </p:nvSpPr>
        <p:spPr>
          <a:xfrm>
            <a:off x="6896626" y="4322133"/>
            <a:ext cx="4364414" cy="4431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600" dirty="0">
                <a:latin typeface="+mn-lt"/>
                <a:cs typeface="Arial" panose="020B0604020202020204" pitchFamily="34" charset="0"/>
              </a:rPr>
              <a:t>Lorem ipsum dolor sit amet, consectetuer adipiscing elit. Maecenas porttitor </a:t>
            </a:r>
            <a:r>
              <a:rPr lang="en-US" sz="1600" dirty="0" err="1">
                <a:latin typeface="+mn-lt"/>
                <a:cs typeface="Arial" panose="020B0604020202020204" pitchFamily="34" charset="0"/>
              </a:rPr>
              <a:t>congue</a:t>
            </a:r>
            <a:r>
              <a:rPr lang="en-US" sz="1600" dirty="0">
                <a:latin typeface="+mn-lt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+mn-lt"/>
                <a:cs typeface="Arial" panose="020B0604020202020204" pitchFamily="34" charset="0"/>
              </a:rPr>
              <a:t>massa</a:t>
            </a:r>
            <a:endParaRPr lang="en-US" sz="1600" dirty="0">
              <a:latin typeface="+mn-lt"/>
              <a:cs typeface="Arial" panose="020B0604020202020204" pitchFamily="34" charset="0"/>
            </a:endParaRPr>
          </a:p>
        </p:txBody>
      </p:sp>
      <p:sp>
        <p:nvSpPr>
          <p:cNvPr id="433" name="Content Placeholder 2">
            <a:extLst>
              <a:ext uri="{FF2B5EF4-FFF2-40B4-BE49-F238E27FC236}">
                <a16:creationId xmlns:a16="http://schemas.microsoft.com/office/drawing/2014/main" id="{96504643-F9B3-F543-9BEE-3AC1DA700514}"/>
              </a:ext>
            </a:extLst>
          </p:cNvPr>
          <p:cNvSpPr txBox="1">
            <a:spLocks/>
          </p:cNvSpPr>
          <p:nvPr/>
        </p:nvSpPr>
        <p:spPr>
          <a:xfrm>
            <a:off x="6896626" y="5262843"/>
            <a:ext cx="4364414" cy="4431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600" dirty="0">
                <a:latin typeface="+mn-lt"/>
                <a:cs typeface="Arial" panose="020B0604020202020204" pitchFamily="34" charset="0"/>
              </a:rPr>
              <a:t>Lorem ipsum dolor sit amet, consectetuer adipiscing elit. Maecenas porttitor </a:t>
            </a:r>
            <a:r>
              <a:rPr lang="en-US" sz="1600" dirty="0" err="1">
                <a:latin typeface="+mn-lt"/>
                <a:cs typeface="Arial" panose="020B0604020202020204" pitchFamily="34" charset="0"/>
              </a:rPr>
              <a:t>congue</a:t>
            </a:r>
            <a:r>
              <a:rPr lang="en-US" sz="1600" dirty="0">
                <a:latin typeface="+mn-lt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+mn-lt"/>
                <a:cs typeface="Arial" panose="020B0604020202020204" pitchFamily="34" charset="0"/>
              </a:rPr>
              <a:t>massa</a:t>
            </a:r>
            <a:endParaRPr lang="en-US" sz="1600" dirty="0">
              <a:latin typeface="+mn-lt"/>
              <a:cs typeface="Arial" panose="020B0604020202020204" pitchFamily="34" charset="0"/>
            </a:endParaRPr>
          </a:p>
        </p:txBody>
      </p:sp>
      <p:cxnSp>
        <p:nvCxnSpPr>
          <p:cNvPr id="434" name="Straight Connector 433">
            <a:extLst>
              <a:ext uri="{FF2B5EF4-FFF2-40B4-BE49-F238E27FC236}">
                <a16:creationId xmlns:a16="http://schemas.microsoft.com/office/drawing/2014/main" id="{9A2BC168-2609-3044-BB7B-C56969349DC8}"/>
              </a:ext>
            </a:extLst>
          </p:cNvPr>
          <p:cNvCxnSpPr>
            <a:cxnSpLocks/>
          </p:cNvCxnSpPr>
          <p:nvPr/>
        </p:nvCxnSpPr>
        <p:spPr>
          <a:xfrm>
            <a:off x="6896627" y="3132670"/>
            <a:ext cx="4364413" cy="0"/>
          </a:xfrm>
          <a:prstGeom prst="line">
            <a:avLst/>
          </a:prstGeom>
          <a:ln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5" name="Straight Connector 434">
            <a:extLst>
              <a:ext uri="{FF2B5EF4-FFF2-40B4-BE49-F238E27FC236}">
                <a16:creationId xmlns:a16="http://schemas.microsoft.com/office/drawing/2014/main" id="{E38C205A-5426-6341-BBA6-F7417ECB65D1}"/>
              </a:ext>
            </a:extLst>
          </p:cNvPr>
          <p:cNvCxnSpPr>
            <a:cxnSpLocks/>
          </p:cNvCxnSpPr>
          <p:nvPr/>
        </p:nvCxnSpPr>
        <p:spPr>
          <a:xfrm>
            <a:off x="6896627" y="4073378"/>
            <a:ext cx="4364413" cy="0"/>
          </a:xfrm>
          <a:prstGeom prst="line">
            <a:avLst/>
          </a:prstGeom>
          <a:ln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6" name="Straight Connector 435">
            <a:extLst>
              <a:ext uri="{FF2B5EF4-FFF2-40B4-BE49-F238E27FC236}">
                <a16:creationId xmlns:a16="http://schemas.microsoft.com/office/drawing/2014/main" id="{8FF14DBF-265B-CC49-AA86-EE6FA2E0D458}"/>
              </a:ext>
            </a:extLst>
          </p:cNvPr>
          <p:cNvCxnSpPr>
            <a:cxnSpLocks/>
          </p:cNvCxnSpPr>
          <p:nvPr/>
        </p:nvCxnSpPr>
        <p:spPr>
          <a:xfrm>
            <a:off x="6896627" y="5014086"/>
            <a:ext cx="4364413" cy="0"/>
          </a:xfrm>
          <a:prstGeom prst="line">
            <a:avLst/>
          </a:prstGeom>
          <a:ln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6" name="Content Placeholder 2">
            <a:extLst>
              <a:ext uri="{FF2B5EF4-FFF2-40B4-BE49-F238E27FC236}">
                <a16:creationId xmlns:a16="http://schemas.microsoft.com/office/drawing/2014/main" id="{D445A596-1AEB-BE42-9B7D-5977CE0A6B84}"/>
              </a:ext>
            </a:extLst>
          </p:cNvPr>
          <p:cNvSpPr txBox="1">
            <a:spLocks/>
          </p:cNvSpPr>
          <p:nvPr/>
        </p:nvSpPr>
        <p:spPr>
          <a:xfrm>
            <a:off x="5963700" y="2514778"/>
            <a:ext cx="436680" cy="3323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4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01</a:t>
            </a:r>
          </a:p>
        </p:txBody>
      </p:sp>
      <p:sp>
        <p:nvSpPr>
          <p:cNvPr id="417" name="Content Placeholder 2">
            <a:extLst>
              <a:ext uri="{FF2B5EF4-FFF2-40B4-BE49-F238E27FC236}">
                <a16:creationId xmlns:a16="http://schemas.microsoft.com/office/drawing/2014/main" id="{4CD3CBAF-84F1-AC42-AAB2-E707610CF7C5}"/>
              </a:ext>
            </a:extLst>
          </p:cNvPr>
          <p:cNvSpPr txBox="1">
            <a:spLocks/>
          </p:cNvSpPr>
          <p:nvPr/>
        </p:nvSpPr>
        <p:spPr>
          <a:xfrm>
            <a:off x="5963700" y="3485161"/>
            <a:ext cx="436680" cy="3323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4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02</a:t>
            </a:r>
          </a:p>
        </p:txBody>
      </p:sp>
      <p:sp>
        <p:nvSpPr>
          <p:cNvPr id="418" name="Content Placeholder 2">
            <a:extLst>
              <a:ext uri="{FF2B5EF4-FFF2-40B4-BE49-F238E27FC236}">
                <a16:creationId xmlns:a16="http://schemas.microsoft.com/office/drawing/2014/main" id="{8787E732-D769-324F-8829-E0FCC4FFA60B}"/>
              </a:ext>
            </a:extLst>
          </p:cNvPr>
          <p:cNvSpPr txBox="1">
            <a:spLocks/>
          </p:cNvSpPr>
          <p:nvPr/>
        </p:nvSpPr>
        <p:spPr>
          <a:xfrm>
            <a:off x="5963700" y="4399561"/>
            <a:ext cx="436680" cy="3323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4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03</a:t>
            </a:r>
          </a:p>
        </p:txBody>
      </p:sp>
      <p:sp>
        <p:nvSpPr>
          <p:cNvPr id="437" name="Content Placeholder 2">
            <a:extLst>
              <a:ext uri="{FF2B5EF4-FFF2-40B4-BE49-F238E27FC236}">
                <a16:creationId xmlns:a16="http://schemas.microsoft.com/office/drawing/2014/main" id="{D2C44070-33D6-1C49-96CF-CD56BF2A8B8B}"/>
              </a:ext>
            </a:extLst>
          </p:cNvPr>
          <p:cNvSpPr txBox="1">
            <a:spLocks/>
          </p:cNvSpPr>
          <p:nvPr/>
        </p:nvSpPr>
        <p:spPr>
          <a:xfrm>
            <a:off x="5963700" y="5351284"/>
            <a:ext cx="436680" cy="3323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4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04</a:t>
            </a:r>
          </a:p>
        </p:txBody>
      </p:sp>
    </p:spTree>
    <p:extLst>
      <p:ext uri="{BB962C8B-B14F-4D97-AF65-F5344CB8AC3E}">
        <p14:creationId xmlns:p14="http://schemas.microsoft.com/office/powerpoint/2010/main" val="253442597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>
            <a:extLst>
              <a:ext uri="{FF2B5EF4-FFF2-40B4-BE49-F238E27FC236}">
                <a16:creationId xmlns:a16="http://schemas.microsoft.com/office/drawing/2014/main" id="{7C167BF1-329E-084F-BA6B-4849341C9077}"/>
              </a:ext>
            </a:extLst>
          </p:cNvPr>
          <p:cNvGrpSpPr/>
          <p:nvPr/>
        </p:nvGrpSpPr>
        <p:grpSpPr>
          <a:xfrm>
            <a:off x="9726629" y="495277"/>
            <a:ext cx="2171684" cy="1306719"/>
            <a:chOff x="9915526" y="1892300"/>
            <a:chExt cx="1116012" cy="671513"/>
          </a:xfrm>
          <a:solidFill>
            <a:schemeClr val="accent1"/>
          </a:solidFill>
        </p:grpSpPr>
        <p:sp>
          <p:nvSpPr>
            <p:cNvPr id="18" name="Freeform 80">
              <a:extLst>
                <a:ext uri="{FF2B5EF4-FFF2-40B4-BE49-F238E27FC236}">
                  <a16:creationId xmlns:a16="http://schemas.microsoft.com/office/drawing/2014/main" id="{969DA01E-5E72-BE45-88B3-F2D60E6E3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81">
              <a:extLst>
                <a:ext uri="{FF2B5EF4-FFF2-40B4-BE49-F238E27FC236}">
                  <a16:creationId xmlns:a16="http://schemas.microsoft.com/office/drawing/2014/main" id="{8A62019A-80F3-474F-9BAF-96F765086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82">
              <a:extLst>
                <a:ext uri="{FF2B5EF4-FFF2-40B4-BE49-F238E27FC236}">
                  <a16:creationId xmlns:a16="http://schemas.microsoft.com/office/drawing/2014/main" id="{87F9C1C5-3B75-0246-80F4-1D04BC703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83">
              <a:extLst>
                <a:ext uri="{FF2B5EF4-FFF2-40B4-BE49-F238E27FC236}">
                  <a16:creationId xmlns:a16="http://schemas.microsoft.com/office/drawing/2014/main" id="{578CA1E3-F873-4F4A-BC53-0462A0FD1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84">
              <a:extLst>
                <a:ext uri="{FF2B5EF4-FFF2-40B4-BE49-F238E27FC236}">
                  <a16:creationId xmlns:a16="http://schemas.microsoft.com/office/drawing/2014/main" id="{7B64C83B-D6C0-8942-90A3-E12E90BF0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85">
              <a:extLst>
                <a:ext uri="{FF2B5EF4-FFF2-40B4-BE49-F238E27FC236}">
                  <a16:creationId xmlns:a16="http://schemas.microsoft.com/office/drawing/2014/main" id="{4BBD7616-7553-1E48-8F8C-6861AFF07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86">
              <a:extLst>
                <a:ext uri="{FF2B5EF4-FFF2-40B4-BE49-F238E27FC236}">
                  <a16:creationId xmlns:a16="http://schemas.microsoft.com/office/drawing/2014/main" id="{F675A85F-2DF7-F443-AE4B-6D504AD3F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87">
              <a:extLst>
                <a:ext uri="{FF2B5EF4-FFF2-40B4-BE49-F238E27FC236}">
                  <a16:creationId xmlns:a16="http://schemas.microsoft.com/office/drawing/2014/main" id="{2B991D08-982E-D04C-B664-C193F88D4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88">
              <a:extLst>
                <a:ext uri="{FF2B5EF4-FFF2-40B4-BE49-F238E27FC236}">
                  <a16:creationId xmlns:a16="http://schemas.microsoft.com/office/drawing/2014/main" id="{32CD1D83-238C-CC4F-8F07-913C5DDC0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89">
              <a:extLst>
                <a:ext uri="{FF2B5EF4-FFF2-40B4-BE49-F238E27FC236}">
                  <a16:creationId xmlns:a16="http://schemas.microsoft.com/office/drawing/2014/main" id="{9DB5339B-7FA7-D648-9391-BF6E704D3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90">
              <a:extLst>
                <a:ext uri="{FF2B5EF4-FFF2-40B4-BE49-F238E27FC236}">
                  <a16:creationId xmlns:a16="http://schemas.microsoft.com/office/drawing/2014/main" id="{2942DF4A-D07C-224A-A856-7BEA3CBE2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91">
              <a:extLst>
                <a:ext uri="{FF2B5EF4-FFF2-40B4-BE49-F238E27FC236}">
                  <a16:creationId xmlns:a16="http://schemas.microsoft.com/office/drawing/2014/main" id="{91B37692-4695-384E-9143-CFE9D6B34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92">
              <a:extLst>
                <a:ext uri="{FF2B5EF4-FFF2-40B4-BE49-F238E27FC236}">
                  <a16:creationId xmlns:a16="http://schemas.microsoft.com/office/drawing/2014/main" id="{90CA0768-CCEC-0A45-9F8E-A0E3A7BFA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93">
              <a:extLst>
                <a:ext uri="{FF2B5EF4-FFF2-40B4-BE49-F238E27FC236}">
                  <a16:creationId xmlns:a16="http://schemas.microsoft.com/office/drawing/2014/main" id="{75B1B646-852C-B84D-B2D9-CB1651E1E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94">
              <a:extLst>
                <a:ext uri="{FF2B5EF4-FFF2-40B4-BE49-F238E27FC236}">
                  <a16:creationId xmlns:a16="http://schemas.microsoft.com/office/drawing/2014/main" id="{0936CDA8-9591-C841-8F5E-410922141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95">
              <a:extLst>
                <a:ext uri="{FF2B5EF4-FFF2-40B4-BE49-F238E27FC236}">
                  <a16:creationId xmlns:a16="http://schemas.microsoft.com/office/drawing/2014/main" id="{3D2EE14C-3E76-AC46-9D39-FC1549529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96">
              <a:extLst>
                <a:ext uri="{FF2B5EF4-FFF2-40B4-BE49-F238E27FC236}">
                  <a16:creationId xmlns:a16="http://schemas.microsoft.com/office/drawing/2014/main" id="{096F2DE9-8978-E649-8633-F8D337BCE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97">
              <a:extLst>
                <a:ext uri="{FF2B5EF4-FFF2-40B4-BE49-F238E27FC236}">
                  <a16:creationId xmlns:a16="http://schemas.microsoft.com/office/drawing/2014/main" id="{7D8D049C-6C11-2A47-A10D-CB31E6206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98">
              <a:extLst>
                <a:ext uri="{FF2B5EF4-FFF2-40B4-BE49-F238E27FC236}">
                  <a16:creationId xmlns:a16="http://schemas.microsoft.com/office/drawing/2014/main" id="{F660E2E3-580F-294B-9E20-F73499331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99">
              <a:extLst>
                <a:ext uri="{FF2B5EF4-FFF2-40B4-BE49-F238E27FC236}">
                  <a16:creationId xmlns:a16="http://schemas.microsoft.com/office/drawing/2014/main" id="{8D8713A0-C0EA-C441-9FD5-3F63ECFF7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100">
              <a:extLst>
                <a:ext uri="{FF2B5EF4-FFF2-40B4-BE49-F238E27FC236}">
                  <a16:creationId xmlns:a16="http://schemas.microsoft.com/office/drawing/2014/main" id="{8762D5D0-7F30-BB41-A027-6826222D4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101">
              <a:extLst>
                <a:ext uri="{FF2B5EF4-FFF2-40B4-BE49-F238E27FC236}">
                  <a16:creationId xmlns:a16="http://schemas.microsoft.com/office/drawing/2014/main" id="{3B224E26-00D4-AA4C-8C09-187BB5734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102">
              <a:extLst>
                <a:ext uri="{FF2B5EF4-FFF2-40B4-BE49-F238E27FC236}">
                  <a16:creationId xmlns:a16="http://schemas.microsoft.com/office/drawing/2014/main" id="{CCA90FC1-DB23-3744-8496-3EDCC3347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103">
              <a:extLst>
                <a:ext uri="{FF2B5EF4-FFF2-40B4-BE49-F238E27FC236}">
                  <a16:creationId xmlns:a16="http://schemas.microsoft.com/office/drawing/2014/main" id="{229BD1C2-63D5-DD40-96F9-E4DA51695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104">
              <a:extLst>
                <a:ext uri="{FF2B5EF4-FFF2-40B4-BE49-F238E27FC236}">
                  <a16:creationId xmlns:a16="http://schemas.microsoft.com/office/drawing/2014/main" id="{4DCF2A92-051B-4149-9469-B5FA6195A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105">
              <a:extLst>
                <a:ext uri="{FF2B5EF4-FFF2-40B4-BE49-F238E27FC236}">
                  <a16:creationId xmlns:a16="http://schemas.microsoft.com/office/drawing/2014/main" id="{9800F21D-23FE-3E4C-B9CF-ECECEBB5C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106">
              <a:extLst>
                <a:ext uri="{FF2B5EF4-FFF2-40B4-BE49-F238E27FC236}">
                  <a16:creationId xmlns:a16="http://schemas.microsoft.com/office/drawing/2014/main" id="{F75715B7-2E47-524A-8963-B605E9B37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107">
              <a:extLst>
                <a:ext uri="{FF2B5EF4-FFF2-40B4-BE49-F238E27FC236}">
                  <a16:creationId xmlns:a16="http://schemas.microsoft.com/office/drawing/2014/main" id="{8C9EFF90-411E-2D4F-B61A-6818E83DF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108">
              <a:extLst>
                <a:ext uri="{FF2B5EF4-FFF2-40B4-BE49-F238E27FC236}">
                  <a16:creationId xmlns:a16="http://schemas.microsoft.com/office/drawing/2014/main" id="{29A7643C-ACF8-224D-9D97-1EAA881BB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109">
              <a:extLst>
                <a:ext uri="{FF2B5EF4-FFF2-40B4-BE49-F238E27FC236}">
                  <a16:creationId xmlns:a16="http://schemas.microsoft.com/office/drawing/2014/main" id="{E86DBD0B-CA3B-8947-8B45-6964BD9F5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110">
              <a:extLst>
                <a:ext uri="{FF2B5EF4-FFF2-40B4-BE49-F238E27FC236}">
                  <a16:creationId xmlns:a16="http://schemas.microsoft.com/office/drawing/2014/main" id="{0634658C-704B-6B46-8336-580E29A92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111">
              <a:extLst>
                <a:ext uri="{FF2B5EF4-FFF2-40B4-BE49-F238E27FC236}">
                  <a16:creationId xmlns:a16="http://schemas.microsoft.com/office/drawing/2014/main" id="{2D7947B7-2F47-8840-A105-D52BC0AFD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112">
              <a:extLst>
                <a:ext uri="{FF2B5EF4-FFF2-40B4-BE49-F238E27FC236}">
                  <a16:creationId xmlns:a16="http://schemas.microsoft.com/office/drawing/2014/main" id="{E7E4F822-7D08-934E-8A16-B7EC98D86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113">
              <a:extLst>
                <a:ext uri="{FF2B5EF4-FFF2-40B4-BE49-F238E27FC236}">
                  <a16:creationId xmlns:a16="http://schemas.microsoft.com/office/drawing/2014/main" id="{B2FD1D79-0F27-6143-A7AD-9026AEEBF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114">
              <a:extLst>
                <a:ext uri="{FF2B5EF4-FFF2-40B4-BE49-F238E27FC236}">
                  <a16:creationId xmlns:a16="http://schemas.microsoft.com/office/drawing/2014/main" id="{A27188DB-EDFF-F84C-9A0D-A12704A34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115">
              <a:extLst>
                <a:ext uri="{FF2B5EF4-FFF2-40B4-BE49-F238E27FC236}">
                  <a16:creationId xmlns:a16="http://schemas.microsoft.com/office/drawing/2014/main" id="{84F2BDD7-7AF4-8D4A-9058-C57083412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116">
              <a:extLst>
                <a:ext uri="{FF2B5EF4-FFF2-40B4-BE49-F238E27FC236}">
                  <a16:creationId xmlns:a16="http://schemas.microsoft.com/office/drawing/2014/main" id="{EEDED0C7-C0F1-934C-B9F4-588FE5C51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117">
              <a:extLst>
                <a:ext uri="{FF2B5EF4-FFF2-40B4-BE49-F238E27FC236}">
                  <a16:creationId xmlns:a16="http://schemas.microsoft.com/office/drawing/2014/main" id="{C1AA105C-4666-E742-8164-608F9BFAE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118">
              <a:extLst>
                <a:ext uri="{FF2B5EF4-FFF2-40B4-BE49-F238E27FC236}">
                  <a16:creationId xmlns:a16="http://schemas.microsoft.com/office/drawing/2014/main" id="{555824A2-8C23-CB42-9067-8E00F42EA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119">
              <a:extLst>
                <a:ext uri="{FF2B5EF4-FFF2-40B4-BE49-F238E27FC236}">
                  <a16:creationId xmlns:a16="http://schemas.microsoft.com/office/drawing/2014/main" id="{87A800B1-C750-674A-8A19-00F88C018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120">
              <a:extLst>
                <a:ext uri="{FF2B5EF4-FFF2-40B4-BE49-F238E27FC236}">
                  <a16:creationId xmlns:a16="http://schemas.microsoft.com/office/drawing/2014/main" id="{F013A9D8-5154-C949-BB6E-108823C5B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121">
              <a:extLst>
                <a:ext uri="{FF2B5EF4-FFF2-40B4-BE49-F238E27FC236}">
                  <a16:creationId xmlns:a16="http://schemas.microsoft.com/office/drawing/2014/main" id="{FA87D99A-C1C5-BC45-B523-3271E8A2D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122">
              <a:extLst>
                <a:ext uri="{FF2B5EF4-FFF2-40B4-BE49-F238E27FC236}">
                  <a16:creationId xmlns:a16="http://schemas.microsoft.com/office/drawing/2014/main" id="{C2DDD2C4-78E1-824B-B345-BD25F4501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123">
              <a:extLst>
                <a:ext uri="{FF2B5EF4-FFF2-40B4-BE49-F238E27FC236}">
                  <a16:creationId xmlns:a16="http://schemas.microsoft.com/office/drawing/2014/main" id="{1A40CD1C-0C2D-3C45-B417-E45D701FB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124">
              <a:extLst>
                <a:ext uri="{FF2B5EF4-FFF2-40B4-BE49-F238E27FC236}">
                  <a16:creationId xmlns:a16="http://schemas.microsoft.com/office/drawing/2014/main" id="{1DA4F2B2-73C5-D644-B164-200AB8315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125">
              <a:extLst>
                <a:ext uri="{FF2B5EF4-FFF2-40B4-BE49-F238E27FC236}">
                  <a16:creationId xmlns:a16="http://schemas.microsoft.com/office/drawing/2014/main" id="{71EDB01B-8153-B04E-9E10-A4EFA38D6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126">
              <a:extLst>
                <a:ext uri="{FF2B5EF4-FFF2-40B4-BE49-F238E27FC236}">
                  <a16:creationId xmlns:a16="http://schemas.microsoft.com/office/drawing/2014/main" id="{98492756-9098-7443-A3DF-EB3D2E943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127">
              <a:extLst>
                <a:ext uri="{FF2B5EF4-FFF2-40B4-BE49-F238E27FC236}">
                  <a16:creationId xmlns:a16="http://schemas.microsoft.com/office/drawing/2014/main" id="{CD169349-5DB9-7F4C-9B39-AA7C2DE8D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128">
              <a:extLst>
                <a:ext uri="{FF2B5EF4-FFF2-40B4-BE49-F238E27FC236}">
                  <a16:creationId xmlns:a16="http://schemas.microsoft.com/office/drawing/2014/main" id="{418979E0-F1E1-D447-94CD-0641B2CCD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129">
              <a:extLst>
                <a:ext uri="{FF2B5EF4-FFF2-40B4-BE49-F238E27FC236}">
                  <a16:creationId xmlns:a16="http://schemas.microsoft.com/office/drawing/2014/main" id="{69F8D604-689C-1C43-8F64-3C5E1ED23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130">
              <a:extLst>
                <a:ext uri="{FF2B5EF4-FFF2-40B4-BE49-F238E27FC236}">
                  <a16:creationId xmlns:a16="http://schemas.microsoft.com/office/drawing/2014/main" id="{31352860-C1FE-4744-9E59-B98F68EAE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131">
              <a:extLst>
                <a:ext uri="{FF2B5EF4-FFF2-40B4-BE49-F238E27FC236}">
                  <a16:creationId xmlns:a16="http://schemas.microsoft.com/office/drawing/2014/main" id="{F51A87B3-25DC-A649-9B91-A403F4F53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132">
              <a:extLst>
                <a:ext uri="{FF2B5EF4-FFF2-40B4-BE49-F238E27FC236}">
                  <a16:creationId xmlns:a16="http://schemas.microsoft.com/office/drawing/2014/main" id="{6088008A-9D01-5B4B-92C7-80267808A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133">
              <a:extLst>
                <a:ext uri="{FF2B5EF4-FFF2-40B4-BE49-F238E27FC236}">
                  <a16:creationId xmlns:a16="http://schemas.microsoft.com/office/drawing/2014/main" id="{CC7CC95F-84CE-CB40-9972-66C0436BF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134">
              <a:extLst>
                <a:ext uri="{FF2B5EF4-FFF2-40B4-BE49-F238E27FC236}">
                  <a16:creationId xmlns:a16="http://schemas.microsoft.com/office/drawing/2014/main" id="{F6E27C7C-5B0C-8942-88DD-4D3E75C56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135">
              <a:extLst>
                <a:ext uri="{FF2B5EF4-FFF2-40B4-BE49-F238E27FC236}">
                  <a16:creationId xmlns:a16="http://schemas.microsoft.com/office/drawing/2014/main" id="{D2838426-AC1E-BC41-AD0B-4A348EB7B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136">
              <a:extLst>
                <a:ext uri="{FF2B5EF4-FFF2-40B4-BE49-F238E27FC236}">
                  <a16:creationId xmlns:a16="http://schemas.microsoft.com/office/drawing/2014/main" id="{3097C8A8-3FA6-7648-9DF4-6450E3832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137">
              <a:extLst>
                <a:ext uri="{FF2B5EF4-FFF2-40B4-BE49-F238E27FC236}">
                  <a16:creationId xmlns:a16="http://schemas.microsoft.com/office/drawing/2014/main" id="{3329E207-2257-E640-A100-48DA0B30D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138">
              <a:extLst>
                <a:ext uri="{FF2B5EF4-FFF2-40B4-BE49-F238E27FC236}">
                  <a16:creationId xmlns:a16="http://schemas.microsoft.com/office/drawing/2014/main" id="{03E71D91-ABC9-5C4C-A74E-10651423D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139">
              <a:extLst>
                <a:ext uri="{FF2B5EF4-FFF2-40B4-BE49-F238E27FC236}">
                  <a16:creationId xmlns:a16="http://schemas.microsoft.com/office/drawing/2014/main" id="{F007B062-7213-9048-B08B-5C3085269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140">
              <a:extLst>
                <a:ext uri="{FF2B5EF4-FFF2-40B4-BE49-F238E27FC236}">
                  <a16:creationId xmlns:a16="http://schemas.microsoft.com/office/drawing/2014/main" id="{BD50F5C8-6D9E-6A4C-AC59-27C8C6D39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141">
              <a:extLst>
                <a:ext uri="{FF2B5EF4-FFF2-40B4-BE49-F238E27FC236}">
                  <a16:creationId xmlns:a16="http://schemas.microsoft.com/office/drawing/2014/main" id="{EEDBA3A1-76F9-0D43-8E01-4B2573BB7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142">
              <a:extLst>
                <a:ext uri="{FF2B5EF4-FFF2-40B4-BE49-F238E27FC236}">
                  <a16:creationId xmlns:a16="http://schemas.microsoft.com/office/drawing/2014/main" id="{28312235-1963-3649-91BE-0B936C243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143">
              <a:extLst>
                <a:ext uri="{FF2B5EF4-FFF2-40B4-BE49-F238E27FC236}">
                  <a16:creationId xmlns:a16="http://schemas.microsoft.com/office/drawing/2014/main" id="{67277536-4386-7B46-8EE0-E2CD58099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144">
              <a:extLst>
                <a:ext uri="{FF2B5EF4-FFF2-40B4-BE49-F238E27FC236}">
                  <a16:creationId xmlns:a16="http://schemas.microsoft.com/office/drawing/2014/main" id="{DC308DA1-B05F-9444-8F17-7AF5FEFA4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145">
              <a:extLst>
                <a:ext uri="{FF2B5EF4-FFF2-40B4-BE49-F238E27FC236}">
                  <a16:creationId xmlns:a16="http://schemas.microsoft.com/office/drawing/2014/main" id="{3DAE8108-A7E2-A941-AE3C-2EDA02A18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146">
              <a:extLst>
                <a:ext uri="{FF2B5EF4-FFF2-40B4-BE49-F238E27FC236}">
                  <a16:creationId xmlns:a16="http://schemas.microsoft.com/office/drawing/2014/main" id="{00071FB1-7AC1-C448-8CB4-F12180D07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147">
              <a:extLst>
                <a:ext uri="{FF2B5EF4-FFF2-40B4-BE49-F238E27FC236}">
                  <a16:creationId xmlns:a16="http://schemas.microsoft.com/office/drawing/2014/main" id="{63DF2560-23C0-1D4E-AC3A-42F438156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148">
              <a:extLst>
                <a:ext uri="{FF2B5EF4-FFF2-40B4-BE49-F238E27FC236}">
                  <a16:creationId xmlns:a16="http://schemas.microsoft.com/office/drawing/2014/main" id="{FDC148D9-E858-DD41-BCA4-8D419BB88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149">
              <a:extLst>
                <a:ext uri="{FF2B5EF4-FFF2-40B4-BE49-F238E27FC236}">
                  <a16:creationId xmlns:a16="http://schemas.microsoft.com/office/drawing/2014/main" id="{3E299EFB-D967-FD44-A29D-E897B895B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150">
              <a:extLst>
                <a:ext uri="{FF2B5EF4-FFF2-40B4-BE49-F238E27FC236}">
                  <a16:creationId xmlns:a16="http://schemas.microsoft.com/office/drawing/2014/main" id="{6D150E3D-6B27-684F-B443-FB00C82E8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151">
              <a:extLst>
                <a:ext uri="{FF2B5EF4-FFF2-40B4-BE49-F238E27FC236}">
                  <a16:creationId xmlns:a16="http://schemas.microsoft.com/office/drawing/2014/main" id="{BB2EA046-3FF7-144A-934A-AAA3B934F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152">
              <a:extLst>
                <a:ext uri="{FF2B5EF4-FFF2-40B4-BE49-F238E27FC236}">
                  <a16:creationId xmlns:a16="http://schemas.microsoft.com/office/drawing/2014/main" id="{656A97D2-C09B-F142-BF3C-8CD821B89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153">
              <a:extLst>
                <a:ext uri="{FF2B5EF4-FFF2-40B4-BE49-F238E27FC236}">
                  <a16:creationId xmlns:a16="http://schemas.microsoft.com/office/drawing/2014/main" id="{D5062C4A-7277-3646-A97B-9AA65E60D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154">
              <a:extLst>
                <a:ext uri="{FF2B5EF4-FFF2-40B4-BE49-F238E27FC236}">
                  <a16:creationId xmlns:a16="http://schemas.microsoft.com/office/drawing/2014/main" id="{89C84B9F-D0D8-1E47-BC81-243276C0D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155">
              <a:extLst>
                <a:ext uri="{FF2B5EF4-FFF2-40B4-BE49-F238E27FC236}">
                  <a16:creationId xmlns:a16="http://schemas.microsoft.com/office/drawing/2014/main" id="{D27FCB7E-4C1E-EB45-B0AF-A514AB8F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156">
              <a:extLst>
                <a:ext uri="{FF2B5EF4-FFF2-40B4-BE49-F238E27FC236}">
                  <a16:creationId xmlns:a16="http://schemas.microsoft.com/office/drawing/2014/main" id="{7D8B44C4-3903-DB4E-A96E-908799576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157">
              <a:extLst>
                <a:ext uri="{FF2B5EF4-FFF2-40B4-BE49-F238E27FC236}">
                  <a16:creationId xmlns:a16="http://schemas.microsoft.com/office/drawing/2014/main" id="{A5C86319-7B25-DC4B-9B77-80A686882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158">
              <a:extLst>
                <a:ext uri="{FF2B5EF4-FFF2-40B4-BE49-F238E27FC236}">
                  <a16:creationId xmlns:a16="http://schemas.microsoft.com/office/drawing/2014/main" id="{3E2C0F6B-FAF0-D44C-8C6A-164E4EBE6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159">
              <a:extLst>
                <a:ext uri="{FF2B5EF4-FFF2-40B4-BE49-F238E27FC236}">
                  <a16:creationId xmlns:a16="http://schemas.microsoft.com/office/drawing/2014/main" id="{6095F1ED-EA6C-A742-91AF-9D88A47DB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160">
              <a:extLst>
                <a:ext uri="{FF2B5EF4-FFF2-40B4-BE49-F238E27FC236}">
                  <a16:creationId xmlns:a16="http://schemas.microsoft.com/office/drawing/2014/main" id="{772A4998-754C-1144-8C35-82DB51871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161">
              <a:extLst>
                <a:ext uri="{FF2B5EF4-FFF2-40B4-BE49-F238E27FC236}">
                  <a16:creationId xmlns:a16="http://schemas.microsoft.com/office/drawing/2014/main" id="{AE5967CA-375E-FF45-B93E-87C0A294B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162">
              <a:extLst>
                <a:ext uri="{FF2B5EF4-FFF2-40B4-BE49-F238E27FC236}">
                  <a16:creationId xmlns:a16="http://schemas.microsoft.com/office/drawing/2014/main" id="{5CE239A5-474D-3341-89D8-27B20595D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163">
              <a:extLst>
                <a:ext uri="{FF2B5EF4-FFF2-40B4-BE49-F238E27FC236}">
                  <a16:creationId xmlns:a16="http://schemas.microsoft.com/office/drawing/2014/main" id="{A6BEF84A-89CF-654A-A641-CC6E54C7D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235">
              <a:extLst>
                <a:ext uri="{FF2B5EF4-FFF2-40B4-BE49-F238E27FC236}">
                  <a16:creationId xmlns:a16="http://schemas.microsoft.com/office/drawing/2014/main" id="{18BCA7F1-057C-0544-8B00-410E9691E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242">
              <a:extLst>
                <a:ext uri="{FF2B5EF4-FFF2-40B4-BE49-F238E27FC236}">
                  <a16:creationId xmlns:a16="http://schemas.microsoft.com/office/drawing/2014/main" id="{9BFFD26F-6CE1-9A44-BF03-2799BD37C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249">
              <a:extLst>
                <a:ext uri="{FF2B5EF4-FFF2-40B4-BE49-F238E27FC236}">
                  <a16:creationId xmlns:a16="http://schemas.microsoft.com/office/drawing/2014/main" id="{8DC55ADB-C7CA-774E-B237-51E3B2332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256">
              <a:extLst>
                <a:ext uri="{FF2B5EF4-FFF2-40B4-BE49-F238E27FC236}">
                  <a16:creationId xmlns:a16="http://schemas.microsoft.com/office/drawing/2014/main" id="{1F2577D0-2B3C-A447-9E8B-892D6B1F9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263">
              <a:extLst>
                <a:ext uri="{FF2B5EF4-FFF2-40B4-BE49-F238E27FC236}">
                  <a16:creationId xmlns:a16="http://schemas.microsoft.com/office/drawing/2014/main" id="{0D3D6812-8BFA-B441-BE5F-D7B3AA640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270">
              <a:extLst>
                <a:ext uri="{FF2B5EF4-FFF2-40B4-BE49-F238E27FC236}">
                  <a16:creationId xmlns:a16="http://schemas.microsoft.com/office/drawing/2014/main" id="{F1894C6F-EAD9-D84B-95E8-1AD70BEC0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277">
              <a:extLst>
                <a:ext uri="{FF2B5EF4-FFF2-40B4-BE49-F238E27FC236}">
                  <a16:creationId xmlns:a16="http://schemas.microsoft.com/office/drawing/2014/main" id="{A1560F4F-269F-1B45-AAD4-A657EB93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284">
              <a:extLst>
                <a:ext uri="{FF2B5EF4-FFF2-40B4-BE49-F238E27FC236}">
                  <a16:creationId xmlns:a16="http://schemas.microsoft.com/office/drawing/2014/main" id="{AB41381C-17E7-2644-B7C8-33BF321E2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291">
              <a:extLst>
                <a:ext uri="{FF2B5EF4-FFF2-40B4-BE49-F238E27FC236}">
                  <a16:creationId xmlns:a16="http://schemas.microsoft.com/office/drawing/2014/main" id="{9E5C1F69-CE0E-674A-950E-3E4DFEE4D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298">
              <a:extLst>
                <a:ext uri="{FF2B5EF4-FFF2-40B4-BE49-F238E27FC236}">
                  <a16:creationId xmlns:a16="http://schemas.microsoft.com/office/drawing/2014/main" id="{0E449111-BC8F-F944-AD83-E49D35DAC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305">
              <a:extLst>
                <a:ext uri="{FF2B5EF4-FFF2-40B4-BE49-F238E27FC236}">
                  <a16:creationId xmlns:a16="http://schemas.microsoft.com/office/drawing/2014/main" id="{3E72D912-F74B-A54D-81E5-A45273415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312">
              <a:extLst>
                <a:ext uri="{FF2B5EF4-FFF2-40B4-BE49-F238E27FC236}">
                  <a16:creationId xmlns:a16="http://schemas.microsoft.com/office/drawing/2014/main" id="{811372FD-2C18-E84B-9F37-A84E45597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F83CD1C-27F3-2C40-A06D-36932360BB3C}"/>
              </a:ext>
            </a:extLst>
          </p:cNvPr>
          <p:cNvGrpSpPr/>
          <p:nvPr/>
        </p:nvGrpSpPr>
        <p:grpSpPr>
          <a:xfrm>
            <a:off x="-775855" y="-2453"/>
            <a:ext cx="443346" cy="4195908"/>
            <a:chOff x="-775855" y="-2453"/>
            <a:chExt cx="443346" cy="4195908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9D9755DE-6544-FB4E-B359-5DB6DF99F4FD}"/>
                </a:ext>
              </a:extLst>
            </p:cNvPr>
            <p:cNvSpPr/>
            <p:nvPr/>
          </p:nvSpPr>
          <p:spPr>
            <a:xfrm>
              <a:off x="-775855" y="593293"/>
              <a:ext cx="443346" cy="443346"/>
            </a:xfrm>
            <a:prstGeom prst="ellipse">
              <a:avLst/>
            </a:prstGeom>
            <a:solidFill>
              <a:srgbClr val="F4A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0FEA0869-94F2-004F-AC89-F9278109A05B}"/>
                </a:ext>
              </a:extLst>
            </p:cNvPr>
            <p:cNvSpPr/>
            <p:nvPr/>
          </p:nvSpPr>
          <p:spPr>
            <a:xfrm>
              <a:off x="-775855" y="1189039"/>
              <a:ext cx="443346" cy="443346"/>
            </a:xfrm>
            <a:prstGeom prst="ellipse">
              <a:avLst/>
            </a:prstGeom>
            <a:solidFill>
              <a:srgbClr val="00A1A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07C3147D-5DFA-5749-9EAE-D2B3AB906D5E}"/>
                </a:ext>
              </a:extLst>
            </p:cNvPr>
            <p:cNvSpPr/>
            <p:nvPr/>
          </p:nvSpPr>
          <p:spPr>
            <a:xfrm>
              <a:off x="-775855" y="-2453"/>
              <a:ext cx="443346" cy="443346"/>
            </a:xfrm>
            <a:prstGeom prst="ellipse">
              <a:avLst/>
            </a:prstGeom>
            <a:solidFill>
              <a:srgbClr val="27316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7084978D-2DE8-D748-9A4C-73FED57E8A3D}"/>
                </a:ext>
              </a:extLst>
            </p:cNvPr>
            <p:cNvSpPr/>
            <p:nvPr/>
          </p:nvSpPr>
          <p:spPr>
            <a:xfrm>
              <a:off x="-775855" y="2549095"/>
              <a:ext cx="443346" cy="443346"/>
            </a:xfrm>
            <a:prstGeom prst="ellipse">
              <a:avLst/>
            </a:prstGeom>
            <a:solidFill>
              <a:srgbClr val="FFC61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70A2C972-8617-234F-85E6-EA668DCC735A}"/>
                </a:ext>
              </a:extLst>
            </p:cNvPr>
            <p:cNvSpPr/>
            <p:nvPr/>
          </p:nvSpPr>
          <p:spPr>
            <a:xfrm>
              <a:off x="-775855" y="3149602"/>
              <a:ext cx="443346" cy="443346"/>
            </a:xfrm>
            <a:prstGeom prst="ellipse">
              <a:avLst/>
            </a:prstGeom>
            <a:solidFill>
              <a:srgbClr val="C6E9F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BDA6EEBD-F913-6F4E-AB2E-9C1C28B511E7}"/>
                </a:ext>
              </a:extLst>
            </p:cNvPr>
            <p:cNvSpPr/>
            <p:nvPr/>
          </p:nvSpPr>
          <p:spPr>
            <a:xfrm>
              <a:off x="-775855" y="1864298"/>
              <a:ext cx="443346" cy="443346"/>
            </a:xfrm>
            <a:prstGeom prst="ellipse">
              <a:avLst/>
            </a:prstGeom>
            <a:solidFill>
              <a:srgbClr val="9F8ED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96BF65B7-B8A7-454F-87A9-1D4A7BC8EF72}"/>
                </a:ext>
              </a:extLst>
            </p:cNvPr>
            <p:cNvSpPr/>
            <p:nvPr/>
          </p:nvSpPr>
          <p:spPr>
            <a:xfrm>
              <a:off x="-775855" y="3750109"/>
              <a:ext cx="443346" cy="4433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51" name="Freeform 433">
            <a:extLst>
              <a:ext uri="{FF2B5EF4-FFF2-40B4-BE49-F238E27FC236}">
                <a16:creationId xmlns:a16="http://schemas.microsoft.com/office/drawing/2014/main" id="{97BD2EB8-DD63-934D-8BD4-4A8D4243AD86}"/>
              </a:ext>
            </a:extLst>
          </p:cNvPr>
          <p:cNvSpPr>
            <a:spLocks/>
          </p:cNvSpPr>
          <p:nvPr/>
        </p:nvSpPr>
        <p:spPr bwMode="auto">
          <a:xfrm>
            <a:off x="354500" y="368708"/>
            <a:ext cx="1874519" cy="1062934"/>
          </a:xfrm>
          <a:custGeom>
            <a:avLst/>
            <a:gdLst>
              <a:gd name="T0" fmla="*/ 1029 w 1238"/>
              <a:gd name="T1" fmla="*/ 701 h 701"/>
              <a:gd name="T2" fmla="*/ 1072 w 1238"/>
              <a:gd name="T3" fmla="*/ 694 h 701"/>
              <a:gd name="T4" fmla="*/ 1110 w 1238"/>
              <a:gd name="T5" fmla="*/ 681 h 701"/>
              <a:gd name="T6" fmla="*/ 1147 w 1238"/>
              <a:gd name="T7" fmla="*/ 659 h 701"/>
              <a:gd name="T8" fmla="*/ 1177 w 1238"/>
              <a:gd name="T9" fmla="*/ 632 h 701"/>
              <a:gd name="T10" fmla="*/ 1202 w 1238"/>
              <a:gd name="T11" fmla="*/ 601 h 701"/>
              <a:gd name="T12" fmla="*/ 1222 w 1238"/>
              <a:gd name="T13" fmla="*/ 563 h 701"/>
              <a:gd name="T14" fmla="*/ 1234 w 1238"/>
              <a:gd name="T15" fmla="*/ 523 h 701"/>
              <a:gd name="T16" fmla="*/ 1238 w 1238"/>
              <a:gd name="T17" fmla="*/ 480 h 701"/>
              <a:gd name="T18" fmla="*/ 1237 w 1238"/>
              <a:gd name="T19" fmla="*/ 458 h 701"/>
              <a:gd name="T20" fmla="*/ 1229 w 1238"/>
              <a:gd name="T21" fmla="*/ 414 h 701"/>
              <a:gd name="T22" fmla="*/ 1212 w 1238"/>
              <a:gd name="T23" fmla="*/ 375 h 701"/>
              <a:gd name="T24" fmla="*/ 1188 w 1238"/>
              <a:gd name="T25" fmla="*/ 340 h 701"/>
              <a:gd name="T26" fmla="*/ 1157 w 1238"/>
              <a:gd name="T27" fmla="*/ 309 h 701"/>
              <a:gd name="T28" fmla="*/ 1122 w 1238"/>
              <a:gd name="T29" fmla="*/ 286 h 701"/>
              <a:gd name="T30" fmla="*/ 1082 w 1238"/>
              <a:gd name="T31" fmla="*/ 269 h 701"/>
              <a:gd name="T32" fmla="*/ 1040 w 1238"/>
              <a:gd name="T33" fmla="*/ 260 h 701"/>
              <a:gd name="T34" fmla="*/ 1017 w 1238"/>
              <a:gd name="T35" fmla="*/ 259 h 701"/>
              <a:gd name="T36" fmla="*/ 984 w 1238"/>
              <a:gd name="T37" fmla="*/ 261 h 701"/>
              <a:gd name="T38" fmla="*/ 953 w 1238"/>
              <a:gd name="T39" fmla="*/ 268 h 701"/>
              <a:gd name="T40" fmla="*/ 945 w 1238"/>
              <a:gd name="T41" fmla="*/ 240 h 701"/>
              <a:gd name="T42" fmla="*/ 922 w 1238"/>
              <a:gd name="T43" fmla="*/ 186 h 701"/>
              <a:gd name="T44" fmla="*/ 890 w 1238"/>
              <a:gd name="T45" fmla="*/ 138 h 701"/>
              <a:gd name="T46" fmla="*/ 851 w 1238"/>
              <a:gd name="T47" fmla="*/ 95 h 701"/>
              <a:gd name="T48" fmla="*/ 807 w 1238"/>
              <a:gd name="T49" fmla="*/ 59 h 701"/>
              <a:gd name="T50" fmla="*/ 756 w 1238"/>
              <a:gd name="T51" fmla="*/ 31 h 701"/>
              <a:gd name="T52" fmla="*/ 700 w 1238"/>
              <a:gd name="T53" fmla="*/ 11 h 701"/>
              <a:gd name="T54" fmla="*/ 641 w 1238"/>
              <a:gd name="T55" fmla="*/ 1 h 701"/>
              <a:gd name="T56" fmla="*/ 611 w 1238"/>
              <a:gd name="T57" fmla="*/ 0 h 701"/>
              <a:gd name="T58" fmla="*/ 550 w 1238"/>
              <a:gd name="T59" fmla="*/ 5 h 701"/>
              <a:gd name="T60" fmla="*/ 493 w 1238"/>
              <a:gd name="T61" fmla="*/ 19 h 701"/>
              <a:gd name="T62" fmla="*/ 440 w 1238"/>
              <a:gd name="T63" fmla="*/ 43 h 701"/>
              <a:gd name="T64" fmla="*/ 393 w 1238"/>
              <a:gd name="T65" fmla="*/ 75 h 701"/>
              <a:gd name="T66" fmla="*/ 351 w 1238"/>
              <a:gd name="T67" fmla="*/ 113 h 701"/>
              <a:gd name="T68" fmla="*/ 316 w 1238"/>
              <a:gd name="T69" fmla="*/ 159 h 701"/>
              <a:gd name="T70" fmla="*/ 289 w 1238"/>
              <a:gd name="T71" fmla="*/ 209 h 701"/>
              <a:gd name="T72" fmla="*/ 270 w 1238"/>
              <a:gd name="T73" fmla="*/ 265 h 701"/>
              <a:gd name="T74" fmla="*/ 246 w 1238"/>
              <a:gd name="T75" fmla="*/ 261 h 701"/>
              <a:gd name="T76" fmla="*/ 221 w 1238"/>
              <a:gd name="T77" fmla="*/ 259 h 701"/>
              <a:gd name="T78" fmla="*/ 198 w 1238"/>
              <a:gd name="T79" fmla="*/ 260 h 701"/>
              <a:gd name="T80" fmla="*/ 155 w 1238"/>
              <a:gd name="T81" fmla="*/ 269 h 701"/>
              <a:gd name="T82" fmla="*/ 116 w 1238"/>
              <a:gd name="T83" fmla="*/ 286 h 701"/>
              <a:gd name="T84" fmla="*/ 80 w 1238"/>
              <a:gd name="T85" fmla="*/ 309 h 701"/>
              <a:gd name="T86" fmla="*/ 51 w 1238"/>
              <a:gd name="T87" fmla="*/ 340 h 701"/>
              <a:gd name="T88" fmla="*/ 27 w 1238"/>
              <a:gd name="T89" fmla="*/ 375 h 701"/>
              <a:gd name="T90" fmla="*/ 10 w 1238"/>
              <a:gd name="T91" fmla="*/ 414 h 701"/>
              <a:gd name="T92" fmla="*/ 1 w 1238"/>
              <a:gd name="T93" fmla="*/ 458 h 701"/>
              <a:gd name="T94" fmla="*/ 0 w 1238"/>
              <a:gd name="T95" fmla="*/ 480 h 701"/>
              <a:gd name="T96" fmla="*/ 4 w 1238"/>
              <a:gd name="T97" fmla="*/ 522 h 701"/>
              <a:gd name="T98" fmla="*/ 16 w 1238"/>
              <a:gd name="T99" fmla="*/ 562 h 701"/>
              <a:gd name="T100" fmla="*/ 34 w 1238"/>
              <a:gd name="T101" fmla="*/ 598 h 701"/>
              <a:gd name="T102" fmla="*/ 59 w 1238"/>
              <a:gd name="T103" fmla="*/ 631 h 701"/>
              <a:gd name="T104" fmla="*/ 90 w 1238"/>
              <a:gd name="T105" fmla="*/ 658 h 701"/>
              <a:gd name="T106" fmla="*/ 123 w 1238"/>
              <a:gd name="T107" fmla="*/ 678 h 701"/>
              <a:gd name="T108" fmla="*/ 162 w 1238"/>
              <a:gd name="T109" fmla="*/ 693 h 701"/>
              <a:gd name="T110" fmla="*/ 203 w 1238"/>
              <a:gd name="T111" fmla="*/ 70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38" h="701">
                <a:moveTo>
                  <a:pt x="1029" y="701"/>
                </a:moveTo>
                <a:lnTo>
                  <a:pt x="1029" y="701"/>
                </a:lnTo>
                <a:lnTo>
                  <a:pt x="1051" y="699"/>
                </a:lnTo>
                <a:lnTo>
                  <a:pt x="1072" y="694"/>
                </a:lnTo>
                <a:lnTo>
                  <a:pt x="1091" y="688"/>
                </a:lnTo>
                <a:lnTo>
                  <a:pt x="1110" y="681"/>
                </a:lnTo>
                <a:lnTo>
                  <a:pt x="1130" y="671"/>
                </a:lnTo>
                <a:lnTo>
                  <a:pt x="1147" y="659"/>
                </a:lnTo>
                <a:lnTo>
                  <a:pt x="1162" y="647"/>
                </a:lnTo>
                <a:lnTo>
                  <a:pt x="1177" y="632"/>
                </a:lnTo>
                <a:lnTo>
                  <a:pt x="1191" y="616"/>
                </a:lnTo>
                <a:lnTo>
                  <a:pt x="1202" y="601"/>
                </a:lnTo>
                <a:lnTo>
                  <a:pt x="1213" y="583"/>
                </a:lnTo>
                <a:lnTo>
                  <a:pt x="1222" y="563"/>
                </a:lnTo>
                <a:lnTo>
                  <a:pt x="1229" y="544"/>
                </a:lnTo>
                <a:lnTo>
                  <a:pt x="1234" y="523"/>
                </a:lnTo>
                <a:lnTo>
                  <a:pt x="1237" y="502"/>
                </a:lnTo>
                <a:lnTo>
                  <a:pt x="1238" y="480"/>
                </a:lnTo>
                <a:lnTo>
                  <a:pt x="1238" y="480"/>
                </a:lnTo>
                <a:lnTo>
                  <a:pt x="1237" y="458"/>
                </a:lnTo>
                <a:lnTo>
                  <a:pt x="1234" y="435"/>
                </a:lnTo>
                <a:lnTo>
                  <a:pt x="1229" y="414"/>
                </a:lnTo>
                <a:lnTo>
                  <a:pt x="1220" y="394"/>
                </a:lnTo>
                <a:lnTo>
                  <a:pt x="1212" y="375"/>
                </a:lnTo>
                <a:lnTo>
                  <a:pt x="1201" y="356"/>
                </a:lnTo>
                <a:lnTo>
                  <a:pt x="1188" y="340"/>
                </a:lnTo>
                <a:lnTo>
                  <a:pt x="1173" y="324"/>
                </a:lnTo>
                <a:lnTo>
                  <a:pt x="1157" y="309"/>
                </a:lnTo>
                <a:lnTo>
                  <a:pt x="1140" y="297"/>
                </a:lnTo>
                <a:lnTo>
                  <a:pt x="1122" y="286"/>
                </a:lnTo>
                <a:lnTo>
                  <a:pt x="1103" y="277"/>
                </a:lnTo>
                <a:lnTo>
                  <a:pt x="1082" y="269"/>
                </a:lnTo>
                <a:lnTo>
                  <a:pt x="1062" y="263"/>
                </a:lnTo>
                <a:lnTo>
                  <a:pt x="1040" y="260"/>
                </a:lnTo>
                <a:lnTo>
                  <a:pt x="1017" y="259"/>
                </a:lnTo>
                <a:lnTo>
                  <a:pt x="1017" y="259"/>
                </a:lnTo>
                <a:lnTo>
                  <a:pt x="1000" y="260"/>
                </a:lnTo>
                <a:lnTo>
                  <a:pt x="984" y="261"/>
                </a:lnTo>
                <a:lnTo>
                  <a:pt x="969" y="265"/>
                </a:lnTo>
                <a:lnTo>
                  <a:pt x="953" y="268"/>
                </a:lnTo>
                <a:lnTo>
                  <a:pt x="953" y="268"/>
                </a:lnTo>
                <a:lnTo>
                  <a:pt x="945" y="240"/>
                </a:lnTo>
                <a:lnTo>
                  <a:pt x="935" y="213"/>
                </a:lnTo>
                <a:lnTo>
                  <a:pt x="922" y="186"/>
                </a:lnTo>
                <a:lnTo>
                  <a:pt x="907" y="162"/>
                </a:lnTo>
                <a:lnTo>
                  <a:pt x="890" y="138"/>
                </a:lnTo>
                <a:lnTo>
                  <a:pt x="872" y="116"/>
                </a:lnTo>
                <a:lnTo>
                  <a:pt x="851" y="95"/>
                </a:lnTo>
                <a:lnTo>
                  <a:pt x="830" y="76"/>
                </a:lnTo>
                <a:lnTo>
                  <a:pt x="807" y="59"/>
                </a:lnTo>
                <a:lnTo>
                  <a:pt x="783" y="43"/>
                </a:lnTo>
                <a:lnTo>
                  <a:pt x="756" y="31"/>
                </a:lnTo>
                <a:lnTo>
                  <a:pt x="729" y="20"/>
                </a:lnTo>
                <a:lnTo>
                  <a:pt x="700" y="11"/>
                </a:lnTo>
                <a:lnTo>
                  <a:pt x="671" y="5"/>
                </a:lnTo>
                <a:lnTo>
                  <a:pt x="641" y="1"/>
                </a:lnTo>
                <a:lnTo>
                  <a:pt x="611" y="0"/>
                </a:lnTo>
                <a:lnTo>
                  <a:pt x="611" y="0"/>
                </a:lnTo>
                <a:lnTo>
                  <a:pt x="581" y="1"/>
                </a:lnTo>
                <a:lnTo>
                  <a:pt x="550" y="5"/>
                </a:lnTo>
                <a:lnTo>
                  <a:pt x="521" y="11"/>
                </a:lnTo>
                <a:lnTo>
                  <a:pt x="493" y="19"/>
                </a:lnTo>
                <a:lnTo>
                  <a:pt x="467" y="30"/>
                </a:lnTo>
                <a:lnTo>
                  <a:pt x="440" y="43"/>
                </a:lnTo>
                <a:lnTo>
                  <a:pt x="416" y="58"/>
                </a:lnTo>
                <a:lnTo>
                  <a:pt x="393" y="75"/>
                </a:lnTo>
                <a:lnTo>
                  <a:pt x="371" y="93"/>
                </a:lnTo>
                <a:lnTo>
                  <a:pt x="351" y="113"/>
                </a:lnTo>
                <a:lnTo>
                  <a:pt x="333" y="135"/>
                </a:lnTo>
                <a:lnTo>
                  <a:pt x="316" y="159"/>
                </a:lnTo>
                <a:lnTo>
                  <a:pt x="301" y="184"/>
                </a:lnTo>
                <a:lnTo>
                  <a:pt x="289" y="209"/>
                </a:lnTo>
                <a:lnTo>
                  <a:pt x="278" y="237"/>
                </a:lnTo>
                <a:lnTo>
                  <a:pt x="270" y="265"/>
                </a:lnTo>
                <a:lnTo>
                  <a:pt x="270" y="265"/>
                </a:lnTo>
                <a:lnTo>
                  <a:pt x="246" y="261"/>
                </a:lnTo>
                <a:lnTo>
                  <a:pt x="233" y="260"/>
                </a:lnTo>
                <a:lnTo>
                  <a:pt x="221" y="259"/>
                </a:lnTo>
                <a:lnTo>
                  <a:pt x="221" y="259"/>
                </a:lnTo>
                <a:lnTo>
                  <a:pt x="198" y="260"/>
                </a:lnTo>
                <a:lnTo>
                  <a:pt x="177" y="263"/>
                </a:lnTo>
                <a:lnTo>
                  <a:pt x="155" y="269"/>
                </a:lnTo>
                <a:lnTo>
                  <a:pt x="136" y="277"/>
                </a:lnTo>
                <a:lnTo>
                  <a:pt x="116" y="286"/>
                </a:lnTo>
                <a:lnTo>
                  <a:pt x="97" y="297"/>
                </a:lnTo>
                <a:lnTo>
                  <a:pt x="80" y="309"/>
                </a:lnTo>
                <a:lnTo>
                  <a:pt x="64" y="324"/>
                </a:lnTo>
                <a:lnTo>
                  <a:pt x="51" y="340"/>
                </a:lnTo>
                <a:lnTo>
                  <a:pt x="38" y="356"/>
                </a:lnTo>
                <a:lnTo>
                  <a:pt x="27" y="375"/>
                </a:lnTo>
                <a:lnTo>
                  <a:pt x="17" y="394"/>
                </a:lnTo>
                <a:lnTo>
                  <a:pt x="10" y="414"/>
                </a:lnTo>
                <a:lnTo>
                  <a:pt x="5" y="435"/>
                </a:lnTo>
                <a:lnTo>
                  <a:pt x="1" y="458"/>
                </a:lnTo>
                <a:lnTo>
                  <a:pt x="0" y="480"/>
                </a:lnTo>
                <a:lnTo>
                  <a:pt x="0" y="480"/>
                </a:lnTo>
                <a:lnTo>
                  <a:pt x="1" y="502"/>
                </a:lnTo>
                <a:lnTo>
                  <a:pt x="4" y="522"/>
                </a:lnTo>
                <a:lnTo>
                  <a:pt x="9" y="543"/>
                </a:lnTo>
                <a:lnTo>
                  <a:pt x="16" y="562"/>
                </a:lnTo>
                <a:lnTo>
                  <a:pt x="24" y="581"/>
                </a:lnTo>
                <a:lnTo>
                  <a:pt x="34" y="598"/>
                </a:lnTo>
                <a:lnTo>
                  <a:pt x="46" y="615"/>
                </a:lnTo>
                <a:lnTo>
                  <a:pt x="59" y="631"/>
                </a:lnTo>
                <a:lnTo>
                  <a:pt x="74" y="644"/>
                </a:lnTo>
                <a:lnTo>
                  <a:pt x="90" y="658"/>
                </a:lnTo>
                <a:lnTo>
                  <a:pt x="105" y="668"/>
                </a:lnTo>
                <a:lnTo>
                  <a:pt x="123" y="678"/>
                </a:lnTo>
                <a:lnTo>
                  <a:pt x="143" y="687"/>
                </a:lnTo>
                <a:lnTo>
                  <a:pt x="162" y="693"/>
                </a:lnTo>
                <a:lnTo>
                  <a:pt x="183" y="697"/>
                </a:lnTo>
                <a:lnTo>
                  <a:pt x="203" y="700"/>
                </a:lnTo>
                <a:lnTo>
                  <a:pt x="1029" y="701"/>
                </a:lnTo>
                <a:close/>
              </a:path>
            </a:pathLst>
          </a:custGeom>
          <a:gradFill>
            <a:gsLst>
              <a:gs pos="0">
                <a:schemeClr val="bg1"/>
              </a:gs>
              <a:gs pos="67000">
                <a:schemeClr val="accent1">
                  <a:lumMod val="40000"/>
                  <a:lumOff val="60000"/>
                </a:schemeClr>
              </a:gs>
            </a:gsLst>
            <a:path path="circle">
              <a:fillToRect r="100000" b="10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A74D6E69-8AD8-144F-8254-DC97FF2FBD1D}"/>
              </a:ext>
            </a:extLst>
          </p:cNvPr>
          <p:cNvGrpSpPr/>
          <p:nvPr/>
        </p:nvGrpSpPr>
        <p:grpSpPr>
          <a:xfrm>
            <a:off x="354500" y="5103463"/>
            <a:ext cx="2171684" cy="1306719"/>
            <a:chOff x="9915526" y="1892300"/>
            <a:chExt cx="1116012" cy="671513"/>
          </a:xfrm>
          <a:solidFill>
            <a:schemeClr val="accent1"/>
          </a:solidFill>
        </p:grpSpPr>
        <p:sp>
          <p:nvSpPr>
            <p:cNvPr id="351" name="Freeform 80">
              <a:extLst>
                <a:ext uri="{FF2B5EF4-FFF2-40B4-BE49-F238E27FC236}">
                  <a16:creationId xmlns:a16="http://schemas.microsoft.com/office/drawing/2014/main" id="{5C6C6558-2654-3441-A152-37287C267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81">
              <a:extLst>
                <a:ext uri="{FF2B5EF4-FFF2-40B4-BE49-F238E27FC236}">
                  <a16:creationId xmlns:a16="http://schemas.microsoft.com/office/drawing/2014/main" id="{D0CB880B-2119-D34A-B47D-6096E4CE6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82">
              <a:extLst>
                <a:ext uri="{FF2B5EF4-FFF2-40B4-BE49-F238E27FC236}">
                  <a16:creationId xmlns:a16="http://schemas.microsoft.com/office/drawing/2014/main" id="{DD853BB8-0272-5A43-9E9D-2B6D6CA1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83">
              <a:extLst>
                <a:ext uri="{FF2B5EF4-FFF2-40B4-BE49-F238E27FC236}">
                  <a16:creationId xmlns:a16="http://schemas.microsoft.com/office/drawing/2014/main" id="{61E7B027-4712-B845-A97B-5428DD045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84">
              <a:extLst>
                <a:ext uri="{FF2B5EF4-FFF2-40B4-BE49-F238E27FC236}">
                  <a16:creationId xmlns:a16="http://schemas.microsoft.com/office/drawing/2014/main" id="{BF383284-CD47-7349-9A76-2CFBAF07D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85">
              <a:extLst>
                <a:ext uri="{FF2B5EF4-FFF2-40B4-BE49-F238E27FC236}">
                  <a16:creationId xmlns:a16="http://schemas.microsoft.com/office/drawing/2014/main" id="{CCF54ACA-4400-A14D-9BEA-4EE4D416C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86">
              <a:extLst>
                <a:ext uri="{FF2B5EF4-FFF2-40B4-BE49-F238E27FC236}">
                  <a16:creationId xmlns:a16="http://schemas.microsoft.com/office/drawing/2014/main" id="{048FFBBE-79AF-3F4B-9FE6-A199F2AE5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87">
              <a:extLst>
                <a:ext uri="{FF2B5EF4-FFF2-40B4-BE49-F238E27FC236}">
                  <a16:creationId xmlns:a16="http://schemas.microsoft.com/office/drawing/2014/main" id="{9BBBF344-481A-504E-9272-AB3E7D8CD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892300"/>
              <a:ext cx="19050" cy="17463"/>
            </a:xfrm>
            <a:custGeom>
              <a:avLst/>
              <a:gdLst>
                <a:gd name="T0" fmla="*/ 25 w 25"/>
                <a:gd name="T1" fmla="*/ 12 h 23"/>
                <a:gd name="T2" fmla="*/ 25 w 25"/>
                <a:gd name="T3" fmla="*/ 12 h 23"/>
                <a:gd name="T4" fmla="*/ 23 w 25"/>
                <a:gd name="T5" fmla="*/ 16 h 23"/>
                <a:gd name="T6" fmla="*/ 21 w 25"/>
                <a:gd name="T7" fmla="*/ 21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21 h 23"/>
                <a:gd name="T18" fmla="*/ 2 w 25"/>
                <a:gd name="T19" fmla="*/ 16 h 23"/>
                <a:gd name="T20" fmla="*/ 0 w 25"/>
                <a:gd name="T21" fmla="*/ 12 h 23"/>
                <a:gd name="T22" fmla="*/ 0 w 25"/>
                <a:gd name="T23" fmla="*/ 12 h 23"/>
                <a:gd name="T24" fmla="*/ 2 w 25"/>
                <a:gd name="T25" fmla="*/ 8 h 23"/>
                <a:gd name="T26" fmla="*/ 4 w 25"/>
                <a:gd name="T27" fmla="*/ 4 h 23"/>
                <a:gd name="T28" fmla="*/ 8 w 25"/>
                <a:gd name="T29" fmla="*/ 2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2 h 23"/>
                <a:gd name="T36" fmla="*/ 21 w 25"/>
                <a:gd name="T37" fmla="*/ 4 h 23"/>
                <a:gd name="T38" fmla="*/ 23 w 25"/>
                <a:gd name="T39" fmla="*/ 8 h 23"/>
                <a:gd name="T40" fmla="*/ 25 w 25"/>
                <a:gd name="T41" fmla="*/ 12 h 23"/>
                <a:gd name="T42" fmla="*/ 25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2"/>
                  </a:moveTo>
                  <a:lnTo>
                    <a:pt x="25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88">
              <a:extLst>
                <a:ext uri="{FF2B5EF4-FFF2-40B4-BE49-F238E27FC236}">
                  <a16:creationId xmlns:a16="http://schemas.microsoft.com/office/drawing/2014/main" id="{8BE77DA9-CAE3-8E45-86D6-8711EBBE4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1984375"/>
              <a:ext cx="19050" cy="19050"/>
            </a:xfrm>
            <a:custGeom>
              <a:avLst/>
              <a:gdLst>
                <a:gd name="T0" fmla="*/ 25 w 25"/>
                <a:gd name="T1" fmla="*/ 13 h 25"/>
                <a:gd name="T2" fmla="*/ 25 w 25"/>
                <a:gd name="T3" fmla="*/ 13 h 25"/>
                <a:gd name="T4" fmla="*/ 23 w 25"/>
                <a:gd name="T5" fmla="*/ 17 h 25"/>
                <a:gd name="T6" fmla="*/ 21 w 25"/>
                <a:gd name="T7" fmla="*/ 21 h 25"/>
                <a:gd name="T8" fmla="*/ 17 w 25"/>
                <a:gd name="T9" fmla="*/ 23 h 25"/>
                <a:gd name="T10" fmla="*/ 13 w 25"/>
                <a:gd name="T11" fmla="*/ 25 h 25"/>
                <a:gd name="T12" fmla="*/ 13 w 25"/>
                <a:gd name="T13" fmla="*/ 25 h 25"/>
                <a:gd name="T14" fmla="*/ 8 w 25"/>
                <a:gd name="T15" fmla="*/ 23 h 25"/>
                <a:gd name="T16" fmla="*/ 4 w 25"/>
                <a:gd name="T17" fmla="*/ 21 h 25"/>
                <a:gd name="T18" fmla="*/ 2 w 25"/>
                <a:gd name="T19" fmla="*/ 17 h 25"/>
                <a:gd name="T20" fmla="*/ 0 w 25"/>
                <a:gd name="T21" fmla="*/ 13 h 25"/>
                <a:gd name="T22" fmla="*/ 0 w 25"/>
                <a:gd name="T23" fmla="*/ 13 h 25"/>
                <a:gd name="T24" fmla="*/ 2 w 25"/>
                <a:gd name="T25" fmla="*/ 8 h 25"/>
                <a:gd name="T26" fmla="*/ 4 w 25"/>
                <a:gd name="T27" fmla="*/ 4 h 25"/>
                <a:gd name="T28" fmla="*/ 8 w 25"/>
                <a:gd name="T29" fmla="*/ 2 h 25"/>
                <a:gd name="T30" fmla="*/ 13 w 25"/>
                <a:gd name="T31" fmla="*/ 0 h 25"/>
                <a:gd name="T32" fmla="*/ 13 w 25"/>
                <a:gd name="T33" fmla="*/ 0 h 25"/>
                <a:gd name="T34" fmla="*/ 17 w 25"/>
                <a:gd name="T35" fmla="*/ 2 h 25"/>
                <a:gd name="T36" fmla="*/ 21 w 25"/>
                <a:gd name="T37" fmla="*/ 4 h 25"/>
                <a:gd name="T38" fmla="*/ 23 w 25"/>
                <a:gd name="T39" fmla="*/ 8 h 25"/>
                <a:gd name="T40" fmla="*/ 25 w 25"/>
                <a:gd name="T41" fmla="*/ 13 h 25"/>
                <a:gd name="T42" fmla="*/ 25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lnTo>
                    <a:pt x="25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5" y="13"/>
                  </a:lnTo>
                  <a:lnTo>
                    <a:pt x="2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89">
              <a:extLst>
                <a:ext uri="{FF2B5EF4-FFF2-40B4-BE49-F238E27FC236}">
                  <a16:creationId xmlns:a16="http://schemas.microsoft.com/office/drawing/2014/main" id="{6C30E5A6-8A98-9242-BB9E-2D560A08E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076450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90">
              <a:extLst>
                <a:ext uri="{FF2B5EF4-FFF2-40B4-BE49-F238E27FC236}">
                  <a16:creationId xmlns:a16="http://schemas.microsoft.com/office/drawing/2014/main" id="{C763945E-A9B9-9D49-B137-6F1879E0F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168525"/>
              <a:ext cx="19050" cy="19050"/>
            </a:xfrm>
            <a:custGeom>
              <a:avLst/>
              <a:gdLst>
                <a:gd name="T0" fmla="*/ 25 w 25"/>
                <a:gd name="T1" fmla="*/ 11 h 23"/>
                <a:gd name="T2" fmla="*/ 25 w 25"/>
                <a:gd name="T3" fmla="*/ 11 h 23"/>
                <a:gd name="T4" fmla="*/ 23 w 25"/>
                <a:gd name="T5" fmla="*/ 16 h 23"/>
                <a:gd name="T6" fmla="*/ 21 w 25"/>
                <a:gd name="T7" fmla="*/ 19 h 23"/>
                <a:gd name="T8" fmla="*/ 17 w 25"/>
                <a:gd name="T9" fmla="*/ 23 h 23"/>
                <a:gd name="T10" fmla="*/ 13 w 25"/>
                <a:gd name="T11" fmla="*/ 23 h 23"/>
                <a:gd name="T12" fmla="*/ 13 w 25"/>
                <a:gd name="T13" fmla="*/ 23 h 23"/>
                <a:gd name="T14" fmla="*/ 8 w 25"/>
                <a:gd name="T15" fmla="*/ 23 h 23"/>
                <a:gd name="T16" fmla="*/ 4 w 25"/>
                <a:gd name="T17" fmla="*/ 19 h 23"/>
                <a:gd name="T18" fmla="*/ 2 w 25"/>
                <a:gd name="T19" fmla="*/ 16 h 23"/>
                <a:gd name="T20" fmla="*/ 0 w 25"/>
                <a:gd name="T21" fmla="*/ 11 h 23"/>
                <a:gd name="T22" fmla="*/ 0 w 25"/>
                <a:gd name="T23" fmla="*/ 11 h 23"/>
                <a:gd name="T24" fmla="*/ 2 w 25"/>
                <a:gd name="T25" fmla="*/ 7 h 23"/>
                <a:gd name="T26" fmla="*/ 4 w 25"/>
                <a:gd name="T27" fmla="*/ 4 h 23"/>
                <a:gd name="T28" fmla="*/ 8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17 w 25"/>
                <a:gd name="T35" fmla="*/ 0 h 23"/>
                <a:gd name="T36" fmla="*/ 21 w 25"/>
                <a:gd name="T37" fmla="*/ 4 h 23"/>
                <a:gd name="T38" fmla="*/ 23 w 25"/>
                <a:gd name="T39" fmla="*/ 7 h 23"/>
                <a:gd name="T40" fmla="*/ 25 w 25"/>
                <a:gd name="T41" fmla="*/ 11 h 23"/>
                <a:gd name="T42" fmla="*/ 25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25" y="11"/>
                  </a:moveTo>
                  <a:lnTo>
                    <a:pt x="25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1"/>
                  </a:lnTo>
                  <a:lnTo>
                    <a:pt x="2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91">
              <a:extLst>
                <a:ext uri="{FF2B5EF4-FFF2-40B4-BE49-F238E27FC236}">
                  <a16:creationId xmlns:a16="http://schemas.microsoft.com/office/drawing/2014/main" id="{2164F5A4-3D2E-5C4E-A12B-7E5ADA51F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260600"/>
              <a:ext cx="19050" cy="20638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92">
              <a:extLst>
                <a:ext uri="{FF2B5EF4-FFF2-40B4-BE49-F238E27FC236}">
                  <a16:creationId xmlns:a16="http://schemas.microsoft.com/office/drawing/2014/main" id="{86C9220C-9C1B-EE40-929B-6657774D9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3542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93">
              <a:extLst>
                <a:ext uri="{FF2B5EF4-FFF2-40B4-BE49-F238E27FC236}">
                  <a16:creationId xmlns:a16="http://schemas.microsoft.com/office/drawing/2014/main" id="{A1FB27FF-8ED6-4A4F-A1AF-38C32DD2B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446338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1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1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4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4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94">
              <a:extLst>
                <a:ext uri="{FF2B5EF4-FFF2-40B4-BE49-F238E27FC236}">
                  <a16:creationId xmlns:a16="http://schemas.microsoft.com/office/drawing/2014/main" id="{B6566573-DAF4-B841-B1F3-A35E59D8B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892300"/>
              <a:ext cx="19050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21 w 23"/>
                <a:gd name="T7" fmla="*/ 21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21 h 23"/>
                <a:gd name="T18" fmla="*/ 1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1 w 23"/>
                <a:gd name="T25" fmla="*/ 8 h 23"/>
                <a:gd name="T26" fmla="*/ 4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2 h 23"/>
                <a:gd name="T36" fmla="*/ 21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95">
              <a:extLst>
                <a:ext uri="{FF2B5EF4-FFF2-40B4-BE49-F238E27FC236}">
                  <a16:creationId xmlns:a16="http://schemas.microsoft.com/office/drawing/2014/main" id="{BEBAFA63-4514-E84C-8E73-A393BBF6D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1984375"/>
              <a:ext cx="19050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21 w 23"/>
                <a:gd name="T7" fmla="*/ 21 h 25"/>
                <a:gd name="T8" fmla="*/ 16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4 w 23"/>
                <a:gd name="T17" fmla="*/ 21 h 25"/>
                <a:gd name="T18" fmla="*/ 1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1 w 23"/>
                <a:gd name="T25" fmla="*/ 8 h 25"/>
                <a:gd name="T26" fmla="*/ 4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6 w 23"/>
                <a:gd name="T35" fmla="*/ 2 h 25"/>
                <a:gd name="T36" fmla="*/ 21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96">
              <a:extLst>
                <a:ext uri="{FF2B5EF4-FFF2-40B4-BE49-F238E27FC236}">
                  <a16:creationId xmlns:a16="http://schemas.microsoft.com/office/drawing/2014/main" id="{8959DC3B-1CB6-DF49-AFEE-F654D3BF6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076450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97">
              <a:extLst>
                <a:ext uri="{FF2B5EF4-FFF2-40B4-BE49-F238E27FC236}">
                  <a16:creationId xmlns:a16="http://schemas.microsoft.com/office/drawing/2014/main" id="{1A71BB9E-F4E5-C849-A361-4FFE32005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168525"/>
              <a:ext cx="19050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21 w 23"/>
                <a:gd name="T7" fmla="*/ 19 h 23"/>
                <a:gd name="T8" fmla="*/ 16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4 w 23"/>
                <a:gd name="T17" fmla="*/ 19 h 23"/>
                <a:gd name="T18" fmla="*/ 1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1 w 23"/>
                <a:gd name="T25" fmla="*/ 7 h 23"/>
                <a:gd name="T26" fmla="*/ 4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6 w 23"/>
                <a:gd name="T35" fmla="*/ 0 h 23"/>
                <a:gd name="T36" fmla="*/ 21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98">
              <a:extLst>
                <a:ext uri="{FF2B5EF4-FFF2-40B4-BE49-F238E27FC236}">
                  <a16:creationId xmlns:a16="http://schemas.microsoft.com/office/drawing/2014/main" id="{125529E0-C40A-3244-9D08-4D77541EA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260600"/>
              <a:ext cx="19050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99">
              <a:extLst>
                <a:ext uri="{FF2B5EF4-FFF2-40B4-BE49-F238E27FC236}">
                  <a16:creationId xmlns:a16="http://schemas.microsoft.com/office/drawing/2014/main" id="{D9FDEEF7-1131-E544-87C8-26A4304E9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3542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100">
              <a:extLst>
                <a:ext uri="{FF2B5EF4-FFF2-40B4-BE49-F238E27FC236}">
                  <a16:creationId xmlns:a16="http://schemas.microsoft.com/office/drawing/2014/main" id="{AFC69DC0-5452-B84F-A94A-0D625DB20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446338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1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1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101">
              <a:extLst>
                <a:ext uri="{FF2B5EF4-FFF2-40B4-BE49-F238E27FC236}">
                  <a16:creationId xmlns:a16="http://schemas.microsoft.com/office/drawing/2014/main" id="{7D3327ED-162A-FE4B-842D-2141C30D3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19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2 w 23"/>
                <a:gd name="T27" fmla="*/ 4 h 23"/>
                <a:gd name="T28" fmla="*/ 7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19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102">
              <a:extLst>
                <a:ext uri="{FF2B5EF4-FFF2-40B4-BE49-F238E27FC236}">
                  <a16:creationId xmlns:a16="http://schemas.microsoft.com/office/drawing/2014/main" id="{40EA94A7-37D1-5446-8E52-23F3A4B68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19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7 w 23"/>
                <a:gd name="T15" fmla="*/ 23 h 25"/>
                <a:gd name="T16" fmla="*/ 2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2 w 23"/>
                <a:gd name="T27" fmla="*/ 4 h 25"/>
                <a:gd name="T28" fmla="*/ 7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19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103">
              <a:extLst>
                <a:ext uri="{FF2B5EF4-FFF2-40B4-BE49-F238E27FC236}">
                  <a16:creationId xmlns:a16="http://schemas.microsoft.com/office/drawing/2014/main" id="{C6671A21-BB75-8F44-B51F-6B8D24193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104">
              <a:extLst>
                <a:ext uri="{FF2B5EF4-FFF2-40B4-BE49-F238E27FC236}">
                  <a16:creationId xmlns:a16="http://schemas.microsoft.com/office/drawing/2014/main" id="{42CDF09A-E305-9442-944F-C9419946D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19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7 w 23"/>
                <a:gd name="T15" fmla="*/ 23 h 23"/>
                <a:gd name="T16" fmla="*/ 2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2 w 23"/>
                <a:gd name="T27" fmla="*/ 4 h 23"/>
                <a:gd name="T28" fmla="*/ 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19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19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105">
              <a:extLst>
                <a:ext uri="{FF2B5EF4-FFF2-40B4-BE49-F238E27FC236}">
                  <a16:creationId xmlns:a16="http://schemas.microsoft.com/office/drawing/2014/main" id="{25600B67-42D5-E244-81E7-7B8DD5C77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106">
              <a:extLst>
                <a:ext uri="{FF2B5EF4-FFF2-40B4-BE49-F238E27FC236}">
                  <a16:creationId xmlns:a16="http://schemas.microsoft.com/office/drawing/2014/main" id="{0ABD6B96-D70B-3241-AF28-F50AD9A45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107">
              <a:extLst>
                <a:ext uri="{FF2B5EF4-FFF2-40B4-BE49-F238E27FC236}">
                  <a16:creationId xmlns:a16="http://schemas.microsoft.com/office/drawing/2014/main" id="{344B6F08-10B8-EF4A-8129-002B7A20B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4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108">
              <a:extLst>
                <a:ext uri="{FF2B5EF4-FFF2-40B4-BE49-F238E27FC236}">
                  <a16:creationId xmlns:a16="http://schemas.microsoft.com/office/drawing/2014/main" id="{882B4C02-2B33-BA4F-8A27-1BA2CC84E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2 w 24"/>
                <a:gd name="T5" fmla="*/ 16 h 23"/>
                <a:gd name="T6" fmla="*/ 20 w 24"/>
                <a:gd name="T7" fmla="*/ 21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2 h 23"/>
                <a:gd name="T36" fmla="*/ 20 w 24"/>
                <a:gd name="T37" fmla="*/ 4 h 23"/>
                <a:gd name="T38" fmla="*/ 22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109">
              <a:extLst>
                <a:ext uri="{FF2B5EF4-FFF2-40B4-BE49-F238E27FC236}">
                  <a16:creationId xmlns:a16="http://schemas.microsoft.com/office/drawing/2014/main" id="{4890B23F-ABBA-8540-B8A3-E7B12C0F3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2 w 24"/>
                <a:gd name="T5" fmla="*/ 17 h 25"/>
                <a:gd name="T6" fmla="*/ 20 w 24"/>
                <a:gd name="T7" fmla="*/ 21 h 25"/>
                <a:gd name="T8" fmla="*/ 16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6 w 24"/>
                <a:gd name="T35" fmla="*/ 2 h 25"/>
                <a:gd name="T36" fmla="*/ 20 w 24"/>
                <a:gd name="T37" fmla="*/ 4 h 25"/>
                <a:gd name="T38" fmla="*/ 22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110">
              <a:extLst>
                <a:ext uri="{FF2B5EF4-FFF2-40B4-BE49-F238E27FC236}">
                  <a16:creationId xmlns:a16="http://schemas.microsoft.com/office/drawing/2014/main" id="{3501E5FA-1738-5E42-8875-11E841F30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111">
              <a:extLst>
                <a:ext uri="{FF2B5EF4-FFF2-40B4-BE49-F238E27FC236}">
                  <a16:creationId xmlns:a16="http://schemas.microsoft.com/office/drawing/2014/main" id="{10B3595E-076B-674E-8B62-A4FF58782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2 w 24"/>
                <a:gd name="T5" fmla="*/ 16 h 23"/>
                <a:gd name="T6" fmla="*/ 20 w 24"/>
                <a:gd name="T7" fmla="*/ 19 h 23"/>
                <a:gd name="T8" fmla="*/ 16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6 w 24"/>
                <a:gd name="T35" fmla="*/ 0 h 23"/>
                <a:gd name="T36" fmla="*/ 20 w 24"/>
                <a:gd name="T37" fmla="*/ 4 h 23"/>
                <a:gd name="T38" fmla="*/ 22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112">
              <a:extLst>
                <a:ext uri="{FF2B5EF4-FFF2-40B4-BE49-F238E27FC236}">
                  <a16:creationId xmlns:a16="http://schemas.microsoft.com/office/drawing/2014/main" id="{5DB268F7-586E-574D-B83B-CA92D08F9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113">
              <a:extLst>
                <a:ext uri="{FF2B5EF4-FFF2-40B4-BE49-F238E27FC236}">
                  <a16:creationId xmlns:a16="http://schemas.microsoft.com/office/drawing/2014/main" id="{2EEDBA2A-7D51-DD4C-A9E7-37B17484E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114">
              <a:extLst>
                <a:ext uri="{FF2B5EF4-FFF2-40B4-BE49-F238E27FC236}">
                  <a16:creationId xmlns:a16="http://schemas.microsoft.com/office/drawing/2014/main" id="{D876A52C-E035-DC41-BFE0-74F6DB815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1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4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115">
              <a:extLst>
                <a:ext uri="{FF2B5EF4-FFF2-40B4-BE49-F238E27FC236}">
                  <a16:creationId xmlns:a16="http://schemas.microsoft.com/office/drawing/2014/main" id="{66E43E0B-4F15-3E41-AA37-5A47E387E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8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116">
              <a:extLst>
                <a:ext uri="{FF2B5EF4-FFF2-40B4-BE49-F238E27FC236}">
                  <a16:creationId xmlns:a16="http://schemas.microsoft.com/office/drawing/2014/main" id="{AA8B0E2C-D80C-5940-ABC0-E79560D20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8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8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117">
              <a:extLst>
                <a:ext uri="{FF2B5EF4-FFF2-40B4-BE49-F238E27FC236}">
                  <a16:creationId xmlns:a16="http://schemas.microsoft.com/office/drawing/2014/main" id="{23D8A126-9EEC-AE44-B0A9-0053FEA1D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118">
              <a:extLst>
                <a:ext uri="{FF2B5EF4-FFF2-40B4-BE49-F238E27FC236}">
                  <a16:creationId xmlns:a16="http://schemas.microsoft.com/office/drawing/2014/main" id="{E1C7E5D3-2502-E846-950D-B2FC1A02C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8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8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119">
              <a:extLst>
                <a:ext uri="{FF2B5EF4-FFF2-40B4-BE49-F238E27FC236}">
                  <a16:creationId xmlns:a16="http://schemas.microsoft.com/office/drawing/2014/main" id="{4FB63D4F-413F-C54C-BB47-1F0186009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120">
              <a:extLst>
                <a:ext uri="{FF2B5EF4-FFF2-40B4-BE49-F238E27FC236}">
                  <a16:creationId xmlns:a16="http://schemas.microsoft.com/office/drawing/2014/main" id="{431FD270-E113-8A49-925E-C73430954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121">
              <a:extLst>
                <a:ext uri="{FF2B5EF4-FFF2-40B4-BE49-F238E27FC236}">
                  <a16:creationId xmlns:a16="http://schemas.microsoft.com/office/drawing/2014/main" id="{90B18E7F-05F2-A94D-8E2D-737C949A3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122">
              <a:extLst>
                <a:ext uri="{FF2B5EF4-FFF2-40B4-BE49-F238E27FC236}">
                  <a16:creationId xmlns:a16="http://schemas.microsoft.com/office/drawing/2014/main" id="{8456C2CF-24BF-204F-B820-52FFD54D2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123">
              <a:extLst>
                <a:ext uri="{FF2B5EF4-FFF2-40B4-BE49-F238E27FC236}">
                  <a16:creationId xmlns:a16="http://schemas.microsoft.com/office/drawing/2014/main" id="{3487CD9C-1D60-0446-AB8A-B46CEAE61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124">
              <a:extLst>
                <a:ext uri="{FF2B5EF4-FFF2-40B4-BE49-F238E27FC236}">
                  <a16:creationId xmlns:a16="http://schemas.microsoft.com/office/drawing/2014/main" id="{C20F8C03-A04A-2B42-9625-32EEF4E8D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125">
              <a:extLst>
                <a:ext uri="{FF2B5EF4-FFF2-40B4-BE49-F238E27FC236}">
                  <a16:creationId xmlns:a16="http://schemas.microsoft.com/office/drawing/2014/main" id="{A5FF9580-A194-DD44-BBF2-F23CF702F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126">
              <a:extLst>
                <a:ext uri="{FF2B5EF4-FFF2-40B4-BE49-F238E27FC236}">
                  <a16:creationId xmlns:a16="http://schemas.microsoft.com/office/drawing/2014/main" id="{A1947593-E222-7747-B2D5-D93091A42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127">
              <a:extLst>
                <a:ext uri="{FF2B5EF4-FFF2-40B4-BE49-F238E27FC236}">
                  <a16:creationId xmlns:a16="http://schemas.microsoft.com/office/drawing/2014/main" id="{327EB05A-A275-D944-BADA-603B93A16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128">
              <a:extLst>
                <a:ext uri="{FF2B5EF4-FFF2-40B4-BE49-F238E27FC236}">
                  <a16:creationId xmlns:a16="http://schemas.microsoft.com/office/drawing/2014/main" id="{B7EB6F8E-254E-3645-A58B-AC8808BC7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129">
              <a:extLst>
                <a:ext uri="{FF2B5EF4-FFF2-40B4-BE49-F238E27FC236}">
                  <a16:creationId xmlns:a16="http://schemas.microsoft.com/office/drawing/2014/main" id="{1B054C6A-6E81-2144-8B7D-FB99B817E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130">
              <a:extLst>
                <a:ext uri="{FF2B5EF4-FFF2-40B4-BE49-F238E27FC236}">
                  <a16:creationId xmlns:a16="http://schemas.microsoft.com/office/drawing/2014/main" id="{406C524C-CA0E-E349-82BE-97F9A1B3A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131">
              <a:extLst>
                <a:ext uri="{FF2B5EF4-FFF2-40B4-BE49-F238E27FC236}">
                  <a16:creationId xmlns:a16="http://schemas.microsoft.com/office/drawing/2014/main" id="{83E41BF7-E2CB-CA41-A02E-29F68131E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132">
              <a:extLst>
                <a:ext uri="{FF2B5EF4-FFF2-40B4-BE49-F238E27FC236}">
                  <a16:creationId xmlns:a16="http://schemas.microsoft.com/office/drawing/2014/main" id="{914374E8-7A25-AB44-858F-80210E4FE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133">
              <a:extLst>
                <a:ext uri="{FF2B5EF4-FFF2-40B4-BE49-F238E27FC236}">
                  <a16:creationId xmlns:a16="http://schemas.microsoft.com/office/drawing/2014/main" id="{F5222A84-45DF-544E-AC91-F6CCA44DD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134">
              <a:extLst>
                <a:ext uri="{FF2B5EF4-FFF2-40B4-BE49-F238E27FC236}">
                  <a16:creationId xmlns:a16="http://schemas.microsoft.com/office/drawing/2014/main" id="{53D1366A-6890-E444-AE18-B8773743A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135">
              <a:extLst>
                <a:ext uri="{FF2B5EF4-FFF2-40B4-BE49-F238E27FC236}">
                  <a16:creationId xmlns:a16="http://schemas.microsoft.com/office/drawing/2014/main" id="{768EE84F-B561-1044-BF3C-0C40264A4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136">
              <a:extLst>
                <a:ext uri="{FF2B5EF4-FFF2-40B4-BE49-F238E27FC236}">
                  <a16:creationId xmlns:a16="http://schemas.microsoft.com/office/drawing/2014/main" id="{61F69988-58D8-4345-AFBD-E2EE15A49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16 h 23"/>
                <a:gd name="T6" fmla="*/ 19 w 23"/>
                <a:gd name="T7" fmla="*/ 21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7 w 23"/>
                <a:gd name="T29" fmla="*/ 2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2 h 23"/>
                <a:gd name="T36" fmla="*/ 19 w 23"/>
                <a:gd name="T37" fmla="*/ 4 h 23"/>
                <a:gd name="T38" fmla="*/ 23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16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137">
              <a:extLst>
                <a:ext uri="{FF2B5EF4-FFF2-40B4-BE49-F238E27FC236}">
                  <a16:creationId xmlns:a16="http://schemas.microsoft.com/office/drawing/2014/main" id="{ABC58B3F-D098-EA4F-B02F-44A6EF20D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3 w 23"/>
                <a:gd name="T5" fmla="*/ 17 h 25"/>
                <a:gd name="T6" fmla="*/ 19 w 23"/>
                <a:gd name="T7" fmla="*/ 21 h 25"/>
                <a:gd name="T8" fmla="*/ 15 w 23"/>
                <a:gd name="T9" fmla="*/ 23 h 25"/>
                <a:gd name="T10" fmla="*/ 12 w 23"/>
                <a:gd name="T11" fmla="*/ 25 h 25"/>
                <a:gd name="T12" fmla="*/ 12 w 23"/>
                <a:gd name="T13" fmla="*/ 25 h 25"/>
                <a:gd name="T14" fmla="*/ 7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7 w 23"/>
                <a:gd name="T29" fmla="*/ 2 h 25"/>
                <a:gd name="T30" fmla="*/ 12 w 23"/>
                <a:gd name="T31" fmla="*/ 0 h 25"/>
                <a:gd name="T32" fmla="*/ 12 w 23"/>
                <a:gd name="T33" fmla="*/ 0 h 25"/>
                <a:gd name="T34" fmla="*/ 15 w 23"/>
                <a:gd name="T35" fmla="*/ 2 h 25"/>
                <a:gd name="T36" fmla="*/ 19 w 23"/>
                <a:gd name="T37" fmla="*/ 4 h 25"/>
                <a:gd name="T38" fmla="*/ 23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138">
              <a:extLst>
                <a:ext uri="{FF2B5EF4-FFF2-40B4-BE49-F238E27FC236}">
                  <a16:creationId xmlns:a16="http://schemas.microsoft.com/office/drawing/2014/main" id="{0B787AB0-07CF-344B-9CD5-99839B4B5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139">
              <a:extLst>
                <a:ext uri="{FF2B5EF4-FFF2-40B4-BE49-F238E27FC236}">
                  <a16:creationId xmlns:a16="http://schemas.microsoft.com/office/drawing/2014/main" id="{44249DAC-22AA-4542-864F-BE83C2300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3 w 23"/>
                <a:gd name="T5" fmla="*/ 16 h 23"/>
                <a:gd name="T6" fmla="*/ 19 w 23"/>
                <a:gd name="T7" fmla="*/ 19 h 23"/>
                <a:gd name="T8" fmla="*/ 15 w 23"/>
                <a:gd name="T9" fmla="*/ 23 h 23"/>
                <a:gd name="T10" fmla="*/ 12 w 23"/>
                <a:gd name="T11" fmla="*/ 23 h 23"/>
                <a:gd name="T12" fmla="*/ 12 w 23"/>
                <a:gd name="T13" fmla="*/ 23 h 23"/>
                <a:gd name="T14" fmla="*/ 7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7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15 w 23"/>
                <a:gd name="T35" fmla="*/ 0 h 23"/>
                <a:gd name="T36" fmla="*/ 19 w 23"/>
                <a:gd name="T37" fmla="*/ 4 h 23"/>
                <a:gd name="T38" fmla="*/ 23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3" y="16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140">
              <a:extLst>
                <a:ext uri="{FF2B5EF4-FFF2-40B4-BE49-F238E27FC236}">
                  <a16:creationId xmlns:a16="http://schemas.microsoft.com/office/drawing/2014/main" id="{DC495BF8-2238-3944-BF56-18FE26E3E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141">
              <a:extLst>
                <a:ext uri="{FF2B5EF4-FFF2-40B4-BE49-F238E27FC236}">
                  <a16:creationId xmlns:a16="http://schemas.microsoft.com/office/drawing/2014/main" id="{399C6418-2F31-A949-B1A0-92F7165EE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142">
              <a:extLst>
                <a:ext uri="{FF2B5EF4-FFF2-40B4-BE49-F238E27FC236}">
                  <a16:creationId xmlns:a16="http://schemas.microsoft.com/office/drawing/2014/main" id="{EF3AE8A6-2342-C14B-8852-C93F7E5C8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1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4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4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143">
              <a:extLst>
                <a:ext uri="{FF2B5EF4-FFF2-40B4-BE49-F238E27FC236}">
                  <a16:creationId xmlns:a16="http://schemas.microsoft.com/office/drawing/2014/main" id="{C6D9EAC3-42DD-5141-9A01-6B95DFFE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892300"/>
              <a:ext cx="17463" cy="1746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16 h 23"/>
                <a:gd name="T6" fmla="*/ 20 w 23"/>
                <a:gd name="T7" fmla="*/ 21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21 h 23"/>
                <a:gd name="T18" fmla="*/ 0 w 23"/>
                <a:gd name="T19" fmla="*/ 16 h 23"/>
                <a:gd name="T20" fmla="*/ 0 w 23"/>
                <a:gd name="T21" fmla="*/ 12 h 23"/>
                <a:gd name="T22" fmla="*/ 0 w 23"/>
                <a:gd name="T23" fmla="*/ 12 h 23"/>
                <a:gd name="T24" fmla="*/ 0 w 23"/>
                <a:gd name="T25" fmla="*/ 8 h 23"/>
                <a:gd name="T26" fmla="*/ 3 w 23"/>
                <a:gd name="T27" fmla="*/ 4 h 23"/>
                <a:gd name="T28" fmla="*/ 8 w 23"/>
                <a:gd name="T29" fmla="*/ 2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2 h 23"/>
                <a:gd name="T36" fmla="*/ 20 w 23"/>
                <a:gd name="T37" fmla="*/ 4 h 23"/>
                <a:gd name="T38" fmla="*/ 22 w 23"/>
                <a:gd name="T39" fmla="*/ 8 h 23"/>
                <a:gd name="T40" fmla="*/ 23 w 23"/>
                <a:gd name="T41" fmla="*/ 12 h 23"/>
                <a:gd name="T42" fmla="*/ 23 w 23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16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144">
              <a:extLst>
                <a:ext uri="{FF2B5EF4-FFF2-40B4-BE49-F238E27FC236}">
                  <a16:creationId xmlns:a16="http://schemas.microsoft.com/office/drawing/2014/main" id="{BC0AC960-7A4A-C84A-AA45-1355E2FBD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1984375"/>
              <a:ext cx="17463" cy="19050"/>
            </a:xfrm>
            <a:custGeom>
              <a:avLst/>
              <a:gdLst>
                <a:gd name="T0" fmla="*/ 23 w 23"/>
                <a:gd name="T1" fmla="*/ 13 h 25"/>
                <a:gd name="T2" fmla="*/ 23 w 23"/>
                <a:gd name="T3" fmla="*/ 13 h 25"/>
                <a:gd name="T4" fmla="*/ 22 w 23"/>
                <a:gd name="T5" fmla="*/ 17 h 25"/>
                <a:gd name="T6" fmla="*/ 20 w 23"/>
                <a:gd name="T7" fmla="*/ 21 h 25"/>
                <a:gd name="T8" fmla="*/ 16 w 23"/>
                <a:gd name="T9" fmla="*/ 23 h 25"/>
                <a:gd name="T10" fmla="*/ 11 w 23"/>
                <a:gd name="T11" fmla="*/ 25 h 25"/>
                <a:gd name="T12" fmla="*/ 11 w 23"/>
                <a:gd name="T13" fmla="*/ 25 h 25"/>
                <a:gd name="T14" fmla="*/ 8 w 23"/>
                <a:gd name="T15" fmla="*/ 23 h 25"/>
                <a:gd name="T16" fmla="*/ 3 w 23"/>
                <a:gd name="T17" fmla="*/ 21 h 25"/>
                <a:gd name="T18" fmla="*/ 0 w 23"/>
                <a:gd name="T19" fmla="*/ 17 h 25"/>
                <a:gd name="T20" fmla="*/ 0 w 23"/>
                <a:gd name="T21" fmla="*/ 13 h 25"/>
                <a:gd name="T22" fmla="*/ 0 w 23"/>
                <a:gd name="T23" fmla="*/ 13 h 25"/>
                <a:gd name="T24" fmla="*/ 0 w 23"/>
                <a:gd name="T25" fmla="*/ 8 h 25"/>
                <a:gd name="T26" fmla="*/ 3 w 23"/>
                <a:gd name="T27" fmla="*/ 4 h 25"/>
                <a:gd name="T28" fmla="*/ 8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16 w 23"/>
                <a:gd name="T35" fmla="*/ 2 h 25"/>
                <a:gd name="T36" fmla="*/ 20 w 23"/>
                <a:gd name="T37" fmla="*/ 4 h 25"/>
                <a:gd name="T38" fmla="*/ 22 w 23"/>
                <a:gd name="T39" fmla="*/ 8 h 25"/>
                <a:gd name="T40" fmla="*/ 23 w 23"/>
                <a:gd name="T41" fmla="*/ 13 h 25"/>
                <a:gd name="T42" fmla="*/ 23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23" y="13"/>
                  </a:moveTo>
                  <a:lnTo>
                    <a:pt x="23" y="13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145">
              <a:extLst>
                <a:ext uri="{FF2B5EF4-FFF2-40B4-BE49-F238E27FC236}">
                  <a16:creationId xmlns:a16="http://schemas.microsoft.com/office/drawing/2014/main" id="{F399E05D-6BC4-8048-AE9C-446E9C568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076450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146">
              <a:extLst>
                <a:ext uri="{FF2B5EF4-FFF2-40B4-BE49-F238E27FC236}">
                  <a16:creationId xmlns:a16="http://schemas.microsoft.com/office/drawing/2014/main" id="{2035C43E-7713-584C-8FA1-6396C36EB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168525"/>
              <a:ext cx="17463" cy="19050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16 h 23"/>
                <a:gd name="T6" fmla="*/ 20 w 23"/>
                <a:gd name="T7" fmla="*/ 19 h 23"/>
                <a:gd name="T8" fmla="*/ 16 w 23"/>
                <a:gd name="T9" fmla="*/ 23 h 23"/>
                <a:gd name="T10" fmla="*/ 11 w 23"/>
                <a:gd name="T11" fmla="*/ 23 h 23"/>
                <a:gd name="T12" fmla="*/ 11 w 23"/>
                <a:gd name="T13" fmla="*/ 23 h 23"/>
                <a:gd name="T14" fmla="*/ 8 w 23"/>
                <a:gd name="T15" fmla="*/ 23 h 23"/>
                <a:gd name="T16" fmla="*/ 3 w 23"/>
                <a:gd name="T17" fmla="*/ 19 h 23"/>
                <a:gd name="T18" fmla="*/ 0 w 23"/>
                <a:gd name="T19" fmla="*/ 16 h 23"/>
                <a:gd name="T20" fmla="*/ 0 w 23"/>
                <a:gd name="T21" fmla="*/ 11 h 23"/>
                <a:gd name="T22" fmla="*/ 0 w 23"/>
                <a:gd name="T23" fmla="*/ 11 h 23"/>
                <a:gd name="T24" fmla="*/ 0 w 23"/>
                <a:gd name="T25" fmla="*/ 7 h 23"/>
                <a:gd name="T26" fmla="*/ 3 w 23"/>
                <a:gd name="T27" fmla="*/ 4 h 23"/>
                <a:gd name="T28" fmla="*/ 8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16 w 23"/>
                <a:gd name="T35" fmla="*/ 0 h 23"/>
                <a:gd name="T36" fmla="*/ 20 w 23"/>
                <a:gd name="T37" fmla="*/ 4 h 23"/>
                <a:gd name="T38" fmla="*/ 22 w 23"/>
                <a:gd name="T39" fmla="*/ 7 h 23"/>
                <a:gd name="T40" fmla="*/ 23 w 23"/>
                <a:gd name="T41" fmla="*/ 11 h 23"/>
                <a:gd name="T42" fmla="*/ 23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16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147">
              <a:extLst>
                <a:ext uri="{FF2B5EF4-FFF2-40B4-BE49-F238E27FC236}">
                  <a16:creationId xmlns:a16="http://schemas.microsoft.com/office/drawing/2014/main" id="{99C90ADF-0B78-AC4F-9D74-285538A8B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260600"/>
              <a:ext cx="17463" cy="20638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148">
              <a:extLst>
                <a:ext uri="{FF2B5EF4-FFF2-40B4-BE49-F238E27FC236}">
                  <a16:creationId xmlns:a16="http://schemas.microsoft.com/office/drawing/2014/main" id="{FAC482A3-6F01-D046-8B2B-9E3DAD0CD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3542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149">
              <a:extLst>
                <a:ext uri="{FF2B5EF4-FFF2-40B4-BE49-F238E27FC236}">
                  <a16:creationId xmlns:a16="http://schemas.microsoft.com/office/drawing/2014/main" id="{5E6D890B-CEE7-4644-AB11-49655C3C5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446338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1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1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4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4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150">
              <a:extLst>
                <a:ext uri="{FF2B5EF4-FFF2-40B4-BE49-F238E27FC236}">
                  <a16:creationId xmlns:a16="http://schemas.microsoft.com/office/drawing/2014/main" id="{1B75FEAA-EDD2-AE4D-84E9-093394411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1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4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1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151">
              <a:extLst>
                <a:ext uri="{FF2B5EF4-FFF2-40B4-BE49-F238E27FC236}">
                  <a16:creationId xmlns:a16="http://schemas.microsoft.com/office/drawing/2014/main" id="{2E8B288B-C593-7844-85D5-C0A5E641C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1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4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4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1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152">
              <a:extLst>
                <a:ext uri="{FF2B5EF4-FFF2-40B4-BE49-F238E27FC236}">
                  <a16:creationId xmlns:a16="http://schemas.microsoft.com/office/drawing/2014/main" id="{BF1A8CC1-E550-F64D-90EE-93E36B7DE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153">
              <a:extLst>
                <a:ext uri="{FF2B5EF4-FFF2-40B4-BE49-F238E27FC236}">
                  <a16:creationId xmlns:a16="http://schemas.microsoft.com/office/drawing/2014/main" id="{EE726671-6F36-BC46-9818-087782362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1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4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4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1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1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154">
              <a:extLst>
                <a:ext uri="{FF2B5EF4-FFF2-40B4-BE49-F238E27FC236}">
                  <a16:creationId xmlns:a16="http://schemas.microsoft.com/office/drawing/2014/main" id="{1D491E35-01BF-C647-AC3D-6E33C1528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155">
              <a:extLst>
                <a:ext uri="{FF2B5EF4-FFF2-40B4-BE49-F238E27FC236}">
                  <a16:creationId xmlns:a16="http://schemas.microsoft.com/office/drawing/2014/main" id="{C9FDFD2F-4EDF-C242-8549-E680AA9F3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156">
              <a:extLst>
                <a:ext uri="{FF2B5EF4-FFF2-40B4-BE49-F238E27FC236}">
                  <a16:creationId xmlns:a16="http://schemas.microsoft.com/office/drawing/2014/main" id="{AD5D1A25-5664-A848-B2CB-9FFBF99C5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157">
              <a:extLst>
                <a:ext uri="{FF2B5EF4-FFF2-40B4-BE49-F238E27FC236}">
                  <a16:creationId xmlns:a16="http://schemas.microsoft.com/office/drawing/2014/main" id="{19FB1DB6-B806-FD4D-AF0B-2F16C7753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892300"/>
              <a:ext cx="19050" cy="17463"/>
            </a:xfrm>
            <a:custGeom>
              <a:avLst/>
              <a:gdLst>
                <a:gd name="T0" fmla="*/ 24 w 24"/>
                <a:gd name="T1" fmla="*/ 12 h 23"/>
                <a:gd name="T2" fmla="*/ 24 w 24"/>
                <a:gd name="T3" fmla="*/ 12 h 23"/>
                <a:gd name="T4" fmla="*/ 23 w 24"/>
                <a:gd name="T5" fmla="*/ 16 h 23"/>
                <a:gd name="T6" fmla="*/ 20 w 24"/>
                <a:gd name="T7" fmla="*/ 21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21 h 23"/>
                <a:gd name="T18" fmla="*/ 1 w 24"/>
                <a:gd name="T19" fmla="*/ 16 h 23"/>
                <a:gd name="T20" fmla="*/ 0 w 24"/>
                <a:gd name="T21" fmla="*/ 12 h 23"/>
                <a:gd name="T22" fmla="*/ 0 w 24"/>
                <a:gd name="T23" fmla="*/ 12 h 23"/>
                <a:gd name="T24" fmla="*/ 1 w 24"/>
                <a:gd name="T25" fmla="*/ 8 h 23"/>
                <a:gd name="T26" fmla="*/ 3 w 24"/>
                <a:gd name="T27" fmla="*/ 4 h 23"/>
                <a:gd name="T28" fmla="*/ 7 w 24"/>
                <a:gd name="T29" fmla="*/ 2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2 h 23"/>
                <a:gd name="T36" fmla="*/ 20 w 24"/>
                <a:gd name="T37" fmla="*/ 4 h 23"/>
                <a:gd name="T38" fmla="*/ 23 w 24"/>
                <a:gd name="T39" fmla="*/ 8 h 23"/>
                <a:gd name="T40" fmla="*/ 24 w 24"/>
                <a:gd name="T41" fmla="*/ 12 h 23"/>
                <a:gd name="T42" fmla="*/ 24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2"/>
                  </a:moveTo>
                  <a:lnTo>
                    <a:pt x="24" y="12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158">
              <a:extLst>
                <a:ext uri="{FF2B5EF4-FFF2-40B4-BE49-F238E27FC236}">
                  <a16:creationId xmlns:a16="http://schemas.microsoft.com/office/drawing/2014/main" id="{918F17F1-1C3F-D449-A426-0A0B798DE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984375"/>
              <a:ext cx="19050" cy="19050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3 h 25"/>
                <a:gd name="T4" fmla="*/ 23 w 24"/>
                <a:gd name="T5" fmla="*/ 17 h 25"/>
                <a:gd name="T6" fmla="*/ 20 w 24"/>
                <a:gd name="T7" fmla="*/ 21 h 25"/>
                <a:gd name="T8" fmla="*/ 1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7 w 24"/>
                <a:gd name="T15" fmla="*/ 23 h 25"/>
                <a:gd name="T16" fmla="*/ 3 w 24"/>
                <a:gd name="T17" fmla="*/ 21 h 25"/>
                <a:gd name="T18" fmla="*/ 1 w 24"/>
                <a:gd name="T19" fmla="*/ 17 h 25"/>
                <a:gd name="T20" fmla="*/ 0 w 24"/>
                <a:gd name="T21" fmla="*/ 13 h 25"/>
                <a:gd name="T22" fmla="*/ 0 w 24"/>
                <a:gd name="T23" fmla="*/ 13 h 25"/>
                <a:gd name="T24" fmla="*/ 1 w 24"/>
                <a:gd name="T25" fmla="*/ 8 h 25"/>
                <a:gd name="T26" fmla="*/ 3 w 24"/>
                <a:gd name="T27" fmla="*/ 4 h 25"/>
                <a:gd name="T28" fmla="*/ 7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17 w 24"/>
                <a:gd name="T35" fmla="*/ 2 h 25"/>
                <a:gd name="T36" fmla="*/ 20 w 24"/>
                <a:gd name="T37" fmla="*/ 4 h 25"/>
                <a:gd name="T38" fmla="*/ 23 w 24"/>
                <a:gd name="T39" fmla="*/ 8 h 25"/>
                <a:gd name="T40" fmla="*/ 24 w 24"/>
                <a:gd name="T41" fmla="*/ 13 h 25"/>
                <a:gd name="T42" fmla="*/ 24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lnTo>
                    <a:pt x="24" y="13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3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159">
              <a:extLst>
                <a:ext uri="{FF2B5EF4-FFF2-40B4-BE49-F238E27FC236}">
                  <a16:creationId xmlns:a16="http://schemas.microsoft.com/office/drawing/2014/main" id="{7A3CE22B-76C3-454B-A6A0-7272E5B2F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076450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160">
              <a:extLst>
                <a:ext uri="{FF2B5EF4-FFF2-40B4-BE49-F238E27FC236}">
                  <a16:creationId xmlns:a16="http://schemas.microsoft.com/office/drawing/2014/main" id="{737ADFCF-C2EA-E94F-B402-13204B04B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168525"/>
              <a:ext cx="19050" cy="19050"/>
            </a:xfrm>
            <a:custGeom>
              <a:avLst/>
              <a:gdLst>
                <a:gd name="T0" fmla="*/ 24 w 24"/>
                <a:gd name="T1" fmla="*/ 11 h 23"/>
                <a:gd name="T2" fmla="*/ 24 w 24"/>
                <a:gd name="T3" fmla="*/ 11 h 23"/>
                <a:gd name="T4" fmla="*/ 23 w 24"/>
                <a:gd name="T5" fmla="*/ 16 h 23"/>
                <a:gd name="T6" fmla="*/ 20 w 24"/>
                <a:gd name="T7" fmla="*/ 19 h 23"/>
                <a:gd name="T8" fmla="*/ 1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7 w 24"/>
                <a:gd name="T15" fmla="*/ 23 h 23"/>
                <a:gd name="T16" fmla="*/ 3 w 24"/>
                <a:gd name="T17" fmla="*/ 19 h 23"/>
                <a:gd name="T18" fmla="*/ 1 w 24"/>
                <a:gd name="T19" fmla="*/ 16 h 23"/>
                <a:gd name="T20" fmla="*/ 0 w 24"/>
                <a:gd name="T21" fmla="*/ 11 h 23"/>
                <a:gd name="T22" fmla="*/ 0 w 24"/>
                <a:gd name="T23" fmla="*/ 11 h 23"/>
                <a:gd name="T24" fmla="*/ 1 w 24"/>
                <a:gd name="T25" fmla="*/ 7 h 23"/>
                <a:gd name="T26" fmla="*/ 3 w 24"/>
                <a:gd name="T27" fmla="*/ 4 h 23"/>
                <a:gd name="T28" fmla="*/ 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17 w 24"/>
                <a:gd name="T35" fmla="*/ 0 h 23"/>
                <a:gd name="T36" fmla="*/ 20 w 24"/>
                <a:gd name="T37" fmla="*/ 4 h 23"/>
                <a:gd name="T38" fmla="*/ 23 w 24"/>
                <a:gd name="T39" fmla="*/ 7 h 23"/>
                <a:gd name="T40" fmla="*/ 24 w 24"/>
                <a:gd name="T41" fmla="*/ 11 h 23"/>
                <a:gd name="T42" fmla="*/ 24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4" y="11"/>
                  </a:lnTo>
                  <a:lnTo>
                    <a:pt x="23" y="16"/>
                  </a:lnTo>
                  <a:lnTo>
                    <a:pt x="20" y="19"/>
                  </a:lnTo>
                  <a:lnTo>
                    <a:pt x="1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161">
              <a:extLst>
                <a:ext uri="{FF2B5EF4-FFF2-40B4-BE49-F238E27FC236}">
                  <a16:creationId xmlns:a16="http://schemas.microsoft.com/office/drawing/2014/main" id="{9443B7B1-F79A-C242-A9F2-9E55D75D5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260600"/>
              <a:ext cx="19050" cy="20638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162">
              <a:extLst>
                <a:ext uri="{FF2B5EF4-FFF2-40B4-BE49-F238E27FC236}">
                  <a16:creationId xmlns:a16="http://schemas.microsoft.com/office/drawing/2014/main" id="{A3F50B40-597E-0C46-8AEF-3FF609FFC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3542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163">
              <a:extLst>
                <a:ext uri="{FF2B5EF4-FFF2-40B4-BE49-F238E27FC236}">
                  <a16:creationId xmlns:a16="http://schemas.microsoft.com/office/drawing/2014/main" id="{30E35361-97D8-FD4E-A554-373F4F05F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446338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1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1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4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4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4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235">
              <a:extLst>
                <a:ext uri="{FF2B5EF4-FFF2-40B4-BE49-F238E27FC236}">
                  <a16:creationId xmlns:a16="http://schemas.microsoft.com/office/drawing/2014/main" id="{6BDE6A68-0A38-3241-B252-DDE04C916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55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242">
              <a:extLst>
                <a:ext uri="{FF2B5EF4-FFF2-40B4-BE49-F238E27FC236}">
                  <a16:creationId xmlns:a16="http://schemas.microsoft.com/office/drawing/2014/main" id="{6444D89A-4E1E-024E-A08B-400F25C6F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544763"/>
              <a:ext cx="19050" cy="19050"/>
            </a:xfrm>
            <a:custGeom>
              <a:avLst/>
              <a:gdLst>
                <a:gd name="T0" fmla="*/ 25 w 25"/>
                <a:gd name="T1" fmla="*/ 12 h 24"/>
                <a:gd name="T2" fmla="*/ 25 w 25"/>
                <a:gd name="T3" fmla="*/ 12 h 24"/>
                <a:gd name="T4" fmla="*/ 23 w 25"/>
                <a:gd name="T5" fmla="*/ 17 h 24"/>
                <a:gd name="T6" fmla="*/ 21 w 25"/>
                <a:gd name="T7" fmla="*/ 20 h 24"/>
                <a:gd name="T8" fmla="*/ 1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8 w 25"/>
                <a:gd name="T15" fmla="*/ 23 h 24"/>
                <a:gd name="T16" fmla="*/ 4 w 25"/>
                <a:gd name="T17" fmla="*/ 20 h 24"/>
                <a:gd name="T18" fmla="*/ 2 w 25"/>
                <a:gd name="T19" fmla="*/ 17 h 24"/>
                <a:gd name="T20" fmla="*/ 0 w 25"/>
                <a:gd name="T21" fmla="*/ 12 h 24"/>
                <a:gd name="T22" fmla="*/ 0 w 25"/>
                <a:gd name="T23" fmla="*/ 12 h 24"/>
                <a:gd name="T24" fmla="*/ 2 w 25"/>
                <a:gd name="T25" fmla="*/ 7 h 24"/>
                <a:gd name="T26" fmla="*/ 4 w 25"/>
                <a:gd name="T27" fmla="*/ 3 h 24"/>
                <a:gd name="T28" fmla="*/ 8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17 w 25"/>
                <a:gd name="T35" fmla="*/ 1 h 24"/>
                <a:gd name="T36" fmla="*/ 21 w 25"/>
                <a:gd name="T37" fmla="*/ 3 h 24"/>
                <a:gd name="T38" fmla="*/ 23 w 25"/>
                <a:gd name="T39" fmla="*/ 7 h 24"/>
                <a:gd name="T40" fmla="*/ 25 w 25"/>
                <a:gd name="T41" fmla="*/ 12 h 24"/>
                <a:gd name="T42" fmla="*/ 25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lnTo>
                    <a:pt x="25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249">
              <a:extLst>
                <a:ext uri="{FF2B5EF4-FFF2-40B4-BE49-F238E27FC236}">
                  <a16:creationId xmlns:a16="http://schemas.microsoft.com/office/drawing/2014/main" id="{9EDA7D8F-E87B-6A4A-A52A-C9FDBD9A8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5551" y="2544763"/>
              <a:ext cx="19050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21 w 23"/>
                <a:gd name="T7" fmla="*/ 20 h 24"/>
                <a:gd name="T8" fmla="*/ 16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4 w 23"/>
                <a:gd name="T17" fmla="*/ 20 h 24"/>
                <a:gd name="T18" fmla="*/ 1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1 w 23"/>
                <a:gd name="T25" fmla="*/ 7 h 24"/>
                <a:gd name="T26" fmla="*/ 4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6 w 23"/>
                <a:gd name="T35" fmla="*/ 1 h 24"/>
                <a:gd name="T36" fmla="*/ 21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256">
              <a:extLst>
                <a:ext uri="{FF2B5EF4-FFF2-40B4-BE49-F238E27FC236}">
                  <a16:creationId xmlns:a16="http://schemas.microsoft.com/office/drawing/2014/main" id="{82C29E9B-1BA5-8C47-B651-901E801D4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5563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19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7 w 23"/>
                <a:gd name="T15" fmla="*/ 23 h 24"/>
                <a:gd name="T16" fmla="*/ 2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2 w 23"/>
                <a:gd name="T27" fmla="*/ 3 h 24"/>
                <a:gd name="T28" fmla="*/ 7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19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7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263">
              <a:extLst>
                <a:ext uri="{FF2B5EF4-FFF2-40B4-BE49-F238E27FC236}">
                  <a16:creationId xmlns:a16="http://schemas.microsoft.com/office/drawing/2014/main" id="{A89E4FCC-23A1-A042-B512-935F70A03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39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2 w 24"/>
                <a:gd name="T5" fmla="*/ 17 h 24"/>
                <a:gd name="T6" fmla="*/ 20 w 24"/>
                <a:gd name="T7" fmla="*/ 20 h 24"/>
                <a:gd name="T8" fmla="*/ 16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6 w 24"/>
                <a:gd name="T35" fmla="*/ 1 h 24"/>
                <a:gd name="T36" fmla="*/ 20 w 24"/>
                <a:gd name="T37" fmla="*/ 3 h 24"/>
                <a:gd name="T38" fmla="*/ 22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270">
              <a:extLst>
                <a:ext uri="{FF2B5EF4-FFF2-40B4-BE49-F238E27FC236}">
                  <a16:creationId xmlns:a16="http://schemas.microsoft.com/office/drawing/2014/main" id="{4A337724-37D4-6449-B190-E0E947886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8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8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277">
              <a:extLst>
                <a:ext uri="{FF2B5EF4-FFF2-40B4-BE49-F238E27FC236}">
                  <a16:creationId xmlns:a16="http://schemas.microsoft.com/office/drawing/2014/main" id="{A1508D19-C1E8-914E-92FA-74FBB5A96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4013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284">
              <a:extLst>
                <a:ext uri="{FF2B5EF4-FFF2-40B4-BE49-F238E27FC236}">
                  <a16:creationId xmlns:a16="http://schemas.microsoft.com/office/drawing/2014/main" id="{8F05A4DC-3D90-E14B-978D-9FE5A05E2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402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291">
              <a:extLst>
                <a:ext uri="{FF2B5EF4-FFF2-40B4-BE49-F238E27FC236}">
                  <a16:creationId xmlns:a16="http://schemas.microsoft.com/office/drawing/2014/main" id="{4A573C60-D38B-7B44-AE9D-4FDF3276F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4038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3 w 23"/>
                <a:gd name="T5" fmla="*/ 17 h 24"/>
                <a:gd name="T6" fmla="*/ 19 w 23"/>
                <a:gd name="T7" fmla="*/ 20 h 24"/>
                <a:gd name="T8" fmla="*/ 15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7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15 w 23"/>
                <a:gd name="T35" fmla="*/ 1 h 24"/>
                <a:gd name="T36" fmla="*/ 19 w 23"/>
                <a:gd name="T37" fmla="*/ 3 h 24"/>
                <a:gd name="T38" fmla="*/ 23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3" y="17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298">
              <a:extLst>
                <a:ext uri="{FF2B5EF4-FFF2-40B4-BE49-F238E27FC236}">
                  <a16:creationId xmlns:a16="http://schemas.microsoft.com/office/drawing/2014/main" id="{9161C37E-66CD-F542-80A4-013040BD4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4051" y="2544763"/>
              <a:ext cx="17463" cy="19050"/>
            </a:xfrm>
            <a:custGeom>
              <a:avLst/>
              <a:gdLst>
                <a:gd name="T0" fmla="*/ 23 w 23"/>
                <a:gd name="T1" fmla="*/ 12 h 24"/>
                <a:gd name="T2" fmla="*/ 23 w 23"/>
                <a:gd name="T3" fmla="*/ 12 h 24"/>
                <a:gd name="T4" fmla="*/ 22 w 23"/>
                <a:gd name="T5" fmla="*/ 17 h 24"/>
                <a:gd name="T6" fmla="*/ 20 w 23"/>
                <a:gd name="T7" fmla="*/ 20 h 24"/>
                <a:gd name="T8" fmla="*/ 1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8 w 23"/>
                <a:gd name="T15" fmla="*/ 23 h 24"/>
                <a:gd name="T16" fmla="*/ 3 w 23"/>
                <a:gd name="T17" fmla="*/ 20 h 24"/>
                <a:gd name="T18" fmla="*/ 0 w 23"/>
                <a:gd name="T19" fmla="*/ 17 h 24"/>
                <a:gd name="T20" fmla="*/ 0 w 23"/>
                <a:gd name="T21" fmla="*/ 12 h 24"/>
                <a:gd name="T22" fmla="*/ 0 w 23"/>
                <a:gd name="T23" fmla="*/ 12 h 24"/>
                <a:gd name="T24" fmla="*/ 0 w 23"/>
                <a:gd name="T25" fmla="*/ 7 h 24"/>
                <a:gd name="T26" fmla="*/ 3 w 23"/>
                <a:gd name="T27" fmla="*/ 3 h 24"/>
                <a:gd name="T28" fmla="*/ 8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16 w 23"/>
                <a:gd name="T35" fmla="*/ 1 h 24"/>
                <a:gd name="T36" fmla="*/ 20 w 23"/>
                <a:gd name="T37" fmla="*/ 3 h 24"/>
                <a:gd name="T38" fmla="*/ 22 w 23"/>
                <a:gd name="T39" fmla="*/ 7 h 24"/>
                <a:gd name="T40" fmla="*/ 23 w 23"/>
                <a:gd name="T41" fmla="*/ 12 h 24"/>
                <a:gd name="T42" fmla="*/ 23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3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305">
              <a:extLst>
                <a:ext uri="{FF2B5EF4-FFF2-40B4-BE49-F238E27FC236}">
                  <a16:creationId xmlns:a16="http://schemas.microsoft.com/office/drawing/2014/main" id="{61DEA9B2-7E84-1B49-8A64-CAD4B5DDA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2476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1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4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4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1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312">
              <a:extLst>
                <a:ext uri="{FF2B5EF4-FFF2-40B4-BE49-F238E27FC236}">
                  <a16:creationId xmlns:a16="http://schemas.microsoft.com/office/drawing/2014/main" id="{5EF2484E-21C2-4C4E-A4F8-293A278DD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2544763"/>
              <a:ext cx="19050" cy="190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2 h 24"/>
                <a:gd name="T4" fmla="*/ 23 w 24"/>
                <a:gd name="T5" fmla="*/ 17 h 24"/>
                <a:gd name="T6" fmla="*/ 20 w 24"/>
                <a:gd name="T7" fmla="*/ 20 h 24"/>
                <a:gd name="T8" fmla="*/ 1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7 w 24"/>
                <a:gd name="T15" fmla="*/ 23 h 24"/>
                <a:gd name="T16" fmla="*/ 3 w 24"/>
                <a:gd name="T17" fmla="*/ 20 h 24"/>
                <a:gd name="T18" fmla="*/ 1 w 24"/>
                <a:gd name="T19" fmla="*/ 17 h 24"/>
                <a:gd name="T20" fmla="*/ 0 w 24"/>
                <a:gd name="T21" fmla="*/ 12 h 24"/>
                <a:gd name="T22" fmla="*/ 0 w 24"/>
                <a:gd name="T23" fmla="*/ 12 h 24"/>
                <a:gd name="T24" fmla="*/ 1 w 24"/>
                <a:gd name="T25" fmla="*/ 7 h 24"/>
                <a:gd name="T26" fmla="*/ 3 w 24"/>
                <a:gd name="T27" fmla="*/ 3 h 24"/>
                <a:gd name="T28" fmla="*/ 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17 w 24"/>
                <a:gd name="T35" fmla="*/ 1 h 24"/>
                <a:gd name="T36" fmla="*/ 20 w 24"/>
                <a:gd name="T37" fmla="*/ 3 h 24"/>
                <a:gd name="T38" fmla="*/ 23 w 24"/>
                <a:gd name="T39" fmla="*/ 7 h 24"/>
                <a:gd name="T40" fmla="*/ 24 w 24"/>
                <a:gd name="T41" fmla="*/ 12 h 24"/>
                <a:gd name="T42" fmla="*/ 24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2"/>
                  </a:lnTo>
                  <a:lnTo>
                    <a:pt x="23" y="17"/>
                  </a:lnTo>
                  <a:lnTo>
                    <a:pt x="20" y="20"/>
                  </a:lnTo>
                  <a:lnTo>
                    <a:pt x="1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2"/>
                  </a:lnTo>
                  <a:lnTo>
                    <a:pt x="2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4" name="Freeform 320">
            <a:extLst>
              <a:ext uri="{FF2B5EF4-FFF2-40B4-BE49-F238E27FC236}">
                <a16:creationId xmlns:a16="http://schemas.microsoft.com/office/drawing/2014/main" id="{F5078B6C-7476-2047-9091-B5DD82FE3A00}"/>
              </a:ext>
            </a:extLst>
          </p:cNvPr>
          <p:cNvSpPr>
            <a:spLocks/>
          </p:cNvSpPr>
          <p:nvPr/>
        </p:nvSpPr>
        <p:spPr bwMode="auto">
          <a:xfrm rot="2493426">
            <a:off x="2501761" y="6058306"/>
            <a:ext cx="673927" cy="546682"/>
          </a:xfrm>
          <a:custGeom>
            <a:avLst/>
            <a:gdLst>
              <a:gd name="T0" fmla="*/ 1111 w 1145"/>
              <a:gd name="T1" fmla="*/ 84 h 927"/>
              <a:gd name="T2" fmla="*/ 1064 w 1145"/>
              <a:gd name="T3" fmla="*/ 110 h 927"/>
              <a:gd name="T4" fmla="*/ 996 w 1145"/>
              <a:gd name="T5" fmla="*/ 119 h 927"/>
              <a:gd name="T6" fmla="*/ 920 w 1145"/>
              <a:gd name="T7" fmla="*/ 116 h 927"/>
              <a:gd name="T8" fmla="*/ 860 w 1145"/>
              <a:gd name="T9" fmla="*/ 128 h 927"/>
              <a:gd name="T10" fmla="*/ 821 w 1145"/>
              <a:gd name="T11" fmla="*/ 162 h 927"/>
              <a:gd name="T12" fmla="*/ 801 w 1145"/>
              <a:gd name="T13" fmla="*/ 220 h 927"/>
              <a:gd name="T14" fmla="*/ 804 w 1145"/>
              <a:gd name="T15" fmla="*/ 290 h 927"/>
              <a:gd name="T16" fmla="*/ 797 w 1145"/>
              <a:gd name="T17" fmla="*/ 368 h 927"/>
              <a:gd name="T18" fmla="*/ 777 w 1145"/>
              <a:gd name="T19" fmla="*/ 414 h 927"/>
              <a:gd name="T20" fmla="*/ 749 w 1145"/>
              <a:gd name="T21" fmla="*/ 450 h 927"/>
              <a:gd name="T22" fmla="*/ 704 w 1145"/>
              <a:gd name="T23" fmla="*/ 483 h 927"/>
              <a:gd name="T24" fmla="*/ 656 w 1145"/>
              <a:gd name="T25" fmla="*/ 499 h 927"/>
              <a:gd name="T26" fmla="*/ 569 w 1145"/>
              <a:gd name="T27" fmla="*/ 501 h 927"/>
              <a:gd name="T28" fmla="*/ 505 w 1145"/>
              <a:gd name="T29" fmla="*/ 503 h 927"/>
              <a:gd name="T30" fmla="*/ 448 w 1145"/>
              <a:gd name="T31" fmla="*/ 532 h 927"/>
              <a:gd name="T32" fmla="*/ 423 w 1145"/>
              <a:gd name="T33" fmla="*/ 574 h 927"/>
              <a:gd name="T34" fmla="*/ 418 w 1145"/>
              <a:gd name="T35" fmla="*/ 653 h 927"/>
              <a:gd name="T36" fmla="*/ 419 w 1145"/>
              <a:gd name="T37" fmla="*/ 718 h 927"/>
              <a:gd name="T38" fmla="*/ 405 w 1145"/>
              <a:gd name="T39" fmla="*/ 775 h 927"/>
              <a:gd name="T40" fmla="*/ 376 w 1145"/>
              <a:gd name="T41" fmla="*/ 822 h 927"/>
              <a:gd name="T42" fmla="*/ 343 w 1145"/>
              <a:gd name="T43" fmla="*/ 852 h 927"/>
              <a:gd name="T44" fmla="*/ 296 w 1145"/>
              <a:gd name="T45" fmla="*/ 878 h 927"/>
              <a:gd name="T46" fmla="*/ 228 w 1145"/>
              <a:gd name="T47" fmla="*/ 887 h 927"/>
              <a:gd name="T48" fmla="*/ 152 w 1145"/>
              <a:gd name="T49" fmla="*/ 885 h 927"/>
              <a:gd name="T50" fmla="*/ 92 w 1145"/>
              <a:gd name="T51" fmla="*/ 896 h 927"/>
              <a:gd name="T52" fmla="*/ 59 w 1145"/>
              <a:gd name="T53" fmla="*/ 921 h 927"/>
              <a:gd name="T54" fmla="*/ 30 w 1145"/>
              <a:gd name="T55" fmla="*/ 927 h 927"/>
              <a:gd name="T56" fmla="*/ 11 w 1145"/>
              <a:gd name="T57" fmla="*/ 916 h 927"/>
              <a:gd name="T58" fmla="*/ 0 w 1145"/>
              <a:gd name="T59" fmla="*/ 890 h 927"/>
              <a:gd name="T60" fmla="*/ 11 w 1145"/>
              <a:gd name="T61" fmla="*/ 862 h 927"/>
              <a:gd name="T62" fmla="*/ 44 w 1145"/>
              <a:gd name="T63" fmla="*/ 834 h 927"/>
              <a:gd name="T64" fmla="*/ 92 w 1145"/>
              <a:gd name="T65" fmla="*/ 815 h 927"/>
              <a:gd name="T66" fmla="*/ 170 w 1145"/>
              <a:gd name="T67" fmla="*/ 807 h 927"/>
              <a:gd name="T68" fmla="*/ 240 w 1145"/>
              <a:gd name="T69" fmla="*/ 810 h 927"/>
              <a:gd name="T70" fmla="*/ 297 w 1145"/>
              <a:gd name="T71" fmla="*/ 791 h 927"/>
              <a:gd name="T72" fmla="*/ 331 w 1145"/>
              <a:gd name="T73" fmla="*/ 752 h 927"/>
              <a:gd name="T74" fmla="*/ 343 w 1145"/>
              <a:gd name="T75" fmla="*/ 691 h 927"/>
              <a:gd name="T76" fmla="*/ 339 w 1145"/>
              <a:gd name="T77" fmla="*/ 615 h 927"/>
              <a:gd name="T78" fmla="*/ 350 w 1145"/>
              <a:gd name="T79" fmla="*/ 547 h 927"/>
              <a:gd name="T80" fmla="*/ 375 w 1145"/>
              <a:gd name="T81" fmla="*/ 500 h 927"/>
              <a:gd name="T82" fmla="*/ 406 w 1145"/>
              <a:gd name="T83" fmla="*/ 468 h 927"/>
              <a:gd name="T84" fmla="*/ 452 w 1145"/>
              <a:gd name="T85" fmla="*/ 439 h 927"/>
              <a:gd name="T86" fmla="*/ 510 w 1145"/>
              <a:gd name="T87" fmla="*/ 424 h 927"/>
              <a:gd name="T88" fmla="*/ 574 w 1145"/>
              <a:gd name="T89" fmla="*/ 425 h 927"/>
              <a:gd name="T90" fmla="*/ 654 w 1145"/>
              <a:gd name="T91" fmla="*/ 420 h 927"/>
              <a:gd name="T92" fmla="*/ 695 w 1145"/>
              <a:gd name="T93" fmla="*/ 395 h 927"/>
              <a:gd name="T94" fmla="*/ 725 w 1145"/>
              <a:gd name="T95" fmla="*/ 338 h 927"/>
              <a:gd name="T96" fmla="*/ 725 w 1145"/>
              <a:gd name="T97" fmla="*/ 274 h 927"/>
              <a:gd name="T98" fmla="*/ 728 w 1145"/>
              <a:gd name="T99" fmla="*/ 187 h 927"/>
              <a:gd name="T100" fmla="*/ 745 w 1145"/>
              <a:gd name="T101" fmla="*/ 140 h 927"/>
              <a:gd name="T102" fmla="*/ 778 w 1145"/>
              <a:gd name="T103" fmla="*/ 94 h 927"/>
              <a:gd name="T104" fmla="*/ 812 w 1145"/>
              <a:gd name="T105" fmla="*/ 66 h 927"/>
              <a:gd name="T106" fmla="*/ 860 w 1145"/>
              <a:gd name="T107" fmla="*/ 47 h 927"/>
              <a:gd name="T108" fmla="*/ 938 w 1145"/>
              <a:gd name="T109" fmla="*/ 40 h 927"/>
              <a:gd name="T110" fmla="*/ 1008 w 1145"/>
              <a:gd name="T111" fmla="*/ 42 h 927"/>
              <a:gd name="T112" fmla="*/ 1066 w 1145"/>
              <a:gd name="T113" fmla="*/ 23 h 927"/>
              <a:gd name="T114" fmla="*/ 1092 w 1145"/>
              <a:gd name="T115" fmla="*/ 2 h 927"/>
              <a:gd name="T116" fmla="*/ 1121 w 1145"/>
              <a:gd name="T117" fmla="*/ 2 h 927"/>
              <a:gd name="T118" fmla="*/ 1139 w 1145"/>
              <a:gd name="T119" fmla="*/ 17 h 927"/>
              <a:gd name="T120" fmla="*/ 1144 w 1145"/>
              <a:gd name="T121" fmla="*/ 46 h 927"/>
              <a:gd name="T122" fmla="*/ 1134 w 1145"/>
              <a:gd name="T123" fmla="*/ 65 h 9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145" h="927">
                <a:moveTo>
                  <a:pt x="1134" y="65"/>
                </a:moveTo>
                <a:lnTo>
                  <a:pt x="1134" y="65"/>
                </a:lnTo>
                <a:lnTo>
                  <a:pt x="1122" y="76"/>
                </a:lnTo>
                <a:lnTo>
                  <a:pt x="1111" y="84"/>
                </a:lnTo>
                <a:lnTo>
                  <a:pt x="1099" y="93"/>
                </a:lnTo>
                <a:lnTo>
                  <a:pt x="1088" y="99"/>
                </a:lnTo>
                <a:lnTo>
                  <a:pt x="1076" y="105"/>
                </a:lnTo>
                <a:lnTo>
                  <a:pt x="1064" y="110"/>
                </a:lnTo>
                <a:lnTo>
                  <a:pt x="1053" y="112"/>
                </a:lnTo>
                <a:lnTo>
                  <a:pt x="1041" y="116"/>
                </a:lnTo>
                <a:lnTo>
                  <a:pt x="1018" y="118"/>
                </a:lnTo>
                <a:lnTo>
                  <a:pt x="996" y="119"/>
                </a:lnTo>
                <a:lnTo>
                  <a:pt x="974" y="119"/>
                </a:lnTo>
                <a:lnTo>
                  <a:pt x="954" y="118"/>
                </a:lnTo>
                <a:lnTo>
                  <a:pt x="954" y="118"/>
                </a:lnTo>
                <a:lnTo>
                  <a:pt x="920" y="116"/>
                </a:lnTo>
                <a:lnTo>
                  <a:pt x="904" y="117"/>
                </a:lnTo>
                <a:lnTo>
                  <a:pt x="889" y="118"/>
                </a:lnTo>
                <a:lnTo>
                  <a:pt x="874" y="122"/>
                </a:lnTo>
                <a:lnTo>
                  <a:pt x="860" y="128"/>
                </a:lnTo>
                <a:lnTo>
                  <a:pt x="846" y="136"/>
                </a:lnTo>
                <a:lnTo>
                  <a:pt x="833" y="148"/>
                </a:lnTo>
                <a:lnTo>
                  <a:pt x="833" y="148"/>
                </a:lnTo>
                <a:lnTo>
                  <a:pt x="821" y="162"/>
                </a:lnTo>
                <a:lnTo>
                  <a:pt x="812" y="175"/>
                </a:lnTo>
                <a:lnTo>
                  <a:pt x="806" y="190"/>
                </a:lnTo>
                <a:lnTo>
                  <a:pt x="803" y="204"/>
                </a:lnTo>
                <a:lnTo>
                  <a:pt x="801" y="220"/>
                </a:lnTo>
                <a:lnTo>
                  <a:pt x="800" y="235"/>
                </a:lnTo>
                <a:lnTo>
                  <a:pt x="803" y="269"/>
                </a:lnTo>
                <a:lnTo>
                  <a:pt x="803" y="269"/>
                </a:lnTo>
                <a:lnTo>
                  <a:pt x="804" y="290"/>
                </a:lnTo>
                <a:lnTo>
                  <a:pt x="804" y="312"/>
                </a:lnTo>
                <a:lnTo>
                  <a:pt x="803" y="333"/>
                </a:lnTo>
                <a:lnTo>
                  <a:pt x="800" y="356"/>
                </a:lnTo>
                <a:lnTo>
                  <a:pt x="797" y="368"/>
                </a:lnTo>
                <a:lnTo>
                  <a:pt x="794" y="379"/>
                </a:lnTo>
                <a:lnTo>
                  <a:pt x="789" y="391"/>
                </a:lnTo>
                <a:lnTo>
                  <a:pt x="783" y="404"/>
                </a:lnTo>
                <a:lnTo>
                  <a:pt x="777" y="414"/>
                </a:lnTo>
                <a:lnTo>
                  <a:pt x="769" y="427"/>
                </a:lnTo>
                <a:lnTo>
                  <a:pt x="760" y="437"/>
                </a:lnTo>
                <a:lnTo>
                  <a:pt x="749" y="450"/>
                </a:lnTo>
                <a:lnTo>
                  <a:pt x="749" y="450"/>
                </a:lnTo>
                <a:lnTo>
                  <a:pt x="739" y="459"/>
                </a:lnTo>
                <a:lnTo>
                  <a:pt x="726" y="469"/>
                </a:lnTo>
                <a:lnTo>
                  <a:pt x="716" y="476"/>
                </a:lnTo>
                <a:lnTo>
                  <a:pt x="704" y="483"/>
                </a:lnTo>
                <a:lnTo>
                  <a:pt x="691" y="488"/>
                </a:lnTo>
                <a:lnTo>
                  <a:pt x="681" y="493"/>
                </a:lnTo>
                <a:lnTo>
                  <a:pt x="668" y="497"/>
                </a:lnTo>
                <a:lnTo>
                  <a:pt x="656" y="499"/>
                </a:lnTo>
                <a:lnTo>
                  <a:pt x="635" y="503"/>
                </a:lnTo>
                <a:lnTo>
                  <a:pt x="612" y="504"/>
                </a:lnTo>
                <a:lnTo>
                  <a:pt x="590" y="503"/>
                </a:lnTo>
                <a:lnTo>
                  <a:pt x="569" y="501"/>
                </a:lnTo>
                <a:lnTo>
                  <a:pt x="569" y="501"/>
                </a:lnTo>
                <a:lnTo>
                  <a:pt x="535" y="500"/>
                </a:lnTo>
                <a:lnTo>
                  <a:pt x="520" y="500"/>
                </a:lnTo>
                <a:lnTo>
                  <a:pt x="505" y="503"/>
                </a:lnTo>
                <a:lnTo>
                  <a:pt x="491" y="506"/>
                </a:lnTo>
                <a:lnTo>
                  <a:pt x="476" y="512"/>
                </a:lnTo>
                <a:lnTo>
                  <a:pt x="463" y="521"/>
                </a:lnTo>
                <a:lnTo>
                  <a:pt x="448" y="532"/>
                </a:lnTo>
                <a:lnTo>
                  <a:pt x="448" y="532"/>
                </a:lnTo>
                <a:lnTo>
                  <a:pt x="437" y="546"/>
                </a:lnTo>
                <a:lnTo>
                  <a:pt x="429" y="560"/>
                </a:lnTo>
                <a:lnTo>
                  <a:pt x="423" y="574"/>
                </a:lnTo>
                <a:lnTo>
                  <a:pt x="419" y="589"/>
                </a:lnTo>
                <a:lnTo>
                  <a:pt x="417" y="603"/>
                </a:lnTo>
                <a:lnTo>
                  <a:pt x="417" y="619"/>
                </a:lnTo>
                <a:lnTo>
                  <a:pt x="418" y="653"/>
                </a:lnTo>
                <a:lnTo>
                  <a:pt x="418" y="653"/>
                </a:lnTo>
                <a:lnTo>
                  <a:pt x="419" y="673"/>
                </a:lnTo>
                <a:lnTo>
                  <a:pt x="421" y="695"/>
                </a:lnTo>
                <a:lnTo>
                  <a:pt x="419" y="718"/>
                </a:lnTo>
                <a:lnTo>
                  <a:pt x="416" y="741"/>
                </a:lnTo>
                <a:lnTo>
                  <a:pt x="413" y="752"/>
                </a:lnTo>
                <a:lnTo>
                  <a:pt x="410" y="764"/>
                </a:lnTo>
                <a:lnTo>
                  <a:pt x="405" y="775"/>
                </a:lnTo>
                <a:lnTo>
                  <a:pt x="400" y="787"/>
                </a:lnTo>
                <a:lnTo>
                  <a:pt x="393" y="799"/>
                </a:lnTo>
                <a:lnTo>
                  <a:pt x="385" y="810"/>
                </a:lnTo>
                <a:lnTo>
                  <a:pt x="376" y="822"/>
                </a:lnTo>
                <a:lnTo>
                  <a:pt x="366" y="833"/>
                </a:lnTo>
                <a:lnTo>
                  <a:pt x="366" y="833"/>
                </a:lnTo>
                <a:lnTo>
                  <a:pt x="354" y="844"/>
                </a:lnTo>
                <a:lnTo>
                  <a:pt x="343" y="852"/>
                </a:lnTo>
                <a:lnTo>
                  <a:pt x="331" y="861"/>
                </a:lnTo>
                <a:lnTo>
                  <a:pt x="319" y="867"/>
                </a:lnTo>
                <a:lnTo>
                  <a:pt x="308" y="873"/>
                </a:lnTo>
                <a:lnTo>
                  <a:pt x="296" y="878"/>
                </a:lnTo>
                <a:lnTo>
                  <a:pt x="285" y="881"/>
                </a:lnTo>
                <a:lnTo>
                  <a:pt x="273" y="884"/>
                </a:lnTo>
                <a:lnTo>
                  <a:pt x="250" y="886"/>
                </a:lnTo>
                <a:lnTo>
                  <a:pt x="228" y="887"/>
                </a:lnTo>
                <a:lnTo>
                  <a:pt x="206" y="887"/>
                </a:lnTo>
                <a:lnTo>
                  <a:pt x="186" y="886"/>
                </a:lnTo>
                <a:lnTo>
                  <a:pt x="186" y="886"/>
                </a:lnTo>
                <a:lnTo>
                  <a:pt x="152" y="885"/>
                </a:lnTo>
                <a:lnTo>
                  <a:pt x="136" y="885"/>
                </a:lnTo>
                <a:lnTo>
                  <a:pt x="121" y="886"/>
                </a:lnTo>
                <a:lnTo>
                  <a:pt x="106" y="890"/>
                </a:lnTo>
                <a:lnTo>
                  <a:pt x="92" y="896"/>
                </a:lnTo>
                <a:lnTo>
                  <a:pt x="78" y="904"/>
                </a:lnTo>
                <a:lnTo>
                  <a:pt x="65" y="916"/>
                </a:lnTo>
                <a:lnTo>
                  <a:pt x="65" y="916"/>
                </a:lnTo>
                <a:lnTo>
                  <a:pt x="59" y="921"/>
                </a:lnTo>
                <a:lnTo>
                  <a:pt x="52" y="925"/>
                </a:lnTo>
                <a:lnTo>
                  <a:pt x="44" y="927"/>
                </a:lnTo>
                <a:lnTo>
                  <a:pt x="37" y="927"/>
                </a:lnTo>
                <a:lnTo>
                  <a:pt x="30" y="927"/>
                </a:lnTo>
                <a:lnTo>
                  <a:pt x="23" y="925"/>
                </a:lnTo>
                <a:lnTo>
                  <a:pt x="17" y="921"/>
                </a:lnTo>
                <a:lnTo>
                  <a:pt x="11" y="916"/>
                </a:lnTo>
                <a:lnTo>
                  <a:pt x="11" y="916"/>
                </a:lnTo>
                <a:lnTo>
                  <a:pt x="6" y="910"/>
                </a:lnTo>
                <a:lnTo>
                  <a:pt x="2" y="903"/>
                </a:lnTo>
                <a:lnTo>
                  <a:pt x="0" y="897"/>
                </a:lnTo>
                <a:lnTo>
                  <a:pt x="0" y="890"/>
                </a:lnTo>
                <a:lnTo>
                  <a:pt x="0" y="881"/>
                </a:lnTo>
                <a:lnTo>
                  <a:pt x="2" y="875"/>
                </a:lnTo>
                <a:lnTo>
                  <a:pt x="6" y="868"/>
                </a:lnTo>
                <a:lnTo>
                  <a:pt x="11" y="862"/>
                </a:lnTo>
                <a:lnTo>
                  <a:pt x="11" y="862"/>
                </a:lnTo>
                <a:lnTo>
                  <a:pt x="21" y="851"/>
                </a:lnTo>
                <a:lnTo>
                  <a:pt x="34" y="843"/>
                </a:lnTo>
                <a:lnTo>
                  <a:pt x="44" y="834"/>
                </a:lnTo>
                <a:lnTo>
                  <a:pt x="56" y="828"/>
                </a:lnTo>
                <a:lnTo>
                  <a:pt x="69" y="822"/>
                </a:lnTo>
                <a:lnTo>
                  <a:pt x="79" y="818"/>
                </a:lnTo>
                <a:lnTo>
                  <a:pt x="92" y="815"/>
                </a:lnTo>
                <a:lnTo>
                  <a:pt x="102" y="811"/>
                </a:lnTo>
                <a:lnTo>
                  <a:pt x="125" y="809"/>
                </a:lnTo>
                <a:lnTo>
                  <a:pt x="148" y="807"/>
                </a:lnTo>
                <a:lnTo>
                  <a:pt x="170" y="807"/>
                </a:lnTo>
                <a:lnTo>
                  <a:pt x="191" y="809"/>
                </a:lnTo>
                <a:lnTo>
                  <a:pt x="191" y="809"/>
                </a:lnTo>
                <a:lnTo>
                  <a:pt x="225" y="811"/>
                </a:lnTo>
                <a:lnTo>
                  <a:pt x="240" y="810"/>
                </a:lnTo>
                <a:lnTo>
                  <a:pt x="255" y="809"/>
                </a:lnTo>
                <a:lnTo>
                  <a:pt x="269" y="805"/>
                </a:lnTo>
                <a:lnTo>
                  <a:pt x="284" y="799"/>
                </a:lnTo>
                <a:lnTo>
                  <a:pt x="297" y="791"/>
                </a:lnTo>
                <a:lnTo>
                  <a:pt x="312" y="778"/>
                </a:lnTo>
                <a:lnTo>
                  <a:pt x="312" y="778"/>
                </a:lnTo>
                <a:lnTo>
                  <a:pt x="323" y="765"/>
                </a:lnTo>
                <a:lnTo>
                  <a:pt x="331" y="752"/>
                </a:lnTo>
                <a:lnTo>
                  <a:pt x="337" y="737"/>
                </a:lnTo>
                <a:lnTo>
                  <a:pt x="341" y="723"/>
                </a:lnTo>
                <a:lnTo>
                  <a:pt x="343" y="707"/>
                </a:lnTo>
                <a:lnTo>
                  <a:pt x="343" y="691"/>
                </a:lnTo>
                <a:lnTo>
                  <a:pt x="342" y="657"/>
                </a:lnTo>
                <a:lnTo>
                  <a:pt x="342" y="657"/>
                </a:lnTo>
                <a:lnTo>
                  <a:pt x="341" y="637"/>
                </a:lnTo>
                <a:lnTo>
                  <a:pt x="339" y="615"/>
                </a:lnTo>
                <a:lnTo>
                  <a:pt x="341" y="593"/>
                </a:lnTo>
                <a:lnTo>
                  <a:pt x="344" y="570"/>
                </a:lnTo>
                <a:lnTo>
                  <a:pt x="347" y="558"/>
                </a:lnTo>
                <a:lnTo>
                  <a:pt x="350" y="547"/>
                </a:lnTo>
                <a:lnTo>
                  <a:pt x="355" y="535"/>
                </a:lnTo>
                <a:lnTo>
                  <a:pt x="360" y="524"/>
                </a:lnTo>
                <a:lnTo>
                  <a:pt x="367" y="512"/>
                </a:lnTo>
                <a:lnTo>
                  <a:pt x="375" y="500"/>
                </a:lnTo>
                <a:lnTo>
                  <a:pt x="384" y="489"/>
                </a:lnTo>
                <a:lnTo>
                  <a:pt x="394" y="479"/>
                </a:lnTo>
                <a:lnTo>
                  <a:pt x="394" y="479"/>
                </a:lnTo>
                <a:lnTo>
                  <a:pt x="406" y="468"/>
                </a:lnTo>
                <a:lnTo>
                  <a:pt x="417" y="458"/>
                </a:lnTo>
                <a:lnTo>
                  <a:pt x="429" y="451"/>
                </a:lnTo>
                <a:lnTo>
                  <a:pt x="440" y="443"/>
                </a:lnTo>
                <a:lnTo>
                  <a:pt x="452" y="439"/>
                </a:lnTo>
                <a:lnTo>
                  <a:pt x="464" y="434"/>
                </a:lnTo>
                <a:lnTo>
                  <a:pt x="475" y="430"/>
                </a:lnTo>
                <a:lnTo>
                  <a:pt x="487" y="428"/>
                </a:lnTo>
                <a:lnTo>
                  <a:pt x="510" y="424"/>
                </a:lnTo>
                <a:lnTo>
                  <a:pt x="532" y="423"/>
                </a:lnTo>
                <a:lnTo>
                  <a:pt x="554" y="424"/>
                </a:lnTo>
                <a:lnTo>
                  <a:pt x="574" y="425"/>
                </a:lnTo>
                <a:lnTo>
                  <a:pt x="574" y="425"/>
                </a:lnTo>
                <a:lnTo>
                  <a:pt x="608" y="427"/>
                </a:lnTo>
                <a:lnTo>
                  <a:pt x="624" y="427"/>
                </a:lnTo>
                <a:lnTo>
                  <a:pt x="639" y="424"/>
                </a:lnTo>
                <a:lnTo>
                  <a:pt x="654" y="420"/>
                </a:lnTo>
                <a:lnTo>
                  <a:pt x="668" y="414"/>
                </a:lnTo>
                <a:lnTo>
                  <a:pt x="682" y="406"/>
                </a:lnTo>
                <a:lnTo>
                  <a:pt x="695" y="395"/>
                </a:lnTo>
                <a:lnTo>
                  <a:pt x="695" y="395"/>
                </a:lnTo>
                <a:lnTo>
                  <a:pt x="707" y="382"/>
                </a:lnTo>
                <a:lnTo>
                  <a:pt x="716" y="367"/>
                </a:lnTo>
                <a:lnTo>
                  <a:pt x="722" y="353"/>
                </a:lnTo>
                <a:lnTo>
                  <a:pt x="725" y="338"/>
                </a:lnTo>
                <a:lnTo>
                  <a:pt x="726" y="324"/>
                </a:lnTo>
                <a:lnTo>
                  <a:pt x="728" y="308"/>
                </a:lnTo>
                <a:lnTo>
                  <a:pt x="725" y="274"/>
                </a:lnTo>
                <a:lnTo>
                  <a:pt x="725" y="274"/>
                </a:lnTo>
                <a:lnTo>
                  <a:pt x="724" y="254"/>
                </a:lnTo>
                <a:lnTo>
                  <a:pt x="724" y="232"/>
                </a:lnTo>
                <a:lnTo>
                  <a:pt x="725" y="209"/>
                </a:lnTo>
                <a:lnTo>
                  <a:pt x="728" y="187"/>
                </a:lnTo>
                <a:lnTo>
                  <a:pt x="731" y="175"/>
                </a:lnTo>
                <a:lnTo>
                  <a:pt x="734" y="163"/>
                </a:lnTo>
                <a:lnTo>
                  <a:pt x="739" y="152"/>
                </a:lnTo>
                <a:lnTo>
                  <a:pt x="745" y="140"/>
                </a:lnTo>
                <a:lnTo>
                  <a:pt x="751" y="128"/>
                </a:lnTo>
                <a:lnTo>
                  <a:pt x="759" y="117"/>
                </a:lnTo>
                <a:lnTo>
                  <a:pt x="768" y="105"/>
                </a:lnTo>
                <a:lnTo>
                  <a:pt x="778" y="94"/>
                </a:lnTo>
                <a:lnTo>
                  <a:pt x="778" y="94"/>
                </a:lnTo>
                <a:lnTo>
                  <a:pt x="789" y="83"/>
                </a:lnTo>
                <a:lnTo>
                  <a:pt x="801" y="75"/>
                </a:lnTo>
                <a:lnTo>
                  <a:pt x="812" y="66"/>
                </a:lnTo>
                <a:lnTo>
                  <a:pt x="824" y="60"/>
                </a:lnTo>
                <a:lnTo>
                  <a:pt x="837" y="54"/>
                </a:lnTo>
                <a:lnTo>
                  <a:pt x="847" y="49"/>
                </a:lnTo>
                <a:lnTo>
                  <a:pt x="860" y="47"/>
                </a:lnTo>
                <a:lnTo>
                  <a:pt x="870" y="43"/>
                </a:lnTo>
                <a:lnTo>
                  <a:pt x="893" y="41"/>
                </a:lnTo>
                <a:lnTo>
                  <a:pt x="916" y="40"/>
                </a:lnTo>
                <a:lnTo>
                  <a:pt x="938" y="40"/>
                </a:lnTo>
                <a:lnTo>
                  <a:pt x="959" y="41"/>
                </a:lnTo>
                <a:lnTo>
                  <a:pt x="959" y="41"/>
                </a:lnTo>
                <a:lnTo>
                  <a:pt x="993" y="43"/>
                </a:lnTo>
                <a:lnTo>
                  <a:pt x="1008" y="42"/>
                </a:lnTo>
                <a:lnTo>
                  <a:pt x="1023" y="41"/>
                </a:lnTo>
                <a:lnTo>
                  <a:pt x="1037" y="37"/>
                </a:lnTo>
                <a:lnTo>
                  <a:pt x="1052" y="31"/>
                </a:lnTo>
                <a:lnTo>
                  <a:pt x="1066" y="23"/>
                </a:lnTo>
                <a:lnTo>
                  <a:pt x="1080" y="11"/>
                </a:lnTo>
                <a:lnTo>
                  <a:pt x="1080" y="11"/>
                </a:lnTo>
                <a:lnTo>
                  <a:pt x="1086" y="6"/>
                </a:lnTo>
                <a:lnTo>
                  <a:pt x="1092" y="2"/>
                </a:lnTo>
                <a:lnTo>
                  <a:pt x="1099" y="0"/>
                </a:lnTo>
                <a:lnTo>
                  <a:pt x="1106" y="0"/>
                </a:lnTo>
                <a:lnTo>
                  <a:pt x="1113" y="0"/>
                </a:lnTo>
                <a:lnTo>
                  <a:pt x="1121" y="2"/>
                </a:lnTo>
                <a:lnTo>
                  <a:pt x="1128" y="6"/>
                </a:lnTo>
                <a:lnTo>
                  <a:pt x="1134" y="11"/>
                </a:lnTo>
                <a:lnTo>
                  <a:pt x="1134" y="11"/>
                </a:lnTo>
                <a:lnTo>
                  <a:pt x="1139" y="17"/>
                </a:lnTo>
                <a:lnTo>
                  <a:pt x="1142" y="24"/>
                </a:lnTo>
                <a:lnTo>
                  <a:pt x="1144" y="31"/>
                </a:lnTo>
                <a:lnTo>
                  <a:pt x="1145" y="38"/>
                </a:lnTo>
                <a:lnTo>
                  <a:pt x="1144" y="46"/>
                </a:lnTo>
                <a:lnTo>
                  <a:pt x="1142" y="53"/>
                </a:lnTo>
                <a:lnTo>
                  <a:pt x="1139" y="59"/>
                </a:lnTo>
                <a:lnTo>
                  <a:pt x="1134" y="65"/>
                </a:lnTo>
                <a:lnTo>
                  <a:pt x="1134" y="6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5" name="Freeform 320">
            <a:extLst>
              <a:ext uri="{FF2B5EF4-FFF2-40B4-BE49-F238E27FC236}">
                <a16:creationId xmlns:a16="http://schemas.microsoft.com/office/drawing/2014/main" id="{B4B27016-659C-244A-A9CF-AF0A4DEBECFE}"/>
              </a:ext>
            </a:extLst>
          </p:cNvPr>
          <p:cNvSpPr>
            <a:spLocks/>
          </p:cNvSpPr>
          <p:nvPr/>
        </p:nvSpPr>
        <p:spPr bwMode="auto">
          <a:xfrm rot="2493426">
            <a:off x="9765399" y="590249"/>
            <a:ext cx="673927" cy="546682"/>
          </a:xfrm>
          <a:custGeom>
            <a:avLst/>
            <a:gdLst>
              <a:gd name="T0" fmla="*/ 1111 w 1145"/>
              <a:gd name="T1" fmla="*/ 84 h 927"/>
              <a:gd name="T2" fmla="*/ 1064 w 1145"/>
              <a:gd name="T3" fmla="*/ 110 h 927"/>
              <a:gd name="T4" fmla="*/ 996 w 1145"/>
              <a:gd name="T5" fmla="*/ 119 h 927"/>
              <a:gd name="T6" fmla="*/ 920 w 1145"/>
              <a:gd name="T7" fmla="*/ 116 h 927"/>
              <a:gd name="T8" fmla="*/ 860 w 1145"/>
              <a:gd name="T9" fmla="*/ 128 h 927"/>
              <a:gd name="T10" fmla="*/ 821 w 1145"/>
              <a:gd name="T11" fmla="*/ 162 h 927"/>
              <a:gd name="T12" fmla="*/ 801 w 1145"/>
              <a:gd name="T13" fmla="*/ 220 h 927"/>
              <a:gd name="T14" fmla="*/ 804 w 1145"/>
              <a:gd name="T15" fmla="*/ 290 h 927"/>
              <a:gd name="T16" fmla="*/ 797 w 1145"/>
              <a:gd name="T17" fmla="*/ 368 h 927"/>
              <a:gd name="T18" fmla="*/ 777 w 1145"/>
              <a:gd name="T19" fmla="*/ 414 h 927"/>
              <a:gd name="T20" fmla="*/ 749 w 1145"/>
              <a:gd name="T21" fmla="*/ 450 h 927"/>
              <a:gd name="T22" fmla="*/ 704 w 1145"/>
              <a:gd name="T23" fmla="*/ 483 h 927"/>
              <a:gd name="T24" fmla="*/ 656 w 1145"/>
              <a:gd name="T25" fmla="*/ 499 h 927"/>
              <a:gd name="T26" fmla="*/ 569 w 1145"/>
              <a:gd name="T27" fmla="*/ 501 h 927"/>
              <a:gd name="T28" fmla="*/ 505 w 1145"/>
              <a:gd name="T29" fmla="*/ 503 h 927"/>
              <a:gd name="T30" fmla="*/ 448 w 1145"/>
              <a:gd name="T31" fmla="*/ 532 h 927"/>
              <a:gd name="T32" fmla="*/ 423 w 1145"/>
              <a:gd name="T33" fmla="*/ 574 h 927"/>
              <a:gd name="T34" fmla="*/ 418 w 1145"/>
              <a:gd name="T35" fmla="*/ 653 h 927"/>
              <a:gd name="T36" fmla="*/ 419 w 1145"/>
              <a:gd name="T37" fmla="*/ 718 h 927"/>
              <a:gd name="T38" fmla="*/ 405 w 1145"/>
              <a:gd name="T39" fmla="*/ 775 h 927"/>
              <a:gd name="T40" fmla="*/ 376 w 1145"/>
              <a:gd name="T41" fmla="*/ 822 h 927"/>
              <a:gd name="T42" fmla="*/ 343 w 1145"/>
              <a:gd name="T43" fmla="*/ 852 h 927"/>
              <a:gd name="T44" fmla="*/ 296 w 1145"/>
              <a:gd name="T45" fmla="*/ 878 h 927"/>
              <a:gd name="T46" fmla="*/ 228 w 1145"/>
              <a:gd name="T47" fmla="*/ 887 h 927"/>
              <a:gd name="T48" fmla="*/ 152 w 1145"/>
              <a:gd name="T49" fmla="*/ 885 h 927"/>
              <a:gd name="T50" fmla="*/ 92 w 1145"/>
              <a:gd name="T51" fmla="*/ 896 h 927"/>
              <a:gd name="T52" fmla="*/ 59 w 1145"/>
              <a:gd name="T53" fmla="*/ 921 h 927"/>
              <a:gd name="T54" fmla="*/ 30 w 1145"/>
              <a:gd name="T55" fmla="*/ 927 h 927"/>
              <a:gd name="T56" fmla="*/ 11 w 1145"/>
              <a:gd name="T57" fmla="*/ 916 h 927"/>
              <a:gd name="T58" fmla="*/ 0 w 1145"/>
              <a:gd name="T59" fmla="*/ 890 h 927"/>
              <a:gd name="T60" fmla="*/ 11 w 1145"/>
              <a:gd name="T61" fmla="*/ 862 h 927"/>
              <a:gd name="T62" fmla="*/ 44 w 1145"/>
              <a:gd name="T63" fmla="*/ 834 h 927"/>
              <a:gd name="T64" fmla="*/ 92 w 1145"/>
              <a:gd name="T65" fmla="*/ 815 h 927"/>
              <a:gd name="T66" fmla="*/ 170 w 1145"/>
              <a:gd name="T67" fmla="*/ 807 h 927"/>
              <a:gd name="T68" fmla="*/ 240 w 1145"/>
              <a:gd name="T69" fmla="*/ 810 h 927"/>
              <a:gd name="T70" fmla="*/ 297 w 1145"/>
              <a:gd name="T71" fmla="*/ 791 h 927"/>
              <a:gd name="T72" fmla="*/ 331 w 1145"/>
              <a:gd name="T73" fmla="*/ 752 h 927"/>
              <a:gd name="T74" fmla="*/ 343 w 1145"/>
              <a:gd name="T75" fmla="*/ 691 h 927"/>
              <a:gd name="T76" fmla="*/ 339 w 1145"/>
              <a:gd name="T77" fmla="*/ 615 h 927"/>
              <a:gd name="T78" fmla="*/ 350 w 1145"/>
              <a:gd name="T79" fmla="*/ 547 h 927"/>
              <a:gd name="T80" fmla="*/ 375 w 1145"/>
              <a:gd name="T81" fmla="*/ 500 h 927"/>
              <a:gd name="T82" fmla="*/ 406 w 1145"/>
              <a:gd name="T83" fmla="*/ 468 h 927"/>
              <a:gd name="T84" fmla="*/ 452 w 1145"/>
              <a:gd name="T85" fmla="*/ 439 h 927"/>
              <a:gd name="T86" fmla="*/ 510 w 1145"/>
              <a:gd name="T87" fmla="*/ 424 h 927"/>
              <a:gd name="T88" fmla="*/ 574 w 1145"/>
              <a:gd name="T89" fmla="*/ 425 h 927"/>
              <a:gd name="T90" fmla="*/ 654 w 1145"/>
              <a:gd name="T91" fmla="*/ 420 h 927"/>
              <a:gd name="T92" fmla="*/ 695 w 1145"/>
              <a:gd name="T93" fmla="*/ 395 h 927"/>
              <a:gd name="T94" fmla="*/ 725 w 1145"/>
              <a:gd name="T95" fmla="*/ 338 h 927"/>
              <a:gd name="T96" fmla="*/ 725 w 1145"/>
              <a:gd name="T97" fmla="*/ 274 h 927"/>
              <a:gd name="T98" fmla="*/ 728 w 1145"/>
              <a:gd name="T99" fmla="*/ 187 h 927"/>
              <a:gd name="T100" fmla="*/ 745 w 1145"/>
              <a:gd name="T101" fmla="*/ 140 h 927"/>
              <a:gd name="T102" fmla="*/ 778 w 1145"/>
              <a:gd name="T103" fmla="*/ 94 h 927"/>
              <a:gd name="T104" fmla="*/ 812 w 1145"/>
              <a:gd name="T105" fmla="*/ 66 h 927"/>
              <a:gd name="T106" fmla="*/ 860 w 1145"/>
              <a:gd name="T107" fmla="*/ 47 h 927"/>
              <a:gd name="T108" fmla="*/ 938 w 1145"/>
              <a:gd name="T109" fmla="*/ 40 h 927"/>
              <a:gd name="T110" fmla="*/ 1008 w 1145"/>
              <a:gd name="T111" fmla="*/ 42 h 927"/>
              <a:gd name="T112" fmla="*/ 1066 w 1145"/>
              <a:gd name="T113" fmla="*/ 23 h 927"/>
              <a:gd name="T114" fmla="*/ 1092 w 1145"/>
              <a:gd name="T115" fmla="*/ 2 h 927"/>
              <a:gd name="T116" fmla="*/ 1121 w 1145"/>
              <a:gd name="T117" fmla="*/ 2 h 927"/>
              <a:gd name="T118" fmla="*/ 1139 w 1145"/>
              <a:gd name="T119" fmla="*/ 17 h 927"/>
              <a:gd name="T120" fmla="*/ 1144 w 1145"/>
              <a:gd name="T121" fmla="*/ 46 h 927"/>
              <a:gd name="T122" fmla="*/ 1134 w 1145"/>
              <a:gd name="T123" fmla="*/ 65 h 9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145" h="927">
                <a:moveTo>
                  <a:pt x="1134" y="65"/>
                </a:moveTo>
                <a:lnTo>
                  <a:pt x="1134" y="65"/>
                </a:lnTo>
                <a:lnTo>
                  <a:pt x="1122" y="76"/>
                </a:lnTo>
                <a:lnTo>
                  <a:pt x="1111" y="84"/>
                </a:lnTo>
                <a:lnTo>
                  <a:pt x="1099" y="93"/>
                </a:lnTo>
                <a:lnTo>
                  <a:pt x="1088" y="99"/>
                </a:lnTo>
                <a:lnTo>
                  <a:pt x="1076" y="105"/>
                </a:lnTo>
                <a:lnTo>
                  <a:pt x="1064" y="110"/>
                </a:lnTo>
                <a:lnTo>
                  <a:pt x="1053" y="112"/>
                </a:lnTo>
                <a:lnTo>
                  <a:pt x="1041" y="116"/>
                </a:lnTo>
                <a:lnTo>
                  <a:pt x="1018" y="118"/>
                </a:lnTo>
                <a:lnTo>
                  <a:pt x="996" y="119"/>
                </a:lnTo>
                <a:lnTo>
                  <a:pt x="974" y="119"/>
                </a:lnTo>
                <a:lnTo>
                  <a:pt x="954" y="118"/>
                </a:lnTo>
                <a:lnTo>
                  <a:pt x="954" y="118"/>
                </a:lnTo>
                <a:lnTo>
                  <a:pt x="920" y="116"/>
                </a:lnTo>
                <a:lnTo>
                  <a:pt x="904" y="117"/>
                </a:lnTo>
                <a:lnTo>
                  <a:pt x="889" y="118"/>
                </a:lnTo>
                <a:lnTo>
                  <a:pt x="874" y="122"/>
                </a:lnTo>
                <a:lnTo>
                  <a:pt x="860" y="128"/>
                </a:lnTo>
                <a:lnTo>
                  <a:pt x="846" y="136"/>
                </a:lnTo>
                <a:lnTo>
                  <a:pt x="833" y="148"/>
                </a:lnTo>
                <a:lnTo>
                  <a:pt x="833" y="148"/>
                </a:lnTo>
                <a:lnTo>
                  <a:pt x="821" y="162"/>
                </a:lnTo>
                <a:lnTo>
                  <a:pt x="812" y="175"/>
                </a:lnTo>
                <a:lnTo>
                  <a:pt x="806" y="190"/>
                </a:lnTo>
                <a:lnTo>
                  <a:pt x="803" y="204"/>
                </a:lnTo>
                <a:lnTo>
                  <a:pt x="801" y="220"/>
                </a:lnTo>
                <a:lnTo>
                  <a:pt x="800" y="235"/>
                </a:lnTo>
                <a:lnTo>
                  <a:pt x="803" y="269"/>
                </a:lnTo>
                <a:lnTo>
                  <a:pt x="803" y="269"/>
                </a:lnTo>
                <a:lnTo>
                  <a:pt x="804" y="290"/>
                </a:lnTo>
                <a:lnTo>
                  <a:pt x="804" y="312"/>
                </a:lnTo>
                <a:lnTo>
                  <a:pt x="803" y="333"/>
                </a:lnTo>
                <a:lnTo>
                  <a:pt x="800" y="356"/>
                </a:lnTo>
                <a:lnTo>
                  <a:pt x="797" y="368"/>
                </a:lnTo>
                <a:lnTo>
                  <a:pt x="794" y="379"/>
                </a:lnTo>
                <a:lnTo>
                  <a:pt x="789" y="391"/>
                </a:lnTo>
                <a:lnTo>
                  <a:pt x="783" y="404"/>
                </a:lnTo>
                <a:lnTo>
                  <a:pt x="777" y="414"/>
                </a:lnTo>
                <a:lnTo>
                  <a:pt x="769" y="427"/>
                </a:lnTo>
                <a:lnTo>
                  <a:pt x="760" y="437"/>
                </a:lnTo>
                <a:lnTo>
                  <a:pt x="749" y="450"/>
                </a:lnTo>
                <a:lnTo>
                  <a:pt x="749" y="450"/>
                </a:lnTo>
                <a:lnTo>
                  <a:pt x="739" y="459"/>
                </a:lnTo>
                <a:lnTo>
                  <a:pt x="726" y="469"/>
                </a:lnTo>
                <a:lnTo>
                  <a:pt x="716" y="476"/>
                </a:lnTo>
                <a:lnTo>
                  <a:pt x="704" y="483"/>
                </a:lnTo>
                <a:lnTo>
                  <a:pt x="691" y="488"/>
                </a:lnTo>
                <a:lnTo>
                  <a:pt x="681" y="493"/>
                </a:lnTo>
                <a:lnTo>
                  <a:pt x="668" y="497"/>
                </a:lnTo>
                <a:lnTo>
                  <a:pt x="656" y="499"/>
                </a:lnTo>
                <a:lnTo>
                  <a:pt x="635" y="503"/>
                </a:lnTo>
                <a:lnTo>
                  <a:pt x="612" y="504"/>
                </a:lnTo>
                <a:lnTo>
                  <a:pt x="590" y="503"/>
                </a:lnTo>
                <a:lnTo>
                  <a:pt x="569" y="501"/>
                </a:lnTo>
                <a:lnTo>
                  <a:pt x="569" y="501"/>
                </a:lnTo>
                <a:lnTo>
                  <a:pt x="535" y="500"/>
                </a:lnTo>
                <a:lnTo>
                  <a:pt x="520" y="500"/>
                </a:lnTo>
                <a:lnTo>
                  <a:pt x="505" y="503"/>
                </a:lnTo>
                <a:lnTo>
                  <a:pt x="491" y="506"/>
                </a:lnTo>
                <a:lnTo>
                  <a:pt x="476" y="512"/>
                </a:lnTo>
                <a:lnTo>
                  <a:pt x="463" y="521"/>
                </a:lnTo>
                <a:lnTo>
                  <a:pt x="448" y="532"/>
                </a:lnTo>
                <a:lnTo>
                  <a:pt x="448" y="532"/>
                </a:lnTo>
                <a:lnTo>
                  <a:pt x="437" y="546"/>
                </a:lnTo>
                <a:lnTo>
                  <a:pt x="429" y="560"/>
                </a:lnTo>
                <a:lnTo>
                  <a:pt x="423" y="574"/>
                </a:lnTo>
                <a:lnTo>
                  <a:pt x="419" y="589"/>
                </a:lnTo>
                <a:lnTo>
                  <a:pt x="417" y="603"/>
                </a:lnTo>
                <a:lnTo>
                  <a:pt x="417" y="619"/>
                </a:lnTo>
                <a:lnTo>
                  <a:pt x="418" y="653"/>
                </a:lnTo>
                <a:lnTo>
                  <a:pt x="418" y="653"/>
                </a:lnTo>
                <a:lnTo>
                  <a:pt x="419" y="673"/>
                </a:lnTo>
                <a:lnTo>
                  <a:pt x="421" y="695"/>
                </a:lnTo>
                <a:lnTo>
                  <a:pt x="419" y="718"/>
                </a:lnTo>
                <a:lnTo>
                  <a:pt x="416" y="741"/>
                </a:lnTo>
                <a:lnTo>
                  <a:pt x="413" y="752"/>
                </a:lnTo>
                <a:lnTo>
                  <a:pt x="410" y="764"/>
                </a:lnTo>
                <a:lnTo>
                  <a:pt x="405" y="775"/>
                </a:lnTo>
                <a:lnTo>
                  <a:pt x="400" y="787"/>
                </a:lnTo>
                <a:lnTo>
                  <a:pt x="393" y="799"/>
                </a:lnTo>
                <a:lnTo>
                  <a:pt x="385" y="810"/>
                </a:lnTo>
                <a:lnTo>
                  <a:pt x="376" y="822"/>
                </a:lnTo>
                <a:lnTo>
                  <a:pt x="366" y="833"/>
                </a:lnTo>
                <a:lnTo>
                  <a:pt x="366" y="833"/>
                </a:lnTo>
                <a:lnTo>
                  <a:pt x="354" y="844"/>
                </a:lnTo>
                <a:lnTo>
                  <a:pt x="343" y="852"/>
                </a:lnTo>
                <a:lnTo>
                  <a:pt x="331" y="861"/>
                </a:lnTo>
                <a:lnTo>
                  <a:pt x="319" y="867"/>
                </a:lnTo>
                <a:lnTo>
                  <a:pt x="308" y="873"/>
                </a:lnTo>
                <a:lnTo>
                  <a:pt x="296" y="878"/>
                </a:lnTo>
                <a:lnTo>
                  <a:pt x="285" y="881"/>
                </a:lnTo>
                <a:lnTo>
                  <a:pt x="273" y="884"/>
                </a:lnTo>
                <a:lnTo>
                  <a:pt x="250" y="886"/>
                </a:lnTo>
                <a:lnTo>
                  <a:pt x="228" y="887"/>
                </a:lnTo>
                <a:lnTo>
                  <a:pt x="206" y="887"/>
                </a:lnTo>
                <a:lnTo>
                  <a:pt x="186" y="886"/>
                </a:lnTo>
                <a:lnTo>
                  <a:pt x="186" y="886"/>
                </a:lnTo>
                <a:lnTo>
                  <a:pt x="152" y="885"/>
                </a:lnTo>
                <a:lnTo>
                  <a:pt x="136" y="885"/>
                </a:lnTo>
                <a:lnTo>
                  <a:pt x="121" y="886"/>
                </a:lnTo>
                <a:lnTo>
                  <a:pt x="106" y="890"/>
                </a:lnTo>
                <a:lnTo>
                  <a:pt x="92" y="896"/>
                </a:lnTo>
                <a:lnTo>
                  <a:pt x="78" y="904"/>
                </a:lnTo>
                <a:lnTo>
                  <a:pt x="65" y="916"/>
                </a:lnTo>
                <a:lnTo>
                  <a:pt x="65" y="916"/>
                </a:lnTo>
                <a:lnTo>
                  <a:pt x="59" y="921"/>
                </a:lnTo>
                <a:lnTo>
                  <a:pt x="52" y="925"/>
                </a:lnTo>
                <a:lnTo>
                  <a:pt x="44" y="927"/>
                </a:lnTo>
                <a:lnTo>
                  <a:pt x="37" y="927"/>
                </a:lnTo>
                <a:lnTo>
                  <a:pt x="30" y="927"/>
                </a:lnTo>
                <a:lnTo>
                  <a:pt x="23" y="925"/>
                </a:lnTo>
                <a:lnTo>
                  <a:pt x="17" y="921"/>
                </a:lnTo>
                <a:lnTo>
                  <a:pt x="11" y="916"/>
                </a:lnTo>
                <a:lnTo>
                  <a:pt x="11" y="916"/>
                </a:lnTo>
                <a:lnTo>
                  <a:pt x="6" y="910"/>
                </a:lnTo>
                <a:lnTo>
                  <a:pt x="2" y="903"/>
                </a:lnTo>
                <a:lnTo>
                  <a:pt x="0" y="897"/>
                </a:lnTo>
                <a:lnTo>
                  <a:pt x="0" y="890"/>
                </a:lnTo>
                <a:lnTo>
                  <a:pt x="0" y="881"/>
                </a:lnTo>
                <a:lnTo>
                  <a:pt x="2" y="875"/>
                </a:lnTo>
                <a:lnTo>
                  <a:pt x="6" y="868"/>
                </a:lnTo>
                <a:lnTo>
                  <a:pt x="11" y="862"/>
                </a:lnTo>
                <a:lnTo>
                  <a:pt x="11" y="862"/>
                </a:lnTo>
                <a:lnTo>
                  <a:pt x="21" y="851"/>
                </a:lnTo>
                <a:lnTo>
                  <a:pt x="34" y="843"/>
                </a:lnTo>
                <a:lnTo>
                  <a:pt x="44" y="834"/>
                </a:lnTo>
                <a:lnTo>
                  <a:pt x="56" y="828"/>
                </a:lnTo>
                <a:lnTo>
                  <a:pt x="69" y="822"/>
                </a:lnTo>
                <a:lnTo>
                  <a:pt x="79" y="818"/>
                </a:lnTo>
                <a:lnTo>
                  <a:pt x="92" y="815"/>
                </a:lnTo>
                <a:lnTo>
                  <a:pt x="102" y="811"/>
                </a:lnTo>
                <a:lnTo>
                  <a:pt x="125" y="809"/>
                </a:lnTo>
                <a:lnTo>
                  <a:pt x="148" y="807"/>
                </a:lnTo>
                <a:lnTo>
                  <a:pt x="170" y="807"/>
                </a:lnTo>
                <a:lnTo>
                  <a:pt x="191" y="809"/>
                </a:lnTo>
                <a:lnTo>
                  <a:pt x="191" y="809"/>
                </a:lnTo>
                <a:lnTo>
                  <a:pt x="225" y="811"/>
                </a:lnTo>
                <a:lnTo>
                  <a:pt x="240" y="810"/>
                </a:lnTo>
                <a:lnTo>
                  <a:pt x="255" y="809"/>
                </a:lnTo>
                <a:lnTo>
                  <a:pt x="269" y="805"/>
                </a:lnTo>
                <a:lnTo>
                  <a:pt x="284" y="799"/>
                </a:lnTo>
                <a:lnTo>
                  <a:pt x="297" y="791"/>
                </a:lnTo>
                <a:lnTo>
                  <a:pt x="312" y="778"/>
                </a:lnTo>
                <a:lnTo>
                  <a:pt x="312" y="778"/>
                </a:lnTo>
                <a:lnTo>
                  <a:pt x="323" y="765"/>
                </a:lnTo>
                <a:lnTo>
                  <a:pt x="331" y="752"/>
                </a:lnTo>
                <a:lnTo>
                  <a:pt x="337" y="737"/>
                </a:lnTo>
                <a:lnTo>
                  <a:pt x="341" y="723"/>
                </a:lnTo>
                <a:lnTo>
                  <a:pt x="343" y="707"/>
                </a:lnTo>
                <a:lnTo>
                  <a:pt x="343" y="691"/>
                </a:lnTo>
                <a:lnTo>
                  <a:pt x="342" y="657"/>
                </a:lnTo>
                <a:lnTo>
                  <a:pt x="342" y="657"/>
                </a:lnTo>
                <a:lnTo>
                  <a:pt x="341" y="637"/>
                </a:lnTo>
                <a:lnTo>
                  <a:pt x="339" y="615"/>
                </a:lnTo>
                <a:lnTo>
                  <a:pt x="341" y="593"/>
                </a:lnTo>
                <a:lnTo>
                  <a:pt x="344" y="570"/>
                </a:lnTo>
                <a:lnTo>
                  <a:pt x="347" y="558"/>
                </a:lnTo>
                <a:lnTo>
                  <a:pt x="350" y="547"/>
                </a:lnTo>
                <a:lnTo>
                  <a:pt x="355" y="535"/>
                </a:lnTo>
                <a:lnTo>
                  <a:pt x="360" y="524"/>
                </a:lnTo>
                <a:lnTo>
                  <a:pt x="367" y="512"/>
                </a:lnTo>
                <a:lnTo>
                  <a:pt x="375" y="500"/>
                </a:lnTo>
                <a:lnTo>
                  <a:pt x="384" y="489"/>
                </a:lnTo>
                <a:lnTo>
                  <a:pt x="394" y="479"/>
                </a:lnTo>
                <a:lnTo>
                  <a:pt x="394" y="479"/>
                </a:lnTo>
                <a:lnTo>
                  <a:pt x="406" y="468"/>
                </a:lnTo>
                <a:lnTo>
                  <a:pt x="417" y="458"/>
                </a:lnTo>
                <a:lnTo>
                  <a:pt x="429" y="451"/>
                </a:lnTo>
                <a:lnTo>
                  <a:pt x="440" y="443"/>
                </a:lnTo>
                <a:lnTo>
                  <a:pt x="452" y="439"/>
                </a:lnTo>
                <a:lnTo>
                  <a:pt x="464" y="434"/>
                </a:lnTo>
                <a:lnTo>
                  <a:pt x="475" y="430"/>
                </a:lnTo>
                <a:lnTo>
                  <a:pt x="487" y="428"/>
                </a:lnTo>
                <a:lnTo>
                  <a:pt x="510" y="424"/>
                </a:lnTo>
                <a:lnTo>
                  <a:pt x="532" y="423"/>
                </a:lnTo>
                <a:lnTo>
                  <a:pt x="554" y="424"/>
                </a:lnTo>
                <a:lnTo>
                  <a:pt x="574" y="425"/>
                </a:lnTo>
                <a:lnTo>
                  <a:pt x="574" y="425"/>
                </a:lnTo>
                <a:lnTo>
                  <a:pt x="608" y="427"/>
                </a:lnTo>
                <a:lnTo>
                  <a:pt x="624" y="427"/>
                </a:lnTo>
                <a:lnTo>
                  <a:pt x="639" y="424"/>
                </a:lnTo>
                <a:lnTo>
                  <a:pt x="654" y="420"/>
                </a:lnTo>
                <a:lnTo>
                  <a:pt x="668" y="414"/>
                </a:lnTo>
                <a:lnTo>
                  <a:pt x="682" y="406"/>
                </a:lnTo>
                <a:lnTo>
                  <a:pt x="695" y="395"/>
                </a:lnTo>
                <a:lnTo>
                  <a:pt x="695" y="395"/>
                </a:lnTo>
                <a:lnTo>
                  <a:pt x="707" y="382"/>
                </a:lnTo>
                <a:lnTo>
                  <a:pt x="716" y="367"/>
                </a:lnTo>
                <a:lnTo>
                  <a:pt x="722" y="353"/>
                </a:lnTo>
                <a:lnTo>
                  <a:pt x="725" y="338"/>
                </a:lnTo>
                <a:lnTo>
                  <a:pt x="726" y="324"/>
                </a:lnTo>
                <a:lnTo>
                  <a:pt x="728" y="308"/>
                </a:lnTo>
                <a:lnTo>
                  <a:pt x="725" y="274"/>
                </a:lnTo>
                <a:lnTo>
                  <a:pt x="725" y="274"/>
                </a:lnTo>
                <a:lnTo>
                  <a:pt x="724" y="254"/>
                </a:lnTo>
                <a:lnTo>
                  <a:pt x="724" y="232"/>
                </a:lnTo>
                <a:lnTo>
                  <a:pt x="725" y="209"/>
                </a:lnTo>
                <a:lnTo>
                  <a:pt x="728" y="187"/>
                </a:lnTo>
                <a:lnTo>
                  <a:pt x="731" y="175"/>
                </a:lnTo>
                <a:lnTo>
                  <a:pt x="734" y="163"/>
                </a:lnTo>
                <a:lnTo>
                  <a:pt x="739" y="152"/>
                </a:lnTo>
                <a:lnTo>
                  <a:pt x="745" y="140"/>
                </a:lnTo>
                <a:lnTo>
                  <a:pt x="751" y="128"/>
                </a:lnTo>
                <a:lnTo>
                  <a:pt x="759" y="117"/>
                </a:lnTo>
                <a:lnTo>
                  <a:pt x="768" y="105"/>
                </a:lnTo>
                <a:lnTo>
                  <a:pt x="778" y="94"/>
                </a:lnTo>
                <a:lnTo>
                  <a:pt x="778" y="94"/>
                </a:lnTo>
                <a:lnTo>
                  <a:pt x="789" y="83"/>
                </a:lnTo>
                <a:lnTo>
                  <a:pt x="801" y="75"/>
                </a:lnTo>
                <a:lnTo>
                  <a:pt x="812" y="66"/>
                </a:lnTo>
                <a:lnTo>
                  <a:pt x="824" y="60"/>
                </a:lnTo>
                <a:lnTo>
                  <a:pt x="837" y="54"/>
                </a:lnTo>
                <a:lnTo>
                  <a:pt x="847" y="49"/>
                </a:lnTo>
                <a:lnTo>
                  <a:pt x="860" y="47"/>
                </a:lnTo>
                <a:lnTo>
                  <a:pt x="870" y="43"/>
                </a:lnTo>
                <a:lnTo>
                  <a:pt x="893" y="41"/>
                </a:lnTo>
                <a:lnTo>
                  <a:pt x="916" y="40"/>
                </a:lnTo>
                <a:lnTo>
                  <a:pt x="938" y="40"/>
                </a:lnTo>
                <a:lnTo>
                  <a:pt x="959" y="41"/>
                </a:lnTo>
                <a:lnTo>
                  <a:pt x="959" y="41"/>
                </a:lnTo>
                <a:lnTo>
                  <a:pt x="993" y="43"/>
                </a:lnTo>
                <a:lnTo>
                  <a:pt x="1008" y="42"/>
                </a:lnTo>
                <a:lnTo>
                  <a:pt x="1023" y="41"/>
                </a:lnTo>
                <a:lnTo>
                  <a:pt x="1037" y="37"/>
                </a:lnTo>
                <a:lnTo>
                  <a:pt x="1052" y="31"/>
                </a:lnTo>
                <a:lnTo>
                  <a:pt x="1066" y="23"/>
                </a:lnTo>
                <a:lnTo>
                  <a:pt x="1080" y="11"/>
                </a:lnTo>
                <a:lnTo>
                  <a:pt x="1080" y="11"/>
                </a:lnTo>
                <a:lnTo>
                  <a:pt x="1086" y="6"/>
                </a:lnTo>
                <a:lnTo>
                  <a:pt x="1092" y="2"/>
                </a:lnTo>
                <a:lnTo>
                  <a:pt x="1099" y="0"/>
                </a:lnTo>
                <a:lnTo>
                  <a:pt x="1106" y="0"/>
                </a:lnTo>
                <a:lnTo>
                  <a:pt x="1113" y="0"/>
                </a:lnTo>
                <a:lnTo>
                  <a:pt x="1121" y="2"/>
                </a:lnTo>
                <a:lnTo>
                  <a:pt x="1128" y="6"/>
                </a:lnTo>
                <a:lnTo>
                  <a:pt x="1134" y="11"/>
                </a:lnTo>
                <a:lnTo>
                  <a:pt x="1134" y="11"/>
                </a:lnTo>
                <a:lnTo>
                  <a:pt x="1139" y="17"/>
                </a:lnTo>
                <a:lnTo>
                  <a:pt x="1142" y="24"/>
                </a:lnTo>
                <a:lnTo>
                  <a:pt x="1144" y="31"/>
                </a:lnTo>
                <a:lnTo>
                  <a:pt x="1145" y="38"/>
                </a:lnTo>
                <a:lnTo>
                  <a:pt x="1144" y="46"/>
                </a:lnTo>
                <a:lnTo>
                  <a:pt x="1142" y="53"/>
                </a:lnTo>
                <a:lnTo>
                  <a:pt x="1139" y="59"/>
                </a:lnTo>
                <a:lnTo>
                  <a:pt x="1134" y="65"/>
                </a:lnTo>
                <a:lnTo>
                  <a:pt x="1134" y="6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51" name="Group 450">
            <a:extLst>
              <a:ext uri="{FF2B5EF4-FFF2-40B4-BE49-F238E27FC236}">
                <a16:creationId xmlns:a16="http://schemas.microsoft.com/office/drawing/2014/main" id="{81596816-1340-AC4E-8BBC-85258C381A59}"/>
              </a:ext>
            </a:extLst>
          </p:cNvPr>
          <p:cNvGrpSpPr/>
          <p:nvPr/>
        </p:nvGrpSpPr>
        <p:grpSpPr>
          <a:xfrm flipH="1">
            <a:off x="9274853" y="4383843"/>
            <a:ext cx="4080149" cy="2526143"/>
            <a:chOff x="3363913" y="4510088"/>
            <a:chExt cx="912813" cy="565150"/>
          </a:xfrm>
        </p:grpSpPr>
        <p:sp>
          <p:nvSpPr>
            <p:cNvPr id="452" name="Freeform 581">
              <a:extLst>
                <a:ext uri="{FF2B5EF4-FFF2-40B4-BE49-F238E27FC236}">
                  <a16:creationId xmlns:a16="http://schemas.microsoft.com/office/drawing/2014/main" id="{A9CA593E-2C03-D445-ACF9-04AD6007F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913" y="4510088"/>
              <a:ext cx="520700" cy="382588"/>
            </a:xfrm>
            <a:custGeom>
              <a:avLst/>
              <a:gdLst>
                <a:gd name="T0" fmla="*/ 627 w 656"/>
                <a:gd name="T1" fmla="*/ 161 h 483"/>
                <a:gd name="T2" fmla="*/ 566 w 656"/>
                <a:gd name="T3" fmla="*/ 138 h 483"/>
                <a:gd name="T4" fmla="*/ 528 w 656"/>
                <a:gd name="T5" fmla="*/ 224 h 483"/>
                <a:gd name="T6" fmla="*/ 497 w 656"/>
                <a:gd name="T7" fmla="*/ 242 h 483"/>
                <a:gd name="T8" fmla="*/ 486 w 656"/>
                <a:gd name="T9" fmla="*/ 215 h 483"/>
                <a:gd name="T10" fmla="*/ 530 w 656"/>
                <a:gd name="T11" fmla="*/ 114 h 483"/>
                <a:gd name="T12" fmla="*/ 497 w 656"/>
                <a:gd name="T13" fmla="*/ 38 h 483"/>
                <a:gd name="T14" fmla="*/ 429 w 656"/>
                <a:gd name="T15" fmla="*/ 6 h 483"/>
                <a:gd name="T16" fmla="*/ 406 w 656"/>
                <a:gd name="T17" fmla="*/ 14 h 483"/>
                <a:gd name="T18" fmla="*/ 431 w 656"/>
                <a:gd name="T19" fmla="*/ 78 h 483"/>
                <a:gd name="T20" fmla="*/ 406 w 656"/>
                <a:gd name="T21" fmla="*/ 90 h 483"/>
                <a:gd name="T22" fmla="*/ 383 w 656"/>
                <a:gd name="T23" fmla="*/ 53 h 483"/>
                <a:gd name="T24" fmla="*/ 310 w 656"/>
                <a:gd name="T25" fmla="*/ 9 h 483"/>
                <a:gd name="T26" fmla="*/ 244 w 656"/>
                <a:gd name="T27" fmla="*/ 20 h 483"/>
                <a:gd name="T28" fmla="*/ 303 w 656"/>
                <a:gd name="T29" fmla="*/ 81 h 483"/>
                <a:gd name="T30" fmla="*/ 281 w 656"/>
                <a:gd name="T31" fmla="*/ 95 h 483"/>
                <a:gd name="T32" fmla="*/ 247 w 656"/>
                <a:gd name="T33" fmla="*/ 88 h 483"/>
                <a:gd name="T34" fmla="*/ 215 w 656"/>
                <a:gd name="T35" fmla="*/ 45 h 483"/>
                <a:gd name="T36" fmla="*/ 123 w 656"/>
                <a:gd name="T37" fmla="*/ 23 h 483"/>
                <a:gd name="T38" fmla="*/ 79 w 656"/>
                <a:gd name="T39" fmla="*/ 34 h 483"/>
                <a:gd name="T40" fmla="*/ 14 w 656"/>
                <a:gd name="T41" fmla="*/ 6 h 483"/>
                <a:gd name="T42" fmla="*/ 1 w 656"/>
                <a:gd name="T43" fmla="*/ 14 h 483"/>
                <a:gd name="T44" fmla="*/ 29 w 656"/>
                <a:gd name="T45" fmla="*/ 102 h 483"/>
                <a:gd name="T46" fmla="*/ 67 w 656"/>
                <a:gd name="T47" fmla="*/ 130 h 483"/>
                <a:gd name="T48" fmla="*/ 150 w 656"/>
                <a:gd name="T49" fmla="*/ 143 h 483"/>
                <a:gd name="T50" fmla="*/ 177 w 656"/>
                <a:gd name="T51" fmla="*/ 153 h 483"/>
                <a:gd name="T52" fmla="*/ 157 w 656"/>
                <a:gd name="T53" fmla="*/ 182 h 483"/>
                <a:gd name="T54" fmla="*/ 81 w 656"/>
                <a:gd name="T55" fmla="*/ 184 h 483"/>
                <a:gd name="T56" fmla="*/ 78 w 656"/>
                <a:gd name="T57" fmla="*/ 213 h 483"/>
                <a:gd name="T58" fmla="*/ 123 w 656"/>
                <a:gd name="T59" fmla="*/ 251 h 483"/>
                <a:gd name="T60" fmla="*/ 176 w 656"/>
                <a:gd name="T61" fmla="*/ 253 h 483"/>
                <a:gd name="T62" fmla="*/ 251 w 656"/>
                <a:gd name="T63" fmla="*/ 226 h 483"/>
                <a:gd name="T64" fmla="*/ 286 w 656"/>
                <a:gd name="T65" fmla="*/ 232 h 483"/>
                <a:gd name="T66" fmla="*/ 268 w 656"/>
                <a:gd name="T67" fmla="*/ 261 h 483"/>
                <a:gd name="T68" fmla="*/ 202 w 656"/>
                <a:gd name="T69" fmla="*/ 318 h 483"/>
                <a:gd name="T70" fmla="*/ 137 w 656"/>
                <a:gd name="T71" fmla="*/ 319 h 483"/>
                <a:gd name="T72" fmla="*/ 133 w 656"/>
                <a:gd name="T73" fmla="*/ 334 h 483"/>
                <a:gd name="T74" fmla="*/ 195 w 656"/>
                <a:gd name="T75" fmla="*/ 398 h 483"/>
                <a:gd name="T76" fmla="*/ 252 w 656"/>
                <a:gd name="T77" fmla="*/ 413 h 483"/>
                <a:gd name="T78" fmla="*/ 296 w 656"/>
                <a:gd name="T79" fmla="*/ 388 h 483"/>
                <a:gd name="T80" fmla="*/ 348 w 656"/>
                <a:gd name="T81" fmla="*/ 311 h 483"/>
                <a:gd name="T82" fmla="*/ 385 w 656"/>
                <a:gd name="T83" fmla="*/ 295 h 483"/>
                <a:gd name="T84" fmla="*/ 384 w 656"/>
                <a:gd name="T85" fmla="*/ 327 h 483"/>
                <a:gd name="T86" fmla="*/ 351 w 656"/>
                <a:gd name="T87" fmla="*/ 393 h 483"/>
                <a:gd name="T88" fmla="*/ 285 w 656"/>
                <a:gd name="T89" fmla="*/ 446 h 483"/>
                <a:gd name="T90" fmla="*/ 344 w 656"/>
                <a:gd name="T91" fmla="*/ 473 h 483"/>
                <a:gd name="T92" fmla="*/ 447 w 656"/>
                <a:gd name="T93" fmla="*/ 481 h 483"/>
                <a:gd name="T94" fmla="*/ 512 w 656"/>
                <a:gd name="T95" fmla="*/ 443 h 483"/>
                <a:gd name="T96" fmla="*/ 538 w 656"/>
                <a:gd name="T97" fmla="*/ 388 h 483"/>
                <a:gd name="T98" fmla="*/ 516 w 656"/>
                <a:gd name="T99" fmla="*/ 344 h 483"/>
                <a:gd name="T100" fmla="*/ 509 w 656"/>
                <a:gd name="T101" fmla="*/ 309 h 483"/>
                <a:gd name="T102" fmla="*/ 570 w 656"/>
                <a:gd name="T103" fmla="*/ 304 h 483"/>
                <a:gd name="T104" fmla="*/ 621 w 656"/>
                <a:gd name="T105" fmla="*/ 282 h 483"/>
                <a:gd name="T106" fmla="*/ 653 w 656"/>
                <a:gd name="T107" fmla="*/ 242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56" h="483">
                  <a:moveTo>
                    <a:pt x="651" y="202"/>
                  </a:moveTo>
                  <a:lnTo>
                    <a:pt x="651" y="202"/>
                  </a:lnTo>
                  <a:lnTo>
                    <a:pt x="644" y="189"/>
                  </a:lnTo>
                  <a:lnTo>
                    <a:pt x="636" y="174"/>
                  </a:lnTo>
                  <a:lnTo>
                    <a:pt x="636" y="174"/>
                  </a:lnTo>
                  <a:lnTo>
                    <a:pt x="627" y="161"/>
                  </a:lnTo>
                  <a:lnTo>
                    <a:pt x="618" y="148"/>
                  </a:lnTo>
                  <a:lnTo>
                    <a:pt x="596" y="122"/>
                  </a:lnTo>
                  <a:lnTo>
                    <a:pt x="596" y="122"/>
                  </a:lnTo>
                  <a:lnTo>
                    <a:pt x="575" y="102"/>
                  </a:lnTo>
                  <a:lnTo>
                    <a:pt x="575" y="102"/>
                  </a:lnTo>
                  <a:lnTo>
                    <a:pt x="566" y="138"/>
                  </a:lnTo>
                  <a:lnTo>
                    <a:pt x="556" y="169"/>
                  </a:lnTo>
                  <a:lnTo>
                    <a:pt x="556" y="169"/>
                  </a:lnTo>
                  <a:lnTo>
                    <a:pt x="547" y="191"/>
                  </a:lnTo>
                  <a:lnTo>
                    <a:pt x="541" y="203"/>
                  </a:lnTo>
                  <a:lnTo>
                    <a:pt x="535" y="214"/>
                  </a:lnTo>
                  <a:lnTo>
                    <a:pt x="528" y="224"/>
                  </a:lnTo>
                  <a:lnTo>
                    <a:pt x="521" y="232"/>
                  </a:lnTo>
                  <a:lnTo>
                    <a:pt x="514" y="238"/>
                  </a:lnTo>
                  <a:lnTo>
                    <a:pt x="509" y="241"/>
                  </a:lnTo>
                  <a:lnTo>
                    <a:pt x="505" y="242"/>
                  </a:lnTo>
                  <a:lnTo>
                    <a:pt x="505" y="242"/>
                  </a:lnTo>
                  <a:lnTo>
                    <a:pt x="497" y="242"/>
                  </a:lnTo>
                  <a:lnTo>
                    <a:pt x="491" y="241"/>
                  </a:lnTo>
                  <a:lnTo>
                    <a:pt x="487" y="238"/>
                  </a:lnTo>
                  <a:lnTo>
                    <a:pt x="485" y="234"/>
                  </a:lnTo>
                  <a:lnTo>
                    <a:pt x="483" y="229"/>
                  </a:lnTo>
                  <a:lnTo>
                    <a:pt x="483" y="223"/>
                  </a:lnTo>
                  <a:lnTo>
                    <a:pt x="486" y="215"/>
                  </a:lnTo>
                  <a:lnTo>
                    <a:pt x="489" y="208"/>
                  </a:lnTo>
                  <a:lnTo>
                    <a:pt x="489" y="208"/>
                  </a:lnTo>
                  <a:lnTo>
                    <a:pt x="498" y="191"/>
                  </a:lnTo>
                  <a:lnTo>
                    <a:pt x="506" y="173"/>
                  </a:lnTo>
                  <a:lnTo>
                    <a:pt x="530" y="114"/>
                  </a:lnTo>
                  <a:lnTo>
                    <a:pt x="530" y="114"/>
                  </a:lnTo>
                  <a:lnTo>
                    <a:pt x="534" y="103"/>
                  </a:lnTo>
                  <a:lnTo>
                    <a:pt x="538" y="92"/>
                  </a:lnTo>
                  <a:lnTo>
                    <a:pt x="541" y="72"/>
                  </a:lnTo>
                  <a:lnTo>
                    <a:pt x="541" y="72"/>
                  </a:lnTo>
                  <a:lnTo>
                    <a:pt x="518" y="55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86" y="32"/>
                  </a:lnTo>
                  <a:lnTo>
                    <a:pt x="486" y="32"/>
                  </a:lnTo>
                  <a:lnTo>
                    <a:pt x="453" y="17"/>
                  </a:lnTo>
                  <a:lnTo>
                    <a:pt x="453" y="17"/>
                  </a:lnTo>
                  <a:lnTo>
                    <a:pt x="429" y="6"/>
                  </a:lnTo>
                  <a:lnTo>
                    <a:pt x="429" y="6"/>
                  </a:lnTo>
                  <a:lnTo>
                    <a:pt x="422" y="3"/>
                  </a:lnTo>
                  <a:lnTo>
                    <a:pt x="422" y="3"/>
                  </a:lnTo>
                  <a:lnTo>
                    <a:pt x="402" y="0"/>
                  </a:lnTo>
                  <a:lnTo>
                    <a:pt x="402" y="0"/>
                  </a:lnTo>
                  <a:lnTo>
                    <a:pt x="406" y="14"/>
                  </a:lnTo>
                  <a:lnTo>
                    <a:pt x="414" y="32"/>
                  </a:lnTo>
                  <a:lnTo>
                    <a:pt x="414" y="32"/>
                  </a:lnTo>
                  <a:lnTo>
                    <a:pt x="422" y="47"/>
                  </a:lnTo>
                  <a:lnTo>
                    <a:pt x="426" y="59"/>
                  </a:lnTo>
                  <a:lnTo>
                    <a:pt x="430" y="69"/>
                  </a:lnTo>
                  <a:lnTo>
                    <a:pt x="431" y="78"/>
                  </a:lnTo>
                  <a:lnTo>
                    <a:pt x="430" y="84"/>
                  </a:lnTo>
                  <a:lnTo>
                    <a:pt x="428" y="87"/>
                  </a:lnTo>
                  <a:lnTo>
                    <a:pt x="423" y="90"/>
                  </a:lnTo>
                  <a:lnTo>
                    <a:pt x="418" y="90"/>
                  </a:lnTo>
                  <a:lnTo>
                    <a:pt x="418" y="90"/>
                  </a:lnTo>
                  <a:lnTo>
                    <a:pt x="406" y="90"/>
                  </a:lnTo>
                  <a:lnTo>
                    <a:pt x="401" y="88"/>
                  </a:lnTo>
                  <a:lnTo>
                    <a:pt x="397" y="86"/>
                  </a:lnTo>
                  <a:lnTo>
                    <a:pt x="393" y="82"/>
                  </a:lnTo>
                  <a:lnTo>
                    <a:pt x="389" y="75"/>
                  </a:lnTo>
                  <a:lnTo>
                    <a:pt x="385" y="66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73" y="12"/>
                  </a:lnTo>
                  <a:lnTo>
                    <a:pt x="371" y="3"/>
                  </a:lnTo>
                  <a:lnTo>
                    <a:pt x="371" y="3"/>
                  </a:lnTo>
                  <a:lnTo>
                    <a:pt x="351" y="5"/>
                  </a:lnTo>
                  <a:lnTo>
                    <a:pt x="310" y="9"/>
                  </a:lnTo>
                  <a:lnTo>
                    <a:pt x="310" y="9"/>
                  </a:lnTo>
                  <a:lnTo>
                    <a:pt x="258" y="9"/>
                  </a:lnTo>
                  <a:lnTo>
                    <a:pt x="228" y="9"/>
                  </a:lnTo>
                  <a:lnTo>
                    <a:pt x="228" y="9"/>
                  </a:lnTo>
                  <a:lnTo>
                    <a:pt x="233" y="12"/>
                  </a:lnTo>
                  <a:lnTo>
                    <a:pt x="244" y="20"/>
                  </a:lnTo>
                  <a:lnTo>
                    <a:pt x="261" y="34"/>
                  </a:lnTo>
                  <a:lnTo>
                    <a:pt x="280" y="53"/>
                  </a:lnTo>
                  <a:lnTo>
                    <a:pt x="280" y="53"/>
                  </a:lnTo>
                  <a:lnTo>
                    <a:pt x="297" y="70"/>
                  </a:lnTo>
                  <a:lnTo>
                    <a:pt x="302" y="76"/>
                  </a:lnTo>
                  <a:lnTo>
                    <a:pt x="303" y="81"/>
                  </a:lnTo>
                  <a:lnTo>
                    <a:pt x="303" y="82"/>
                  </a:lnTo>
                  <a:lnTo>
                    <a:pt x="303" y="84"/>
                  </a:lnTo>
                  <a:lnTo>
                    <a:pt x="298" y="87"/>
                  </a:lnTo>
                  <a:lnTo>
                    <a:pt x="292" y="91"/>
                  </a:lnTo>
                  <a:lnTo>
                    <a:pt x="281" y="95"/>
                  </a:lnTo>
                  <a:lnTo>
                    <a:pt x="281" y="95"/>
                  </a:lnTo>
                  <a:lnTo>
                    <a:pt x="275" y="96"/>
                  </a:lnTo>
                  <a:lnTo>
                    <a:pt x="270" y="97"/>
                  </a:lnTo>
                  <a:lnTo>
                    <a:pt x="266" y="97"/>
                  </a:lnTo>
                  <a:lnTo>
                    <a:pt x="261" y="97"/>
                  </a:lnTo>
                  <a:lnTo>
                    <a:pt x="254" y="93"/>
                  </a:lnTo>
                  <a:lnTo>
                    <a:pt x="247" y="88"/>
                  </a:lnTo>
                  <a:lnTo>
                    <a:pt x="241" y="81"/>
                  </a:lnTo>
                  <a:lnTo>
                    <a:pt x="237" y="74"/>
                  </a:lnTo>
                  <a:lnTo>
                    <a:pt x="228" y="59"/>
                  </a:lnTo>
                  <a:lnTo>
                    <a:pt x="228" y="59"/>
                  </a:lnTo>
                  <a:lnTo>
                    <a:pt x="222" y="52"/>
                  </a:lnTo>
                  <a:lnTo>
                    <a:pt x="215" y="45"/>
                  </a:lnTo>
                  <a:lnTo>
                    <a:pt x="198" y="29"/>
                  </a:lnTo>
                  <a:lnTo>
                    <a:pt x="177" y="14"/>
                  </a:lnTo>
                  <a:lnTo>
                    <a:pt x="177" y="14"/>
                  </a:lnTo>
                  <a:lnTo>
                    <a:pt x="169" y="15"/>
                  </a:lnTo>
                  <a:lnTo>
                    <a:pt x="148" y="17"/>
                  </a:lnTo>
                  <a:lnTo>
                    <a:pt x="123" y="23"/>
                  </a:lnTo>
                  <a:lnTo>
                    <a:pt x="111" y="27"/>
                  </a:lnTo>
                  <a:lnTo>
                    <a:pt x="100" y="32"/>
                  </a:lnTo>
                  <a:lnTo>
                    <a:pt x="100" y="32"/>
                  </a:lnTo>
                  <a:lnTo>
                    <a:pt x="95" y="33"/>
                  </a:lnTo>
                  <a:lnTo>
                    <a:pt x="90" y="34"/>
                  </a:lnTo>
                  <a:lnTo>
                    <a:pt x="79" y="34"/>
                  </a:lnTo>
                  <a:lnTo>
                    <a:pt x="67" y="33"/>
                  </a:lnTo>
                  <a:lnTo>
                    <a:pt x="55" y="28"/>
                  </a:lnTo>
                  <a:lnTo>
                    <a:pt x="43" y="23"/>
                  </a:lnTo>
                  <a:lnTo>
                    <a:pt x="32" y="17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7" y="3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4"/>
                  </a:lnTo>
                  <a:lnTo>
                    <a:pt x="0" y="7"/>
                  </a:lnTo>
                  <a:lnTo>
                    <a:pt x="1" y="14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12" y="50"/>
                  </a:lnTo>
                  <a:lnTo>
                    <a:pt x="19" y="78"/>
                  </a:lnTo>
                  <a:lnTo>
                    <a:pt x="24" y="91"/>
                  </a:lnTo>
                  <a:lnTo>
                    <a:pt x="29" y="102"/>
                  </a:lnTo>
                  <a:lnTo>
                    <a:pt x="33" y="111"/>
                  </a:lnTo>
                  <a:lnTo>
                    <a:pt x="38" y="118"/>
                  </a:lnTo>
                  <a:lnTo>
                    <a:pt x="38" y="118"/>
                  </a:lnTo>
                  <a:lnTo>
                    <a:pt x="44" y="121"/>
                  </a:lnTo>
                  <a:lnTo>
                    <a:pt x="55" y="126"/>
                  </a:lnTo>
                  <a:lnTo>
                    <a:pt x="67" y="130"/>
                  </a:lnTo>
                  <a:lnTo>
                    <a:pt x="82" y="134"/>
                  </a:lnTo>
                  <a:lnTo>
                    <a:pt x="99" y="138"/>
                  </a:lnTo>
                  <a:lnTo>
                    <a:pt x="116" y="140"/>
                  </a:lnTo>
                  <a:lnTo>
                    <a:pt x="133" y="143"/>
                  </a:lnTo>
                  <a:lnTo>
                    <a:pt x="150" y="143"/>
                  </a:lnTo>
                  <a:lnTo>
                    <a:pt x="150" y="143"/>
                  </a:lnTo>
                  <a:lnTo>
                    <a:pt x="164" y="143"/>
                  </a:lnTo>
                  <a:lnTo>
                    <a:pt x="169" y="144"/>
                  </a:lnTo>
                  <a:lnTo>
                    <a:pt x="173" y="145"/>
                  </a:lnTo>
                  <a:lnTo>
                    <a:pt x="175" y="147"/>
                  </a:lnTo>
                  <a:lnTo>
                    <a:pt x="177" y="149"/>
                  </a:lnTo>
                  <a:lnTo>
                    <a:pt x="177" y="153"/>
                  </a:lnTo>
                  <a:lnTo>
                    <a:pt x="177" y="155"/>
                  </a:lnTo>
                  <a:lnTo>
                    <a:pt x="175" y="162"/>
                  </a:lnTo>
                  <a:lnTo>
                    <a:pt x="171" y="168"/>
                  </a:lnTo>
                  <a:lnTo>
                    <a:pt x="164" y="176"/>
                  </a:lnTo>
                  <a:lnTo>
                    <a:pt x="157" y="182"/>
                  </a:lnTo>
                  <a:lnTo>
                    <a:pt x="157" y="182"/>
                  </a:lnTo>
                  <a:lnTo>
                    <a:pt x="153" y="184"/>
                  </a:lnTo>
                  <a:lnTo>
                    <a:pt x="147" y="186"/>
                  </a:lnTo>
                  <a:lnTo>
                    <a:pt x="135" y="188"/>
                  </a:lnTo>
                  <a:lnTo>
                    <a:pt x="121" y="188"/>
                  </a:lnTo>
                  <a:lnTo>
                    <a:pt x="106" y="186"/>
                  </a:lnTo>
                  <a:lnTo>
                    <a:pt x="81" y="184"/>
                  </a:lnTo>
                  <a:lnTo>
                    <a:pt x="72" y="184"/>
                  </a:lnTo>
                  <a:lnTo>
                    <a:pt x="71" y="185"/>
                  </a:lnTo>
                  <a:lnTo>
                    <a:pt x="70" y="186"/>
                  </a:lnTo>
                  <a:lnTo>
                    <a:pt x="70" y="186"/>
                  </a:lnTo>
                  <a:lnTo>
                    <a:pt x="72" y="197"/>
                  </a:lnTo>
                  <a:lnTo>
                    <a:pt x="78" y="213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90" y="236"/>
                  </a:lnTo>
                  <a:lnTo>
                    <a:pt x="104" y="243"/>
                  </a:lnTo>
                  <a:lnTo>
                    <a:pt x="112" y="247"/>
                  </a:lnTo>
                  <a:lnTo>
                    <a:pt x="123" y="251"/>
                  </a:lnTo>
                  <a:lnTo>
                    <a:pt x="135" y="254"/>
                  </a:lnTo>
                  <a:lnTo>
                    <a:pt x="148" y="257"/>
                  </a:lnTo>
                  <a:lnTo>
                    <a:pt x="148" y="257"/>
                  </a:lnTo>
                  <a:lnTo>
                    <a:pt x="154" y="257"/>
                  </a:lnTo>
                  <a:lnTo>
                    <a:pt x="162" y="257"/>
                  </a:lnTo>
                  <a:lnTo>
                    <a:pt x="176" y="253"/>
                  </a:lnTo>
                  <a:lnTo>
                    <a:pt x="189" y="247"/>
                  </a:lnTo>
                  <a:lnTo>
                    <a:pt x="204" y="241"/>
                  </a:lnTo>
                  <a:lnTo>
                    <a:pt x="220" y="235"/>
                  </a:lnTo>
                  <a:lnTo>
                    <a:pt x="235" y="230"/>
                  </a:lnTo>
                  <a:lnTo>
                    <a:pt x="243" y="228"/>
                  </a:lnTo>
                  <a:lnTo>
                    <a:pt x="251" y="226"/>
                  </a:lnTo>
                  <a:lnTo>
                    <a:pt x="260" y="226"/>
                  </a:lnTo>
                  <a:lnTo>
                    <a:pt x="269" y="226"/>
                  </a:lnTo>
                  <a:lnTo>
                    <a:pt x="269" y="226"/>
                  </a:lnTo>
                  <a:lnTo>
                    <a:pt x="277" y="228"/>
                  </a:lnTo>
                  <a:lnTo>
                    <a:pt x="283" y="230"/>
                  </a:lnTo>
                  <a:lnTo>
                    <a:pt x="286" y="232"/>
                  </a:lnTo>
                  <a:lnTo>
                    <a:pt x="289" y="235"/>
                  </a:lnTo>
                  <a:lnTo>
                    <a:pt x="289" y="238"/>
                  </a:lnTo>
                  <a:lnTo>
                    <a:pt x="286" y="242"/>
                  </a:lnTo>
                  <a:lnTo>
                    <a:pt x="284" y="246"/>
                  </a:lnTo>
                  <a:lnTo>
                    <a:pt x="279" y="251"/>
                  </a:lnTo>
                  <a:lnTo>
                    <a:pt x="268" y="261"/>
                  </a:lnTo>
                  <a:lnTo>
                    <a:pt x="254" y="275"/>
                  </a:lnTo>
                  <a:lnTo>
                    <a:pt x="237" y="289"/>
                  </a:lnTo>
                  <a:lnTo>
                    <a:pt x="220" y="305"/>
                  </a:lnTo>
                  <a:lnTo>
                    <a:pt x="220" y="305"/>
                  </a:lnTo>
                  <a:lnTo>
                    <a:pt x="211" y="312"/>
                  </a:lnTo>
                  <a:lnTo>
                    <a:pt x="202" y="318"/>
                  </a:lnTo>
                  <a:lnTo>
                    <a:pt x="193" y="322"/>
                  </a:lnTo>
                  <a:lnTo>
                    <a:pt x="183" y="323"/>
                  </a:lnTo>
                  <a:lnTo>
                    <a:pt x="175" y="324"/>
                  </a:lnTo>
                  <a:lnTo>
                    <a:pt x="166" y="324"/>
                  </a:lnTo>
                  <a:lnTo>
                    <a:pt x="151" y="322"/>
                  </a:lnTo>
                  <a:lnTo>
                    <a:pt x="137" y="319"/>
                  </a:lnTo>
                  <a:lnTo>
                    <a:pt x="133" y="319"/>
                  </a:lnTo>
                  <a:lnTo>
                    <a:pt x="130" y="319"/>
                  </a:lnTo>
                  <a:lnTo>
                    <a:pt x="128" y="321"/>
                  </a:lnTo>
                  <a:lnTo>
                    <a:pt x="128" y="323"/>
                  </a:lnTo>
                  <a:lnTo>
                    <a:pt x="129" y="328"/>
                  </a:lnTo>
                  <a:lnTo>
                    <a:pt x="133" y="334"/>
                  </a:lnTo>
                  <a:lnTo>
                    <a:pt x="133" y="334"/>
                  </a:lnTo>
                  <a:lnTo>
                    <a:pt x="142" y="348"/>
                  </a:lnTo>
                  <a:lnTo>
                    <a:pt x="153" y="363"/>
                  </a:lnTo>
                  <a:lnTo>
                    <a:pt x="165" y="375"/>
                  </a:lnTo>
                  <a:lnTo>
                    <a:pt x="180" y="387"/>
                  </a:lnTo>
                  <a:lnTo>
                    <a:pt x="195" y="398"/>
                  </a:lnTo>
                  <a:lnTo>
                    <a:pt x="204" y="402"/>
                  </a:lnTo>
                  <a:lnTo>
                    <a:pt x="212" y="405"/>
                  </a:lnTo>
                  <a:lnTo>
                    <a:pt x="222" y="409"/>
                  </a:lnTo>
                  <a:lnTo>
                    <a:pt x="232" y="410"/>
                  </a:lnTo>
                  <a:lnTo>
                    <a:pt x="241" y="413"/>
                  </a:lnTo>
                  <a:lnTo>
                    <a:pt x="252" y="413"/>
                  </a:lnTo>
                  <a:lnTo>
                    <a:pt x="252" y="413"/>
                  </a:lnTo>
                  <a:lnTo>
                    <a:pt x="262" y="413"/>
                  </a:lnTo>
                  <a:lnTo>
                    <a:pt x="272" y="409"/>
                  </a:lnTo>
                  <a:lnTo>
                    <a:pt x="280" y="404"/>
                  </a:lnTo>
                  <a:lnTo>
                    <a:pt x="289" y="397"/>
                  </a:lnTo>
                  <a:lnTo>
                    <a:pt x="296" y="388"/>
                  </a:lnTo>
                  <a:lnTo>
                    <a:pt x="303" y="379"/>
                  </a:lnTo>
                  <a:lnTo>
                    <a:pt x="315" y="358"/>
                  </a:lnTo>
                  <a:lnTo>
                    <a:pt x="329" y="338"/>
                  </a:lnTo>
                  <a:lnTo>
                    <a:pt x="335" y="328"/>
                  </a:lnTo>
                  <a:lnTo>
                    <a:pt x="341" y="318"/>
                  </a:lnTo>
                  <a:lnTo>
                    <a:pt x="348" y="311"/>
                  </a:lnTo>
                  <a:lnTo>
                    <a:pt x="355" y="304"/>
                  </a:lnTo>
                  <a:lnTo>
                    <a:pt x="362" y="299"/>
                  </a:lnTo>
                  <a:lnTo>
                    <a:pt x="371" y="296"/>
                  </a:lnTo>
                  <a:lnTo>
                    <a:pt x="371" y="296"/>
                  </a:lnTo>
                  <a:lnTo>
                    <a:pt x="379" y="295"/>
                  </a:lnTo>
                  <a:lnTo>
                    <a:pt x="385" y="295"/>
                  </a:lnTo>
                  <a:lnTo>
                    <a:pt x="389" y="296"/>
                  </a:lnTo>
                  <a:lnTo>
                    <a:pt x="393" y="299"/>
                  </a:lnTo>
                  <a:lnTo>
                    <a:pt x="394" y="301"/>
                  </a:lnTo>
                  <a:lnTo>
                    <a:pt x="393" y="305"/>
                  </a:lnTo>
                  <a:lnTo>
                    <a:pt x="390" y="315"/>
                  </a:lnTo>
                  <a:lnTo>
                    <a:pt x="384" y="327"/>
                  </a:lnTo>
                  <a:lnTo>
                    <a:pt x="376" y="341"/>
                  </a:lnTo>
                  <a:lnTo>
                    <a:pt x="367" y="358"/>
                  </a:lnTo>
                  <a:lnTo>
                    <a:pt x="360" y="376"/>
                  </a:lnTo>
                  <a:lnTo>
                    <a:pt x="360" y="376"/>
                  </a:lnTo>
                  <a:lnTo>
                    <a:pt x="356" y="385"/>
                  </a:lnTo>
                  <a:lnTo>
                    <a:pt x="351" y="393"/>
                  </a:lnTo>
                  <a:lnTo>
                    <a:pt x="345" y="402"/>
                  </a:lnTo>
                  <a:lnTo>
                    <a:pt x="339" y="409"/>
                  </a:lnTo>
                  <a:lnTo>
                    <a:pt x="325" y="422"/>
                  </a:lnTo>
                  <a:lnTo>
                    <a:pt x="310" y="432"/>
                  </a:lnTo>
                  <a:lnTo>
                    <a:pt x="296" y="440"/>
                  </a:lnTo>
                  <a:lnTo>
                    <a:pt x="285" y="446"/>
                  </a:lnTo>
                  <a:lnTo>
                    <a:pt x="274" y="451"/>
                  </a:lnTo>
                  <a:lnTo>
                    <a:pt x="274" y="451"/>
                  </a:lnTo>
                  <a:lnTo>
                    <a:pt x="286" y="456"/>
                  </a:lnTo>
                  <a:lnTo>
                    <a:pt x="302" y="461"/>
                  </a:lnTo>
                  <a:lnTo>
                    <a:pt x="321" y="467"/>
                  </a:lnTo>
                  <a:lnTo>
                    <a:pt x="344" y="473"/>
                  </a:lnTo>
                  <a:lnTo>
                    <a:pt x="371" y="478"/>
                  </a:lnTo>
                  <a:lnTo>
                    <a:pt x="401" y="481"/>
                  </a:lnTo>
                  <a:lnTo>
                    <a:pt x="416" y="483"/>
                  </a:lnTo>
                  <a:lnTo>
                    <a:pt x="431" y="483"/>
                  </a:lnTo>
                  <a:lnTo>
                    <a:pt x="431" y="483"/>
                  </a:lnTo>
                  <a:lnTo>
                    <a:pt x="447" y="481"/>
                  </a:lnTo>
                  <a:lnTo>
                    <a:pt x="460" y="478"/>
                  </a:lnTo>
                  <a:lnTo>
                    <a:pt x="474" y="473"/>
                  </a:lnTo>
                  <a:lnTo>
                    <a:pt x="486" y="467"/>
                  </a:lnTo>
                  <a:lnTo>
                    <a:pt x="495" y="460"/>
                  </a:lnTo>
                  <a:lnTo>
                    <a:pt x="505" y="451"/>
                  </a:lnTo>
                  <a:lnTo>
                    <a:pt x="512" y="443"/>
                  </a:lnTo>
                  <a:lnTo>
                    <a:pt x="520" y="433"/>
                  </a:lnTo>
                  <a:lnTo>
                    <a:pt x="526" y="423"/>
                  </a:lnTo>
                  <a:lnTo>
                    <a:pt x="530" y="414"/>
                  </a:lnTo>
                  <a:lnTo>
                    <a:pt x="534" y="405"/>
                  </a:lnTo>
                  <a:lnTo>
                    <a:pt x="537" y="397"/>
                  </a:lnTo>
                  <a:lnTo>
                    <a:pt x="538" y="388"/>
                  </a:lnTo>
                  <a:lnTo>
                    <a:pt x="538" y="382"/>
                  </a:lnTo>
                  <a:lnTo>
                    <a:pt x="538" y="376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26" y="358"/>
                  </a:lnTo>
                  <a:lnTo>
                    <a:pt x="516" y="344"/>
                  </a:lnTo>
                  <a:lnTo>
                    <a:pt x="505" y="325"/>
                  </a:lnTo>
                  <a:lnTo>
                    <a:pt x="505" y="325"/>
                  </a:lnTo>
                  <a:lnTo>
                    <a:pt x="505" y="318"/>
                  </a:lnTo>
                  <a:lnTo>
                    <a:pt x="505" y="315"/>
                  </a:lnTo>
                  <a:lnTo>
                    <a:pt x="505" y="311"/>
                  </a:lnTo>
                  <a:lnTo>
                    <a:pt x="509" y="309"/>
                  </a:lnTo>
                  <a:lnTo>
                    <a:pt x="514" y="306"/>
                  </a:lnTo>
                  <a:lnTo>
                    <a:pt x="521" y="305"/>
                  </a:lnTo>
                  <a:lnTo>
                    <a:pt x="532" y="305"/>
                  </a:lnTo>
                  <a:lnTo>
                    <a:pt x="532" y="305"/>
                  </a:lnTo>
                  <a:lnTo>
                    <a:pt x="551" y="306"/>
                  </a:lnTo>
                  <a:lnTo>
                    <a:pt x="570" y="304"/>
                  </a:lnTo>
                  <a:lnTo>
                    <a:pt x="580" y="301"/>
                  </a:lnTo>
                  <a:lnTo>
                    <a:pt x="590" y="299"/>
                  </a:lnTo>
                  <a:lnTo>
                    <a:pt x="598" y="295"/>
                  </a:lnTo>
                  <a:lnTo>
                    <a:pt x="608" y="292"/>
                  </a:lnTo>
                  <a:lnTo>
                    <a:pt x="608" y="292"/>
                  </a:lnTo>
                  <a:lnTo>
                    <a:pt x="621" y="282"/>
                  </a:lnTo>
                  <a:lnTo>
                    <a:pt x="634" y="271"/>
                  </a:lnTo>
                  <a:lnTo>
                    <a:pt x="639" y="264"/>
                  </a:lnTo>
                  <a:lnTo>
                    <a:pt x="644" y="258"/>
                  </a:lnTo>
                  <a:lnTo>
                    <a:pt x="649" y="251"/>
                  </a:lnTo>
                  <a:lnTo>
                    <a:pt x="653" y="242"/>
                  </a:lnTo>
                  <a:lnTo>
                    <a:pt x="653" y="242"/>
                  </a:lnTo>
                  <a:lnTo>
                    <a:pt x="655" y="232"/>
                  </a:lnTo>
                  <a:lnTo>
                    <a:pt x="656" y="221"/>
                  </a:lnTo>
                  <a:lnTo>
                    <a:pt x="655" y="212"/>
                  </a:lnTo>
                  <a:lnTo>
                    <a:pt x="651" y="202"/>
                  </a:lnTo>
                  <a:lnTo>
                    <a:pt x="651" y="202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582">
              <a:extLst>
                <a:ext uri="{FF2B5EF4-FFF2-40B4-BE49-F238E27FC236}">
                  <a16:creationId xmlns:a16="http://schemas.microsoft.com/office/drawing/2014/main" id="{134731E7-9485-B24F-ADC4-4C85E2870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776" y="4721225"/>
              <a:ext cx="361950" cy="274638"/>
            </a:xfrm>
            <a:custGeom>
              <a:avLst/>
              <a:gdLst>
                <a:gd name="T0" fmla="*/ 23 w 456"/>
                <a:gd name="T1" fmla="*/ 176 h 346"/>
                <a:gd name="T2" fmla="*/ 1 w 456"/>
                <a:gd name="T3" fmla="*/ 139 h 346"/>
                <a:gd name="T4" fmla="*/ 5 w 456"/>
                <a:gd name="T5" fmla="*/ 98 h 346"/>
                <a:gd name="T6" fmla="*/ 36 w 456"/>
                <a:gd name="T7" fmla="*/ 59 h 346"/>
                <a:gd name="T8" fmla="*/ 112 w 456"/>
                <a:gd name="T9" fmla="*/ 15 h 346"/>
                <a:gd name="T10" fmla="*/ 100 w 456"/>
                <a:gd name="T11" fmla="*/ 53 h 346"/>
                <a:gd name="T12" fmla="*/ 105 w 456"/>
                <a:gd name="T13" fmla="*/ 92 h 346"/>
                <a:gd name="T14" fmla="*/ 124 w 456"/>
                <a:gd name="T15" fmla="*/ 143 h 346"/>
                <a:gd name="T16" fmla="*/ 138 w 456"/>
                <a:gd name="T17" fmla="*/ 136 h 346"/>
                <a:gd name="T18" fmla="*/ 139 w 456"/>
                <a:gd name="T19" fmla="*/ 96 h 346"/>
                <a:gd name="T20" fmla="*/ 130 w 456"/>
                <a:gd name="T21" fmla="*/ 41 h 346"/>
                <a:gd name="T22" fmla="*/ 151 w 456"/>
                <a:gd name="T23" fmla="*/ 15 h 346"/>
                <a:gd name="T24" fmla="*/ 211 w 456"/>
                <a:gd name="T25" fmla="*/ 1 h 346"/>
                <a:gd name="T26" fmla="*/ 244 w 456"/>
                <a:gd name="T27" fmla="*/ 9 h 346"/>
                <a:gd name="T28" fmla="*/ 215 w 456"/>
                <a:gd name="T29" fmla="*/ 34 h 346"/>
                <a:gd name="T30" fmla="*/ 207 w 456"/>
                <a:gd name="T31" fmla="*/ 59 h 346"/>
                <a:gd name="T32" fmla="*/ 205 w 456"/>
                <a:gd name="T33" fmla="*/ 125 h 346"/>
                <a:gd name="T34" fmla="*/ 220 w 456"/>
                <a:gd name="T35" fmla="*/ 121 h 346"/>
                <a:gd name="T36" fmla="*/ 248 w 456"/>
                <a:gd name="T37" fmla="*/ 74 h 346"/>
                <a:gd name="T38" fmla="*/ 272 w 456"/>
                <a:gd name="T39" fmla="*/ 45 h 346"/>
                <a:gd name="T40" fmla="*/ 304 w 456"/>
                <a:gd name="T41" fmla="*/ 32 h 346"/>
                <a:gd name="T42" fmla="*/ 336 w 456"/>
                <a:gd name="T43" fmla="*/ 47 h 346"/>
                <a:gd name="T44" fmla="*/ 303 w 456"/>
                <a:gd name="T45" fmla="*/ 76 h 346"/>
                <a:gd name="T46" fmla="*/ 295 w 456"/>
                <a:gd name="T47" fmla="*/ 97 h 346"/>
                <a:gd name="T48" fmla="*/ 304 w 456"/>
                <a:gd name="T49" fmla="*/ 115 h 346"/>
                <a:gd name="T50" fmla="*/ 335 w 456"/>
                <a:gd name="T51" fmla="*/ 90 h 346"/>
                <a:gd name="T52" fmla="*/ 383 w 456"/>
                <a:gd name="T53" fmla="*/ 66 h 346"/>
                <a:gd name="T54" fmla="*/ 441 w 456"/>
                <a:gd name="T55" fmla="*/ 93 h 346"/>
                <a:gd name="T56" fmla="*/ 447 w 456"/>
                <a:gd name="T57" fmla="*/ 107 h 346"/>
                <a:gd name="T58" fmla="*/ 422 w 456"/>
                <a:gd name="T59" fmla="*/ 120 h 346"/>
                <a:gd name="T60" fmla="*/ 404 w 456"/>
                <a:gd name="T61" fmla="*/ 145 h 346"/>
                <a:gd name="T62" fmla="*/ 354 w 456"/>
                <a:gd name="T63" fmla="*/ 189 h 346"/>
                <a:gd name="T64" fmla="*/ 292 w 456"/>
                <a:gd name="T65" fmla="*/ 174 h 346"/>
                <a:gd name="T66" fmla="*/ 251 w 456"/>
                <a:gd name="T67" fmla="*/ 174 h 346"/>
                <a:gd name="T68" fmla="*/ 244 w 456"/>
                <a:gd name="T69" fmla="*/ 188 h 346"/>
                <a:gd name="T70" fmla="*/ 266 w 456"/>
                <a:gd name="T71" fmla="*/ 206 h 346"/>
                <a:gd name="T72" fmla="*/ 317 w 456"/>
                <a:gd name="T73" fmla="*/ 213 h 346"/>
                <a:gd name="T74" fmla="*/ 334 w 456"/>
                <a:gd name="T75" fmla="*/ 243 h 346"/>
                <a:gd name="T76" fmla="*/ 294 w 456"/>
                <a:gd name="T77" fmla="*/ 288 h 346"/>
                <a:gd name="T78" fmla="*/ 215 w 456"/>
                <a:gd name="T79" fmla="*/ 242 h 346"/>
                <a:gd name="T80" fmla="*/ 192 w 456"/>
                <a:gd name="T81" fmla="*/ 242 h 346"/>
                <a:gd name="T82" fmla="*/ 196 w 456"/>
                <a:gd name="T83" fmla="*/ 261 h 346"/>
                <a:gd name="T84" fmla="*/ 232 w 456"/>
                <a:gd name="T85" fmla="*/ 278 h 346"/>
                <a:gd name="T86" fmla="*/ 271 w 456"/>
                <a:gd name="T87" fmla="*/ 305 h 346"/>
                <a:gd name="T88" fmla="*/ 220 w 456"/>
                <a:gd name="T89" fmla="*/ 336 h 346"/>
                <a:gd name="T90" fmla="*/ 164 w 456"/>
                <a:gd name="T91" fmla="*/ 329 h 346"/>
                <a:gd name="T92" fmla="*/ 130 w 456"/>
                <a:gd name="T93" fmla="*/ 259 h 346"/>
                <a:gd name="T94" fmla="*/ 118 w 456"/>
                <a:gd name="T95" fmla="*/ 224 h 346"/>
                <a:gd name="T96" fmla="*/ 103 w 456"/>
                <a:gd name="T97" fmla="*/ 220 h 346"/>
                <a:gd name="T98" fmla="*/ 95 w 456"/>
                <a:gd name="T99" fmla="*/ 245 h 346"/>
                <a:gd name="T100" fmla="*/ 128 w 456"/>
                <a:gd name="T101" fmla="*/ 321 h 346"/>
                <a:gd name="T102" fmla="*/ 93 w 456"/>
                <a:gd name="T103" fmla="*/ 345 h 346"/>
                <a:gd name="T104" fmla="*/ 47 w 456"/>
                <a:gd name="T105" fmla="*/ 327 h 346"/>
                <a:gd name="T106" fmla="*/ 25 w 456"/>
                <a:gd name="T107" fmla="*/ 292 h 346"/>
                <a:gd name="T108" fmla="*/ 24 w 456"/>
                <a:gd name="T109" fmla="*/ 252 h 346"/>
                <a:gd name="T110" fmla="*/ 55 w 456"/>
                <a:gd name="T111" fmla="*/ 207 h 346"/>
                <a:gd name="T112" fmla="*/ 65 w 456"/>
                <a:gd name="T113" fmla="*/ 191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56" h="346">
                  <a:moveTo>
                    <a:pt x="59" y="184"/>
                  </a:moveTo>
                  <a:lnTo>
                    <a:pt x="59" y="184"/>
                  </a:lnTo>
                  <a:lnTo>
                    <a:pt x="46" y="180"/>
                  </a:lnTo>
                  <a:lnTo>
                    <a:pt x="23" y="176"/>
                  </a:lnTo>
                  <a:lnTo>
                    <a:pt x="23" y="176"/>
                  </a:lnTo>
                  <a:lnTo>
                    <a:pt x="19" y="174"/>
                  </a:lnTo>
                  <a:lnTo>
                    <a:pt x="17" y="173"/>
                  </a:lnTo>
                  <a:lnTo>
                    <a:pt x="11" y="165"/>
                  </a:lnTo>
                  <a:lnTo>
                    <a:pt x="5" y="154"/>
                  </a:lnTo>
                  <a:lnTo>
                    <a:pt x="1" y="139"/>
                  </a:lnTo>
                  <a:lnTo>
                    <a:pt x="0" y="132"/>
                  </a:lnTo>
                  <a:lnTo>
                    <a:pt x="0" y="124"/>
                  </a:lnTo>
                  <a:lnTo>
                    <a:pt x="1" y="115"/>
                  </a:lnTo>
                  <a:lnTo>
                    <a:pt x="2" y="107"/>
                  </a:lnTo>
                  <a:lnTo>
                    <a:pt x="5" y="98"/>
                  </a:lnTo>
                  <a:lnTo>
                    <a:pt x="8" y="90"/>
                  </a:lnTo>
                  <a:lnTo>
                    <a:pt x="14" y="82"/>
                  </a:lnTo>
                  <a:lnTo>
                    <a:pt x="20" y="74"/>
                  </a:lnTo>
                  <a:lnTo>
                    <a:pt x="20" y="74"/>
                  </a:lnTo>
                  <a:lnTo>
                    <a:pt x="36" y="59"/>
                  </a:lnTo>
                  <a:lnTo>
                    <a:pt x="52" y="47"/>
                  </a:lnTo>
                  <a:lnTo>
                    <a:pt x="67" y="38"/>
                  </a:lnTo>
                  <a:lnTo>
                    <a:pt x="81" y="29"/>
                  </a:lnTo>
                  <a:lnTo>
                    <a:pt x="104" y="18"/>
                  </a:lnTo>
                  <a:lnTo>
                    <a:pt x="112" y="15"/>
                  </a:lnTo>
                  <a:lnTo>
                    <a:pt x="112" y="15"/>
                  </a:lnTo>
                  <a:lnTo>
                    <a:pt x="109" y="22"/>
                  </a:lnTo>
                  <a:lnTo>
                    <a:pt x="106" y="30"/>
                  </a:lnTo>
                  <a:lnTo>
                    <a:pt x="103" y="41"/>
                  </a:lnTo>
                  <a:lnTo>
                    <a:pt x="100" y="53"/>
                  </a:lnTo>
                  <a:lnTo>
                    <a:pt x="100" y="66"/>
                  </a:lnTo>
                  <a:lnTo>
                    <a:pt x="101" y="79"/>
                  </a:lnTo>
                  <a:lnTo>
                    <a:pt x="103" y="85"/>
                  </a:lnTo>
                  <a:lnTo>
                    <a:pt x="105" y="92"/>
                  </a:lnTo>
                  <a:lnTo>
                    <a:pt x="105" y="92"/>
                  </a:lnTo>
                  <a:lnTo>
                    <a:pt x="110" y="104"/>
                  </a:lnTo>
                  <a:lnTo>
                    <a:pt x="115" y="116"/>
                  </a:lnTo>
                  <a:lnTo>
                    <a:pt x="119" y="136"/>
                  </a:lnTo>
                  <a:lnTo>
                    <a:pt x="123" y="142"/>
                  </a:lnTo>
                  <a:lnTo>
                    <a:pt x="124" y="143"/>
                  </a:lnTo>
                  <a:lnTo>
                    <a:pt x="127" y="144"/>
                  </a:lnTo>
                  <a:lnTo>
                    <a:pt x="129" y="144"/>
                  </a:lnTo>
                  <a:lnTo>
                    <a:pt x="132" y="143"/>
                  </a:lnTo>
                  <a:lnTo>
                    <a:pt x="138" y="136"/>
                  </a:lnTo>
                  <a:lnTo>
                    <a:pt x="138" y="136"/>
                  </a:lnTo>
                  <a:lnTo>
                    <a:pt x="140" y="130"/>
                  </a:lnTo>
                  <a:lnTo>
                    <a:pt x="141" y="125"/>
                  </a:lnTo>
                  <a:lnTo>
                    <a:pt x="142" y="118"/>
                  </a:lnTo>
                  <a:lnTo>
                    <a:pt x="142" y="110"/>
                  </a:lnTo>
                  <a:lnTo>
                    <a:pt x="139" y="96"/>
                  </a:lnTo>
                  <a:lnTo>
                    <a:pt x="135" y="79"/>
                  </a:lnTo>
                  <a:lnTo>
                    <a:pt x="132" y="63"/>
                  </a:lnTo>
                  <a:lnTo>
                    <a:pt x="130" y="56"/>
                  </a:lnTo>
                  <a:lnTo>
                    <a:pt x="130" y="49"/>
                  </a:lnTo>
                  <a:lnTo>
                    <a:pt x="130" y="41"/>
                  </a:lnTo>
                  <a:lnTo>
                    <a:pt x="133" y="34"/>
                  </a:lnTo>
                  <a:lnTo>
                    <a:pt x="135" y="28"/>
                  </a:lnTo>
                  <a:lnTo>
                    <a:pt x="140" y="23"/>
                  </a:lnTo>
                  <a:lnTo>
                    <a:pt x="140" y="23"/>
                  </a:lnTo>
                  <a:lnTo>
                    <a:pt x="151" y="15"/>
                  </a:lnTo>
                  <a:lnTo>
                    <a:pt x="163" y="7"/>
                  </a:lnTo>
                  <a:lnTo>
                    <a:pt x="175" y="4"/>
                  </a:lnTo>
                  <a:lnTo>
                    <a:pt x="187" y="1"/>
                  </a:lnTo>
                  <a:lnTo>
                    <a:pt x="199" y="0"/>
                  </a:lnTo>
                  <a:lnTo>
                    <a:pt x="211" y="1"/>
                  </a:lnTo>
                  <a:lnTo>
                    <a:pt x="223" y="3"/>
                  </a:lnTo>
                  <a:lnTo>
                    <a:pt x="236" y="5"/>
                  </a:lnTo>
                  <a:lnTo>
                    <a:pt x="236" y="5"/>
                  </a:lnTo>
                  <a:lnTo>
                    <a:pt x="243" y="7"/>
                  </a:lnTo>
                  <a:lnTo>
                    <a:pt x="244" y="9"/>
                  </a:lnTo>
                  <a:lnTo>
                    <a:pt x="243" y="11"/>
                  </a:lnTo>
                  <a:lnTo>
                    <a:pt x="239" y="15"/>
                  </a:lnTo>
                  <a:lnTo>
                    <a:pt x="232" y="18"/>
                  </a:lnTo>
                  <a:lnTo>
                    <a:pt x="223" y="26"/>
                  </a:lnTo>
                  <a:lnTo>
                    <a:pt x="215" y="34"/>
                  </a:lnTo>
                  <a:lnTo>
                    <a:pt x="211" y="39"/>
                  </a:lnTo>
                  <a:lnTo>
                    <a:pt x="209" y="45"/>
                  </a:lnTo>
                  <a:lnTo>
                    <a:pt x="208" y="52"/>
                  </a:lnTo>
                  <a:lnTo>
                    <a:pt x="207" y="59"/>
                  </a:lnTo>
                  <a:lnTo>
                    <a:pt x="207" y="59"/>
                  </a:lnTo>
                  <a:lnTo>
                    <a:pt x="207" y="76"/>
                  </a:lnTo>
                  <a:lnTo>
                    <a:pt x="205" y="91"/>
                  </a:lnTo>
                  <a:lnTo>
                    <a:pt x="203" y="114"/>
                  </a:lnTo>
                  <a:lnTo>
                    <a:pt x="204" y="122"/>
                  </a:lnTo>
                  <a:lnTo>
                    <a:pt x="205" y="125"/>
                  </a:lnTo>
                  <a:lnTo>
                    <a:pt x="207" y="126"/>
                  </a:lnTo>
                  <a:lnTo>
                    <a:pt x="209" y="126"/>
                  </a:lnTo>
                  <a:lnTo>
                    <a:pt x="211" y="126"/>
                  </a:lnTo>
                  <a:lnTo>
                    <a:pt x="220" y="121"/>
                  </a:lnTo>
                  <a:lnTo>
                    <a:pt x="220" y="121"/>
                  </a:lnTo>
                  <a:lnTo>
                    <a:pt x="228" y="113"/>
                  </a:lnTo>
                  <a:lnTo>
                    <a:pt x="234" y="104"/>
                  </a:lnTo>
                  <a:lnTo>
                    <a:pt x="240" y="93"/>
                  </a:lnTo>
                  <a:lnTo>
                    <a:pt x="244" y="84"/>
                  </a:lnTo>
                  <a:lnTo>
                    <a:pt x="248" y="74"/>
                  </a:lnTo>
                  <a:lnTo>
                    <a:pt x="252" y="64"/>
                  </a:lnTo>
                  <a:lnTo>
                    <a:pt x="257" y="56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72" y="45"/>
                  </a:lnTo>
                  <a:lnTo>
                    <a:pt x="279" y="40"/>
                  </a:lnTo>
                  <a:lnTo>
                    <a:pt x="292" y="35"/>
                  </a:lnTo>
                  <a:lnTo>
                    <a:pt x="301" y="32"/>
                  </a:lnTo>
                  <a:lnTo>
                    <a:pt x="304" y="32"/>
                  </a:lnTo>
                  <a:lnTo>
                    <a:pt x="304" y="32"/>
                  </a:lnTo>
                  <a:lnTo>
                    <a:pt x="318" y="38"/>
                  </a:lnTo>
                  <a:lnTo>
                    <a:pt x="329" y="43"/>
                  </a:lnTo>
                  <a:lnTo>
                    <a:pt x="335" y="46"/>
                  </a:lnTo>
                  <a:lnTo>
                    <a:pt x="335" y="46"/>
                  </a:lnTo>
                  <a:lnTo>
                    <a:pt x="336" y="47"/>
                  </a:lnTo>
                  <a:lnTo>
                    <a:pt x="335" y="49"/>
                  </a:lnTo>
                  <a:lnTo>
                    <a:pt x="331" y="53"/>
                  </a:lnTo>
                  <a:lnTo>
                    <a:pt x="318" y="63"/>
                  </a:lnTo>
                  <a:lnTo>
                    <a:pt x="311" y="70"/>
                  </a:lnTo>
                  <a:lnTo>
                    <a:pt x="303" y="76"/>
                  </a:lnTo>
                  <a:lnTo>
                    <a:pt x="297" y="84"/>
                  </a:lnTo>
                  <a:lnTo>
                    <a:pt x="296" y="87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7"/>
                  </a:lnTo>
                  <a:lnTo>
                    <a:pt x="295" y="103"/>
                  </a:lnTo>
                  <a:lnTo>
                    <a:pt x="296" y="108"/>
                  </a:lnTo>
                  <a:lnTo>
                    <a:pt x="297" y="113"/>
                  </a:lnTo>
                  <a:lnTo>
                    <a:pt x="301" y="115"/>
                  </a:lnTo>
                  <a:lnTo>
                    <a:pt x="304" y="115"/>
                  </a:lnTo>
                  <a:lnTo>
                    <a:pt x="311" y="111"/>
                  </a:lnTo>
                  <a:lnTo>
                    <a:pt x="317" y="105"/>
                  </a:lnTo>
                  <a:lnTo>
                    <a:pt x="317" y="105"/>
                  </a:lnTo>
                  <a:lnTo>
                    <a:pt x="325" y="97"/>
                  </a:lnTo>
                  <a:lnTo>
                    <a:pt x="335" y="90"/>
                  </a:lnTo>
                  <a:lnTo>
                    <a:pt x="344" y="84"/>
                  </a:lnTo>
                  <a:lnTo>
                    <a:pt x="354" y="78"/>
                  </a:lnTo>
                  <a:lnTo>
                    <a:pt x="371" y="69"/>
                  </a:lnTo>
                  <a:lnTo>
                    <a:pt x="383" y="66"/>
                  </a:lnTo>
                  <a:lnTo>
                    <a:pt x="383" y="66"/>
                  </a:lnTo>
                  <a:lnTo>
                    <a:pt x="388" y="66"/>
                  </a:lnTo>
                  <a:lnTo>
                    <a:pt x="394" y="68"/>
                  </a:lnTo>
                  <a:lnTo>
                    <a:pt x="411" y="75"/>
                  </a:lnTo>
                  <a:lnTo>
                    <a:pt x="441" y="93"/>
                  </a:lnTo>
                  <a:lnTo>
                    <a:pt x="441" y="93"/>
                  </a:lnTo>
                  <a:lnTo>
                    <a:pt x="451" y="98"/>
                  </a:lnTo>
                  <a:lnTo>
                    <a:pt x="456" y="102"/>
                  </a:lnTo>
                  <a:lnTo>
                    <a:pt x="456" y="103"/>
                  </a:lnTo>
                  <a:lnTo>
                    <a:pt x="454" y="104"/>
                  </a:lnTo>
                  <a:lnTo>
                    <a:pt x="447" y="107"/>
                  </a:lnTo>
                  <a:lnTo>
                    <a:pt x="447" y="107"/>
                  </a:lnTo>
                  <a:lnTo>
                    <a:pt x="441" y="109"/>
                  </a:lnTo>
                  <a:lnTo>
                    <a:pt x="435" y="111"/>
                  </a:lnTo>
                  <a:lnTo>
                    <a:pt x="428" y="116"/>
                  </a:lnTo>
                  <a:lnTo>
                    <a:pt x="422" y="120"/>
                  </a:lnTo>
                  <a:lnTo>
                    <a:pt x="416" y="126"/>
                  </a:lnTo>
                  <a:lnTo>
                    <a:pt x="411" y="132"/>
                  </a:lnTo>
                  <a:lnTo>
                    <a:pt x="406" y="138"/>
                  </a:lnTo>
                  <a:lnTo>
                    <a:pt x="404" y="145"/>
                  </a:lnTo>
                  <a:lnTo>
                    <a:pt x="404" y="145"/>
                  </a:lnTo>
                  <a:lnTo>
                    <a:pt x="396" y="160"/>
                  </a:lnTo>
                  <a:lnTo>
                    <a:pt x="388" y="176"/>
                  </a:lnTo>
                  <a:lnTo>
                    <a:pt x="378" y="191"/>
                  </a:lnTo>
                  <a:lnTo>
                    <a:pt x="378" y="191"/>
                  </a:lnTo>
                  <a:lnTo>
                    <a:pt x="354" y="189"/>
                  </a:lnTo>
                  <a:lnTo>
                    <a:pt x="334" y="185"/>
                  </a:lnTo>
                  <a:lnTo>
                    <a:pt x="319" y="183"/>
                  </a:lnTo>
                  <a:lnTo>
                    <a:pt x="319" y="183"/>
                  </a:lnTo>
                  <a:lnTo>
                    <a:pt x="302" y="178"/>
                  </a:lnTo>
                  <a:lnTo>
                    <a:pt x="292" y="174"/>
                  </a:lnTo>
                  <a:lnTo>
                    <a:pt x="280" y="172"/>
                  </a:lnTo>
                  <a:lnTo>
                    <a:pt x="269" y="171"/>
                  </a:lnTo>
                  <a:lnTo>
                    <a:pt x="260" y="172"/>
                  </a:lnTo>
                  <a:lnTo>
                    <a:pt x="255" y="172"/>
                  </a:lnTo>
                  <a:lnTo>
                    <a:pt x="251" y="174"/>
                  </a:lnTo>
                  <a:lnTo>
                    <a:pt x="249" y="177"/>
                  </a:lnTo>
                  <a:lnTo>
                    <a:pt x="246" y="180"/>
                  </a:lnTo>
                  <a:lnTo>
                    <a:pt x="246" y="180"/>
                  </a:lnTo>
                  <a:lnTo>
                    <a:pt x="245" y="184"/>
                  </a:lnTo>
                  <a:lnTo>
                    <a:pt x="244" y="188"/>
                  </a:lnTo>
                  <a:lnTo>
                    <a:pt x="245" y="191"/>
                  </a:lnTo>
                  <a:lnTo>
                    <a:pt x="246" y="194"/>
                  </a:lnTo>
                  <a:lnTo>
                    <a:pt x="250" y="199"/>
                  </a:lnTo>
                  <a:lnTo>
                    <a:pt x="257" y="202"/>
                  </a:lnTo>
                  <a:lnTo>
                    <a:pt x="266" y="206"/>
                  </a:lnTo>
                  <a:lnTo>
                    <a:pt x="275" y="208"/>
                  </a:lnTo>
                  <a:lnTo>
                    <a:pt x="296" y="211"/>
                  </a:lnTo>
                  <a:lnTo>
                    <a:pt x="296" y="211"/>
                  </a:lnTo>
                  <a:lnTo>
                    <a:pt x="307" y="211"/>
                  </a:lnTo>
                  <a:lnTo>
                    <a:pt x="317" y="213"/>
                  </a:lnTo>
                  <a:lnTo>
                    <a:pt x="337" y="218"/>
                  </a:lnTo>
                  <a:lnTo>
                    <a:pt x="356" y="224"/>
                  </a:lnTo>
                  <a:lnTo>
                    <a:pt x="356" y="224"/>
                  </a:lnTo>
                  <a:lnTo>
                    <a:pt x="344" y="234"/>
                  </a:lnTo>
                  <a:lnTo>
                    <a:pt x="334" y="243"/>
                  </a:lnTo>
                  <a:lnTo>
                    <a:pt x="323" y="253"/>
                  </a:lnTo>
                  <a:lnTo>
                    <a:pt x="323" y="253"/>
                  </a:lnTo>
                  <a:lnTo>
                    <a:pt x="303" y="276"/>
                  </a:lnTo>
                  <a:lnTo>
                    <a:pt x="294" y="288"/>
                  </a:lnTo>
                  <a:lnTo>
                    <a:pt x="294" y="288"/>
                  </a:lnTo>
                  <a:lnTo>
                    <a:pt x="279" y="278"/>
                  </a:lnTo>
                  <a:lnTo>
                    <a:pt x="246" y="259"/>
                  </a:lnTo>
                  <a:lnTo>
                    <a:pt x="246" y="259"/>
                  </a:lnTo>
                  <a:lnTo>
                    <a:pt x="230" y="248"/>
                  </a:lnTo>
                  <a:lnTo>
                    <a:pt x="215" y="242"/>
                  </a:lnTo>
                  <a:lnTo>
                    <a:pt x="208" y="240"/>
                  </a:lnTo>
                  <a:lnTo>
                    <a:pt x="202" y="238"/>
                  </a:lnTo>
                  <a:lnTo>
                    <a:pt x="197" y="240"/>
                  </a:lnTo>
                  <a:lnTo>
                    <a:pt x="192" y="242"/>
                  </a:lnTo>
                  <a:lnTo>
                    <a:pt x="192" y="242"/>
                  </a:lnTo>
                  <a:lnTo>
                    <a:pt x="190" y="245"/>
                  </a:lnTo>
                  <a:lnTo>
                    <a:pt x="188" y="248"/>
                  </a:lnTo>
                  <a:lnTo>
                    <a:pt x="190" y="253"/>
                  </a:lnTo>
                  <a:lnTo>
                    <a:pt x="192" y="257"/>
                  </a:lnTo>
                  <a:lnTo>
                    <a:pt x="196" y="261"/>
                  </a:lnTo>
                  <a:lnTo>
                    <a:pt x="202" y="266"/>
                  </a:lnTo>
                  <a:lnTo>
                    <a:pt x="210" y="270"/>
                  </a:lnTo>
                  <a:lnTo>
                    <a:pt x="220" y="275"/>
                  </a:lnTo>
                  <a:lnTo>
                    <a:pt x="220" y="275"/>
                  </a:lnTo>
                  <a:lnTo>
                    <a:pt x="232" y="278"/>
                  </a:lnTo>
                  <a:lnTo>
                    <a:pt x="242" y="283"/>
                  </a:lnTo>
                  <a:lnTo>
                    <a:pt x="257" y="294"/>
                  </a:lnTo>
                  <a:lnTo>
                    <a:pt x="267" y="301"/>
                  </a:lnTo>
                  <a:lnTo>
                    <a:pt x="271" y="305"/>
                  </a:lnTo>
                  <a:lnTo>
                    <a:pt x="271" y="305"/>
                  </a:lnTo>
                  <a:lnTo>
                    <a:pt x="251" y="319"/>
                  </a:lnTo>
                  <a:lnTo>
                    <a:pt x="234" y="330"/>
                  </a:lnTo>
                  <a:lnTo>
                    <a:pt x="227" y="334"/>
                  </a:lnTo>
                  <a:lnTo>
                    <a:pt x="220" y="336"/>
                  </a:lnTo>
                  <a:lnTo>
                    <a:pt x="220" y="336"/>
                  </a:lnTo>
                  <a:lnTo>
                    <a:pt x="182" y="345"/>
                  </a:lnTo>
                  <a:lnTo>
                    <a:pt x="182" y="345"/>
                  </a:lnTo>
                  <a:lnTo>
                    <a:pt x="179" y="342"/>
                  </a:lnTo>
                  <a:lnTo>
                    <a:pt x="170" y="335"/>
                  </a:lnTo>
                  <a:lnTo>
                    <a:pt x="164" y="329"/>
                  </a:lnTo>
                  <a:lnTo>
                    <a:pt x="158" y="321"/>
                  </a:lnTo>
                  <a:lnTo>
                    <a:pt x="152" y="311"/>
                  </a:lnTo>
                  <a:lnTo>
                    <a:pt x="147" y="299"/>
                  </a:lnTo>
                  <a:lnTo>
                    <a:pt x="147" y="299"/>
                  </a:lnTo>
                  <a:lnTo>
                    <a:pt x="130" y="259"/>
                  </a:lnTo>
                  <a:lnTo>
                    <a:pt x="126" y="246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1" y="229"/>
                  </a:lnTo>
                  <a:lnTo>
                    <a:pt x="118" y="224"/>
                  </a:lnTo>
                  <a:lnTo>
                    <a:pt x="116" y="220"/>
                  </a:lnTo>
                  <a:lnTo>
                    <a:pt x="112" y="219"/>
                  </a:lnTo>
                  <a:lnTo>
                    <a:pt x="109" y="218"/>
                  </a:lnTo>
                  <a:lnTo>
                    <a:pt x="106" y="219"/>
                  </a:lnTo>
                  <a:lnTo>
                    <a:pt x="103" y="220"/>
                  </a:lnTo>
                  <a:lnTo>
                    <a:pt x="99" y="225"/>
                  </a:lnTo>
                  <a:lnTo>
                    <a:pt x="99" y="225"/>
                  </a:lnTo>
                  <a:lnTo>
                    <a:pt x="96" y="230"/>
                  </a:lnTo>
                  <a:lnTo>
                    <a:pt x="95" y="237"/>
                  </a:lnTo>
                  <a:lnTo>
                    <a:pt x="95" y="245"/>
                  </a:lnTo>
                  <a:lnTo>
                    <a:pt x="96" y="253"/>
                  </a:lnTo>
                  <a:lnTo>
                    <a:pt x="103" y="269"/>
                  </a:lnTo>
                  <a:lnTo>
                    <a:pt x="109" y="284"/>
                  </a:lnTo>
                  <a:lnTo>
                    <a:pt x="109" y="284"/>
                  </a:lnTo>
                  <a:lnTo>
                    <a:pt x="128" y="321"/>
                  </a:lnTo>
                  <a:lnTo>
                    <a:pt x="141" y="345"/>
                  </a:lnTo>
                  <a:lnTo>
                    <a:pt x="141" y="345"/>
                  </a:lnTo>
                  <a:lnTo>
                    <a:pt x="127" y="346"/>
                  </a:lnTo>
                  <a:lnTo>
                    <a:pt x="111" y="346"/>
                  </a:lnTo>
                  <a:lnTo>
                    <a:pt x="93" y="345"/>
                  </a:lnTo>
                  <a:lnTo>
                    <a:pt x="83" y="342"/>
                  </a:lnTo>
                  <a:lnTo>
                    <a:pt x="72" y="340"/>
                  </a:lnTo>
                  <a:lnTo>
                    <a:pt x="64" y="338"/>
                  </a:lnTo>
                  <a:lnTo>
                    <a:pt x="54" y="333"/>
                  </a:lnTo>
                  <a:lnTo>
                    <a:pt x="47" y="327"/>
                  </a:lnTo>
                  <a:lnTo>
                    <a:pt x="40" y="321"/>
                  </a:lnTo>
                  <a:lnTo>
                    <a:pt x="34" y="312"/>
                  </a:lnTo>
                  <a:lnTo>
                    <a:pt x="29" y="303"/>
                  </a:lnTo>
                  <a:lnTo>
                    <a:pt x="29" y="303"/>
                  </a:lnTo>
                  <a:lnTo>
                    <a:pt x="25" y="292"/>
                  </a:lnTo>
                  <a:lnTo>
                    <a:pt x="24" y="282"/>
                  </a:lnTo>
                  <a:lnTo>
                    <a:pt x="23" y="274"/>
                  </a:lnTo>
                  <a:lnTo>
                    <a:pt x="22" y="265"/>
                  </a:lnTo>
                  <a:lnTo>
                    <a:pt x="23" y="258"/>
                  </a:lnTo>
                  <a:lnTo>
                    <a:pt x="24" y="252"/>
                  </a:lnTo>
                  <a:lnTo>
                    <a:pt x="28" y="240"/>
                  </a:lnTo>
                  <a:lnTo>
                    <a:pt x="34" y="229"/>
                  </a:lnTo>
                  <a:lnTo>
                    <a:pt x="41" y="220"/>
                  </a:lnTo>
                  <a:lnTo>
                    <a:pt x="48" y="213"/>
                  </a:lnTo>
                  <a:lnTo>
                    <a:pt x="55" y="207"/>
                  </a:lnTo>
                  <a:lnTo>
                    <a:pt x="55" y="207"/>
                  </a:lnTo>
                  <a:lnTo>
                    <a:pt x="61" y="202"/>
                  </a:lnTo>
                  <a:lnTo>
                    <a:pt x="64" y="197"/>
                  </a:lnTo>
                  <a:lnTo>
                    <a:pt x="66" y="194"/>
                  </a:lnTo>
                  <a:lnTo>
                    <a:pt x="65" y="191"/>
                  </a:lnTo>
                  <a:lnTo>
                    <a:pt x="64" y="190"/>
                  </a:lnTo>
                  <a:lnTo>
                    <a:pt x="63" y="188"/>
                  </a:lnTo>
                  <a:lnTo>
                    <a:pt x="59" y="184"/>
                  </a:lnTo>
                  <a:lnTo>
                    <a:pt x="59" y="184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583">
              <a:extLst>
                <a:ext uri="{FF2B5EF4-FFF2-40B4-BE49-F238E27FC236}">
                  <a16:creationId xmlns:a16="http://schemas.microsoft.com/office/drawing/2014/main" id="{B8C0293E-D195-A14A-A392-DF543373D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813" y="4713288"/>
              <a:ext cx="185738" cy="361950"/>
            </a:xfrm>
            <a:custGeom>
              <a:avLst/>
              <a:gdLst>
                <a:gd name="T0" fmla="*/ 233 w 233"/>
                <a:gd name="T1" fmla="*/ 456 h 456"/>
                <a:gd name="T2" fmla="*/ 214 w 233"/>
                <a:gd name="T3" fmla="*/ 456 h 456"/>
                <a:gd name="T4" fmla="*/ 214 w 233"/>
                <a:gd name="T5" fmla="*/ 305 h 456"/>
                <a:gd name="T6" fmla="*/ 214 w 233"/>
                <a:gd name="T7" fmla="*/ 305 h 456"/>
                <a:gd name="T8" fmla="*/ 212 w 233"/>
                <a:gd name="T9" fmla="*/ 277 h 456"/>
                <a:gd name="T10" fmla="*/ 209 w 233"/>
                <a:gd name="T11" fmla="*/ 253 h 456"/>
                <a:gd name="T12" fmla="*/ 209 w 233"/>
                <a:gd name="T13" fmla="*/ 253 h 456"/>
                <a:gd name="T14" fmla="*/ 206 w 233"/>
                <a:gd name="T15" fmla="*/ 237 h 456"/>
                <a:gd name="T16" fmla="*/ 201 w 233"/>
                <a:gd name="T17" fmla="*/ 223 h 456"/>
                <a:gd name="T18" fmla="*/ 197 w 233"/>
                <a:gd name="T19" fmla="*/ 210 h 456"/>
                <a:gd name="T20" fmla="*/ 191 w 233"/>
                <a:gd name="T21" fmla="*/ 195 h 456"/>
                <a:gd name="T22" fmla="*/ 185 w 233"/>
                <a:gd name="T23" fmla="*/ 183 h 456"/>
                <a:gd name="T24" fmla="*/ 179 w 233"/>
                <a:gd name="T25" fmla="*/ 170 h 456"/>
                <a:gd name="T26" fmla="*/ 163 w 233"/>
                <a:gd name="T27" fmla="*/ 147 h 456"/>
                <a:gd name="T28" fmla="*/ 147 w 233"/>
                <a:gd name="T29" fmla="*/ 126 h 456"/>
                <a:gd name="T30" fmla="*/ 129 w 233"/>
                <a:gd name="T31" fmla="*/ 107 h 456"/>
                <a:gd name="T32" fmla="*/ 111 w 233"/>
                <a:gd name="T33" fmla="*/ 89 h 456"/>
                <a:gd name="T34" fmla="*/ 93 w 233"/>
                <a:gd name="T35" fmla="*/ 74 h 456"/>
                <a:gd name="T36" fmla="*/ 76 w 233"/>
                <a:gd name="T37" fmla="*/ 61 h 456"/>
                <a:gd name="T38" fmla="*/ 59 w 233"/>
                <a:gd name="T39" fmla="*/ 49 h 456"/>
                <a:gd name="T40" fmla="*/ 43 w 233"/>
                <a:gd name="T41" fmla="*/ 39 h 456"/>
                <a:gd name="T42" fmla="*/ 29 w 233"/>
                <a:gd name="T43" fmla="*/ 32 h 456"/>
                <a:gd name="T44" fmla="*/ 8 w 233"/>
                <a:gd name="T45" fmla="*/ 21 h 456"/>
                <a:gd name="T46" fmla="*/ 0 w 233"/>
                <a:gd name="T47" fmla="*/ 17 h 456"/>
                <a:gd name="T48" fmla="*/ 7 w 233"/>
                <a:gd name="T49" fmla="*/ 0 h 456"/>
                <a:gd name="T50" fmla="*/ 7 w 233"/>
                <a:gd name="T51" fmla="*/ 0 h 456"/>
                <a:gd name="T52" fmla="*/ 18 w 233"/>
                <a:gd name="T53" fmla="*/ 4 h 456"/>
                <a:gd name="T54" fmla="*/ 39 w 233"/>
                <a:gd name="T55" fmla="*/ 16 h 456"/>
                <a:gd name="T56" fmla="*/ 55 w 233"/>
                <a:gd name="T57" fmla="*/ 25 h 456"/>
                <a:gd name="T58" fmla="*/ 71 w 233"/>
                <a:gd name="T59" fmla="*/ 34 h 456"/>
                <a:gd name="T60" fmla="*/ 89 w 233"/>
                <a:gd name="T61" fmla="*/ 46 h 456"/>
                <a:gd name="T62" fmla="*/ 107 w 233"/>
                <a:gd name="T63" fmla="*/ 61 h 456"/>
                <a:gd name="T64" fmla="*/ 126 w 233"/>
                <a:gd name="T65" fmla="*/ 77 h 456"/>
                <a:gd name="T66" fmla="*/ 145 w 233"/>
                <a:gd name="T67" fmla="*/ 95 h 456"/>
                <a:gd name="T68" fmla="*/ 163 w 233"/>
                <a:gd name="T69" fmla="*/ 115 h 456"/>
                <a:gd name="T70" fmla="*/ 180 w 233"/>
                <a:gd name="T71" fmla="*/ 137 h 456"/>
                <a:gd name="T72" fmla="*/ 195 w 233"/>
                <a:gd name="T73" fmla="*/ 161 h 456"/>
                <a:gd name="T74" fmla="*/ 203 w 233"/>
                <a:gd name="T75" fmla="*/ 174 h 456"/>
                <a:gd name="T76" fmla="*/ 209 w 233"/>
                <a:gd name="T77" fmla="*/ 189 h 456"/>
                <a:gd name="T78" fmla="*/ 215 w 233"/>
                <a:gd name="T79" fmla="*/ 202 h 456"/>
                <a:gd name="T80" fmla="*/ 220 w 233"/>
                <a:gd name="T81" fmla="*/ 218 h 456"/>
                <a:gd name="T82" fmla="*/ 224 w 233"/>
                <a:gd name="T83" fmla="*/ 234 h 456"/>
                <a:gd name="T84" fmla="*/ 228 w 233"/>
                <a:gd name="T85" fmla="*/ 249 h 456"/>
                <a:gd name="T86" fmla="*/ 228 w 233"/>
                <a:gd name="T87" fmla="*/ 249 h 456"/>
                <a:gd name="T88" fmla="*/ 232 w 233"/>
                <a:gd name="T89" fmla="*/ 276 h 456"/>
                <a:gd name="T90" fmla="*/ 233 w 233"/>
                <a:gd name="T91" fmla="*/ 305 h 456"/>
                <a:gd name="T92" fmla="*/ 233 w 233"/>
                <a:gd name="T9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3" h="456">
                  <a:moveTo>
                    <a:pt x="233" y="456"/>
                  </a:moveTo>
                  <a:lnTo>
                    <a:pt x="214" y="456"/>
                  </a:lnTo>
                  <a:lnTo>
                    <a:pt x="214" y="305"/>
                  </a:lnTo>
                  <a:lnTo>
                    <a:pt x="214" y="305"/>
                  </a:lnTo>
                  <a:lnTo>
                    <a:pt x="212" y="277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06" y="237"/>
                  </a:lnTo>
                  <a:lnTo>
                    <a:pt x="201" y="223"/>
                  </a:lnTo>
                  <a:lnTo>
                    <a:pt x="197" y="210"/>
                  </a:lnTo>
                  <a:lnTo>
                    <a:pt x="191" y="195"/>
                  </a:lnTo>
                  <a:lnTo>
                    <a:pt x="185" y="183"/>
                  </a:lnTo>
                  <a:lnTo>
                    <a:pt x="179" y="170"/>
                  </a:lnTo>
                  <a:lnTo>
                    <a:pt x="163" y="147"/>
                  </a:lnTo>
                  <a:lnTo>
                    <a:pt x="147" y="126"/>
                  </a:lnTo>
                  <a:lnTo>
                    <a:pt x="129" y="107"/>
                  </a:lnTo>
                  <a:lnTo>
                    <a:pt x="111" y="89"/>
                  </a:lnTo>
                  <a:lnTo>
                    <a:pt x="93" y="74"/>
                  </a:lnTo>
                  <a:lnTo>
                    <a:pt x="76" y="61"/>
                  </a:lnTo>
                  <a:lnTo>
                    <a:pt x="59" y="49"/>
                  </a:lnTo>
                  <a:lnTo>
                    <a:pt x="43" y="39"/>
                  </a:lnTo>
                  <a:lnTo>
                    <a:pt x="29" y="32"/>
                  </a:lnTo>
                  <a:lnTo>
                    <a:pt x="8" y="21"/>
                  </a:lnTo>
                  <a:lnTo>
                    <a:pt x="0" y="17"/>
                  </a:lnTo>
                  <a:lnTo>
                    <a:pt x="7" y="0"/>
                  </a:lnTo>
                  <a:lnTo>
                    <a:pt x="7" y="0"/>
                  </a:lnTo>
                  <a:lnTo>
                    <a:pt x="18" y="4"/>
                  </a:lnTo>
                  <a:lnTo>
                    <a:pt x="39" y="16"/>
                  </a:lnTo>
                  <a:lnTo>
                    <a:pt x="55" y="25"/>
                  </a:lnTo>
                  <a:lnTo>
                    <a:pt x="71" y="34"/>
                  </a:lnTo>
                  <a:lnTo>
                    <a:pt x="89" y="46"/>
                  </a:lnTo>
                  <a:lnTo>
                    <a:pt x="107" y="61"/>
                  </a:lnTo>
                  <a:lnTo>
                    <a:pt x="126" y="77"/>
                  </a:lnTo>
                  <a:lnTo>
                    <a:pt x="145" y="95"/>
                  </a:lnTo>
                  <a:lnTo>
                    <a:pt x="163" y="115"/>
                  </a:lnTo>
                  <a:lnTo>
                    <a:pt x="180" y="137"/>
                  </a:lnTo>
                  <a:lnTo>
                    <a:pt x="195" y="161"/>
                  </a:lnTo>
                  <a:lnTo>
                    <a:pt x="203" y="174"/>
                  </a:lnTo>
                  <a:lnTo>
                    <a:pt x="209" y="189"/>
                  </a:lnTo>
                  <a:lnTo>
                    <a:pt x="215" y="202"/>
                  </a:lnTo>
                  <a:lnTo>
                    <a:pt x="220" y="218"/>
                  </a:lnTo>
                  <a:lnTo>
                    <a:pt x="224" y="234"/>
                  </a:lnTo>
                  <a:lnTo>
                    <a:pt x="228" y="249"/>
                  </a:lnTo>
                  <a:lnTo>
                    <a:pt x="228" y="249"/>
                  </a:lnTo>
                  <a:lnTo>
                    <a:pt x="232" y="276"/>
                  </a:lnTo>
                  <a:lnTo>
                    <a:pt x="233" y="305"/>
                  </a:lnTo>
                  <a:lnTo>
                    <a:pt x="233" y="456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584">
              <a:extLst>
                <a:ext uri="{FF2B5EF4-FFF2-40B4-BE49-F238E27FC236}">
                  <a16:creationId xmlns:a16="http://schemas.microsoft.com/office/drawing/2014/main" id="{237EDACE-5662-7944-B367-870C50DDB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438" y="4856163"/>
              <a:ext cx="106363" cy="215900"/>
            </a:xfrm>
            <a:custGeom>
              <a:avLst/>
              <a:gdLst>
                <a:gd name="T0" fmla="*/ 0 w 135"/>
                <a:gd name="T1" fmla="*/ 272 h 272"/>
                <a:gd name="T2" fmla="*/ 0 w 135"/>
                <a:gd name="T3" fmla="*/ 272 h 272"/>
                <a:gd name="T4" fmla="*/ 0 w 135"/>
                <a:gd name="T5" fmla="*/ 262 h 272"/>
                <a:gd name="T6" fmla="*/ 2 w 135"/>
                <a:gd name="T7" fmla="*/ 238 h 272"/>
                <a:gd name="T8" fmla="*/ 3 w 135"/>
                <a:gd name="T9" fmla="*/ 221 h 272"/>
                <a:gd name="T10" fmla="*/ 5 w 135"/>
                <a:gd name="T11" fmla="*/ 201 h 272"/>
                <a:gd name="T12" fmla="*/ 9 w 135"/>
                <a:gd name="T13" fmla="*/ 181 h 272"/>
                <a:gd name="T14" fmla="*/ 14 w 135"/>
                <a:gd name="T15" fmla="*/ 159 h 272"/>
                <a:gd name="T16" fmla="*/ 20 w 135"/>
                <a:gd name="T17" fmla="*/ 136 h 272"/>
                <a:gd name="T18" fmla="*/ 28 w 135"/>
                <a:gd name="T19" fmla="*/ 113 h 272"/>
                <a:gd name="T20" fmla="*/ 39 w 135"/>
                <a:gd name="T21" fmla="*/ 90 h 272"/>
                <a:gd name="T22" fmla="*/ 51 w 135"/>
                <a:gd name="T23" fmla="*/ 68 h 272"/>
                <a:gd name="T24" fmla="*/ 58 w 135"/>
                <a:gd name="T25" fmla="*/ 59 h 272"/>
                <a:gd name="T26" fmla="*/ 67 w 135"/>
                <a:gd name="T27" fmla="*/ 48 h 272"/>
                <a:gd name="T28" fmla="*/ 75 w 135"/>
                <a:gd name="T29" fmla="*/ 38 h 272"/>
                <a:gd name="T30" fmla="*/ 85 w 135"/>
                <a:gd name="T31" fmla="*/ 30 h 272"/>
                <a:gd name="T32" fmla="*/ 95 w 135"/>
                <a:gd name="T33" fmla="*/ 21 h 272"/>
                <a:gd name="T34" fmla="*/ 106 w 135"/>
                <a:gd name="T35" fmla="*/ 13 h 272"/>
                <a:gd name="T36" fmla="*/ 118 w 135"/>
                <a:gd name="T37" fmla="*/ 6 h 272"/>
                <a:gd name="T38" fmla="*/ 131 w 135"/>
                <a:gd name="T39" fmla="*/ 0 h 272"/>
                <a:gd name="T40" fmla="*/ 135 w 135"/>
                <a:gd name="T41" fmla="*/ 8 h 272"/>
                <a:gd name="T42" fmla="*/ 135 w 135"/>
                <a:gd name="T43" fmla="*/ 8 h 272"/>
                <a:gd name="T44" fmla="*/ 123 w 135"/>
                <a:gd name="T45" fmla="*/ 14 h 272"/>
                <a:gd name="T46" fmla="*/ 112 w 135"/>
                <a:gd name="T47" fmla="*/ 21 h 272"/>
                <a:gd name="T48" fmla="*/ 101 w 135"/>
                <a:gd name="T49" fmla="*/ 29 h 272"/>
                <a:gd name="T50" fmla="*/ 91 w 135"/>
                <a:gd name="T51" fmla="*/ 37 h 272"/>
                <a:gd name="T52" fmla="*/ 81 w 135"/>
                <a:gd name="T53" fmla="*/ 45 h 272"/>
                <a:gd name="T54" fmla="*/ 73 w 135"/>
                <a:gd name="T55" fmla="*/ 55 h 272"/>
                <a:gd name="T56" fmla="*/ 66 w 135"/>
                <a:gd name="T57" fmla="*/ 65 h 272"/>
                <a:gd name="T58" fmla="*/ 58 w 135"/>
                <a:gd name="T59" fmla="*/ 75 h 272"/>
                <a:gd name="T60" fmla="*/ 46 w 135"/>
                <a:gd name="T61" fmla="*/ 96 h 272"/>
                <a:gd name="T62" fmla="*/ 37 w 135"/>
                <a:gd name="T63" fmla="*/ 118 h 272"/>
                <a:gd name="T64" fmla="*/ 28 w 135"/>
                <a:gd name="T65" fmla="*/ 140 h 272"/>
                <a:gd name="T66" fmla="*/ 22 w 135"/>
                <a:gd name="T67" fmla="*/ 162 h 272"/>
                <a:gd name="T68" fmla="*/ 17 w 135"/>
                <a:gd name="T69" fmla="*/ 183 h 272"/>
                <a:gd name="T70" fmla="*/ 14 w 135"/>
                <a:gd name="T71" fmla="*/ 204 h 272"/>
                <a:gd name="T72" fmla="*/ 13 w 135"/>
                <a:gd name="T73" fmla="*/ 222 h 272"/>
                <a:gd name="T74" fmla="*/ 10 w 135"/>
                <a:gd name="T75" fmla="*/ 238 h 272"/>
                <a:gd name="T76" fmla="*/ 10 w 135"/>
                <a:gd name="T77" fmla="*/ 262 h 272"/>
                <a:gd name="T78" fmla="*/ 10 w 135"/>
                <a:gd name="T79" fmla="*/ 272 h 272"/>
                <a:gd name="T80" fmla="*/ 0 w 135"/>
                <a:gd name="T81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5" h="272">
                  <a:moveTo>
                    <a:pt x="0" y="272"/>
                  </a:moveTo>
                  <a:lnTo>
                    <a:pt x="0" y="272"/>
                  </a:lnTo>
                  <a:lnTo>
                    <a:pt x="0" y="262"/>
                  </a:lnTo>
                  <a:lnTo>
                    <a:pt x="2" y="238"/>
                  </a:lnTo>
                  <a:lnTo>
                    <a:pt x="3" y="221"/>
                  </a:lnTo>
                  <a:lnTo>
                    <a:pt x="5" y="201"/>
                  </a:lnTo>
                  <a:lnTo>
                    <a:pt x="9" y="181"/>
                  </a:lnTo>
                  <a:lnTo>
                    <a:pt x="14" y="159"/>
                  </a:lnTo>
                  <a:lnTo>
                    <a:pt x="20" y="136"/>
                  </a:lnTo>
                  <a:lnTo>
                    <a:pt x="28" y="113"/>
                  </a:lnTo>
                  <a:lnTo>
                    <a:pt x="39" y="90"/>
                  </a:lnTo>
                  <a:lnTo>
                    <a:pt x="51" y="68"/>
                  </a:lnTo>
                  <a:lnTo>
                    <a:pt x="58" y="59"/>
                  </a:lnTo>
                  <a:lnTo>
                    <a:pt x="67" y="48"/>
                  </a:lnTo>
                  <a:lnTo>
                    <a:pt x="75" y="38"/>
                  </a:lnTo>
                  <a:lnTo>
                    <a:pt x="85" y="30"/>
                  </a:lnTo>
                  <a:lnTo>
                    <a:pt x="95" y="21"/>
                  </a:lnTo>
                  <a:lnTo>
                    <a:pt x="106" y="13"/>
                  </a:lnTo>
                  <a:lnTo>
                    <a:pt x="118" y="6"/>
                  </a:lnTo>
                  <a:lnTo>
                    <a:pt x="131" y="0"/>
                  </a:lnTo>
                  <a:lnTo>
                    <a:pt x="135" y="8"/>
                  </a:lnTo>
                  <a:lnTo>
                    <a:pt x="135" y="8"/>
                  </a:lnTo>
                  <a:lnTo>
                    <a:pt x="123" y="14"/>
                  </a:lnTo>
                  <a:lnTo>
                    <a:pt x="112" y="21"/>
                  </a:lnTo>
                  <a:lnTo>
                    <a:pt x="101" y="29"/>
                  </a:lnTo>
                  <a:lnTo>
                    <a:pt x="91" y="37"/>
                  </a:lnTo>
                  <a:lnTo>
                    <a:pt x="81" y="45"/>
                  </a:lnTo>
                  <a:lnTo>
                    <a:pt x="73" y="55"/>
                  </a:lnTo>
                  <a:lnTo>
                    <a:pt x="66" y="65"/>
                  </a:lnTo>
                  <a:lnTo>
                    <a:pt x="58" y="75"/>
                  </a:lnTo>
                  <a:lnTo>
                    <a:pt x="46" y="96"/>
                  </a:lnTo>
                  <a:lnTo>
                    <a:pt x="37" y="118"/>
                  </a:lnTo>
                  <a:lnTo>
                    <a:pt x="28" y="140"/>
                  </a:lnTo>
                  <a:lnTo>
                    <a:pt x="22" y="162"/>
                  </a:lnTo>
                  <a:lnTo>
                    <a:pt x="17" y="183"/>
                  </a:lnTo>
                  <a:lnTo>
                    <a:pt x="14" y="204"/>
                  </a:lnTo>
                  <a:lnTo>
                    <a:pt x="13" y="222"/>
                  </a:lnTo>
                  <a:lnTo>
                    <a:pt x="10" y="238"/>
                  </a:lnTo>
                  <a:lnTo>
                    <a:pt x="10" y="262"/>
                  </a:lnTo>
                  <a:lnTo>
                    <a:pt x="10" y="272"/>
                  </a:lnTo>
                  <a:lnTo>
                    <a:pt x="0" y="272"/>
                  </a:lnTo>
                  <a:close/>
                </a:path>
              </a:pathLst>
            </a:custGeom>
            <a:solidFill>
              <a:srgbClr val="A5D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58" name="Freeform 457">
            <a:extLst>
              <a:ext uri="{FF2B5EF4-FFF2-40B4-BE49-F238E27FC236}">
                <a16:creationId xmlns:a16="http://schemas.microsoft.com/office/drawing/2014/main" id="{FF4F24C0-E874-BB47-A587-35C2C253374F}"/>
              </a:ext>
            </a:extLst>
          </p:cNvPr>
          <p:cNvSpPr>
            <a:spLocks/>
          </p:cNvSpPr>
          <p:nvPr/>
        </p:nvSpPr>
        <p:spPr bwMode="auto">
          <a:xfrm>
            <a:off x="11173183" y="738397"/>
            <a:ext cx="831146" cy="200797"/>
          </a:xfrm>
          <a:custGeom>
            <a:avLst/>
            <a:gdLst>
              <a:gd name="T0" fmla="*/ 305 w 347"/>
              <a:gd name="T1" fmla="*/ 84 h 84"/>
              <a:gd name="T2" fmla="*/ 42 w 347"/>
              <a:gd name="T3" fmla="*/ 84 h 84"/>
              <a:gd name="T4" fmla="*/ 0 w 347"/>
              <a:gd name="T5" fmla="*/ 42 h 84"/>
              <a:gd name="T6" fmla="*/ 42 w 347"/>
              <a:gd name="T7" fmla="*/ 0 h 84"/>
              <a:gd name="T8" fmla="*/ 305 w 347"/>
              <a:gd name="T9" fmla="*/ 0 h 84"/>
              <a:gd name="T10" fmla="*/ 347 w 347"/>
              <a:gd name="T11" fmla="*/ 42 h 84"/>
              <a:gd name="T12" fmla="*/ 305 w 347"/>
              <a:gd name="T1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7" h="84">
                <a:moveTo>
                  <a:pt x="305" y="84"/>
                </a:moveTo>
                <a:cubicBezTo>
                  <a:pt x="42" y="84"/>
                  <a:pt x="42" y="84"/>
                  <a:pt x="42" y="84"/>
                </a:cubicBezTo>
                <a:cubicBezTo>
                  <a:pt x="18" y="84"/>
                  <a:pt x="0" y="65"/>
                  <a:pt x="0" y="42"/>
                </a:cubicBezTo>
                <a:cubicBezTo>
                  <a:pt x="0" y="19"/>
                  <a:pt x="18" y="0"/>
                  <a:pt x="42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7" y="19"/>
                  <a:pt x="347" y="42"/>
                </a:cubicBezTo>
                <a:cubicBezTo>
                  <a:pt x="347" y="65"/>
                  <a:pt x="328" y="84"/>
                  <a:pt x="305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459" name="Freeform 319">
            <a:extLst>
              <a:ext uri="{FF2B5EF4-FFF2-40B4-BE49-F238E27FC236}">
                <a16:creationId xmlns:a16="http://schemas.microsoft.com/office/drawing/2014/main" id="{AE1198B1-761B-2347-937F-C11DFE51B897}"/>
              </a:ext>
            </a:extLst>
          </p:cNvPr>
          <p:cNvSpPr>
            <a:spLocks/>
          </p:cNvSpPr>
          <p:nvPr/>
        </p:nvSpPr>
        <p:spPr bwMode="auto">
          <a:xfrm>
            <a:off x="10803947" y="740790"/>
            <a:ext cx="195263" cy="195263"/>
          </a:xfrm>
          <a:custGeom>
            <a:avLst/>
            <a:gdLst>
              <a:gd name="T0" fmla="*/ 245 w 245"/>
              <a:gd name="T1" fmla="*/ 123 h 245"/>
              <a:gd name="T2" fmla="*/ 243 w 245"/>
              <a:gd name="T3" fmla="*/ 147 h 245"/>
              <a:gd name="T4" fmla="*/ 235 w 245"/>
              <a:gd name="T5" fmla="*/ 170 h 245"/>
              <a:gd name="T6" fmla="*/ 225 w 245"/>
              <a:gd name="T7" fmla="*/ 191 h 245"/>
              <a:gd name="T8" fmla="*/ 209 w 245"/>
              <a:gd name="T9" fmla="*/ 209 h 245"/>
              <a:gd name="T10" fmla="*/ 191 w 245"/>
              <a:gd name="T11" fmla="*/ 225 h 245"/>
              <a:gd name="T12" fmla="*/ 170 w 245"/>
              <a:gd name="T13" fmla="*/ 236 h 245"/>
              <a:gd name="T14" fmla="*/ 147 w 245"/>
              <a:gd name="T15" fmla="*/ 243 h 245"/>
              <a:gd name="T16" fmla="*/ 123 w 245"/>
              <a:gd name="T17" fmla="*/ 245 h 245"/>
              <a:gd name="T18" fmla="*/ 110 w 245"/>
              <a:gd name="T19" fmla="*/ 245 h 245"/>
              <a:gd name="T20" fmla="*/ 86 w 245"/>
              <a:gd name="T21" fmla="*/ 240 h 245"/>
              <a:gd name="T22" fmla="*/ 64 w 245"/>
              <a:gd name="T23" fmla="*/ 231 h 245"/>
              <a:gd name="T24" fmla="*/ 44 w 245"/>
              <a:gd name="T25" fmla="*/ 217 h 245"/>
              <a:gd name="T26" fmla="*/ 27 w 245"/>
              <a:gd name="T27" fmla="*/ 200 h 245"/>
              <a:gd name="T28" fmla="*/ 14 w 245"/>
              <a:gd name="T29" fmla="*/ 181 h 245"/>
              <a:gd name="T30" fmla="*/ 6 w 245"/>
              <a:gd name="T31" fmla="*/ 159 h 245"/>
              <a:gd name="T32" fmla="*/ 1 w 245"/>
              <a:gd name="T33" fmla="*/ 135 h 245"/>
              <a:gd name="T34" fmla="*/ 0 w 245"/>
              <a:gd name="T35" fmla="*/ 123 h 245"/>
              <a:gd name="T36" fmla="*/ 2 w 245"/>
              <a:gd name="T37" fmla="*/ 98 h 245"/>
              <a:gd name="T38" fmla="*/ 9 w 245"/>
              <a:gd name="T39" fmla="*/ 75 h 245"/>
              <a:gd name="T40" fmla="*/ 21 w 245"/>
              <a:gd name="T41" fmla="*/ 54 h 245"/>
              <a:gd name="T42" fmla="*/ 36 w 245"/>
              <a:gd name="T43" fmla="*/ 36 h 245"/>
              <a:gd name="T44" fmla="*/ 54 w 245"/>
              <a:gd name="T45" fmla="*/ 22 h 245"/>
              <a:gd name="T46" fmla="*/ 75 w 245"/>
              <a:gd name="T47" fmla="*/ 9 h 245"/>
              <a:gd name="T48" fmla="*/ 98 w 245"/>
              <a:gd name="T49" fmla="*/ 2 h 245"/>
              <a:gd name="T50" fmla="*/ 123 w 245"/>
              <a:gd name="T51" fmla="*/ 0 h 245"/>
              <a:gd name="T52" fmla="*/ 135 w 245"/>
              <a:gd name="T53" fmla="*/ 1 h 245"/>
              <a:gd name="T54" fmla="*/ 159 w 245"/>
              <a:gd name="T55" fmla="*/ 6 h 245"/>
              <a:gd name="T56" fmla="*/ 181 w 245"/>
              <a:gd name="T57" fmla="*/ 14 h 245"/>
              <a:gd name="T58" fmla="*/ 200 w 245"/>
              <a:gd name="T59" fmla="*/ 28 h 245"/>
              <a:gd name="T60" fmla="*/ 217 w 245"/>
              <a:gd name="T61" fmla="*/ 44 h 245"/>
              <a:gd name="T62" fmla="*/ 231 w 245"/>
              <a:gd name="T63" fmla="*/ 64 h 245"/>
              <a:gd name="T64" fmla="*/ 240 w 245"/>
              <a:gd name="T65" fmla="*/ 87 h 245"/>
              <a:gd name="T66" fmla="*/ 245 w 245"/>
              <a:gd name="T67" fmla="*/ 110 h 245"/>
              <a:gd name="T68" fmla="*/ 245 w 245"/>
              <a:gd name="T69" fmla="*/ 12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45" h="245">
                <a:moveTo>
                  <a:pt x="245" y="123"/>
                </a:moveTo>
                <a:lnTo>
                  <a:pt x="245" y="123"/>
                </a:lnTo>
                <a:lnTo>
                  <a:pt x="245" y="135"/>
                </a:lnTo>
                <a:lnTo>
                  <a:pt x="243" y="147"/>
                </a:lnTo>
                <a:lnTo>
                  <a:pt x="240" y="159"/>
                </a:lnTo>
                <a:lnTo>
                  <a:pt x="235" y="170"/>
                </a:lnTo>
                <a:lnTo>
                  <a:pt x="231" y="181"/>
                </a:lnTo>
                <a:lnTo>
                  <a:pt x="225" y="191"/>
                </a:lnTo>
                <a:lnTo>
                  <a:pt x="217" y="200"/>
                </a:lnTo>
                <a:lnTo>
                  <a:pt x="209" y="209"/>
                </a:lnTo>
                <a:lnTo>
                  <a:pt x="200" y="217"/>
                </a:lnTo>
                <a:lnTo>
                  <a:pt x="191" y="225"/>
                </a:lnTo>
                <a:lnTo>
                  <a:pt x="181" y="231"/>
                </a:lnTo>
                <a:lnTo>
                  <a:pt x="170" y="236"/>
                </a:lnTo>
                <a:lnTo>
                  <a:pt x="159" y="240"/>
                </a:lnTo>
                <a:lnTo>
                  <a:pt x="147" y="243"/>
                </a:lnTo>
                <a:lnTo>
                  <a:pt x="135" y="245"/>
                </a:lnTo>
                <a:lnTo>
                  <a:pt x="123" y="245"/>
                </a:lnTo>
                <a:lnTo>
                  <a:pt x="123" y="245"/>
                </a:lnTo>
                <a:lnTo>
                  <a:pt x="110" y="245"/>
                </a:lnTo>
                <a:lnTo>
                  <a:pt x="98" y="243"/>
                </a:lnTo>
                <a:lnTo>
                  <a:pt x="86" y="240"/>
                </a:lnTo>
                <a:lnTo>
                  <a:pt x="75" y="236"/>
                </a:lnTo>
                <a:lnTo>
                  <a:pt x="64" y="231"/>
                </a:lnTo>
                <a:lnTo>
                  <a:pt x="54" y="225"/>
                </a:lnTo>
                <a:lnTo>
                  <a:pt x="44" y="217"/>
                </a:lnTo>
                <a:lnTo>
                  <a:pt x="36" y="209"/>
                </a:lnTo>
                <a:lnTo>
                  <a:pt x="27" y="200"/>
                </a:lnTo>
                <a:lnTo>
                  <a:pt x="21" y="191"/>
                </a:lnTo>
                <a:lnTo>
                  <a:pt x="14" y="181"/>
                </a:lnTo>
                <a:lnTo>
                  <a:pt x="9" y="170"/>
                </a:lnTo>
                <a:lnTo>
                  <a:pt x="6" y="159"/>
                </a:lnTo>
                <a:lnTo>
                  <a:pt x="2" y="147"/>
                </a:lnTo>
                <a:lnTo>
                  <a:pt x="1" y="135"/>
                </a:lnTo>
                <a:lnTo>
                  <a:pt x="0" y="123"/>
                </a:lnTo>
                <a:lnTo>
                  <a:pt x="0" y="123"/>
                </a:lnTo>
                <a:lnTo>
                  <a:pt x="1" y="110"/>
                </a:lnTo>
                <a:lnTo>
                  <a:pt x="2" y="98"/>
                </a:lnTo>
                <a:lnTo>
                  <a:pt x="6" y="87"/>
                </a:lnTo>
                <a:lnTo>
                  <a:pt x="9" y="75"/>
                </a:lnTo>
                <a:lnTo>
                  <a:pt x="14" y="64"/>
                </a:lnTo>
                <a:lnTo>
                  <a:pt x="21" y="54"/>
                </a:lnTo>
                <a:lnTo>
                  <a:pt x="27" y="44"/>
                </a:lnTo>
                <a:lnTo>
                  <a:pt x="36" y="36"/>
                </a:lnTo>
                <a:lnTo>
                  <a:pt x="44" y="28"/>
                </a:lnTo>
                <a:lnTo>
                  <a:pt x="54" y="22"/>
                </a:lnTo>
                <a:lnTo>
                  <a:pt x="64" y="14"/>
                </a:lnTo>
                <a:lnTo>
                  <a:pt x="75" y="9"/>
                </a:lnTo>
                <a:lnTo>
                  <a:pt x="86" y="6"/>
                </a:lnTo>
                <a:lnTo>
                  <a:pt x="98" y="2"/>
                </a:lnTo>
                <a:lnTo>
                  <a:pt x="110" y="1"/>
                </a:lnTo>
                <a:lnTo>
                  <a:pt x="123" y="0"/>
                </a:lnTo>
                <a:lnTo>
                  <a:pt x="123" y="0"/>
                </a:lnTo>
                <a:lnTo>
                  <a:pt x="135" y="1"/>
                </a:lnTo>
                <a:lnTo>
                  <a:pt x="147" y="2"/>
                </a:lnTo>
                <a:lnTo>
                  <a:pt x="159" y="6"/>
                </a:lnTo>
                <a:lnTo>
                  <a:pt x="170" y="9"/>
                </a:lnTo>
                <a:lnTo>
                  <a:pt x="181" y="14"/>
                </a:lnTo>
                <a:lnTo>
                  <a:pt x="191" y="22"/>
                </a:lnTo>
                <a:lnTo>
                  <a:pt x="200" y="28"/>
                </a:lnTo>
                <a:lnTo>
                  <a:pt x="209" y="36"/>
                </a:lnTo>
                <a:lnTo>
                  <a:pt x="217" y="44"/>
                </a:lnTo>
                <a:lnTo>
                  <a:pt x="225" y="54"/>
                </a:lnTo>
                <a:lnTo>
                  <a:pt x="231" y="64"/>
                </a:lnTo>
                <a:lnTo>
                  <a:pt x="235" y="75"/>
                </a:lnTo>
                <a:lnTo>
                  <a:pt x="240" y="87"/>
                </a:lnTo>
                <a:lnTo>
                  <a:pt x="243" y="98"/>
                </a:lnTo>
                <a:lnTo>
                  <a:pt x="245" y="110"/>
                </a:lnTo>
                <a:lnTo>
                  <a:pt x="245" y="123"/>
                </a:lnTo>
                <a:lnTo>
                  <a:pt x="245" y="123"/>
                </a:lnTo>
                <a:close/>
              </a:path>
            </a:pathLst>
          </a:custGeom>
          <a:solidFill>
            <a:schemeClr val="bg1"/>
          </a:solidFill>
          <a:ln w="3810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0" name="Freeform 459">
            <a:extLst>
              <a:ext uri="{FF2B5EF4-FFF2-40B4-BE49-F238E27FC236}">
                <a16:creationId xmlns:a16="http://schemas.microsoft.com/office/drawing/2014/main" id="{5EEBA578-A2E1-494C-A911-4BCA5C028A5E}"/>
              </a:ext>
            </a:extLst>
          </p:cNvPr>
          <p:cNvSpPr>
            <a:spLocks/>
          </p:cNvSpPr>
          <p:nvPr/>
        </p:nvSpPr>
        <p:spPr bwMode="auto">
          <a:xfrm>
            <a:off x="10419204" y="398017"/>
            <a:ext cx="580006" cy="140124"/>
          </a:xfrm>
          <a:custGeom>
            <a:avLst/>
            <a:gdLst>
              <a:gd name="T0" fmla="*/ 305 w 347"/>
              <a:gd name="T1" fmla="*/ 84 h 84"/>
              <a:gd name="T2" fmla="*/ 42 w 347"/>
              <a:gd name="T3" fmla="*/ 84 h 84"/>
              <a:gd name="T4" fmla="*/ 0 w 347"/>
              <a:gd name="T5" fmla="*/ 42 h 84"/>
              <a:gd name="T6" fmla="*/ 42 w 347"/>
              <a:gd name="T7" fmla="*/ 0 h 84"/>
              <a:gd name="T8" fmla="*/ 305 w 347"/>
              <a:gd name="T9" fmla="*/ 0 h 84"/>
              <a:gd name="T10" fmla="*/ 347 w 347"/>
              <a:gd name="T11" fmla="*/ 42 h 84"/>
              <a:gd name="T12" fmla="*/ 305 w 347"/>
              <a:gd name="T1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7" h="84">
                <a:moveTo>
                  <a:pt x="305" y="84"/>
                </a:moveTo>
                <a:cubicBezTo>
                  <a:pt x="42" y="84"/>
                  <a:pt x="42" y="84"/>
                  <a:pt x="42" y="84"/>
                </a:cubicBezTo>
                <a:cubicBezTo>
                  <a:pt x="18" y="84"/>
                  <a:pt x="0" y="65"/>
                  <a:pt x="0" y="42"/>
                </a:cubicBezTo>
                <a:cubicBezTo>
                  <a:pt x="0" y="19"/>
                  <a:pt x="18" y="0"/>
                  <a:pt x="42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7" y="19"/>
                  <a:pt x="347" y="42"/>
                </a:cubicBezTo>
                <a:cubicBezTo>
                  <a:pt x="347" y="65"/>
                  <a:pt x="328" y="84"/>
                  <a:pt x="305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461" name="Freeform 460">
            <a:extLst>
              <a:ext uri="{FF2B5EF4-FFF2-40B4-BE49-F238E27FC236}">
                <a16:creationId xmlns:a16="http://schemas.microsoft.com/office/drawing/2014/main" id="{E46C7BA7-8537-DD4C-9364-EF2774E323EF}"/>
              </a:ext>
            </a:extLst>
          </p:cNvPr>
          <p:cNvSpPr>
            <a:spLocks/>
          </p:cNvSpPr>
          <p:nvPr/>
        </p:nvSpPr>
        <p:spPr bwMode="auto">
          <a:xfrm>
            <a:off x="961312" y="6217104"/>
            <a:ext cx="831146" cy="200797"/>
          </a:xfrm>
          <a:custGeom>
            <a:avLst/>
            <a:gdLst>
              <a:gd name="T0" fmla="*/ 305 w 347"/>
              <a:gd name="T1" fmla="*/ 84 h 84"/>
              <a:gd name="T2" fmla="*/ 42 w 347"/>
              <a:gd name="T3" fmla="*/ 84 h 84"/>
              <a:gd name="T4" fmla="*/ 0 w 347"/>
              <a:gd name="T5" fmla="*/ 42 h 84"/>
              <a:gd name="T6" fmla="*/ 42 w 347"/>
              <a:gd name="T7" fmla="*/ 0 h 84"/>
              <a:gd name="T8" fmla="*/ 305 w 347"/>
              <a:gd name="T9" fmla="*/ 0 h 84"/>
              <a:gd name="T10" fmla="*/ 347 w 347"/>
              <a:gd name="T11" fmla="*/ 42 h 84"/>
              <a:gd name="T12" fmla="*/ 305 w 347"/>
              <a:gd name="T1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7" h="84">
                <a:moveTo>
                  <a:pt x="305" y="84"/>
                </a:moveTo>
                <a:cubicBezTo>
                  <a:pt x="42" y="84"/>
                  <a:pt x="42" y="84"/>
                  <a:pt x="42" y="84"/>
                </a:cubicBezTo>
                <a:cubicBezTo>
                  <a:pt x="18" y="84"/>
                  <a:pt x="0" y="65"/>
                  <a:pt x="0" y="42"/>
                </a:cubicBezTo>
                <a:cubicBezTo>
                  <a:pt x="0" y="19"/>
                  <a:pt x="18" y="0"/>
                  <a:pt x="42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28" y="0"/>
                  <a:pt x="347" y="19"/>
                  <a:pt x="347" y="42"/>
                </a:cubicBezTo>
                <a:cubicBezTo>
                  <a:pt x="347" y="65"/>
                  <a:pt x="328" y="84"/>
                  <a:pt x="305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/>
              <a:ea typeface="+mn-ea"/>
              <a:cs typeface="+mn-cs"/>
            </a:endParaRPr>
          </a:p>
        </p:txBody>
      </p:sp>
      <p:sp>
        <p:nvSpPr>
          <p:cNvPr id="462" name="Freeform 319">
            <a:extLst>
              <a:ext uri="{FF2B5EF4-FFF2-40B4-BE49-F238E27FC236}">
                <a16:creationId xmlns:a16="http://schemas.microsoft.com/office/drawing/2014/main" id="{BF24986C-CB5E-C64D-AF52-DA45F78584AC}"/>
              </a:ext>
            </a:extLst>
          </p:cNvPr>
          <p:cNvSpPr>
            <a:spLocks/>
          </p:cNvSpPr>
          <p:nvPr/>
        </p:nvSpPr>
        <p:spPr bwMode="auto">
          <a:xfrm>
            <a:off x="1982181" y="6211147"/>
            <a:ext cx="195263" cy="195263"/>
          </a:xfrm>
          <a:custGeom>
            <a:avLst/>
            <a:gdLst>
              <a:gd name="T0" fmla="*/ 245 w 245"/>
              <a:gd name="T1" fmla="*/ 123 h 245"/>
              <a:gd name="T2" fmla="*/ 243 w 245"/>
              <a:gd name="T3" fmla="*/ 147 h 245"/>
              <a:gd name="T4" fmla="*/ 235 w 245"/>
              <a:gd name="T5" fmla="*/ 170 h 245"/>
              <a:gd name="T6" fmla="*/ 225 w 245"/>
              <a:gd name="T7" fmla="*/ 191 h 245"/>
              <a:gd name="T8" fmla="*/ 209 w 245"/>
              <a:gd name="T9" fmla="*/ 209 h 245"/>
              <a:gd name="T10" fmla="*/ 191 w 245"/>
              <a:gd name="T11" fmla="*/ 225 h 245"/>
              <a:gd name="T12" fmla="*/ 170 w 245"/>
              <a:gd name="T13" fmla="*/ 236 h 245"/>
              <a:gd name="T14" fmla="*/ 147 w 245"/>
              <a:gd name="T15" fmla="*/ 243 h 245"/>
              <a:gd name="T16" fmla="*/ 123 w 245"/>
              <a:gd name="T17" fmla="*/ 245 h 245"/>
              <a:gd name="T18" fmla="*/ 110 w 245"/>
              <a:gd name="T19" fmla="*/ 245 h 245"/>
              <a:gd name="T20" fmla="*/ 86 w 245"/>
              <a:gd name="T21" fmla="*/ 240 h 245"/>
              <a:gd name="T22" fmla="*/ 64 w 245"/>
              <a:gd name="T23" fmla="*/ 231 h 245"/>
              <a:gd name="T24" fmla="*/ 44 w 245"/>
              <a:gd name="T25" fmla="*/ 217 h 245"/>
              <a:gd name="T26" fmla="*/ 27 w 245"/>
              <a:gd name="T27" fmla="*/ 200 h 245"/>
              <a:gd name="T28" fmla="*/ 14 w 245"/>
              <a:gd name="T29" fmla="*/ 181 h 245"/>
              <a:gd name="T30" fmla="*/ 6 w 245"/>
              <a:gd name="T31" fmla="*/ 159 h 245"/>
              <a:gd name="T32" fmla="*/ 1 w 245"/>
              <a:gd name="T33" fmla="*/ 135 h 245"/>
              <a:gd name="T34" fmla="*/ 0 w 245"/>
              <a:gd name="T35" fmla="*/ 123 h 245"/>
              <a:gd name="T36" fmla="*/ 2 w 245"/>
              <a:gd name="T37" fmla="*/ 98 h 245"/>
              <a:gd name="T38" fmla="*/ 9 w 245"/>
              <a:gd name="T39" fmla="*/ 75 h 245"/>
              <a:gd name="T40" fmla="*/ 21 w 245"/>
              <a:gd name="T41" fmla="*/ 54 h 245"/>
              <a:gd name="T42" fmla="*/ 36 w 245"/>
              <a:gd name="T43" fmla="*/ 36 h 245"/>
              <a:gd name="T44" fmla="*/ 54 w 245"/>
              <a:gd name="T45" fmla="*/ 22 h 245"/>
              <a:gd name="T46" fmla="*/ 75 w 245"/>
              <a:gd name="T47" fmla="*/ 9 h 245"/>
              <a:gd name="T48" fmla="*/ 98 w 245"/>
              <a:gd name="T49" fmla="*/ 2 h 245"/>
              <a:gd name="T50" fmla="*/ 123 w 245"/>
              <a:gd name="T51" fmla="*/ 0 h 245"/>
              <a:gd name="T52" fmla="*/ 135 w 245"/>
              <a:gd name="T53" fmla="*/ 1 h 245"/>
              <a:gd name="T54" fmla="*/ 159 w 245"/>
              <a:gd name="T55" fmla="*/ 6 h 245"/>
              <a:gd name="T56" fmla="*/ 181 w 245"/>
              <a:gd name="T57" fmla="*/ 14 h 245"/>
              <a:gd name="T58" fmla="*/ 200 w 245"/>
              <a:gd name="T59" fmla="*/ 28 h 245"/>
              <a:gd name="T60" fmla="*/ 217 w 245"/>
              <a:gd name="T61" fmla="*/ 44 h 245"/>
              <a:gd name="T62" fmla="*/ 231 w 245"/>
              <a:gd name="T63" fmla="*/ 64 h 245"/>
              <a:gd name="T64" fmla="*/ 240 w 245"/>
              <a:gd name="T65" fmla="*/ 87 h 245"/>
              <a:gd name="T66" fmla="*/ 245 w 245"/>
              <a:gd name="T67" fmla="*/ 110 h 245"/>
              <a:gd name="T68" fmla="*/ 245 w 245"/>
              <a:gd name="T69" fmla="*/ 12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45" h="245">
                <a:moveTo>
                  <a:pt x="245" y="123"/>
                </a:moveTo>
                <a:lnTo>
                  <a:pt x="245" y="123"/>
                </a:lnTo>
                <a:lnTo>
                  <a:pt x="245" y="135"/>
                </a:lnTo>
                <a:lnTo>
                  <a:pt x="243" y="147"/>
                </a:lnTo>
                <a:lnTo>
                  <a:pt x="240" y="159"/>
                </a:lnTo>
                <a:lnTo>
                  <a:pt x="235" y="170"/>
                </a:lnTo>
                <a:lnTo>
                  <a:pt x="231" y="181"/>
                </a:lnTo>
                <a:lnTo>
                  <a:pt x="225" y="191"/>
                </a:lnTo>
                <a:lnTo>
                  <a:pt x="217" y="200"/>
                </a:lnTo>
                <a:lnTo>
                  <a:pt x="209" y="209"/>
                </a:lnTo>
                <a:lnTo>
                  <a:pt x="200" y="217"/>
                </a:lnTo>
                <a:lnTo>
                  <a:pt x="191" y="225"/>
                </a:lnTo>
                <a:lnTo>
                  <a:pt x="181" y="231"/>
                </a:lnTo>
                <a:lnTo>
                  <a:pt x="170" y="236"/>
                </a:lnTo>
                <a:lnTo>
                  <a:pt x="159" y="240"/>
                </a:lnTo>
                <a:lnTo>
                  <a:pt x="147" y="243"/>
                </a:lnTo>
                <a:lnTo>
                  <a:pt x="135" y="245"/>
                </a:lnTo>
                <a:lnTo>
                  <a:pt x="123" y="245"/>
                </a:lnTo>
                <a:lnTo>
                  <a:pt x="123" y="245"/>
                </a:lnTo>
                <a:lnTo>
                  <a:pt x="110" y="245"/>
                </a:lnTo>
                <a:lnTo>
                  <a:pt x="98" y="243"/>
                </a:lnTo>
                <a:lnTo>
                  <a:pt x="86" y="240"/>
                </a:lnTo>
                <a:lnTo>
                  <a:pt x="75" y="236"/>
                </a:lnTo>
                <a:lnTo>
                  <a:pt x="64" y="231"/>
                </a:lnTo>
                <a:lnTo>
                  <a:pt x="54" y="225"/>
                </a:lnTo>
                <a:lnTo>
                  <a:pt x="44" y="217"/>
                </a:lnTo>
                <a:lnTo>
                  <a:pt x="36" y="209"/>
                </a:lnTo>
                <a:lnTo>
                  <a:pt x="27" y="200"/>
                </a:lnTo>
                <a:lnTo>
                  <a:pt x="21" y="191"/>
                </a:lnTo>
                <a:lnTo>
                  <a:pt x="14" y="181"/>
                </a:lnTo>
                <a:lnTo>
                  <a:pt x="9" y="170"/>
                </a:lnTo>
                <a:lnTo>
                  <a:pt x="6" y="159"/>
                </a:lnTo>
                <a:lnTo>
                  <a:pt x="2" y="147"/>
                </a:lnTo>
                <a:lnTo>
                  <a:pt x="1" y="135"/>
                </a:lnTo>
                <a:lnTo>
                  <a:pt x="0" y="123"/>
                </a:lnTo>
                <a:lnTo>
                  <a:pt x="0" y="123"/>
                </a:lnTo>
                <a:lnTo>
                  <a:pt x="1" y="110"/>
                </a:lnTo>
                <a:lnTo>
                  <a:pt x="2" y="98"/>
                </a:lnTo>
                <a:lnTo>
                  <a:pt x="6" y="87"/>
                </a:lnTo>
                <a:lnTo>
                  <a:pt x="9" y="75"/>
                </a:lnTo>
                <a:lnTo>
                  <a:pt x="14" y="64"/>
                </a:lnTo>
                <a:lnTo>
                  <a:pt x="21" y="54"/>
                </a:lnTo>
                <a:lnTo>
                  <a:pt x="27" y="44"/>
                </a:lnTo>
                <a:lnTo>
                  <a:pt x="36" y="36"/>
                </a:lnTo>
                <a:lnTo>
                  <a:pt x="44" y="28"/>
                </a:lnTo>
                <a:lnTo>
                  <a:pt x="54" y="22"/>
                </a:lnTo>
                <a:lnTo>
                  <a:pt x="64" y="14"/>
                </a:lnTo>
                <a:lnTo>
                  <a:pt x="75" y="9"/>
                </a:lnTo>
                <a:lnTo>
                  <a:pt x="86" y="6"/>
                </a:lnTo>
                <a:lnTo>
                  <a:pt x="98" y="2"/>
                </a:lnTo>
                <a:lnTo>
                  <a:pt x="110" y="1"/>
                </a:lnTo>
                <a:lnTo>
                  <a:pt x="123" y="0"/>
                </a:lnTo>
                <a:lnTo>
                  <a:pt x="123" y="0"/>
                </a:lnTo>
                <a:lnTo>
                  <a:pt x="135" y="1"/>
                </a:lnTo>
                <a:lnTo>
                  <a:pt x="147" y="2"/>
                </a:lnTo>
                <a:lnTo>
                  <a:pt x="159" y="6"/>
                </a:lnTo>
                <a:lnTo>
                  <a:pt x="170" y="9"/>
                </a:lnTo>
                <a:lnTo>
                  <a:pt x="181" y="14"/>
                </a:lnTo>
                <a:lnTo>
                  <a:pt x="191" y="22"/>
                </a:lnTo>
                <a:lnTo>
                  <a:pt x="200" y="28"/>
                </a:lnTo>
                <a:lnTo>
                  <a:pt x="209" y="36"/>
                </a:lnTo>
                <a:lnTo>
                  <a:pt x="217" y="44"/>
                </a:lnTo>
                <a:lnTo>
                  <a:pt x="225" y="54"/>
                </a:lnTo>
                <a:lnTo>
                  <a:pt x="231" y="64"/>
                </a:lnTo>
                <a:lnTo>
                  <a:pt x="235" y="75"/>
                </a:lnTo>
                <a:lnTo>
                  <a:pt x="240" y="87"/>
                </a:lnTo>
                <a:lnTo>
                  <a:pt x="243" y="98"/>
                </a:lnTo>
                <a:lnTo>
                  <a:pt x="245" y="110"/>
                </a:lnTo>
                <a:lnTo>
                  <a:pt x="245" y="123"/>
                </a:lnTo>
                <a:lnTo>
                  <a:pt x="245" y="123"/>
                </a:lnTo>
                <a:close/>
              </a:path>
            </a:pathLst>
          </a:custGeom>
          <a:solidFill>
            <a:schemeClr val="bg1"/>
          </a:solidFill>
          <a:ln w="3810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8" name="Freeform 433">
            <a:extLst>
              <a:ext uri="{FF2B5EF4-FFF2-40B4-BE49-F238E27FC236}">
                <a16:creationId xmlns:a16="http://schemas.microsoft.com/office/drawing/2014/main" id="{D7D65E93-87BC-D64E-B4BD-41F0ACEBB907}"/>
              </a:ext>
            </a:extLst>
          </p:cNvPr>
          <p:cNvSpPr>
            <a:spLocks/>
          </p:cNvSpPr>
          <p:nvPr/>
        </p:nvSpPr>
        <p:spPr bwMode="auto">
          <a:xfrm>
            <a:off x="2102200" y="1157259"/>
            <a:ext cx="1874519" cy="1062934"/>
          </a:xfrm>
          <a:custGeom>
            <a:avLst/>
            <a:gdLst>
              <a:gd name="T0" fmla="*/ 1029 w 1238"/>
              <a:gd name="T1" fmla="*/ 701 h 701"/>
              <a:gd name="T2" fmla="*/ 1072 w 1238"/>
              <a:gd name="T3" fmla="*/ 694 h 701"/>
              <a:gd name="T4" fmla="*/ 1110 w 1238"/>
              <a:gd name="T5" fmla="*/ 681 h 701"/>
              <a:gd name="T6" fmla="*/ 1147 w 1238"/>
              <a:gd name="T7" fmla="*/ 659 h 701"/>
              <a:gd name="T8" fmla="*/ 1177 w 1238"/>
              <a:gd name="T9" fmla="*/ 632 h 701"/>
              <a:gd name="T10" fmla="*/ 1202 w 1238"/>
              <a:gd name="T11" fmla="*/ 601 h 701"/>
              <a:gd name="T12" fmla="*/ 1222 w 1238"/>
              <a:gd name="T13" fmla="*/ 563 h 701"/>
              <a:gd name="T14" fmla="*/ 1234 w 1238"/>
              <a:gd name="T15" fmla="*/ 523 h 701"/>
              <a:gd name="T16" fmla="*/ 1238 w 1238"/>
              <a:gd name="T17" fmla="*/ 480 h 701"/>
              <a:gd name="T18" fmla="*/ 1237 w 1238"/>
              <a:gd name="T19" fmla="*/ 458 h 701"/>
              <a:gd name="T20" fmla="*/ 1229 w 1238"/>
              <a:gd name="T21" fmla="*/ 414 h 701"/>
              <a:gd name="T22" fmla="*/ 1212 w 1238"/>
              <a:gd name="T23" fmla="*/ 375 h 701"/>
              <a:gd name="T24" fmla="*/ 1188 w 1238"/>
              <a:gd name="T25" fmla="*/ 340 h 701"/>
              <a:gd name="T26" fmla="*/ 1157 w 1238"/>
              <a:gd name="T27" fmla="*/ 309 h 701"/>
              <a:gd name="T28" fmla="*/ 1122 w 1238"/>
              <a:gd name="T29" fmla="*/ 286 h 701"/>
              <a:gd name="T30" fmla="*/ 1082 w 1238"/>
              <a:gd name="T31" fmla="*/ 269 h 701"/>
              <a:gd name="T32" fmla="*/ 1040 w 1238"/>
              <a:gd name="T33" fmla="*/ 260 h 701"/>
              <a:gd name="T34" fmla="*/ 1017 w 1238"/>
              <a:gd name="T35" fmla="*/ 259 h 701"/>
              <a:gd name="T36" fmla="*/ 984 w 1238"/>
              <a:gd name="T37" fmla="*/ 261 h 701"/>
              <a:gd name="T38" fmla="*/ 953 w 1238"/>
              <a:gd name="T39" fmla="*/ 268 h 701"/>
              <a:gd name="T40" fmla="*/ 945 w 1238"/>
              <a:gd name="T41" fmla="*/ 240 h 701"/>
              <a:gd name="T42" fmla="*/ 922 w 1238"/>
              <a:gd name="T43" fmla="*/ 186 h 701"/>
              <a:gd name="T44" fmla="*/ 890 w 1238"/>
              <a:gd name="T45" fmla="*/ 138 h 701"/>
              <a:gd name="T46" fmla="*/ 851 w 1238"/>
              <a:gd name="T47" fmla="*/ 95 h 701"/>
              <a:gd name="T48" fmla="*/ 807 w 1238"/>
              <a:gd name="T49" fmla="*/ 59 h 701"/>
              <a:gd name="T50" fmla="*/ 756 w 1238"/>
              <a:gd name="T51" fmla="*/ 31 h 701"/>
              <a:gd name="T52" fmla="*/ 700 w 1238"/>
              <a:gd name="T53" fmla="*/ 11 h 701"/>
              <a:gd name="T54" fmla="*/ 641 w 1238"/>
              <a:gd name="T55" fmla="*/ 1 h 701"/>
              <a:gd name="T56" fmla="*/ 611 w 1238"/>
              <a:gd name="T57" fmla="*/ 0 h 701"/>
              <a:gd name="T58" fmla="*/ 550 w 1238"/>
              <a:gd name="T59" fmla="*/ 5 h 701"/>
              <a:gd name="T60" fmla="*/ 493 w 1238"/>
              <a:gd name="T61" fmla="*/ 19 h 701"/>
              <a:gd name="T62" fmla="*/ 440 w 1238"/>
              <a:gd name="T63" fmla="*/ 43 h 701"/>
              <a:gd name="T64" fmla="*/ 393 w 1238"/>
              <a:gd name="T65" fmla="*/ 75 h 701"/>
              <a:gd name="T66" fmla="*/ 351 w 1238"/>
              <a:gd name="T67" fmla="*/ 113 h 701"/>
              <a:gd name="T68" fmla="*/ 316 w 1238"/>
              <a:gd name="T69" fmla="*/ 159 h 701"/>
              <a:gd name="T70" fmla="*/ 289 w 1238"/>
              <a:gd name="T71" fmla="*/ 209 h 701"/>
              <a:gd name="T72" fmla="*/ 270 w 1238"/>
              <a:gd name="T73" fmla="*/ 265 h 701"/>
              <a:gd name="T74" fmla="*/ 246 w 1238"/>
              <a:gd name="T75" fmla="*/ 261 h 701"/>
              <a:gd name="T76" fmla="*/ 221 w 1238"/>
              <a:gd name="T77" fmla="*/ 259 h 701"/>
              <a:gd name="T78" fmla="*/ 198 w 1238"/>
              <a:gd name="T79" fmla="*/ 260 h 701"/>
              <a:gd name="T80" fmla="*/ 155 w 1238"/>
              <a:gd name="T81" fmla="*/ 269 h 701"/>
              <a:gd name="T82" fmla="*/ 116 w 1238"/>
              <a:gd name="T83" fmla="*/ 286 h 701"/>
              <a:gd name="T84" fmla="*/ 80 w 1238"/>
              <a:gd name="T85" fmla="*/ 309 h 701"/>
              <a:gd name="T86" fmla="*/ 51 w 1238"/>
              <a:gd name="T87" fmla="*/ 340 h 701"/>
              <a:gd name="T88" fmla="*/ 27 w 1238"/>
              <a:gd name="T89" fmla="*/ 375 h 701"/>
              <a:gd name="T90" fmla="*/ 10 w 1238"/>
              <a:gd name="T91" fmla="*/ 414 h 701"/>
              <a:gd name="T92" fmla="*/ 1 w 1238"/>
              <a:gd name="T93" fmla="*/ 458 h 701"/>
              <a:gd name="T94" fmla="*/ 0 w 1238"/>
              <a:gd name="T95" fmla="*/ 480 h 701"/>
              <a:gd name="T96" fmla="*/ 4 w 1238"/>
              <a:gd name="T97" fmla="*/ 522 h 701"/>
              <a:gd name="T98" fmla="*/ 16 w 1238"/>
              <a:gd name="T99" fmla="*/ 562 h 701"/>
              <a:gd name="T100" fmla="*/ 34 w 1238"/>
              <a:gd name="T101" fmla="*/ 598 h 701"/>
              <a:gd name="T102" fmla="*/ 59 w 1238"/>
              <a:gd name="T103" fmla="*/ 631 h 701"/>
              <a:gd name="T104" fmla="*/ 90 w 1238"/>
              <a:gd name="T105" fmla="*/ 658 h 701"/>
              <a:gd name="T106" fmla="*/ 123 w 1238"/>
              <a:gd name="T107" fmla="*/ 678 h 701"/>
              <a:gd name="T108" fmla="*/ 162 w 1238"/>
              <a:gd name="T109" fmla="*/ 693 h 701"/>
              <a:gd name="T110" fmla="*/ 203 w 1238"/>
              <a:gd name="T111" fmla="*/ 70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38" h="701">
                <a:moveTo>
                  <a:pt x="1029" y="701"/>
                </a:moveTo>
                <a:lnTo>
                  <a:pt x="1029" y="701"/>
                </a:lnTo>
                <a:lnTo>
                  <a:pt x="1051" y="699"/>
                </a:lnTo>
                <a:lnTo>
                  <a:pt x="1072" y="694"/>
                </a:lnTo>
                <a:lnTo>
                  <a:pt x="1091" y="688"/>
                </a:lnTo>
                <a:lnTo>
                  <a:pt x="1110" y="681"/>
                </a:lnTo>
                <a:lnTo>
                  <a:pt x="1130" y="671"/>
                </a:lnTo>
                <a:lnTo>
                  <a:pt x="1147" y="659"/>
                </a:lnTo>
                <a:lnTo>
                  <a:pt x="1162" y="647"/>
                </a:lnTo>
                <a:lnTo>
                  <a:pt x="1177" y="632"/>
                </a:lnTo>
                <a:lnTo>
                  <a:pt x="1191" y="616"/>
                </a:lnTo>
                <a:lnTo>
                  <a:pt x="1202" y="601"/>
                </a:lnTo>
                <a:lnTo>
                  <a:pt x="1213" y="583"/>
                </a:lnTo>
                <a:lnTo>
                  <a:pt x="1222" y="563"/>
                </a:lnTo>
                <a:lnTo>
                  <a:pt x="1229" y="544"/>
                </a:lnTo>
                <a:lnTo>
                  <a:pt x="1234" y="523"/>
                </a:lnTo>
                <a:lnTo>
                  <a:pt x="1237" y="502"/>
                </a:lnTo>
                <a:lnTo>
                  <a:pt x="1238" y="480"/>
                </a:lnTo>
                <a:lnTo>
                  <a:pt x="1238" y="480"/>
                </a:lnTo>
                <a:lnTo>
                  <a:pt x="1237" y="458"/>
                </a:lnTo>
                <a:lnTo>
                  <a:pt x="1234" y="435"/>
                </a:lnTo>
                <a:lnTo>
                  <a:pt x="1229" y="414"/>
                </a:lnTo>
                <a:lnTo>
                  <a:pt x="1220" y="394"/>
                </a:lnTo>
                <a:lnTo>
                  <a:pt x="1212" y="375"/>
                </a:lnTo>
                <a:lnTo>
                  <a:pt x="1201" y="356"/>
                </a:lnTo>
                <a:lnTo>
                  <a:pt x="1188" y="340"/>
                </a:lnTo>
                <a:lnTo>
                  <a:pt x="1173" y="324"/>
                </a:lnTo>
                <a:lnTo>
                  <a:pt x="1157" y="309"/>
                </a:lnTo>
                <a:lnTo>
                  <a:pt x="1140" y="297"/>
                </a:lnTo>
                <a:lnTo>
                  <a:pt x="1122" y="286"/>
                </a:lnTo>
                <a:lnTo>
                  <a:pt x="1103" y="277"/>
                </a:lnTo>
                <a:lnTo>
                  <a:pt x="1082" y="269"/>
                </a:lnTo>
                <a:lnTo>
                  <a:pt x="1062" y="263"/>
                </a:lnTo>
                <a:lnTo>
                  <a:pt x="1040" y="260"/>
                </a:lnTo>
                <a:lnTo>
                  <a:pt x="1017" y="259"/>
                </a:lnTo>
                <a:lnTo>
                  <a:pt x="1017" y="259"/>
                </a:lnTo>
                <a:lnTo>
                  <a:pt x="1000" y="260"/>
                </a:lnTo>
                <a:lnTo>
                  <a:pt x="984" y="261"/>
                </a:lnTo>
                <a:lnTo>
                  <a:pt x="969" y="265"/>
                </a:lnTo>
                <a:lnTo>
                  <a:pt x="953" y="268"/>
                </a:lnTo>
                <a:lnTo>
                  <a:pt x="953" y="268"/>
                </a:lnTo>
                <a:lnTo>
                  <a:pt x="945" y="240"/>
                </a:lnTo>
                <a:lnTo>
                  <a:pt x="935" y="213"/>
                </a:lnTo>
                <a:lnTo>
                  <a:pt x="922" y="186"/>
                </a:lnTo>
                <a:lnTo>
                  <a:pt x="907" y="162"/>
                </a:lnTo>
                <a:lnTo>
                  <a:pt x="890" y="138"/>
                </a:lnTo>
                <a:lnTo>
                  <a:pt x="872" y="116"/>
                </a:lnTo>
                <a:lnTo>
                  <a:pt x="851" y="95"/>
                </a:lnTo>
                <a:lnTo>
                  <a:pt x="830" y="76"/>
                </a:lnTo>
                <a:lnTo>
                  <a:pt x="807" y="59"/>
                </a:lnTo>
                <a:lnTo>
                  <a:pt x="783" y="43"/>
                </a:lnTo>
                <a:lnTo>
                  <a:pt x="756" y="31"/>
                </a:lnTo>
                <a:lnTo>
                  <a:pt x="729" y="20"/>
                </a:lnTo>
                <a:lnTo>
                  <a:pt x="700" y="11"/>
                </a:lnTo>
                <a:lnTo>
                  <a:pt x="671" y="5"/>
                </a:lnTo>
                <a:lnTo>
                  <a:pt x="641" y="1"/>
                </a:lnTo>
                <a:lnTo>
                  <a:pt x="611" y="0"/>
                </a:lnTo>
                <a:lnTo>
                  <a:pt x="611" y="0"/>
                </a:lnTo>
                <a:lnTo>
                  <a:pt x="581" y="1"/>
                </a:lnTo>
                <a:lnTo>
                  <a:pt x="550" y="5"/>
                </a:lnTo>
                <a:lnTo>
                  <a:pt x="521" y="11"/>
                </a:lnTo>
                <a:lnTo>
                  <a:pt x="493" y="19"/>
                </a:lnTo>
                <a:lnTo>
                  <a:pt x="467" y="30"/>
                </a:lnTo>
                <a:lnTo>
                  <a:pt x="440" y="43"/>
                </a:lnTo>
                <a:lnTo>
                  <a:pt x="416" y="58"/>
                </a:lnTo>
                <a:lnTo>
                  <a:pt x="393" y="75"/>
                </a:lnTo>
                <a:lnTo>
                  <a:pt x="371" y="93"/>
                </a:lnTo>
                <a:lnTo>
                  <a:pt x="351" y="113"/>
                </a:lnTo>
                <a:lnTo>
                  <a:pt x="333" y="135"/>
                </a:lnTo>
                <a:lnTo>
                  <a:pt x="316" y="159"/>
                </a:lnTo>
                <a:lnTo>
                  <a:pt x="301" y="184"/>
                </a:lnTo>
                <a:lnTo>
                  <a:pt x="289" y="209"/>
                </a:lnTo>
                <a:lnTo>
                  <a:pt x="278" y="237"/>
                </a:lnTo>
                <a:lnTo>
                  <a:pt x="270" y="265"/>
                </a:lnTo>
                <a:lnTo>
                  <a:pt x="270" y="265"/>
                </a:lnTo>
                <a:lnTo>
                  <a:pt x="246" y="261"/>
                </a:lnTo>
                <a:lnTo>
                  <a:pt x="233" y="260"/>
                </a:lnTo>
                <a:lnTo>
                  <a:pt x="221" y="259"/>
                </a:lnTo>
                <a:lnTo>
                  <a:pt x="221" y="259"/>
                </a:lnTo>
                <a:lnTo>
                  <a:pt x="198" y="260"/>
                </a:lnTo>
                <a:lnTo>
                  <a:pt x="177" y="263"/>
                </a:lnTo>
                <a:lnTo>
                  <a:pt x="155" y="269"/>
                </a:lnTo>
                <a:lnTo>
                  <a:pt x="136" y="277"/>
                </a:lnTo>
                <a:lnTo>
                  <a:pt x="116" y="286"/>
                </a:lnTo>
                <a:lnTo>
                  <a:pt x="97" y="297"/>
                </a:lnTo>
                <a:lnTo>
                  <a:pt x="80" y="309"/>
                </a:lnTo>
                <a:lnTo>
                  <a:pt x="64" y="324"/>
                </a:lnTo>
                <a:lnTo>
                  <a:pt x="51" y="340"/>
                </a:lnTo>
                <a:lnTo>
                  <a:pt x="38" y="356"/>
                </a:lnTo>
                <a:lnTo>
                  <a:pt x="27" y="375"/>
                </a:lnTo>
                <a:lnTo>
                  <a:pt x="17" y="394"/>
                </a:lnTo>
                <a:lnTo>
                  <a:pt x="10" y="414"/>
                </a:lnTo>
                <a:lnTo>
                  <a:pt x="5" y="435"/>
                </a:lnTo>
                <a:lnTo>
                  <a:pt x="1" y="458"/>
                </a:lnTo>
                <a:lnTo>
                  <a:pt x="0" y="480"/>
                </a:lnTo>
                <a:lnTo>
                  <a:pt x="0" y="480"/>
                </a:lnTo>
                <a:lnTo>
                  <a:pt x="1" y="502"/>
                </a:lnTo>
                <a:lnTo>
                  <a:pt x="4" y="522"/>
                </a:lnTo>
                <a:lnTo>
                  <a:pt x="9" y="543"/>
                </a:lnTo>
                <a:lnTo>
                  <a:pt x="16" y="562"/>
                </a:lnTo>
                <a:lnTo>
                  <a:pt x="24" y="581"/>
                </a:lnTo>
                <a:lnTo>
                  <a:pt x="34" y="598"/>
                </a:lnTo>
                <a:lnTo>
                  <a:pt x="46" y="615"/>
                </a:lnTo>
                <a:lnTo>
                  <a:pt x="59" y="631"/>
                </a:lnTo>
                <a:lnTo>
                  <a:pt x="74" y="644"/>
                </a:lnTo>
                <a:lnTo>
                  <a:pt x="90" y="658"/>
                </a:lnTo>
                <a:lnTo>
                  <a:pt x="105" y="668"/>
                </a:lnTo>
                <a:lnTo>
                  <a:pt x="123" y="678"/>
                </a:lnTo>
                <a:lnTo>
                  <a:pt x="143" y="687"/>
                </a:lnTo>
                <a:lnTo>
                  <a:pt x="162" y="693"/>
                </a:lnTo>
                <a:lnTo>
                  <a:pt x="183" y="697"/>
                </a:lnTo>
                <a:lnTo>
                  <a:pt x="203" y="700"/>
                </a:lnTo>
                <a:lnTo>
                  <a:pt x="1029" y="701"/>
                </a:lnTo>
                <a:close/>
              </a:path>
            </a:pathLst>
          </a:custGeom>
          <a:gradFill>
            <a:gsLst>
              <a:gs pos="0">
                <a:schemeClr val="bg1"/>
              </a:gs>
              <a:gs pos="81000">
                <a:schemeClr val="accent1">
                  <a:lumMod val="40000"/>
                  <a:lumOff val="60000"/>
                </a:schemeClr>
              </a:gs>
            </a:gsLst>
            <a:path path="circle">
              <a:fillToRect r="100000" b="10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cxnSp>
        <p:nvCxnSpPr>
          <p:cNvPr id="223" name="Straight Connector 222">
            <a:extLst>
              <a:ext uri="{FF2B5EF4-FFF2-40B4-BE49-F238E27FC236}">
                <a16:creationId xmlns:a16="http://schemas.microsoft.com/office/drawing/2014/main" id="{BD99C173-5AAC-B748-B7CC-3B5D5F457A40}"/>
              </a:ext>
            </a:extLst>
          </p:cNvPr>
          <p:cNvCxnSpPr>
            <a:cxnSpLocks/>
          </p:cNvCxnSpPr>
          <p:nvPr/>
        </p:nvCxnSpPr>
        <p:spPr>
          <a:xfrm>
            <a:off x="6317409" y="1809879"/>
            <a:ext cx="0" cy="3568945"/>
          </a:xfrm>
          <a:prstGeom prst="line">
            <a:avLst/>
          </a:prstGeom>
          <a:ln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DCE31C0-F780-FE43-9CBC-EBE1590B61C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80912" y="1873945"/>
            <a:ext cx="3582572" cy="1364604"/>
          </a:xfrm>
        </p:spPr>
        <p:txBody>
          <a:bodyPr wrap="square">
            <a:spAutoFit/>
          </a:bodyPr>
          <a:lstStyle/>
          <a:p>
            <a:pPr algn="l">
              <a:lnSpc>
                <a:spcPts val="5300"/>
              </a:lnSpc>
            </a:pPr>
            <a:r>
              <a:rPr lang="en-US" dirty="0"/>
              <a:t>Thank you</a:t>
            </a:r>
          </a:p>
        </p:txBody>
      </p:sp>
      <p:sp>
        <p:nvSpPr>
          <p:cNvPr id="228" name="Content Placeholder 2">
            <a:extLst>
              <a:ext uri="{FF2B5EF4-FFF2-40B4-BE49-F238E27FC236}">
                <a16:creationId xmlns:a16="http://schemas.microsoft.com/office/drawing/2014/main" id="{B3CE52EB-C602-8A4E-9498-92F65F4965EC}"/>
              </a:ext>
            </a:extLst>
          </p:cNvPr>
          <p:cNvSpPr txBox="1">
            <a:spLocks/>
          </p:cNvSpPr>
          <p:nvPr/>
        </p:nvSpPr>
        <p:spPr>
          <a:xfrm>
            <a:off x="1593612" y="3488394"/>
            <a:ext cx="4197588" cy="99719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400" b="1" dirty="0">
                <a:latin typeface="+mn-lt"/>
                <a:cs typeface="Arial" panose="020B0604020202020204" pitchFamily="34" charset="0"/>
              </a:rPr>
              <a:t>“Thank you for not giving in or giving up. Thank you for giving yourself.</a:t>
            </a:r>
          </a:p>
        </p:txBody>
      </p:sp>
    </p:spTree>
    <p:extLst>
      <p:ext uri="{BB962C8B-B14F-4D97-AF65-F5344CB8AC3E}">
        <p14:creationId xmlns:p14="http://schemas.microsoft.com/office/powerpoint/2010/main" val="764015473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100">
      <a:dk1>
        <a:srgbClr val="000000"/>
      </a:dk1>
      <a:lt1>
        <a:srgbClr val="FFFFFF"/>
      </a:lt1>
      <a:dk2>
        <a:srgbClr val="28336D"/>
      </a:dk2>
      <a:lt2>
        <a:srgbClr val="E7E6E6"/>
      </a:lt2>
      <a:accent1>
        <a:srgbClr val="F2A1A5"/>
      </a:accent1>
      <a:accent2>
        <a:srgbClr val="18A1AD"/>
      </a:accent2>
      <a:accent3>
        <a:srgbClr val="9F90D4"/>
      </a:accent3>
      <a:accent4>
        <a:srgbClr val="FEC536"/>
      </a:accent4>
      <a:accent5>
        <a:srgbClr val="C7E9F6"/>
      </a:accent5>
      <a:accent6>
        <a:srgbClr val="28336D"/>
      </a:accent6>
      <a:hlink>
        <a:srgbClr val="18A1AD"/>
      </a:hlink>
      <a:folHlink>
        <a:srgbClr val="9F90D4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707</TotalTime>
  <Words>386</Words>
  <Application>Microsoft Office PowerPoint</Application>
  <PresentationFormat>Widescreen</PresentationFormat>
  <Paragraphs>61</Paragraphs>
  <Slides>10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10</vt:i4>
      </vt:variant>
    </vt:vector>
  </HeadingPairs>
  <TitlesOfParts>
    <vt:vector size="16" baseType="lpstr">
      <vt:lpstr>Arial</vt:lpstr>
      <vt:lpstr>Calibri</vt:lpstr>
      <vt:lpstr>Calibri Light</vt:lpstr>
      <vt:lpstr>Cambria</vt:lpstr>
      <vt:lpstr>Segoe UI</vt:lpstr>
      <vt:lpstr>Office Theme</vt:lpstr>
      <vt:lpstr>Teacher</vt:lpstr>
      <vt:lpstr>Education is the most powerful weapon which you can use to change the world</vt:lpstr>
      <vt:lpstr>Agenda</vt:lpstr>
      <vt:lpstr>Schedule</vt:lpstr>
      <vt:lpstr>First Study</vt:lpstr>
      <vt:lpstr>PowerPoint Presentation</vt:lpstr>
      <vt:lpstr>Third Study</vt:lpstr>
      <vt:lpstr>Qualities of a Good Teacher</vt:lpstr>
      <vt:lpstr>PowerPoint Presentation</vt:lpstr>
      <vt:lpstr>Thank you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Nindya .p</dc:creator>
  <cp:lastModifiedBy>Ankita Pingua</cp:lastModifiedBy>
  <cp:revision>44</cp:revision>
  <dcterms:created xsi:type="dcterms:W3CDTF">2019-07-12T06:13:20Z</dcterms:created>
  <dcterms:modified xsi:type="dcterms:W3CDTF">2025-12-28T06:54:13Z</dcterms:modified>
</cp:coreProperties>
</file>